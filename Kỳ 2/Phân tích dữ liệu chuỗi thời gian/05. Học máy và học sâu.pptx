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460" r:id="rId1"/>
  </p:sldMasterIdLst>
  <p:notesMasterIdLst>
    <p:notesMasterId r:id="rId86"/>
  </p:notesMasterIdLst>
  <p:handoutMasterIdLst>
    <p:handoutMasterId r:id="rId87"/>
  </p:handoutMasterIdLst>
  <p:sldIdLst>
    <p:sldId id="271" r:id="rId2"/>
    <p:sldId id="326" r:id="rId3"/>
    <p:sldId id="325" r:id="rId4"/>
    <p:sldId id="327" r:id="rId5"/>
    <p:sldId id="324" r:id="rId6"/>
    <p:sldId id="322" r:id="rId7"/>
    <p:sldId id="328" r:id="rId8"/>
    <p:sldId id="331" r:id="rId9"/>
    <p:sldId id="329" r:id="rId10"/>
    <p:sldId id="330" r:id="rId11"/>
    <p:sldId id="335" r:id="rId12"/>
    <p:sldId id="332" r:id="rId13"/>
    <p:sldId id="336" r:id="rId14"/>
    <p:sldId id="337" r:id="rId15"/>
    <p:sldId id="333" r:id="rId16"/>
    <p:sldId id="334" r:id="rId17"/>
    <p:sldId id="338" r:id="rId18"/>
    <p:sldId id="339" r:id="rId19"/>
    <p:sldId id="340" r:id="rId20"/>
    <p:sldId id="341" r:id="rId21"/>
    <p:sldId id="342" r:id="rId22"/>
    <p:sldId id="343" r:id="rId23"/>
    <p:sldId id="344" r:id="rId24"/>
    <p:sldId id="345" r:id="rId25"/>
    <p:sldId id="346" r:id="rId26"/>
    <p:sldId id="348" r:id="rId27"/>
    <p:sldId id="347" r:id="rId28"/>
    <p:sldId id="349" r:id="rId29"/>
    <p:sldId id="350" r:id="rId30"/>
    <p:sldId id="351" r:id="rId31"/>
    <p:sldId id="352" r:id="rId32"/>
    <p:sldId id="353" r:id="rId33"/>
    <p:sldId id="354" r:id="rId34"/>
    <p:sldId id="355" r:id="rId35"/>
    <p:sldId id="358" r:id="rId36"/>
    <p:sldId id="359" r:id="rId37"/>
    <p:sldId id="360" r:id="rId38"/>
    <p:sldId id="361" r:id="rId39"/>
    <p:sldId id="362" r:id="rId40"/>
    <p:sldId id="363" r:id="rId41"/>
    <p:sldId id="364" r:id="rId42"/>
    <p:sldId id="365" r:id="rId43"/>
    <p:sldId id="366" r:id="rId44"/>
    <p:sldId id="356" r:id="rId45"/>
    <p:sldId id="357" r:id="rId46"/>
    <p:sldId id="367" r:id="rId47"/>
    <p:sldId id="368" r:id="rId48"/>
    <p:sldId id="369" r:id="rId49"/>
    <p:sldId id="371" r:id="rId50"/>
    <p:sldId id="372" r:id="rId51"/>
    <p:sldId id="373" r:id="rId52"/>
    <p:sldId id="374" r:id="rId53"/>
    <p:sldId id="375" r:id="rId54"/>
    <p:sldId id="376" r:id="rId55"/>
    <p:sldId id="377" r:id="rId56"/>
    <p:sldId id="378" r:id="rId57"/>
    <p:sldId id="379" r:id="rId58"/>
    <p:sldId id="380" r:id="rId59"/>
    <p:sldId id="381" r:id="rId60"/>
    <p:sldId id="382" r:id="rId61"/>
    <p:sldId id="383" r:id="rId62"/>
    <p:sldId id="384" r:id="rId63"/>
    <p:sldId id="385" r:id="rId64"/>
    <p:sldId id="386" r:id="rId65"/>
    <p:sldId id="387" r:id="rId66"/>
    <p:sldId id="388" r:id="rId67"/>
    <p:sldId id="389" r:id="rId68"/>
    <p:sldId id="390" r:id="rId69"/>
    <p:sldId id="391" r:id="rId70"/>
    <p:sldId id="392" r:id="rId71"/>
    <p:sldId id="393" r:id="rId72"/>
    <p:sldId id="394" r:id="rId73"/>
    <p:sldId id="395" r:id="rId74"/>
    <p:sldId id="396" r:id="rId75"/>
    <p:sldId id="397" r:id="rId76"/>
    <p:sldId id="398" r:id="rId77"/>
    <p:sldId id="399" r:id="rId78"/>
    <p:sldId id="400" r:id="rId79"/>
    <p:sldId id="401" r:id="rId80"/>
    <p:sldId id="402" r:id="rId81"/>
    <p:sldId id="403" r:id="rId82"/>
    <p:sldId id="404" r:id="rId83"/>
    <p:sldId id="405" r:id="rId84"/>
    <p:sldId id="406" r:id="rId85"/>
  </p:sldIdLst>
  <p:sldSz cx="9144000" cy="6858000" type="screen4x3"/>
  <p:notesSz cx="6858000" cy="9144000"/>
  <p:custDataLst>
    <p:tags r:id="rId88"/>
  </p:custDataLst>
  <p:defaultTextStyle>
    <a:defPPr>
      <a:defRPr lang="en"/>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5CADFF"/>
    <a:srgbClr val="FFCC66"/>
    <a:srgbClr val="FFCC00"/>
    <a:srgbClr val="FF99FF"/>
    <a:srgbClr val="FF66FF"/>
    <a:srgbClr val="FFCCFF"/>
    <a:srgbClr val="CCCCFF"/>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5580C4-1AF4-4188-A3E8-F7BC46CAC6BC}" v="449" dt="2025-11-28T15:41:13.9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51" autoAdjust="0"/>
    <p:restoredTop sz="66448" autoAdjust="0"/>
  </p:normalViewPr>
  <p:slideViewPr>
    <p:cSldViewPr>
      <p:cViewPr varScale="1">
        <p:scale>
          <a:sx n="73" d="100"/>
          <a:sy n="73" d="100"/>
        </p:scale>
        <p:origin x="884" y="44"/>
      </p:cViewPr>
      <p:guideLst>
        <p:guide orient="horz" pos="2160"/>
        <p:guide pos="2880"/>
      </p:guideLst>
    </p:cSldViewPr>
  </p:slideViewPr>
  <p:notesTextViewPr>
    <p:cViewPr>
      <p:scale>
        <a:sx n="3" d="2"/>
        <a:sy n="3" d="2"/>
      </p:scale>
      <p:origin x="0" y="0"/>
    </p:cViewPr>
  </p:notesTextViewPr>
  <p:sorterViewPr>
    <p:cViewPr>
      <p:scale>
        <a:sx n="66" d="100"/>
        <a:sy n="66" d="100"/>
      </p:scale>
      <p:origin x="0" y="0"/>
    </p:cViewPr>
  </p:sorterViewPr>
  <p:notesViewPr>
    <p:cSldViewPr>
      <p:cViewPr varScale="1">
        <p:scale>
          <a:sx n="53" d="100"/>
          <a:sy n="53" d="100"/>
        </p:scale>
        <p:origin x="282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gs" Target="tags/tag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9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et Pham Hoang" userId="daff2273dfcb736e" providerId="LiveId" clId="{7864E128-F8E5-4C3B-B427-8C25E8C185A6}"/>
    <pc:docChg chg="undo redo custSel addSld delSld modSld sldOrd">
      <pc:chgData name="Viet Pham Hoang" userId="daff2273dfcb736e" providerId="LiveId" clId="{7864E128-F8E5-4C3B-B427-8C25E8C185A6}" dt="2025-11-28T15:41:13.987" v="13377" actId="20577"/>
      <pc:docMkLst>
        <pc:docMk/>
      </pc:docMkLst>
      <pc:sldChg chg="modSp mod modNotesTx">
        <pc:chgData name="Viet Pham Hoang" userId="daff2273dfcb736e" providerId="LiveId" clId="{7864E128-F8E5-4C3B-B427-8C25E8C185A6}" dt="2025-11-27T05:59:48.149" v="9160" actId="20577"/>
        <pc:sldMkLst>
          <pc:docMk/>
          <pc:sldMk cId="0" sldId="271"/>
        </pc:sldMkLst>
        <pc:spChg chg="mod">
          <ac:chgData name="Viet Pham Hoang" userId="daff2273dfcb736e" providerId="LiveId" clId="{7864E128-F8E5-4C3B-B427-8C25E8C185A6}" dt="2025-11-27T05:59:48.149" v="9160" actId="20577"/>
          <ac:spMkLst>
            <pc:docMk/>
            <pc:sldMk cId="0" sldId="271"/>
            <ac:spMk id="5" creationId="{16EA7369-B7A3-44EE-9408-C24AA67B81B7}"/>
          </ac:spMkLst>
        </pc:spChg>
      </pc:sldChg>
      <pc:sldChg chg="addSp modSp mod modNotes modNotesTx">
        <pc:chgData name="Viet Pham Hoang" userId="daff2273dfcb736e" providerId="LiveId" clId="{7864E128-F8E5-4C3B-B427-8C25E8C185A6}" dt="2025-11-27T15:02:42.659" v="9481" actId="15"/>
        <pc:sldMkLst>
          <pc:docMk/>
          <pc:sldMk cId="3251836067" sldId="322"/>
        </pc:sldMkLst>
        <pc:spChg chg="mod">
          <ac:chgData name="Viet Pham Hoang" userId="daff2273dfcb736e" providerId="LiveId" clId="{7864E128-F8E5-4C3B-B427-8C25E8C185A6}" dt="2025-11-27T14:54:47.518" v="9370" actId="20577"/>
          <ac:spMkLst>
            <pc:docMk/>
            <pc:sldMk cId="3251836067" sldId="322"/>
            <ac:spMk id="31746" creationId="{F51F956D-5318-F9AC-3B24-30A42176D4FF}"/>
          </ac:spMkLst>
        </pc:spChg>
        <pc:spChg chg="mod">
          <ac:chgData name="Viet Pham Hoang" userId="daff2273dfcb736e" providerId="LiveId" clId="{7864E128-F8E5-4C3B-B427-8C25E8C185A6}" dt="2025-11-27T15:02:42.659" v="9481" actId="15"/>
          <ac:spMkLst>
            <pc:docMk/>
            <pc:sldMk cId="3251836067" sldId="322"/>
            <ac:spMk id="31747" creationId="{C7982FA6-6BA3-F6CC-BD72-99C3A7BE95B9}"/>
          </ac:spMkLst>
        </pc:spChg>
        <pc:picChg chg="add mod">
          <ac:chgData name="Viet Pham Hoang" userId="daff2273dfcb736e" providerId="LiveId" clId="{7864E128-F8E5-4C3B-B427-8C25E8C185A6}" dt="2025-11-27T14:57:47.868" v="9392" actId="14100"/>
          <ac:picMkLst>
            <pc:docMk/>
            <pc:sldMk cId="3251836067" sldId="322"/>
            <ac:picMk id="2" creationId="{FDFB55CE-2A2B-AF8C-C9AE-E53F51761453}"/>
          </ac:picMkLst>
        </pc:picChg>
      </pc:sldChg>
      <pc:sldChg chg="delSp modSp mod modNotes modNotesTx">
        <pc:chgData name="Viet Pham Hoang" userId="daff2273dfcb736e" providerId="LiveId" clId="{7864E128-F8E5-4C3B-B427-8C25E8C185A6}" dt="2025-11-27T14:49:40.965" v="9320" actId="255"/>
        <pc:sldMkLst>
          <pc:docMk/>
          <pc:sldMk cId="2610563880" sldId="324"/>
        </pc:sldMkLst>
        <pc:spChg chg="mod">
          <ac:chgData name="Viet Pham Hoang" userId="daff2273dfcb736e" providerId="LiveId" clId="{7864E128-F8E5-4C3B-B427-8C25E8C185A6}" dt="2025-11-27T14:49:40.965" v="9320" actId="255"/>
          <ac:spMkLst>
            <pc:docMk/>
            <pc:sldMk cId="2610563880" sldId="324"/>
            <ac:spMk id="5" creationId="{BB1D7740-926A-3DCE-3F06-3714AC5C4E65}"/>
          </ac:spMkLst>
        </pc:spChg>
      </pc:sldChg>
      <pc:sldChg chg="modSp add mod modNotesTx">
        <pc:chgData name="Viet Pham Hoang" userId="daff2273dfcb736e" providerId="LiveId" clId="{7864E128-F8E5-4C3B-B427-8C25E8C185A6}" dt="2025-11-27T14:52:08.652" v="9323" actId="20577"/>
        <pc:sldMkLst>
          <pc:docMk/>
          <pc:sldMk cId="23815118" sldId="325"/>
        </pc:sldMkLst>
        <pc:spChg chg="mod">
          <ac:chgData name="Viet Pham Hoang" userId="daff2273dfcb736e" providerId="LiveId" clId="{7864E128-F8E5-4C3B-B427-8C25E8C185A6}" dt="2025-11-27T14:39:34.901" v="9185" actId="20577"/>
          <ac:spMkLst>
            <pc:docMk/>
            <pc:sldMk cId="23815118" sldId="325"/>
            <ac:spMk id="2" creationId="{97B40502-D67C-498F-C23D-BB4A4A3DA108}"/>
          </ac:spMkLst>
        </pc:spChg>
        <pc:spChg chg="mod">
          <ac:chgData name="Viet Pham Hoang" userId="daff2273dfcb736e" providerId="LiveId" clId="{7864E128-F8E5-4C3B-B427-8C25E8C185A6}" dt="2025-11-27T14:45:12.163" v="9240" actId="255"/>
          <ac:spMkLst>
            <pc:docMk/>
            <pc:sldMk cId="23815118" sldId="325"/>
            <ac:spMk id="5" creationId="{AF7AD4A9-150F-B004-0B33-29ADE0CFB4E1}"/>
          </ac:spMkLst>
        </pc:spChg>
      </pc:sldChg>
      <pc:sldChg chg="addSp delSp modSp add del mod modNotesTx">
        <pc:chgData name="Viet Pham Hoang" userId="daff2273dfcb736e" providerId="LiveId" clId="{7864E128-F8E5-4C3B-B427-8C25E8C185A6}" dt="2025-11-27T10:09:09.381" v="9161" actId="47"/>
        <pc:sldMkLst>
          <pc:docMk/>
          <pc:sldMk cId="1545660310" sldId="325"/>
        </pc:sldMkLst>
      </pc:sldChg>
      <pc:sldChg chg="delSp modSp add del mod ord">
        <pc:chgData name="Viet Pham Hoang" userId="daff2273dfcb736e" providerId="LiveId" clId="{7864E128-F8E5-4C3B-B427-8C25E8C185A6}" dt="2025-11-27T10:09:09.381" v="9161" actId="47"/>
        <pc:sldMkLst>
          <pc:docMk/>
          <pc:sldMk cId="990896935" sldId="326"/>
        </pc:sldMkLst>
      </pc:sldChg>
      <pc:sldChg chg="modSp add mod ord">
        <pc:chgData name="Viet Pham Hoang" userId="daff2273dfcb736e" providerId="LiveId" clId="{7864E128-F8E5-4C3B-B427-8C25E8C185A6}" dt="2025-11-27T14:52:02.489" v="9322"/>
        <pc:sldMkLst>
          <pc:docMk/>
          <pc:sldMk cId="3523986442" sldId="326"/>
        </pc:sldMkLst>
        <pc:spChg chg="mod">
          <ac:chgData name="Viet Pham Hoang" userId="daff2273dfcb736e" providerId="LiveId" clId="{7864E128-F8E5-4C3B-B427-8C25E8C185A6}" dt="2025-11-27T14:46:48.333" v="9241" actId="255"/>
          <ac:spMkLst>
            <pc:docMk/>
            <pc:sldMk cId="3523986442" sldId="326"/>
            <ac:spMk id="5" creationId="{EB53F368-51EF-AF20-030E-EF89B5F1D431}"/>
          </ac:spMkLst>
        </pc:spChg>
      </pc:sldChg>
      <pc:sldChg chg="modSp add mod">
        <pc:chgData name="Viet Pham Hoang" userId="daff2273dfcb736e" providerId="LiveId" clId="{7864E128-F8E5-4C3B-B427-8C25E8C185A6}" dt="2025-11-27T14:54:09.331" v="9365" actId="255"/>
        <pc:sldMkLst>
          <pc:docMk/>
          <pc:sldMk cId="1107976669" sldId="327"/>
        </pc:sldMkLst>
        <pc:spChg chg="mod">
          <ac:chgData name="Viet Pham Hoang" userId="daff2273dfcb736e" providerId="LiveId" clId="{7864E128-F8E5-4C3B-B427-8C25E8C185A6}" dt="2025-11-27T14:54:09.331" v="9365" actId="255"/>
          <ac:spMkLst>
            <pc:docMk/>
            <pc:sldMk cId="1107976669" sldId="327"/>
            <ac:spMk id="5" creationId="{CA50C0A4-0C35-A45B-D0F1-3EF0729CB798}"/>
          </ac:spMkLst>
        </pc:spChg>
      </pc:sldChg>
      <pc:sldChg chg="modSp add del mod ord">
        <pc:chgData name="Viet Pham Hoang" userId="daff2273dfcb736e" providerId="LiveId" clId="{7864E128-F8E5-4C3B-B427-8C25E8C185A6}" dt="2025-11-27T10:09:09.381" v="9161" actId="47"/>
        <pc:sldMkLst>
          <pc:docMk/>
          <pc:sldMk cId="1599711686" sldId="327"/>
        </pc:sldMkLst>
      </pc:sldChg>
      <pc:sldChg chg="modSp add del mod">
        <pc:chgData name="Viet Pham Hoang" userId="daff2273dfcb736e" providerId="LiveId" clId="{7864E128-F8E5-4C3B-B427-8C25E8C185A6}" dt="2025-11-27T10:09:09.381" v="9161" actId="47"/>
        <pc:sldMkLst>
          <pc:docMk/>
          <pc:sldMk cId="2064161027" sldId="328"/>
        </pc:sldMkLst>
      </pc:sldChg>
      <pc:sldChg chg="delSp modSp add mod modNotesTx">
        <pc:chgData name="Viet Pham Hoang" userId="daff2273dfcb736e" providerId="LiveId" clId="{7864E128-F8E5-4C3B-B427-8C25E8C185A6}" dt="2025-11-27T15:02:47.415" v="9482" actId="15"/>
        <pc:sldMkLst>
          <pc:docMk/>
          <pc:sldMk cId="2698625822" sldId="328"/>
        </pc:sldMkLst>
        <pc:spChg chg="mod">
          <ac:chgData name="Viet Pham Hoang" userId="daff2273dfcb736e" providerId="LiveId" clId="{7864E128-F8E5-4C3B-B427-8C25E8C185A6}" dt="2025-11-27T15:02:47.415" v="9482" actId="15"/>
          <ac:spMkLst>
            <pc:docMk/>
            <pc:sldMk cId="2698625822" sldId="328"/>
            <ac:spMk id="31747" creationId="{373C9AFA-C42C-77AB-9401-96EAE33BBF2B}"/>
          </ac:spMkLst>
        </pc:spChg>
        <pc:picChg chg="del">
          <ac:chgData name="Viet Pham Hoang" userId="daff2273dfcb736e" providerId="LiveId" clId="{7864E128-F8E5-4C3B-B427-8C25E8C185A6}" dt="2025-11-27T14:58:46.252" v="9404" actId="478"/>
          <ac:picMkLst>
            <pc:docMk/>
            <pc:sldMk cId="2698625822" sldId="328"/>
            <ac:picMk id="2" creationId="{4769E24E-D3B2-DB74-6B85-9FE49EB69FB7}"/>
          </ac:picMkLst>
        </pc:picChg>
      </pc:sldChg>
      <pc:sldChg chg="addSp modSp add del mod ord">
        <pc:chgData name="Viet Pham Hoang" userId="daff2273dfcb736e" providerId="LiveId" clId="{7864E128-F8E5-4C3B-B427-8C25E8C185A6}" dt="2025-11-27T10:09:09.381" v="9161" actId="47"/>
        <pc:sldMkLst>
          <pc:docMk/>
          <pc:sldMk cId="194266679" sldId="329"/>
        </pc:sldMkLst>
      </pc:sldChg>
      <pc:sldChg chg="modSp add mod">
        <pc:chgData name="Viet Pham Hoang" userId="daff2273dfcb736e" providerId="LiveId" clId="{7864E128-F8E5-4C3B-B427-8C25E8C185A6}" dt="2025-11-27T15:06:13.998" v="9581" actId="20577"/>
        <pc:sldMkLst>
          <pc:docMk/>
          <pc:sldMk cId="1474352962" sldId="329"/>
        </pc:sldMkLst>
        <pc:spChg chg="mod">
          <ac:chgData name="Viet Pham Hoang" userId="daff2273dfcb736e" providerId="LiveId" clId="{7864E128-F8E5-4C3B-B427-8C25E8C185A6}" dt="2025-11-27T15:06:13.998" v="9581" actId="20577"/>
          <ac:spMkLst>
            <pc:docMk/>
            <pc:sldMk cId="1474352962" sldId="329"/>
            <ac:spMk id="31747" creationId="{BAD74700-4891-EEAC-B6E9-EB66E762742C}"/>
          </ac:spMkLst>
        </pc:spChg>
      </pc:sldChg>
      <pc:sldChg chg="modSp add mod">
        <pc:chgData name="Viet Pham Hoang" userId="daff2273dfcb736e" providerId="LiveId" clId="{7864E128-F8E5-4C3B-B427-8C25E8C185A6}" dt="2025-11-27T15:12:05.216" v="9646"/>
        <pc:sldMkLst>
          <pc:docMk/>
          <pc:sldMk cId="564830595" sldId="330"/>
        </pc:sldMkLst>
        <pc:spChg chg="mod">
          <ac:chgData name="Viet Pham Hoang" userId="daff2273dfcb736e" providerId="LiveId" clId="{7864E128-F8E5-4C3B-B427-8C25E8C185A6}" dt="2025-11-27T15:12:05.216" v="9646"/>
          <ac:spMkLst>
            <pc:docMk/>
            <pc:sldMk cId="564830595" sldId="330"/>
            <ac:spMk id="31747" creationId="{A29581B7-0D97-9A4D-F225-24C49D69E058}"/>
          </ac:spMkLst>
        </pc:spChg>
      </pc:sldChg>
      <pc:sldChg chg="modSp add del mod">
        <pc:chgData name="Viet Pham Hoang" userId="daff2273dfcb736e" providerId="LiveId" clId="{7864E128-F8E5-4C3B-B427-8C25E8C185A6}" dt="2025-11-27T10:09:09.381" v="9161" actId="47"/>
        <pc:sldMkLst>
          <pc:docMk/>
          <pc:sldMk cId="3516399052" sldId="330"/>
        </pc:sldMkLst>
      </pc:sldChg>
      <pc:sldChg chg="modSp add del mod modNotesTx">
        <pc:chgData name="Viet Pham Hoang" userId="daff2273dfcb736e" providerId="LiveId" clId="{7864E128-F8E5-4C3B-B427-8C25E8C185A6}" dt="2025-11-27T10:09:09.381" v="9161" actId="47"/>
        <pc:sldMkLst>
          <pc:docMk/>
          <pc:sldMk cId="591861586" sldId="331"/>
        </pc:sldMkLst>
      </pc:sldChg>
      <pc:sldChg chg="modSp add mod">
        <pc:chgData name="Viet Pham Hoang" userId="daff2273dfcb736e" providerId="LiveId" clId="{7864E128-F8E5-4C3B-B427-8C25E8C185A6}" dt="2025-11-27T15:16:44.803" v="9682" actId="6549"/>
        <pc:sldMkLst>
          <pc:docMk/>
          <pc:sldMk cId="2052352057" sldId="331"/>
        </pc:sldMkLst>
        <pc:spChg chg="mod">
          <ac:chgData name="Viet Pham Hoang" userId="daff2273dfcb736e" providerId="LiveId" clId="{7864E128-F8E5-4C3B-B427-8C25E8C185A6}" dt="2025-11-27T15:16:44.803" v="9682" actId="6549"/>
          <ac:spMkLst>
            <pc:docMk/>
            <pc:sldMk cId="2052352057" sldId="331"/>
            <ac:spMk id="31747" creationId="{BD00132A-E166-C968-2819-9BF1937C6291}"/>
          </ac:spMkLst>
        </pc:spChg>
      </pc:sldChg>
      <pc:sldChg chg="modSp add mod modNotesTx">
        <pc:chgData name="Viet Pham Hoang" userId="daff2273dfcb736e" providerId="LiveId" clId="{7864E128-F8E5-4C3B-B427-8C25E8C185A6}" dt="2025-11-27T15:27:46.174" v="9747" actId="15"/>
        <pc:sldMkLst>
          <pc:docMk/>
          <pc:sldMk cId="3037912059" sldId="332"/>
        </pc:sldMkLst>
        <pc:spChg chg="mod">
          <ac:chgData name="Viet Pham Hoang" userId="daff2273dfcb736e" providerId="LiveId" clId="{7864E128-F8E5-4C3B-B427-8C25E8C185A6}" dt="2025-11-27T15:27:46.174" v="9747" actId="15"/>
          <ac:spMkLst>
            <pc:docMk/>
            <pc:sldMk cId="3037912059" sldId="332"/>
            <ac:spMk id="31747" creationId="{B28AD37D-AECA-D750-64E4-A00C9BB9234A}"/>
          </ac:spMkLst>
        </pc:spChg>
      </pc:sldChg>
      <pc:sldChg chg="modSp add del mod modNotesTx">
        <pc:chgData name="Viet Pham Hoang" userId="daff2273dfcb736e" providerId="LiveId" clId="{7864E128-F8E5-4C3B-B427-8C25E8C185A6}" dt="2025-11-27T10:09:09.381" v="9161" actId="47"/>
        <pc:sldMkLst>
          <pc:docMk/>
          <pc:sldMk cId="3042493525" sldId="332"/>
        </pc:sldMkLst>
      </pc:sldChg>
      <pc:sldChg chg="modSp add mod">
        <pc:chgData name="Viet Pham Hoang" userId="daff2273dfcb736e" providerId="LiveId" clId="{7864E128-F8E5-4C3B-B427-8C25E8C185A6}" dt="2025-11-27T15:23:48.111" v="9726" actId="12"/>
        <pc:sldMkLst>
          <pc:docMk/>
          <pc:sldMk cId="3568418081" sldId="333"/>
        </pc:sldMkLst>
        <pc:spChg chg="mod">
          <ac:chgData name="Viet Pham Hoang" userId="daff2273dfcb736e" providerId="LiveId" clId="{7864E128-F8E5-4C3B-B427-8C25E8C185A6}" dt="2025-11-27T15:23:48.111" v="9726" actId="12"/>
          <ac:spMkLst>
            <pc:docMk/>
            <pc:sldMk cId="3568418081" sldId="333"/>
            <ac:spMk id="31747" creationId="{69001EF1-5320-E6D0-188D-7767FA320115}"/>
          </ac:spMkLst>
        </pc:spChg>
      </pc:sldChg>
      <pc:sldChg chg="modSp add mod">
        <pc:chgData name="Viet Pham Hoang" userId="daff2273dfcb736e" providerId="LiveId" clId="{7864E128-F8E5-4C3B-B427-8C25E8C185A6}" dt="2025-11-27T15:34:33.536" v="9791" actId="20577"/>
        <pc:sldMkLst>
          <pc:docMk/>
          <pc:sldMk cId="1161452325" sldId="334"/>
        </pc:sldMkLst>
        <pc:spChg chg="mod">
          <ac:chgData name="Viet Pham Hoang" userId="daff2273dfcb736e" providerId="LiveId" clId="{7864E128-F8E5-4C3B-B427-8C25E8C185A6}" dt="2025-11-27T15:24:35.733" v="9734" actId="20577"/>
          <ac:spMkLst>
            <pc:docMk/>
            <pc:sldMk cId="1161452325" sldId="334"/>
            <ac:spMk id="31746" creationId="{318C7D5B-E037-DE89-C185-2BF77850DC96}"/>
          </ac:spMkLst>
        </pc:spChg>
        <pc:spChg chg="mod">
          <ac:chgData name="Viet Pham Hoang" userId="daff2273dfcb736e" providerId="LiveId" clId="{7864E128-F8E5-4C3B-B427-8C25E8C185A6}" dt="2025-11-27T15:34:33.536" v="9791" actId="20577"/>
          <ac:spMkLst>
            <pc:docMk/>
            <pc:sldMk cId="1161452325" sldId="334"/>
            <ac:spMk id="31747" creationId="{36129572-F10C-82E5-1939-9ED6DA8EF00B}"/>
          </ac:spMkLst>
        </pc:spChg>
      </pc:sldChg>
      <pc:sldChg chg="addSp modSp add del mod ord">
        <pc:chgData name="Viet Pham Hoang" userId="daff2273dfcb736e" providerId="LiveId" clId="{7864E128-F8E5-4C3B-B427-8C25E8C185A6}" dt="2025-11-27T10:09:09.381" v="9161" actId="47"/>
        <pc:sldMkLst>
          <pc:docMk/>
          <pc:sldMk cId="1443074317" sldId="334"/>
        </pc:sldMkLst>
      </pc:sldChg>
      <pc:sldChg chg="modSp add del mod modNotesTx">
        <pc:chgData name="Viet Pham Hoang" userId="daff2273dfcb736e" providerId="LiveId" clId="{7864E128-F8E5-4C3B-B427-8C25E8C185A6}" dt="2025-11-27T10:09:09.381" v="9161" actId="47"/>
        <pc:sldMkLst>
          <pc:docMk/>
          <pc:sldMk cId="17802413" sldId="335"/>
        </pc:sldMkLst>
      </pc:sldChg>
      <pc:sldChg chg="modSp add mod">
        <pc:chgData name="Viet Pham Hoang" userId="daff2273dfcb736e" providerId="LiveId" clId="{7864E128-F8E5-4C3B-B427-8C25E8C185A6}" dt="2025-11-27T15:32:12.950" v="9776" actId="6549"/>
        <pc:sldMkLst>
          <pc:docMk/>
          <pc:sldMk cId="2077107701" sldId="335"/>
        </pc:sldMkLst>
        <pc:spChg chg="mod">
          <ac:chgData name="Viet Pham Hoang" userId="daff2273dfcb736e" providerId="LiveId" clId="{7864E128-F8E5-4C3B-B427-8C25E8C185A6}" dt="2025-11-27T15:32:12.950" v="9776" actId="6549"/>
          <ac:spMkLst>
            <pc:docMk/>
            <pc:sldMk cId="2077107701" sldId="335"/>
            <ac:spMk id="31747" creationId="{84FB2F99-DA4D-C5EB-06B6-CFA389BD98E2}"/>
          </ac:spMkLst>
        </pc:spChg>
      </pc:sldChg>
      <pc:sldChg chg="modSp add mod">
        <pc:chgData name="Viet Pham Hoang" userId="daff2273dfcb736e" providerId="LiveId" clId="{7864E128-F8E5-4C3B-B427-8C25E8C185A6}" dt="2025-11-27T15:28:51.649" v="9758" actId="255"/>
        <pc:sldMkLst>
          <pc:docMk/>
          <pc:sldMk cId="961310753" sldId="336"/>
        </pc:sldMkLst>
        <pc:spChg chg="mod">
          <ac:chgData name="Viet Pham Hoang" userId="daff2273dfcb736e" providerId="LiveId" clId="{7864E128-F8E5-4C3B-B427-8C25E8C185A6}" dt="2025-11-27T15:28:51.649" v="9758" actId="255"/>
          <ac:spMkLst>
            <pc:docMk/>
            <pc:sldMk cId="961310753" sldId="336"/>
            <ac:spMk id="31747" creationId="{AEAD95FB-C8CA-8EE7-F695-9BDC8F2216FB}"/>
          </ac:spMkLst>
        </pc:spChg>
      </pc:sldChg>
      <pc:sldChg chg="modSp add mod">
        <pc:chgData name="Viet Pham Hoang" userId="daff2273dfcb736e" providerId="LiveId" clId="{7864E128-F8E5-4C3B-B427-8C25E8C185A6}" dt="2025-11-27T15:30:36.525" v="9766" actId="20577"/>
        <pc:sldMkLst>
          <pc:docMk/>
          <pc:sldMk cId="644989172" sldId="337"/>
        </pc:sldMkLst>
        <pc:spChg chg="mod">
          <ac:chgData name="Viet Pham Hoang" userId="daff2273dfcb736e" providerId="LiveId" clId="{7864E128-F8E5-4C3B-B427-8C25E8C185A6}" dt="2025-11-27T15:30:36.525" v="9766" actId="20577"/>
          <ac:spMkLst>
            <pc:docMk/>
            <pc:sldMk cId="644989172" sldId="337"/>
            <ac:spMk id="31747" creationId="{1E5EEE77-63B5-5C9E-54B3-22DA526EDAFA}"/>
          </ac:spMkLst>
        </pc:spChg>
      </pc:sldChg>
      <pc:sldChg chg="modSp add del mod ord modNotesTx">
        <pc:chgData name="Viet Pham Hoang" userId="daff2273dfcb736e" providerId="LiveId" clId="{7864E128-F8E5-4C3B-B427-8C25E8C185A6}" dt="2025-11-27T10:09:09.381" v="9161" actId="47"/>
        <pc:sldMkLst>
          <pc:docMk/>
          <pc:sldMk cId="1688685438" sldId="337"/>
        </pc:sldMkLst>
      </pc:sldChg>
      <pc:sldChg chg="modSp add mod modNotesTx">
        <pc:chgData name="Viet Pham Hoang" userId="daff2273dfcb736e" providerId="LiveId" clId="{7864E128-F8E5-4C3B-B427-8C25E8C185A6}" dt="2025-11-27T15:38:58.911" v="9820" actId="20577"/>
        <pc:sldMkLst>
          <pc:docMk/>
          <pc:sldMk cId="2344327700" sldId="338"/>
        </pc:sldMkLst>
        <pc:spChg chg="mod">
          <ac:chgData name="Viet Pham Hoang" userId="daff2273dfcb736e" providerId="LiveId" clId="{7864E128-F8E5-4C3B-B427-8C25E8C185A6}" dt="2025-11-27T15:38:29.352" v="9815" actId="255"/>
          <ac:spMkLst>
            <pc:docMk/>
            <pc:sldMk cId="2344327700" sldId="338"/>
            <ac:spMk id="31747" creationId="{DFF028DA-727D-27F7-7BA9-FFDC211AD58D}"/>
          </ac:spMkLst>
        </pc:spChg>
      </pc:sldChg>
      <pc:sldChg chg="modSp add del mod">
        <pc:chgData name="Viet Pham Hoang" userId="daff2273dfcb736e" providerId="LiveId" clId="{7864E128-F8E5-4C3B-B427-8C25E8C185A6}" dt="2025-11-27T10:09:09.381" v="9161" actId="47"/>
        <pc:sldMkLst>
          <pc:docMk/>
          <pc:sldMk cId="2541845907" sldId="338"/>
        </pc:sldMkLst>
      </pc:sldChg>
      <pc:sldChg chg="modSp add del mod modNotesTx">
        <pc:chgData name="Viet Pham Hoang" userId="daff2273dfcb736e" providerId="LiveId" clId="{7864E128-F8E5-4C3B-B427-8C25E8C185A6}" dt="2025-11-27T10:09:09.381" v="9161" actId="47"/>
        <pc:sldMkLst>
          <pc:docMk/>
          <pc:sldMk cId="2084232891" sldId="339"/>
        </pc:sldMkLst>
      </pc:sldChg>
      <pc:sldChg chg="modSp add mod modNotesTx">
        <pc:chgData name="Viet Pham Hoang" userId="daff2273dfcb736e" providerId="LiveId" clId="{7864E128-F8E5-4C3B-B427-8C25E8C185A6}" dt="2025-11-27T15:40:26.408" v="9842" actId="20577"/>
        <pc:sldMkLst>
          <pc:docMk/>
          <pc:sldMk cId="2086032780" sldId="339"/>
        </pc:sldMkLst>
        <pc:spChg chg="mod">
          <ac:chgData name="Viet Pham Hoang" userId="daff2273dfcb736e" providerId="LiveId" clId="{7864E128-F8E5-4C3B-B427-8C25E8C185A6}" dt="2025-11-27T15:40:26.408" v="9842" actId="20577"/>
          <ac:spMkLst>
            <pc:docMk/>
            <pc:sldMk cId="2086032780" sldId="339"/>
            <ac:spMk id="31747" creationId="{AF4D6031-E068-9E26-9646-716495F9853C}"/>
          </ac:spMkLst>
        </pc:spChg>
      </pc:sldChg>
      <pc:sldChg chg="modSp add mod modNotesTx">
        <pc:chgData name="Viet Pham Hoang" userId="daff2273dfcb736e" providerId="LiveId" clId="{7864E128-F8E5-4C3B-B427-8C25E8C185A6}" dt="2025-11-27T15:43:32.957" v="9861" actId="255"/>
        <pc:sldMkLst>
          <pc:docMk/>
          <pc:sldMk cId="3069572059" sldId="340"/>
        </pc:sldMkLst>
        <pc:spChg chg="mod">
          <ac:chgData name="Viet Pham Hoang" userId="daff2273dfcb736e" providerId="LiveId" clId="{7864E128-F8E5-4C3B-B427-8C25E8C185A6}" dt="2025-11-27T15:43:32.957" v="9861" actId="255"/>
          <ac:spMkLst>
            <pc:docMk/>
            <pc:sldMk cId="3069572059" sldId="340"/>
            <ac:spMk id="31747" creationId="{0FB59C74-E1CA-93ED-4380-0407CF84EDC6}"/>
          </ac:spMkLst>
        </pc:spChg>
      </pc:sldChg>
      <pc:sldChg chg="modSp add del mod">
        <pc:chgData name="Viet Pham Hoang" userId="daff2273dfcb736e" providerId="LiveId" clId="{7864E128-F8E5-4C3B-B427-8C25E8C185A6}" dt="2025-11-27T10:09:09.381" v="9161" actId="47"/>
        <pc:sldMkLst>
          <pc:docMk/>
          <pc:sldMk cId="4049721665" sldId="340"/>
        </pc:sldMkLst>
      </pc:sldChg>
      <pc:sldChg chg="modSp add del mod">
        <pc:chgData name="Viet Pham Hoang" userId="daff2273dfcb736e" providerId="LiveId" clId="{7864E128-F8E5-4C3B-B427-8C25E8C185A6}" dt="2025-11-27T10:09:09.381" v="9161" actId="47"/>
        <pc:sldMkLst>
          <pc:docMk/>
          <pc:sldMk cId="488795110" sldId="341"/>
        </pc:sldMkLst>
      </pc:sldChg>
      <pc:sldChg chg="modSp add mod">
        <pc:chgData name="Viet Pham Hoang" userId="daff2273dfcb736e" providerId="LiveId" clId="{7864E128-F8E5-4C3B-B427-8C25E8C185A6}" dt="2025-11-27T15:47:15.843" v="9893" actId="20577"/>
        <pc:sldMkLst>
          <pc:docMk/>
          <pc:sldMk cId="3323887051" sldId="341"/>
        </pc:sldMkLst>
        <pc:spChg chg="mod">
          <ac:chgData name="Viet Pham Hoang" userId="daff2273dfcb736e" providerId="LiveId" clId="{7864E128-F8E5-4C3B-B427-8C25E8C185A6}" dt="2025-11-27T15:47:15.843" v="9893" actId="20577"/>
          <ac:spMkLst>
            <pc:docMk/>
            <pc:sldMk cId="3323887051" sldId="341"/>
            <ac:spMk id="31747" creationId="{99CD23C7-E7C7-6E72-0D91-23DB874D4953}"/>
          </ac:spMkLst>
        </pc:spChg>
      </pc:sldChg>
      <pc:sldChg chg="modSp add del mod ord">
        <pc:chgData name="Viet Pham Hoang" userId="daff2273dfcb736e" providerId="LiveId" clId="{7864E128-F8E5-4C3B-B427-8C25E8C185A6}" dt="2025-11-27T10:09:09.381" v="9161" actId="47"/>
        <pc:sldMkLst>
          <pc:docMk/>
          <pc:sldMk cId="2618953026" sldId="342"/>
        </pc:sldMkLst>
      </pc:sldChg>
      <pc:sldChg chg="modSp add mod modNotesTx">
        <pc:chgData name="Viet Pham Hoang" userId="daff2273dfcb736e" providerId="LiveId" clId="{7864E128-F8E5-4C3B-B427-8C25E8C185A6}" dt="2025-11-27T15:49:16.555" v="9923" actId="255"/>
        <pc:sldMkLst>
          <pc:docMk/>
          <pc:sldMk cId="2924936293" sldId="342"/>
        </pc:sldMkLst>
        <pc:spChg chg="mod">
          <ac:chgData name="Viet Pham Hoang" userId="daff2273dfcb736e" providerId="LiveId" clId="{7864E128-F8E5-4C3B-B427-8C25E8C185A6}" dt="2025-11-27T15:49:16.555" v="9923" actId="255"/>
          <ac:spMkLst>
            <pc:docMk/>
            <pc:sldMk cId="2924936293" sldId="342"/>
            <ac:spMk id="31747" creationId="{99C04C6F-FFBD-3A9C-5995-0933A3004E99}"/>
          </ac:spMkLst>
        </pc:spChg>
      </pc:sldChg>
      <pc:sldChg chg="modSp add mod">
        <pc:chgData name="Viet Pham Hoang" userId="daff2273dfcb736e" providerId="LiveId" clId="{7864E128-F8E5-4C3B-B427-8C25E8C185A6}" dt="2025-11-27T15:52:01.546" v="10025" actId="20577"/>
        <pc:sldMkLst>
          <pc:docMk/>
          <pc:sldMk cId="1755363896" sldId="343"/>
        </pc:sldMkLst>
        <pc:spChg chg="mod">
          <ac:chgData name="Viet Pham Hoang" userId="daff2273dfcb736e" providerId="LiveId" clId="{7864E128-F8E5-4C3B-B427-8C25E8C185A6}" dt="2025-11-27T15:52:01.546" v="10025" actId="20577"/>
          <ac:spMkLst>
            <pc:docMk/>
            <pc:sldMk cId="1755363896" sldId="343"/>
            <ac:spMk id="31747" creationId="{A0E68042-EF64-0FE3-6B69-7AF5690AD55E}"/>
          </ac:spMkLst>
        </pc:spChg>
      </pc:sldChg>
      <pc:sldChg chg="modSp add mod modNotes modNotesTx">
        <pc:chgData name="Viet Pham Hoang" userId="daff2273dfcb736e" providerId="LiveId" clId="{7864E128-F8E5-4C3B-B427-8C25E8C185A6}" dt="2025-11-28T11:49:12.724" v="12743" actId="27636"/>
        <pc:sldMkLst>
          <pc:docMk/>
          <pc:sldMk cId="1257534851" sldId="344"/>
        </pc:sldMkLst>
        <pc:spChg chg="mod">
          <ac:chgData name="Viet Pham Hoang" userId="daff2273dfcb736e" providerId="LiveId" clId="{7864E128-F8E5-4C3B-B427-8C25E8C185A6}" dt="2025-11-27T16:00:23.851" v="10209" actId="20577"/>
          <ac:spMkLst>
            <pc:docMk/>
            <pc:sldMk cId="1257534851" sldId="344"/>
            <ac:spMk id="31747" creationId="{C8945729-E982-A2A7-9B44-BF0CF5186C57}"/>
          </ac:spMkLst>
        </pc:spChg>
      </pc:sldChg>
      <pc:sldChg chg="modSp add del mod modNotesTx">
        <pc:chgData name="Viet Pham Hoang" userId="daff2273dfcb736e" providerId="LiveId" clId="{7864E128-F8E5-4C3B-B427-8C25E8C185A6}" dt="2025-11-27T10:09:09.381" v="9161" actId="47"/>
        <pc:sldMkLst>
          <pc:docMk/>
          <pc:sldMk cId="541842084" sldId="345"/>
        </pc:sldMkLst>
      </pc:sldChg>
      <pc:sldChg chg="modSp add mod">
        <pc:chgData name="Viet Pham Hoang" userId="daff2273dfcb736e" providerId="LiveId" clId="{7864E128-F8E5-4C3B-B427-8C25E8C185A6}" dt="2025-11-27T16:05:24.408" v="10270" actId="255"/>
        <pc:sldMkLst>
          <pc:docMk/>
          <pc:sldMk cId="594744672" sldId="345"/>
        </pc:sldMkLst>
        <pc:spChg chg="mod">
          <ac:chgData name="Viet Pham Hoang" userId="daff2273dfcb736e" providerId="LiveId" clId="{7864E128-F8E5-4C3B-B427-8C25E8C185A6}" dt="2025-11-27T16:01:10.039" v="10213" actId="2711"/>
          <ac:spMkLst>
            <pc:docMk/>
            <pc:sldMk cId="594744672" sldId="345"/>
            <ac:spMk id="31746" creationId="{34442F5A-1ECC-B75D-9B4F-7B0091076F3E}"/>
          </ac:spMkLst>
        </pc:spChg>
        <pc:spChg chg="mod">
          <ac:chgData name="Viet Pham Hoang" userId="daff2273dfcb736e" providerId="LiveId" clId="{7864E128-F8E5-4C3B-B427-8C25E8C185A6}" dt="2025-11-27T16:05:24.408" v="10270" actId="255"/>
          <ac:spMkLst>
            <pc:docMk/>
            <pc:sldMk cId="594744672" sldId="345"/>
            <ac:spMk id="31747" creationId="{6BE76629-0F8B-8444-152E-2F24CACF09AC}"/>
          </ac:spMkLst>
        </pc:spChg>
      </pc:sldChg>
      <pc:sldChg chg="addSp modSp add mod">
        <pc:chgData name="Viet Pham Hoang" userId="daff2273dfcb736e" providerId="LiveId" clId="{7864E128-F8E5-4C3B-B427-8C25E8C185A6}" dt="2025-11-27T16:18:08.154" v="10470" actId="14100"/>
        <pc:sldMkLst>
          <pc:docMk/>
          <pc:sldMk cId="1848545630" sldId="346"/>
        </pc:sldMkLst>
        <pc:spChg chg="mod">
          <ac:chgData name="Viet Pham Hoang" userId="daff2273dfcb736e" providerId="LiveId" clId="{7864E128-F8E5-4C3B-B427-8C25E8C185A6}" dt="2025-11-27T16:08:26.757" v="10337" actId="5793"/>
          <ac:spMkLst>
            <pc:docMk/>
            <pc:sldMk cId="1848545630" sldId="346"/>
            <ac:spMk id="31747" creationId="{A9A06F03-91AB-C061-DA49-8277B1258E01}"/>
          </ac:spMkLst>
        </pc:spChg>
        <pc:picChg chg="add mod">
          <ac:chgData name="Viet Pham Hoang" userId="daff2273dfcb736e" providerId="LiveId" clId="{7864E128-F8E5-4C3B-B427-8C25E8C185A6}" dt="2025-11-27T16:18:08.154" v="10470" actId="14100"/>
          <ac:picMkLst>
            <pc:docMk/>
            <pc:sldMk cId="1848545630" sldId="346"/>
            <ac:picMk id="3" creationId="{FF7C84ED-65C2-6479-3247-388A20C60125}"/>
          </ac:picMkLst>
        </pc:picChg>
      </pc:sldChg>
      <pc:sldChg chg="modSp add del mod modNotesTx">
        <pc:chgData name="Viet Pham Hoang" userId="daff2273dfcb736e" providerId="LiveId" clId="{7864E128-F8E5-4C3B-B427-8C25E8C185A6}" dt="2025-11-27T10:09:09.381" v="9161" actId="47"/>
        <pc:sldMkLst>
          <pc:docMk/>
          <pc:sldMk cId="3949223105" sldId="346"/>
        </pc:sldMkLst>
      </pc:sldChg>
      <pc:sldChg chg="modSp add del mod">
        <pc:chgData name="Viet Pham Hoang" userId="daff2273dfcb736e" providerId="LiveId" clId="{7864E128-F8E5-4C3B-B427-8C25E8C185A6}" dt="2025-11-27T10:09:09.381" v="9161" actId="47"/>
        <pc:sldMkLst>
          <pc:docMk/>
          <pc:sldMk cId="1747059188" sldId="347"/>
        </pc:sldMkLst>
      </pc:sldChg>
      <pc:sldChg chg="modSp add mod ord">
        <pc:chgData name="Viet Pham Hoang" userId="daff2273dfcb736e" providerId="LiveId" clId="{7864E128-F8E5-4C3B-B427-8C25E8C185A6}" dt="2025-11-27T16:15:43.257" v="10444" actId="20577"/>
        <pc:sldMkLst>
          <pc:docMk/>
          <pc:sldMk cId="2380765622" sldId="347"/>
        </pc:sldMkLst>
        <pc:spChg chg="mod">
          <ac:chgData name="Viet Pham Hoang" userId="daff2273dfcb736e" providerId="LiveId" clId="{7864E128-F8E5-4C3B-B427-8C25E8C185A6}" dt="2025-11-27T16:15:43.257" v="10444" actId="20577"/>
          <ac:spMkLst>
            <pc:docMk/>
            <pc:sldMk cId="2380765622" sldId="347"/>
            <ac:spMk id="31747" creationId="{5D598D6E-45A5-93EE-D7AC-81FEAA16E60B}"/>
          </ac:spMkLst>
        </pc:spChg>
      </pc:sldChg>
      <pc:sldChg chg="add del">
        <pc:chgData name="Viet Pham Hoang" userId="daff2273dfcb736e" providerId="LiveId" clId="{7864E128-F8E5-4C3B-B427-8C25E8C185A6}" dt="2025-11-27T16:10:26.963" v="10347" actId="47"/>
        <pc:sldMkLst>
          <pc:docMk/>
          <pc:sldMk cId="181320741" sldId="348"/>
        </pc:sldMkLst>
      </pc:sldChg>
      <pc:sldChg chg="addSp modSp add mod">
        <pc:chgData name="Viet Pham Hoang" userId="daff2273dfcb736e" providerId="LiveId" clId="{7864E128-F8E5-4C3B-B427-8C25E8C185A6}" dt="2025-11-27T16:15:55.222" v="10445" actId="113"/>
        <pc:sldMkLst>
          <pc:docMk/>
          <pc:sldMk cId="602177904" sldId="348"/>
        </pc:sldMkLst>
        <pc:spChg chg="mod">
          <ac:chgData name="Viet Pham Hoang" userId="daff2273dfcb736e" providerId="LiveId" clId="{7864E128-F8E5-4C3B-B427-8C25E8C185A6}" dt="2025-11-27T16:15:55.222" v="10445" actId="113"/>
          <ac:spMkLst>
            <pc:docMk/>
            <pc:sldMk cId="602177904" sldId="348"/>
            <ac:spMk id="31747" creationId="{9296F804-C88D-1094-7E80-E1EE3D1D9C0A}"/>
          </ac:spMkLst>
        </pc:spChg>
        <pc:picChg chg="add mod">
          <ac:chgData name="Viet Pham Hoang" userId="daff2273dfcb736e" providerId="LiveId" clId="{7864E128-F8E5-4C3B-B427-8C25E8C185A6}" dt="2025-11-27T16:14:12.927" v="10420" actId="1036"/>
          <ac:picMkLst>
            <pc:docMk/>
            <pc:sldMk cId="602177904" sldId="348"/>
            <ac:picMk id="2" creationId="{7C7F64C0-C79C-E4E9-4621-BE8FACE0CD06}"/>
          </ac:picMkLst>
        </pc:picChg>
      </pc:sldChg>
      <pc:sldChg chg="modSp add del mod ord">
        <pc:chgData name="Viet Pham Hoang" userId="daff2273dfcb736e" providerId="LiveId" clId="{7864E128-F8E5-4C3B-B427-8C25E8C185A6}" dt="2025-11-27T10:09:09.381" v="9161" actId="47"/>
        <pc:sldMkLst>
          <pc:docMk/>
          <pc:sldMk cId="2523905265" sldId="348"/>
        </pc:sldMkLst>
      </pc:sldChg>
      <pc:sldChg chg="addSp delSp modSp add mod">
        <pc:chgData name="Viet Pham Hoang" userId="daff2273dfcb736e" providerId="LiveId" clId="{7864E128-F8E5-4C3B-B427-8C25E8C185A6}" dt="2025-11-27T16:17:46.563" v="10467" actId="1076"/>
        <pc:sldMkLst>
          <pc:docMk/>
          <pc:sldMk cId="85535434" sldId="349"/>
        </pc:sldMkLst>
        <pc:spChg chg="mod">
          <ac:chgData name="Viet Pham Hoang" userId="daff2273dfcb736e" providerId="LiveId" clId="{7864E128-F8E5-4C3B-B427-8C25E8C185A6}" dt="2025-11-27T16:17:04.950" v="10465" actId="113"/>
          <ac:spMkLst>
            <pc:docMk/>
            <pc:sldMk cId="85535434" sldId="349"/>
            <ac:spMk id="31747" creationId="{D4C52894-5AAA-F6FC-B446-5539F2F26E89}"/>
          </ac:spMkLst>
        </pc:spChg>
        <pc:picChg chg="del">
          <ac:chgData name="Viet Pham Hoang" userId="daff2273dfcb736e" providerId="LiveId" clId="{7864E128-F8E5-4C3B-B427-8C25E8C185A6}" dt="2025-11-27T16:16:54.661" v="10464" actId="478"/>
          <ac:picMkLst>
            <pc:docMk/>
            <pc:sldMk cId="85535434" sldId="349"/>
            <ac:picMk id="2" creationId="{E44916F1-E28E-C9D9-CD93-F15FB5C744D5}"/>
          </ac:picMkLst>
        </pc:picChg>
        <pc:picChg chg="add mod">
          <ac:chgData name="Viet Pham Hoang" userId="daff2273dfcb736e" providerId="LiveId" clId="{7864E128-F8E5-4C3B-B427-8C25E8C185A6}" dt="2025-11-27T16:17:46.563" v="10467" actId="1076"/>
          <ac:picMkLst>
            <pc:docMk/>
            <pc:sldMk cId="85535434" sldId="349"/>
            <ac:picMk id="4" creationId="{70ED89BF-4F28-3804-BFFF-D2FC961D3183}"/>
          </ac:picMkLst>
        </pc:picChg>
      </pc:sldChg>
      <pc:sldChg chg="modSp add del mod">
        <pc:chgData name="Viet Pham Hoang" userId="daff2273dfcb736e" providerId="LiveId" clId="{7864E128-F8E5-4C3B-B427-8C25E8C185A6}" dt="2025-11-27T10:09:09.381" v="9161" actId="47"/>
        <pc:sldMkLst>
          <pc:docMk/>
          <pc:sldMk cId="2251238548" sldId="349"/>
        </pc:sldMkLst>
      </pc:sldChg>
      <pc:sldChg chg="addSp delSp modSp add del mod">
        <pc:chgData name="Viet Pham Hoang" userId="daff2273dfcb736e" providerId="LiveId" clId="{7864E128-F8E5-4C3B-B427-8C25E8C185A6}" dt="2025-11-27T16:19:09.646" v="10480" actId="2696"/>
        <pc:sldMkLst>
          <pc:docMk/>
          <pc:sldMk cId="1409737460" sldId="350"/>
        </pc:sldMkLst>
        <pc:spChg chg="mod">
          <ac:chgData name="Viet Pham Hoang" userId="daff2273dfcb736e" providerId="LiveId" clId="{7864E128-F8E5-4C3B-B427-8C25E8C185A6}" dt="2025-11-27T16:18:35.978" v="10472" actId="6549"/>
          <ac:spMkLst>
            <pc:docMk/>
            <pc:sldMk cId="1409737460" sldId="350"/>
            <ac:spMk id="31747" creationId="{9EDCA348-15CC-9454-5011-0E9C62FF62C5}"/>
          </ac:spMkLst>
        </pc:spChg>
        <pc:picChg chg="add mod">
          <ac:chgData name="Viet Pham Hoang" userId="daff2273dfcb736e" providerId="LiveId" clId="{7864E128-F8E5-4C3B-B427-8C25E8C185A6}" dt="2025-11-27T16:18:51.987" v="10479" actId="1076"/>
          <ac:picMkLst>
            <pc:docMk/>
            <pc:sldMk cId="1409737460" sldId="350"/>
            <ac:picMk id="2" creationId="{321BE17E-7414-7BD1-63B0-2AEC916AD44D}"/>
          </ac:picMkLst>
        </pc:picChg>
        <pc:picChg chg="del">
          <ac:chgData name="Viet Pham Hoang" userId="daff2273dfcb736e" providerId="LiveId" clId="{7864E128-F8E5-4C3B-B427-8C25E8C185A6}" dt="2025-11-27T16:18:37.080" v="10473" actId="478"/>
          <ac:picMkLst>
            <pc:docMk/>
            <pc:sldMk cId="1409737460" sldId="350"/>
            <ac:picMk id="4" creationId="{801B05EB-D6CB-7EC3-CBCC-85D80A9C6DAB}"/>
          </ac:picMkLst>
        </pc:picChg>
      </pc:sldChg>
      <pc:sldChg chg="modSp add del mod">
        <pc:chgData name="Viet Pham Hoang" userId="daff2273dfcb736e" providerId="LiveId" clId="{7864E128-F8E5-4C3B-B427-8C25E8C185A6}" dt="2025-11-27T10:09:09.381" v="9161" actId="47"/>
        <pc:sldMkLst>
          <pc:docMk/>
          <pc:sldMk cId="3051324375" sldId="350"/>
        </pc:sldMkLst>
      </pc:sldChg>
      <pc:sldChg chg="add">
        <pc:chgData name="Viet Pham Hoang" userId="daff2273dfcb736e" providerId="LiveId" clId="{7864E128-F8E5-4C3B-B427-8C25E8C185A6}" dt="2025-11-27T16:19:11.208" v="10481"/>
        <pc:sldMkLst>
          <pc:docMk/>
          <pc:sldMk cId="4197345864" sldId="350"/>
        </pc:sldMkLst>
      </pc:sldChg>
      <pc:sldChg chg="addSp delSp modSp add mod">
        <pc:chgData name="Viet Pham Hoang" userId="daff2273dfcb736e" providerId="LiveId" clId="{7864E128-F8E5-4C3B-B427-8C25E8C185A6}" dt="2025-11-27T16:19:54.786" v="10560" actId="14100"/>
        <pc:sldMkLst>
          <pc:docMk/>
          <pc:sldMk cId="1720508260" sldId="351"/>
        </pc:sldMkLst>
        <pc:spChg chg="mod">
          <ac:chgData name="Viet Pham Hoang" userId="daff2273dfcb736e" providerId="LiveId" clId="{7864E128-F8E5-4C3B-B427-8C25E8C185A6}" dt="2025-11-27T16:19:44.398" v="10556" actId="12"/>
          <ac:spMkLst>
            <pc:docMk/>
            <pc:sldMk cId="1720508260" sldId="351"/>
            <ac:spMk id="31747" creationId="{1AC1E515-940E-F298-151D-04CF5A93C2B5}"/>
          </ac:spMkLst>
        </pc:spChg>
        <pc:picChg chg="del">
          <ac:chgData name="Viet Pham Hoang" userId="daff2273dfcb736e" providerId="LiveId" clId="{7864E128-F8E5-4C3B-B427-8C25E8C185A6}" dt="2025-11-27T16:19:25.982" v="10483" actId="478"/>
          <ac:picMkLst>
            <pc:docMk/>
            <pc:sldMk cId="1720508260" sldId="351"/>
            <ac:picMk id="2" creationId="{C8D11459-724C-5B5E-2FD3-6AFC1CCA97FE}"/>
          </ac:picMkLst>
        </pc:picChg>
        <pc:picChg chg="add mod">
          <ac:chgData name="Viet Pham Hoang" userId="daff2273dfcb736e" providerId="LiveId" clId="{7864E128-F8E5-4C3B-B427-8C25E8C185A6}" dt="2025-11-27T16:19:54.786" v="10560" actId="14100"/>
          <ac:picMkLst>
            <pc:docMk/>
            <pc:sldMk cId="1720508260" sldId="351"/>
            <ac:picMk id="3" creationId="{C9EEA7E7-E766-9D90-6713-1E00D142D8E4}"/>
          </ac:picMkLst>
        </pc:picChg>
      </pc:sldChg>
      <pc:sldChg chg="modSp add del mod">
        <pc:chgData name="Viet Pham Hoang" userId="daff2273dfcb736e" providerId="LiveId" clId="{7864E128-F8E5-4C3B-B427-8C25E8C185A6}" dt="2025-11-27T10:09:09.381" v="9161" actId="47"/>
        <pc:sldMkLst>
          <pc:docMk/>
          <pc:sldMk cId="2621469048" sldId="351"/>
        </pc:sldMkLst>
      </pc:sldChg>
      <pc:sldChg chg="modSp add del mod modNotesTx">
        <pc:chgData name="Viet Pham Hoang" userId="daff2273dfcb736e" providerId="LiveId" clId="{7864E128-F8E5-4C3B-B427-8C25E8C185A6}" dt="2025-11-27T10:09:09.381" v="9161" actId="47"/>
        <pc:sldMkLst>
          <pc:docMk/>
          <pc:sldMk cId="1406453422" sldId="352"/>
        </pc:sldMkLst>
      </pc:sldChg>
      <pc:sldChg chg="addSp delSp modSp add mod">
        <pc:chgData name="Viet Pham Hoang" userId="daff2273dfcb736e" providerId="LiveId" clId="{7864E128-F8E5-4C3B-B427-8C25E8C185A6}" dt="2025-11-27T16:22:01.730" v="10570" actId="14100"/>
        <pc:sldMkLst>
          <pc:docMk/>
          <pc:sldMk cId="2103253114" sldId="352"/>
        </pc:sldMkLst>
        <pc:spChg chg="mod">
          <ac:chgData name="Viet Pham Hoang" userId="daff2273dfcb736e" providerId="LiveId" clId="{7864E128-F8E5-4C3B-B427-8C25E8C185A6}" dt="2025-11-27T16:21:56.675" v="10568" actId="6549"/>
          <ac:spMkLst>
            <pc:docMk/>
            <pc:sldMk cId="2103253114" sldId="352"/>
            <ac:spMk id="31747" creationId="{AAD10EBF-187B-D3C4-7FA9-4C472947C49F}"/>
          </ac:spMkLst>
        </pc:spChg>
        <pc:picChg chg="add mod">
          <ac:chgData name="Viet Pham Hoang" userId="daff2273dfcb736e" providerId="LiveId" clId="{7864E128-F8E5-4C3B-B427-8C25E8C185A6}" dt="2025-11-27T16:22:01.730" v="10570" actId="14100"/>
          <ac:picMkLst>
            <pc:docMk/>
            <pc:sldMk cId="2103253114" sldId="352"/>
            <ac:picMk id="2" creationId="{55949074-D186-5968-5EAA-497A1B56841A}"/>
          </ac:picMkLst>
        </pc:picChg>
        <pc:picChg chg="del">
          <ac:chgData name="Viet Pham Hoang" userId="daff2273dfcb736e" providerId="LiveId" clId="{7864E128-F8E5-4C3B-B427-8C25E8C185A6}" dt="2025-11-27T16:21:35.162" v="10562" actId="478"/>
          <ac:picMkLst>
            <pc:docMk/>
            <pc:sldMk cId="2103253114" sldId="352"/>
            <ac:picMk id="3" creationId="{2370530E-6FF8-6FE3-2CD8-C12757F697E2}"/>
          </ac:picMkLst>
        </pc:picChg>
      </pc:sldChg>
      <pc:sldChg chg="addSp delSp modSp add mod">
        <pc:chgData name="Viet Pham Hoang" userId="daff2273dfcb736e" providerId="LiveId" clId="{7864E128-F8E5-4C3B-B427-8C25E8C185A6}" dt="2025-11-27T16:22:18.162" v="10574" actId="14100"/>
        <pc:sldMkLst>
          <pc:docMk/>
          <pc:sldMk cId="3430432377" sldId="353"/>
        </pc:sldMkLst>
        <pc:spChg chg="mod">
          <ac:chgData name="Viet Pham Hoang" userId="daff2273dfcb736e" providerId="LiveId" clId="{7864E128-F8E5-4C3B-B427-8C25E8C185A6}" dt="2025-11-27T16:22:05.957" v="10571" actId="20577"/>
          <ac:spMkLst>
            <pc:docMk/>
            <pc:sldMk cId="3430432377" sldId="353"/>
            <ac:spMk id="31747" creationId="{101FFB1A-CAC7-BB9C-CB71-CDD13545248E}"/>
          </ac:spMkLst>
        </pc:spChg>
        <pc:picChg chg="del">
          <ac:chgData name="Viet Pham Hoang" userId="daff2273dfcb736e" providerId="LiveId" clId="{7864E128-F8E5-4C3B-B427-8C25E8C185A6}" dt="2025-11-27T16:21:51.182" v="10567" actId="478"/>
          <ac:picMkLst>
            <pc:docMk/>
            <pc:sldMk cId="3430432377" sldId="353"/>
            <ac:picMk id="2" creationId="{9D895E3B-88C0-2914-3695-E05D8346644F}"/>
          </ac:picMkLst>
        </pc:picChg>
        <pc:picChg chg="add mod">
          <ac:chgData name="Viet Pham Hoang" userId="daff2273dfcb736e" providerId="LiveId" clId="{7864E128-F8E5-4C3B-B427-8C25E8C185A6}" dt="2025-11-27T16:22:18.162" v="10574" actId="14100"/>
          <ac:picMkLst>
            <pc:docMk/>
            <pc:sldMk cId="3430432377" sldId="353"/>
            <ac:picMk id="3" creationId="{B7BBF16E-97CF-1187-A2D4-5BA6C3897828}"/>
          </ac:picMkLst>
        </pc:picChg>
      </pc:sldChg>
      <pc:sldChg chg="modSp add del mod ord modNotesTx">
        <pc:chgData name="Viet Pham Hoang" userId="daff2273dfcb736e" providerId="LiveId" clId="{7864E128-F8E5-4C3B-B427-8C25E8C185A6}" dt="2025-11-27T10:09:09.381" v="9161" actId="47"/>
        <pc:sldMkLst>
          <pc:docMk/>
          <pc:sldMk cId="3751315777" sldId="353"/>
        </pc:sldMkLst>
      </pc:sldChg>
      <pc:sldChg chg="modSp add del mod ord">
        <pc:chgData name="Viet Pham Hoang" userId="daff2273dfcb736e" providerId="LiveId" clId="{7864E128-F8E5-4C3B-B427-8C25E8C185A6}" dt="2025-11-27T10:09:09.381" v="9161" actId="47"/>
        <pc:sldMkLst>
          <pc:docMk/>
          <pc:sldMk cId="1648325469" sldId="354"/>
        </pc:sldMkLst>
      </pc:sldChg>
      <pc:sldChg chg="add">
        <pc:chgData name="Viet Pham Hoang" userId="daff2273dfcb736e" providerId="LiveId" clId="{7864E128-F8E5-4C3B-B427-8C25E8C185A6}" dt="2025-11-27T16:22:21.628" v="10575"/>
        <pc:sldMkLst>
          <pc:docMk/>
          <pc:sldMk cId="2027632149" sldId="354"/>
        </pc:sldMkLst>
      </pc:sldChg>
      <pc:sldChg chg="addSp delSp modSp add mod">
        <pc:chgData name="Viet Pham Hoang" userId="daff2273dfcb736e" providerId="LiveId" clId="{7864E128-F8E5-4C3B-B427-8C25E8C185A6}" dt="2025-11-27T16:23:43.906" v="10582" actId="1076"/>
        <pc:sldMkLst>
          <pc:docMk/>
          <pc:sldMk cId="2055122958" sldId="355"/>
        </pc:sldMkLst>
        <pc:picChg chg="add mod">
          <ac:chgData name="Viet Pham Hoang" userId="daff2273dfcb736e" providerId="LiveId" clId="{7864E128-F8E5-4C3B-B427-8C25E8C185A6}" dt="2025-11-27T16:23:43.906" v="10582" actId="1076"/>
          <ac:picMkLst>
            <pc:docMk/>
            <pc:sldMk cId="2055122958" sldId="355"/>
            <ac:picMk id="2" creationId="{2743297C-479A-4030-5401-F98CE92AAAD4}"/>
          </ac:picMkLst>
        </pc:picChg>
        <pc:picChg chg="del">
          <ac:chgData name="Viet Pham Hoang" userId="daff2273dfcb736e" providerId="LiveId" clId="{7864E128-F8E5-4C3B-B427-8C25E8C185A6}" dt="2025-11-27T16:23:16.345" v="10577" actId="478"/>
          <ac:picMkLst>
            <pc:docMk/>
            <pc:sldMk cId="2055122958" sldId="355"/>
            <ac:picMk id="3" creationId="{EF03380A-AFB2-13C5-FF0A-6303B2E65AD5}"/>
          </ac:picMkLst>
        </pc:picChg>
      </pc:sldChg>
      <pc:sldChg chg="addSp modSp add mod">
        <pc:chgData name="Viet Pham Hoang" userId="daff2273dfcb736e" providerId="LiveId" clId="{7864E128-F8E5-4C3B-B427-8C25E8C185A6}" dt="2025-11-27T16:24:38.874" v="10624" actId="1076"/>
        <pc:sldMkLst>
          <pc:docMk/>
          <pc:sldMk cId="1632427725" sldId="356"/>
        </pc:sldMkLst>
        <pc:spChg chg="mod">
          <ac:chgData name="Viet Pham Hoang" userId="daff2273dfcb736e" providerId="LiveId" clId="{7864E128-F8E5-4C3B-B427-8C25E8C185A6}" dt="2025-11-27T16:24:21.410" v="10619" actId="255"/>
          <ac:spMkLst>
            <pc:docMk/>
            <pc:sldMk cId="1632427725" sldId="356"/>
            <ac:spMk id="31747" creationId="{A2E4AE73-3C10-230B-3442-CC41CA67FF5C}"/>
          </ac:spMkLst>
        </pc:spChg>
        <pc:picChg chg="add mod">
          <ac:chgData name="Viet Pham Hoang" userId="daff2273dfcb736e" providerId="LiveId" clId="{7864E128-F8E5-4C3B-B427-8C25E8C185A6}" dt="2025-11-27T16:24:38.874" v="10624" actId="1076"/>
          <ac:picMkLst>
            <pc:docMk/>
            <pc:sldMk cId="1632427725" sldId="356"/>
            <ac:picMk id="2" creationId="{B5A67644-9944-2F1D-F36D-E34074006C00}"/>
          </ac:picMkLst>
        </pc:picChg>
      </pc:sldChg>
      <pc:sldChg chg="delSp modSp add mod modNotesTx">
        <pc:chgData name="Viet Pham Hoang" userId="daff2273dfcb736e" providerId="LiveId" clId="{7864E128-F8E5-4C3B-B427-8C25E8C185A6}" dt="2025-11-27T16:27:36.403" v="10641" actId="20577"/>
        <pc:sldMkLst>
          <pc:docMk/>
          <pc:sldMk cId="2741108800" sldId="357"/>
        </pc:sldMkLst>
        <pc:spChg chg="mod">
          <ac:chgData name="Viet Pham Hoang" userId="daff2273dfcb736e" providerId="LiveId" clId="{7864E128-F8E5-4C3B-B427-8C25E8C185A6}" dt="2025-11-27T16:27:34.039" v="10639" actId="255"/>
          <ac:spMkLst>
            <pc:docMk/>
            <pc:sldMk cId="2741108800" sldId="357"/>
            <ac:spMk id="31747" creationId="{E95E80C9-FD10-C81E-3019-9C5FA4A46175}"/>
          </ac:spMkLst>
        </pc:spChg>
        <pc:picChg chg="del">
          <ac:chgData name="Viet Pham Hoang" userId="daff2273dfcb736e" providerId="LiveId" clId="{7864E128-F8E5-4C3B-B427-8C25E8C185A6}" dt="2025-11-27T16:25:17.459" v="10626" actId="478"/>
          <ac:picMkLst>
            <pc:docMk/>
            <pc:sldMk cId="2741108800" sldId="357"/>
            <ac:picMk id="2" creationId="{F95E6918-2EAD-7C26-531A-63A45B245F48}"/>
          </ac:picMkLst>
        </pc:picChg>
      </pc:sldChg>
      <pc:sldChg chg="modSp add del mod">
        <pc:chgData name="Viet Pham Hoang" userId="daff2273dfcb736e" providerId="LiveId" clId="{7864E128-F8E5-4C3B-B427-8C25E8C185A6}" dt="2025-11-27T10:09:09.381" v="9161" actId="47"/>
        <pc:sldMkLst>
          <pc:docMk/>
          <pc:sldMk cId="3746395432" sldId="357"/>
        </pc:sldMkLst>
      </pc:sldChg>
      <pc:sldChg chg="modSp add del mod">
        <pc:chgData name="Viet Pham Hoang" userId="daff2273dfcb736e" providerId="LiveId" clId="{7864E128-F8E5-4C3B-B427-8C25E8C185A6}" dt="2025-11-27T10:09:09.381" v="9161" actId="47"/>
        <pc:sldMkLst>
          <pc:docMk/>
          <pc:sldMk cId="3084375257" sldId="358"/>
        </pc:sldMkLst>
      </pc:sldChg>
      <pc:sldChg chg="delSp modSp add mod">
        <pc:chgData name="Viet Pham Hoang" userId="daff2273dfcb736e" providerId="LiveId" clId="{7864E128-F8E5-4C3B-B427-8C25E8C185A6}" dt="2025-11-27T16:39:53.059" v="10898" actId="20577"/>
        <pc:sldMkLst>
          <pc:docMk/>
          <pc:sldMk cId="3270618248" sldId="358"/>
        </pc:sldMkLst>
        <pc:spChg chg="mod">
          <ac:chgData name="Viet Pham Hoang" userId="daff2273dfcb736e" providerId="LiveId" clId="{7864E128-F8E5-4C3B-B427-8C25E8C185A6}" dt="2025-11-27T16:39:53.059" v="10898" actId="20577"/>
          <ac:spMkLst>
            <pc:docMk/>
            <pc:sldMk cId="3270618248" sldId="358"/>
            <ac:spMk id="31747" creationId="{BB51C566-A203-118A-FE70-CE1F0C4ABD77}"/>
          </ac:spMkLst>
        </pc:spChg>
        <pc:picChg chg="del">
          <ac:chgData name="Viet Pham Hoang" userId="daff2273dfcb736e" providerId="LiveId" clId="{7864E128-F8E5-4C3B-B427-8C25E8C185A6}" dt="2025-11-27T16:29:36.287" v="10665" actId="478"/>
          <ac:picMkLst>
            <pc:docMk/>
            <pc:sldMk cId="3270618248" sldId="358"/>
            <ac:picMk id="2" creationId="{8280684F-926C-1E2E-DD2A-05C3B0029604}"/>
          </ac:picMkLst>
        </pc:picChg>
      </pc:sldChg>
      <pc:sldChg chg="modSp add del mod">
        <pc:chgData name="Viet Pham Hoang" userId="daff2273dfcb736e" providerId="LiveId" clId="{7864E128-F8E5-4C3B-B427-8C25E8C185A6}" dt="2025-11-27T10:09:09.381" v="9161" actId="47"/>
        <pc:sldMkLst>
          <pc:docMk/>
          <pc:sldMk cId="1661237191" sldId="359"/>
        </pc:sldMkLst>
      </pc:sldChg>
      <pc:sldChg chg="addSp modSp add mod modNotesTx">
        <pc:chgData name="Viet Pham Hoang" userId="daff2273dfcb736e" providerId="LiveId" clId="{7864E128-F8E5-4C3B-B427-8C25E8C185A6}" dt="2025-11-27T16:42:49.178" v="10938" actId="1076"/>
        <pc:sldMkLst>
          <pc:docMk/>
          <pc:sldMk cId="2872099422" sldId="359"/>
        </pc:sldMkLst>
        <pc:spChg chg="mod">
          <ac:chgData name="Viet Pham Hoang" userId="daff2273dfcb736e" providerId="LiveId" clId="{7864E128-F8E5-4C3B-B427-8C25E8C185A6}" dt="2025-11-27T16:42:39.806" v="10936" actId="20577"/>
          <ac:spMkLst>
            <pc:docMk/>
            <pc:sldMk cId="2872099422" sldId="359"/>
            <ac:spMk id="31747" creationId="{17823790-FC00-BD3A-6D93-DAC691895D66}"/>
          </ac:spMkLst>
        </pc:spChg>
        <pc:picChg chg="add mod">
          <ac:chgData name="Viet Pham Hoang" userId="daff2273dfcb736e" providerId="LiveId" clId="{7864E128-F8E5-4C3B-B427-8C25E8C185A6}" dt="2025-11-27T16:42:10.697" v="10919" actId="14100"/>
          <ac:picMkLst>
            <pc:docMk/>
            <pc:sldMk cId="2872099422" sldId="359"/>
            <ac:picMk id="3" creationId="{F5705D6E-BFE1-39ED-8C5A-8374DF38624E}"/>
          </ac:picMkLst>
        </pc:picChg>
        <pc:picChg chg="add mod">
          <ac:chgData name="Viet Pham Hoang" userId="daff2273dfcb736e" providerId="LiveId" clId="{7864E128-F8E5-4C3B-B427-8C25E8C185A6}" dt="2025-11-27T16:42:49.178" v="10938" actId="1076"/>
          <ac:picMkLst>
            <pc:docMk/>
            <pc:sldMk cId="2872099422" sldId="359"/>
            <ac:picMk id="5" creationId="{8BEF0615-41DD-C32A-662E-3443B687A500}"/>
          </ac:picMkLst>
        </pc:picChg>
        <pc:picChg chg="add mod">
          <ac:chgData name="Viet Pham Hoang" userId="daff2273dfcb736e" providerId="LiveId" clId="{7864E128-F8E5-4C3B-B427-8C25E8C185A6}" dt="2025-11-27T16:42:49.178" v="10938" actId="1076"/>
          <ac:picMkLst>
            <pc:docMk/>
            <pc:sldMk cId="2872099422" sldId="359"/>
            <ac:picMk id="7" creationId="{B3CDCB49-6711-4036-8580-9AE1F660F579}"/>
          </ac:picMkLst>
        </pc:picChg>
        <pc:picChg chg="add mod">
          <ac:chgData name="Viet Pham Hoang" userId="daff2273dfcb736e" providerId="LiveId" clId="{7864E128-F8E5-4C3B-B427-8C25E8C185A6}" dt="2025-11-27T16:42:49.178" v="10938" actId="1076"/>
          <ac:picMkLst>
            <pc:docMk/>
            <pc:sldMk cId="2872099422" sldId="359"/>
            <ac:picMk id="9" creationId="{8C1CA2E8-695B-0280-52BE-9DF037044F89}"/>
          </ac:picMkLst>
        </pc:picChg>
      </pc:sldChg>
      <pc:sldChg chg="modSp add del mod">
        <pc:chgData name="Viet Pham Hoang" userId="daff2273dfcb736e" providerId="LiveId" clId="{7864E128-F8E5-4C3B-B427-8C25E8C185A6}" dt="2025-11-27T10:09:09.381" v="9161" actId="47"/>
        <pc:sldMkLst>
          <pc:docMk/>
          <pc:sldMk cId="363847483" sldId="360"/>
        </pc:sldMkLst>
      </pc:sldChg>
      <pc:sldChg chg="addSp delSp modSp add mod">
        <pc:chgData name="Viet Pham Hoang" userId="daff2273dfcb736e" providerId="LiveId" clId="{7864E128-F8E5-4C3B-B427-8C25E8C185A6}" dt="2025-11-27T16:47:01.909" v="11025" actId="1076"/>
        <pc:sldMkLst>
          <pc:docMk/>
          <pc:sldMk cId="3125768726" sldId="360"/>
        </pc:sldMkLst>
        <pc:spChg chg="mod">
          <ac:chgData name="Viet Pham Hoang" userId="daff2273dfcb736e" providerId="LiveId" clId="{7864E128-F8E5-4C3B-B427-8C25E8C185A6}" dt="2025-11-27T16:46:57.476" v="11024" actId="20577"/>
          <ac:spMkLst>
            <pc:docMk/>
            <pc:sldMk cId="3125768726" sldId="360"/>
            <ac:spMk id="31747" creationId="{8F62974F-D3CA-95AE-D997-B40C9A8EE2B6}"/>
          </ac:spMkLst>
        </pc:spChg>
        <pc:picChg chg="del">
          <ac:chgData name="Viet Pham Hoang" userId="daff2273dfcb736e" providerId="LiveId" clId="{7864E128-F8E5-4C3B-B427-8C25E8C185A6}" dt="2025-11-27T16:45:24.015" v="10940" actId="478"/>
          <ac:picMkLst>
            <pc:docMk/>
            <pc:sldMk cId="3125768726" sldId="360"/>
            <ac:picMk id="3" creationId="{D85653C0-48FC-6AE9-0738-36FA3C980073}"/>
          </ac:picMkLst>
        </pc:picChg>
        <pc:picChg chg="add mod">
          <ac:chgData name="Viet Pham Hoang" userId="daff2273dfcb736e" providerId="LiveId" clId="{7864E128-F8E5-4C3B-B427-8C25E8C185A6}" dt="2025-11-27T16:47:01.909" v="11025" actId="1076"/>
          <ac:picMkLst>
            <pc:docMk/>
            <pc:sldMk cId="3125768726" sldId="360"/>
            <ac:picMk id="4" creationId="{4AABE402-DD8B-2851-FDE0-16FADC4AF3FB}"/>
          </ac:picMkLst>
        </pc:picChg>
        <pc:picChg chg="del">
          <ac:chgData name="Viet Pham Hoang" userId="daff2273dfcb736e" providerId="LiveId" clId="{7864E128-F8E5-4C3B-B427-8C25E8C185A6}" dt="2025-11-27T16:45:25.418" v="10942" actId="478"/>
          <ac:picMkLst>
            <pc:docMk/>
            <pc:sldMk cId="3125768726" sldId="360"/>
            <ac:picMk id="5" creationId="{7DFA201B-B0BB-4B90-632F-1D0CECFADF14}"/>
          </ac:picMkLst>
        </pc:picChg>
        <pc:picChg chg="del">
          <ac:chgData name="Viet Pham Hoang" userId="daff2273dfcb736e" providerId="LiveId" clId="{7864E128-F8E5-4C3B-B427-8C25E8C185A6}" dt="2025-11-27T16:45:24.816" v="10941" actId="478"/>
          <ac:picMkLst>
            <pc:docMk/>
            <pc:sldMk cId="3125768726" sldId="360"/>
            <ac:picMk id="7" creationId="{A0BA86B7-C78A-ACF2-25EA-F26F5F3FF8CE}"/>
          </ac:picMkLst>
        </pc:picChg>
        <pc:picChg chg="del">
          <ac:chgData name="Viet Pham Hoang" userId="daff2273dfcb736e" providerId="LiveId" clId="{7864E128-F8E5-4C3B-B427-8C25E8C185A6}" dt="2025-11-27T16:45:26.007" v="10943" actId="478"/>
          <ac:picMkLst>
            <pc:docMk/>
            <pc:sldMk cId="3125768726" sldId="360"/>
            <ac:picMk id="9" creationId="{D0E57B92-C628-F0B1-FD58-25FBE28C2949}"/>
          </ac:picMkLst>
        </pc:picChg>
      </pc:sldChg>
      <pc:sldChg chg="modSp add del mod">
        <pc:chgData name="Viet Pham Hoang" userId="daff2273dfcb736e" providerId="LiveId" clId="{7864E128-F8E5-4C3B-B427-8C25E8C185A6}" dt="2025-11-27T10:09:09.381" v="9161" actId="47"/>
        <pc:sldMkLst>
          <pc:docMk/>
          <pc:sldMk cId="1204269501" sldId="361"/>
        </pc:sldMkLst>
      </pc:sldChg>
      <pc:sldChg chg="addSp delSp modSp add mod modNotesTx">
        <pc:chgData name="Viet Pham Hoang" userId="daff2273dfcb736e" providerId="LiveId" clId="{7864E128-F8E5-4C3B-B427-8C25E8C185A6}" dt="2025-11-27T16:55:04.045" v="11284" actId="6549"/>
        <pc:sldMkLst>
          <pc:docMk/>
          <pc:sldMk cId="2637460400" sldId="361"/>
        </pc:sldMkLst>
        <pc:spChg chg="mod">
          <ac:chgData name="Viet Pham Hoang" userId="daff2273dfcb736e" providerId="LiveId" clId="{7864E128-F8E5-4C3B-B427-8C25E8C185A6}" dt="2025-11-27T16:49:28.816" v="11091" actId="20577"/>
          <ac:spMkLst>
            <pc:docMk/>
            <pc:sldMk cId="2637460400" sldId="361"/>
            <ac:spMk id="31747" creationId="{34B1D5F2-37C2-570C-3974-81F80B150494}"/>
          </ac:spMkLst>
        </pc:spChg>
        <pc:picChg chg="add mod">
          <ac:chgData name="Viet Pham Hoang" userId="daff2273dfcb736e" providerId="LiveId" clId="{7864E128-F8E5-4C3B-B427-8C25E8C185A6}" dt="2025-11-27T16:49:35.033" v="11093" actId="14100"/>
          <ac:picMkLst>
            <pc:docMk/>
            <pc:sldMk cId="2637460400" sldId="361"/>
            <ac:picMk id="3" creationId="{7B9C70F6-FC2F-478C-5FB3-100336A18CBF}"/>
          </ac:picMkLst>
        </pc:picChg>
        <pc:picChg chg="del">
          <ac:chgData name="Viet Pham Hoang" userId="daff2273dfcb736e" providerId="LiveId" clId="{7864E128-F8E5-4C3B-B427-8C25E8C185A6}" dt="2025-11-27T16:49:03.528" v="11047" actId="478"/>
          <ac:picMkLst>
            <pc:docMk/>
            <pc:sldMk cId="2637460400" sldId="361"/>
            <ac:picMk id="4" creationId="{EC6C5F29-0289-34E2-1665-C98D5B34C078}"/>
          </ac:picMkLst>
        </pc:picChg>
      </pc:sldChg>
      <pc:sldChg chg="addSp delSp modSp add mod">
        <pc:chgData name="Viet Pham Hoang" userId="daff2273dfcb736e" providerId="LiveId" clId="{7864E128-F8E5-4C3B-B427-8C25E8C185A6}" dt="2025-11-27T16:52:42.312" v="11131" actId="1076"/>
        <pc:sldMkLst>
          <pc:docMk/>
          <pc:sldMk cId="2545802832" sldId="362"/>
        </pc:sldMkLst>
        <pc:spChg chg="mod">
          <ac:chgData name="Viet Pham Hoang" userId="daff2273dfcb736e" providerId="LiveId" clId="{7864E128-F8E5-4C3B-B427-8C25E8C185A6}" dt="2025-11-27T16:50:52.265" v="11117" actId="20577"/>
          <ac:spMkLst>
            <pc:docMk/>
            <pc:sldMk cId="2545802832" sldId="362"/>
            <ac:spMk id="31747" creationId="{9F7731AF-8935-2A04-F6A0-88D4CA11AE95}"/>
          </ac:spMkLst>
        </pc:spChg>
        <pc:picChg chg="del">
          <ac:chgData name="Viet Pham Hoang" userId="daff2273dfcb736e" providerId="LiveId" clId="{7864E128-F8E5-4C3B-B427-8C25E8C185A6}" dt="2025-11-27T16:50:41.527" v="11095" actId="478"/>
          <ac:picMkLst>
            <pc:docMk/>
            <pc:sldMk cId="2545802832" sldId="362"/>
            <ac:picMk id="3" creationId="{CFE0E1E0-D80C-C43A-F9BD-7829301B23DA}"/>
          </ac:picMkLst>
        </pc:picChg>
        <pc:picChg chg="add mod">
          <ac:chgData name="Viet Pham Hoang" userId="daff2273dfcb736e" providerId="LiveId" clId="{7864E128-F8E5-4C3B-B427-8C25E8C185A6}" dt="2025-11-27T16:51:27.419" v="11124" actId="1076"/>
          <ac:picMkLst>
            <pc:docMk/>
            <pc:sldMk cId="2545802832" sldId="362"/>
            <ac:picMk id="4" creationId="{6019E8A2-47DD-B642-F07F-20B6C6CFEC1D}"/>
          </ac:picMkLst>
        </pc:picChg>
        <pc:picChg chg="add mod">
          <ac:chgData name="Viet Pham Hoang" userId="daff2273dfcb736e" providerId="LiveId" clId="{7864E128-F8E5-4C3B-B427-8C25E8C185A6}" dt="2025-11-27T16:52:39.002" v="11130" actId="1076"/>
          <ac:picMkLst>
            <pc:docMk/>
            <pc:sldMk cId="2545802832" sldId="362"/>
            <ac:picMk id="6" creationId="{C715B9A6-4569-239F-45C9-9C8581FB757F}"/>
          </ac:picMkLst>
        </pc:picChg>
        <pc:picChg chg="add mod">
          <ac:chgData name="Viet Pham Hoang" userId="daff2273dfcb736e" providerId="LiveId" clId="{7864E128-F8E5-4C3B-B427-8C25E8C185A6}" dt="2025-11-27T16:52:42.312" v="11131" actId="1076"/>
          <ac:picMkLst>
            <pc:docMk/>
            <pc:sldMk cId="2545802832" sldId="362"/>
            <ac:picMk id="8" creationId="{D730D05A-2638-F2DC-B3FD-B3583EA4774A}"/>
          </ac:picMkLst>
        </pc:picChg>
      </pc:sldChg>
      <pc:sldChg chg="modSp add del mod ord">
        <pc:chgData name="Viet Pham Hoang" userId="daff2273dfcb736e" providerId="LiveId" clId="{7864E128-F8E5-4C3B-B427-8C25E8C185A6}" dt="2025-11-27T10:09:09.381" v="9161" actId="47"/>
        <pc:sldMkLst>
          <pc:docMk/>
          <pc:sldMk cId="3646402136" sldId="362"/>
        </pc:sldMkLst>
      </pc:sldChg>
      <pc:sldChg chg="addSp delSp modSp add mod modNotesTx">
        <pc:chgData name="Viet Pham Hoang" userId="daff2273dfcb736e" providerId="LiveId" clId="{7864E128-F8E5-4C3B-B427-8C25E8C185A6}" dt="2025-11-27T16:55:13.234" v="11296" actId="20577"/>
        <pc:sldMkLst>
          <pc:docMk/>
          <pc:sldMk cId="100921069" sldId="363"/>
        </pc:sldMkLst>
        <pc:spChg chg="mod">
          <ac:chgData name="Viet Pham Hoang" userId="daff2273dfcb736e" providerId="LiveId" clId="{7864E128-F8E5-4C3B-B427-8C25E8C185A6}" dt="2025-11-27T16:53:57.065" v="11196" actId="20577"/>
          <ac:spMkLst>
            <pc:docMk/>
            <pc:sldMk cId="100921069" sldId="363"/>
            <ac:spMk id="31747" creationId="{007509CD-DAE2-1157-3D54-2548C2D06104}"/>
          </ac:spMkLst>
        </pc:spChg>
        <pc:picChg chg="add mod">
          <ac:chgData name="Viet Pham Hoang" userId="daff2273dfcb736e" providerId="LiveId" clId="{7864E128-F8E5-4C3B-B427-8C25E8C185A6}" dt="2025-11-27T16:53:54.498" v="11194" actId="1076"/>
          <ac:picMkLst>
            <pc:docMk/>
            <pc:sldMk cId="100921069" sldId="363"/>
            <ac:picMk id="3" creationId="{532368B0-F11D-E16E-029F-938D1292586E}"/>
          </ac:picMkLst>
        </pc:picChg>
        <pc:picChg chg="del">
          <ac:chgData name="Viet Pham Hoang" userId="daff2273dfcb736e" providerId="LiveId" clId="{7864E128-F8E5-4C3B-B427-8C25E8C185A6}" dt="2025-11-27T16:52:50.275" v="11133" actId="478"/>
          <ac:picMkLst>
            <pc:docMk/>
            <pc:sldMk cId="100921069" sldId="363"/>
            <ac:picMk id="4" creationId="{8A9D34B6-71BA-6649-436F-FB1F1E8F4688}"/>
          </ac:picMkLst>
        </pc:picChg>
        <pc:picChg chg="del">
          <ac:chgData name="Viet Pham Hoang" userId="daff2273dfcb736e" providerId="LiveId" clId="{7864E128-F8E5-4C3B-B427-8C25E8C185A6}" dt="2025-11-27T16:52:50.895" v="11134" actId="478"/>
          <ac:picMkLst>
            <pc:docMk/>
            <pc:sldMk cId="100921069" sldId="363"/>
            <ac:picMk id="6" creationId="{88B96ACB-76A3-127D-9AE5-5CCF07494C80}"/>
          </ac:picMkLst>
        </pc:picChg>
        <pc:picChg chg="del">
          <ac:chgData name="Viet Pham Hoang" userId="daff2273dfcb736e" providerId="LiveId" clId="{7864E128-F8E5-4C3B-B427-8C25E8C185A6}" dt="2025-11-27T16:52:51.456" v="11135" actId="478"/>
          <ac:picMkLst>
            <pc:docMk/>
            <pc:sldMk cId="100921069" sldId="363"/>
            <ac:picMk id="8" creationId="{67E72219-236E-84B9-3985-55196AF12E89}"/>
          </ac:picMkLst>
        </pc:picChg>
      </pc:sldChg>
      <pc:sldChg chg="modSp add del mod">
        <pc:chgData name="Viet Pham Hoang" userId="daff2273dfcb736e" providerId="LiveId" clId="{7864E128-F8E5-4C3B-B427-8C25E8C185A6}" dt="2025-11-27T10:09:09.381" v="9161" actId="47"/>
        <pc:sldMkLst>
          <pc:docMk/>
          <pc:sldMk cId="745502077" sldId="363"/>
        </pc:sldMkLst>
      </pc:sldChg>
      <pc:sldChg chg="modSp add del mod ord">
        <pc:chgData name="Viet Pham Hoang" userId="daff2273dfcb736e" providerId="LiveId" clId="{7864E128-F8E5-4C3B-B427-8C25E8C185A6}" dt="2025-11-27T10:09:09.381" v="9161" actId="47"/>
        <pc:sldMkLst>
          <pc:docMk/>
          <pc:sldMk cId="256004076" sldId="364"/>
        </pc:sldMkLst>
      </pc:sldChg>
      <pc:sldChg chg="addSp delSp modSp add mod">
        <pc:chgData name="Viet Pham Hoang" userId="daff2273dfcb736e" providerId="LiveId" clId="{7864E128-F8E5-4C3B-B427-8C25E8C185A6}" dt="2025-11-27T16:54:25.746" v="11202" actId="1076"/>
        <pc:sldMkLst>
          <pc:docMk/>
          <pc:sldMk cId="1848991917" sldId="364"/>
        </pc:sldMkLst>
        <pc:picChg chg="del">
          <ac:chgData name="Viet Pham Hoang" userId="daff2273dfcb736e" providerId="LiveId" clId="{7864E128-F8E5-4C3B-B427-8C25E8C185A6}" dt="2025-11-27T16:54:17.892" v="11198" actId="478"/>
          <ac:picMkLst>
            <pc:docMk/>
            <pc:sldMk cId="1848991917" sldId="364"/>
            <ac:picMk id="3" creationId="{0D00E3F6-B39F-5616-9268-C86B576E4FF2}"/>
          </ac:picMkLst>
        </pc:picChg>
        <pc:picChg chg="add mod">
          <ac:chgData name="Viet Pham Hoang" userId="daff2273dfcb736e" providerId="LiveId" clId="{7864E128-F8E5-4C3B-B427-8C25E8C185A6}" dt="2025-11-27T16:54:25.746" v="11202" actId="1076"/>
          <ac:picMkLst>
            <pc:docMk/>
            <pc:sldMk cId="1848991917" sldId="364"/>
            <ac:picMk id="4" creationId="{B9A0C412-B6B7-AB39-68B7-80A2F9373805}"/>
          </ac:picMkLst>
        </pc:picChg>
      </pc:sldChg>
      <pc:sldChg chg="addSp delSp modSp add mod">
        <pc:chgData name="Viet Pham Hoang" userId="daff2273dfcb736e" providerId="LiveId" clId="{7864E128-F8E5-4C3B-B427-8C25E8C185A6}" dt="2025-11-27T16:59:55.641" v="11340" actId="14100"/>
        <pc:sldMkLst>
          <pc:docMk/>
          <pc:sldMk cId="1961945913" sldId="365"/>
        </pc:sldMkLst>
        <pc:spChg chg="add mod">
          <ac:chgData name="Viet Pham Hoang" userId="daff2273dfcb736e" providerId="LiveId" clId="{7864E128-F8E5-4C3B-B427-8C25E8C185A6}" dt="2025-11-27T16:59:55.641" v="11340" actId="14100"/>
          <ac:spMkLst>
            <pc:docMk/>
            <pc:sldMk cId="1961945913" sldId="365"/>
            <ac:spMk id="11" creationId="{29E1CCB3-4204-5098-3CF4-169B97978C77}"/>
          </ac:spMkLst>
        </pc:spChg>
        <pc:spChg chg="mod">
          <ac:chgData name="Viet Pham Hoang" userId="daff2273dfcb736e" providerId="LiveId" clId="{7864E128-F8E5-4C3B-B427-8C25E8C185A6}" dt="2025-11-27T16:59:27.928" v="11333" actId="20577"/>
          <ac:spMkLst>
            <pc:docMk/>
            <pc:sldMk cId="1961945913" sldId="365"/>
            <ac:spMk id="31747" creationId="{B4451AC2-6112-5479-3B8E-552B15248F12}"/>
          </ac:spMkLst>
        </pc:spChg>
        <pc:picChg chg="add mod">
          <ac:chgData name="Viet Pham Hoang" userId="daff2273dfcb736e" providerId="LiveId" clId="{7864E128-F8E5-4C3B-B427-8C25E8C185A6}" dt="2025-11-27T16:58:50.498" v="11328" actId="1076"/>
          <ac:picMkLst>
            <pc:docMk/>
            <pc:sldMk cId="1961945913" sldId="365"/>
            <ac:picMk id="3" creationId="{B3F66869-8F3D-F543-0159-C10825223F69}"/>
          </ac:picMkLst>
        </pc:picChg>
        <pc:picChg chg="del">
          <ac:chgData name="Viet Pham Hoang" userId="daff2273dfcb736e" providerId="LiveId" clId="{7864E128-F8E5-4C3B-B427-8C25E8C185A6}" dt="2025-11-27T16:55:40.746" v="11298" actId="478"/>
          <ac:picMkLst>
            <pc:docMk/>
            <pc:sldMk cId="1961945913" sldId="365"/>
            <ac:picMk id="4" creationId="{59BE5FF8-318C-BEBF-FB4B-F73C2EB95B0A}"/>
          </ac:picMkLst>
        </pc:picChg>
        <pc:picChg chg="add mod">
          <ac:chgData name="Viet Pham Hoang" userId="daff2273dfcb736e" providerId="LiveId" clId="{7864E128-F8E5-4C3B-B427-8C25E8C185A6}" dt="2025-11-27T16:59:31.218" v="11334" actId="1076"/>
          <ac:picMkLst>
            <pc:docMk/>
            <pc:sldMk cId="1961945913" sldId="365"/>
            <ac:picMk id="6" creationId="{56394ED7-D087-6173-A623-52C9A4938868}"/>
          </ac:picMkLst>
        </pc:picChg>
        <pc:picChg chg="add mod">
          <ac:chgData name="Viet Pham Hoang" userId="daff2273dfcb736e" providerId="LiveId" clId="{7864E128-F8E5-4C3B-B427-8C25E8C185A6}" dt="2025-11-27T16:58:50.498" v="11328" actId="1076"/>
          <ac:picMkLst>
            <pc:docMk/>
            <pc:sldMk cId="1961945913" sldId="365"/>
            <ac:picMk id="8" creationId="{9A16A112-8C63-D4E4-AC00-8F9CC8C86F4E}"/>
          </ac:picMkLst>
        </pc:picChg>
        <pc:picChg chg="add mod">
          <ac:chgData name="Viet Pham Hoang" userId="daff2273dfcb736e" providerId="LiveId" clId="{7864E128-F8E5-4C3B-B427-8C25E8C185A6}" dt="2025-11-27T16:59:46.868" v="11337" actId="692"/>
          <ac:picMkLst>
            <pc:docMk/>
            <pc:sldMk cId="1961945913" sldId="365"/>
            <ac:picMk id="10" creationId="{48F0A63A-0C06-1F8E-6254-E3DEEF3F96B8}"/>
          </ac:picMkLst>
        </pc:picChg>
      </pc:sldChg>
      <pc:sldChg chg="addSp modSp add del mod modNotesTx">
        <pc:chgData name="Viet Pham Hoang" userId="daff2273dfcb736e" providerId="LiveId" clId="{7864E128-F8E5-4C3B-B427-8C25E8C185A6}" dt="2025-11-27T10:09:09.381" v="9161" actId="47"/>
        <pc:sldMkLst>
          <pc:docMk/>
          <pc:sldMk cId="4070440006" sldId="365"/>
        </pc:sldMkLst>
      </pc:sldChg>
      <pc:sldChg chg="modSp add del mod modNotesTx">
        <pc:chgData name="Viet Pham Hoang" userId="daff2273dfcb736e" providerId="LiveId" clId="{7864E128-F8E5-4C3B-B427-8C25E8C185A6}" dt="2025-11-27T10:09:09.381" v="9161" actId="47"/>
        <pc:sldMkLst>
          <pc:docMk/>
          <pc:sldMk cId="1127029529" sldId="366"/>
        </pc:sldMkLst>
      </pc:sldChg>
      <pc:sldChg chg="addSp delSp modSp add mod">
        <pc:chgData name="Viet Pham Hoang" userId="daff2273dfcb736e" providerId="LiveId" clId="{7864E128-F8E5-4C3B-B427-8C25E8C185A6}" dt="2025-11-27T17:01:43.186" v="11370" actId="1076"/>
        <pc:sldMkLst>
          <pc:docMk/>
          <pc:sldMk cId="3186221622" sldId="366"/>
        </pc:sldMkLst>
        <pc:spChg chg="del">
          <ac:chgData name="Viet Pham Hoang" userId="daff2273dfcb736e" providerId="LiveId" clId="{7864E128-F8E5-4C3B-B427-8C25E8C185A6}" dt="2025-11-27T17:00:35.141" v="11364" actId="478"/>
          <ac:spMkLst>
            <pc:docMk/>
            <pc:sldMk cId="3186221622" sldId="366"/>
            <ac:spMk id="11" creationId="{9A0DBB98-F154-99B3-2EF4-EACB4C4ECCAC}"/>
          </ac:spMkLst>
        </pc:spChg>
        <pc:spChg chg="mod">
          <ac:chgData name="Viet Pham Hoang" userId="daff2273dfcb736e" providerId="LiveId" clId="{7864E128-F8E5-4C3B-B427-8C25E8C185A6}" dt="2025-11-27T17:00:32.342" v="11360" actId="6549"/>
          <ac:spMkLst>
            <pc:docMk/>
            <pc:sldMk cId="3186221622" sldId="366"/>
            <ac:spMk id="31747" creationId="{96400971-FE3B-B687-64AA-B3B5AAF5CE16}"/>
          </ac:spMkLst>
        </pc:spChg>
        <pc:picChg chg="del">
          <ac:chgData name="Viet Pham Hoang" userId="daff2273dfcb736e" providerId="LiveId" clId="{7864E128-F8E5-4C3B-B427-8C25E8C185A6}" dt="2025-11-27T17:00:35.645" v="11365" actId="478"/>
          <ac:picMkLst>
            <pc:docMk/>
            <pc:sldMk cId="3186221622" sldId="366"/>
            <ac:picMk id="3" creationId="{824B348D-7922-A80A-FA46-9E3DF2FA2FE3}"/>
          </ac:picMkLst>
        </pc:picChg>
        <pc:picChg chg="add mod">
          <ac:chgData name="Viet Pham Hoang" userId="daff2273dfcb736e" providerId="LiveId" clId="{7864E128-F8E5-4C3B-B427-8C25E8C185A6}" dt="2025-11-27T17:01:43.186" v="11370" actId="1076"/>
          <ac:picMkLst>
            <pc:docMk/>
            <pc:sldMk cId="3186221622" sldId="366"/>
            <ac:picMk id="4" creationId="{CDA9C992-AC57-E104-06E1-44CC42AD0E4B}"/>
          </ac:picMkLst>
        </pc:picChg>
        <pc:picChg chg="del">
          <ac:chgData name="Viet Pham Hoang" userId="daff2273dfcb736e" providerId="LiveId" clId="{7864E128-F8E5-4C3B-B427-8C25E8C185A6}" dt="2025-11-27T17:00:33.943" v="11362" actId="478"/>
          <ac:picMkLst>
            <pc:docMk/>
            <pc:sldMk cId="3186221622" sldId="366"/>
            <ac:picMk id="6" creationId="{45BF450E-3B7B-1592-E25D-22F856909F3A}"/>
          </ac:picMkLst>
        </pc:picChg>
        <pc:picChg chg="del">
          <ac:chgData name="Viet Pham Hoang" userId="daff2273dfcb736e" providerId="LiveId" clId="{7864E128-F8E5-4C3B-B427-8C25E8C185A6}" dt="2025-11-27T17:00:34.554" v="11363" actId="478"/>
          <ac:picMkLst>
            <pc:docMk/>
            <pc:sldMk cId="3186221622" sldId="366"/>
            <ac:picMk id="8" creationId="{E2752824-A54F-4073-1782-61B58D6A541F}"/>
          </ac:picMkLst>
        </pc:picChg>
        <pc:picChg chg="del">
          <ac:chgData name="Viet Pham Hoang" userId="daff2273dfcb736e" providerId="LiveId" clId="{7864E128-F8E5-4C3B-B427-8C25E8C185A6}" dt="2025-11-27T17:00:33.280" v="11361" actId="478"/>
          <ac:picMkLst>
            <pc:docMk/>
            <pc:sldMk cId="3186221622" sldId="366"/>
            <ac:picMk id="10" creationId="{E95662C5-B650-349E-771D-090EAC21BBCC}"/>
          </ac:picMkLst>
        </pc:picChg>
      </pc:sldChg>
      <pc:sldChg chg="modSp add mod modNotesTx">
        <pc:chgData name="Viet Pham Hoang" userId="daff2273dfcb736e" providerId="LiveId" clId="{7864E128-F8E5-4C3B-B427-8C25E8C185A6}" dt="2025-11-27T17:19:10.561" v="11381" actId="255"/>
        <pc:sldMkLst>
          <pc:docMk/>
          <pc:sldMk cId="2079517173" sldId="367"/>
        </pc:sldMkLst>
        <pc:spChg chg="mod">
          <ac:chgData name="Viet Pham Hoang" userId="daff2273dfcb736e" providerId="LiveId" clId="{7864E128-F8E5-4C3B-B427-8C25E8C185A6}" dt="2025-11-27T17:19:10.561" v="11381" actId="255"/>
          <ac:spMkLst>
            <pc:docMk/>
            <pc:sldMk cId="2079517173" sldId="367"/>
            <ac:spMk id="31747" creationId="{F7A23559-E023-4042-8EAF-6C99818F5160}"/>
          </ac:spMkLst>
        </pc:spChg>
      </pc:sldChg>
      <pc:sldChg chg="modSp add del mod modNotesTx">
        <pc:chgData name="Viet Pham Hoang" userId="daff2273dfcb736e" providerId="LiveId" clId="{7864E128-F8E5-4C3B-B427-8C25E8C185A6}" dt="2025-11-27T10:09:09.381" v="9161" actId="47"/>
        <pc:sldMkLst>
          <pc:docMk/>
          <pc:sldMk cId="2955571651" sldId="367"/>
        </pc:sldMkLst>
      </pc:sldChg>
      <pc:sldChg chg="addSp delSp modSp add del mod modNotesTx">
        <pc:chgData name="Viet Pham Hoang" userId="daff2273dfcb736e" providerId="LiveId" clId="{7864E128-F8E5-4C3B-B427-8C25E8C185A6}" dt="2025-11-27T10:09:09.381" v="9161" actId="47"/>
        <pc:sldMkLst>
          <pc:docMk/>
          <pc:sldMk cId="653950403" sldId="368"/>
        </pc:sldMkLst>
      </pc:sldChg>
      <pc:sldChg chg="addSp modSp add mod modNotesTx">
        <pc:chgData name="Viet Pham Hoang" userId="daff2273dfcb736e" providerId="LiveId" clId="{7864E128-F8E5-4C3B-B427-8C25E8C185A6}" dt="2025-11-27T17:26:37.346" v="11390" actId="20577"/>
        <pc:sldMkLst>
          <pc:docMk/>
          <pc:sldMk cId="676419414" sldId="368"/>
        </pc:sldMkLst>
        <pc:spChg chg="mod">
          <ac:chgData name="Viet Pham Hoang" userId="daff2273dfcb736e" providerId="LiveId" clId="{7864E128-F8E5-4C3B-B427-8C25E8C185A6}" dt="2025-11-27T17:21:14.733" v="11385" actId="255"/>
          <ac:spMkLst>
            <pc:docMk/>
            <pc:sldMk cId="676419414" sldId="368"/>
            <ac:spMk id="31747" creationId="{14472152-A091-22CB-B2F9-C98BB4075A5B}"/>
          </ac:spMkLst>
        </pc:spChg>
        <pc:picChg chg="add mod">
          <ac:chgData name="Viet Pham Hoang" userId="daff2273dfcb736e" providerId="LiveId" clId="{7864E128-F8E5-4C3B-B427-8C25E8C185A6}" dt="2025-11-27T17:21:23.297" v="11387" actId="1076"/>
          <ac:picMkLst>
            <pc:docMk/>
            <pc:sldMk cId="676419414" sldId="368"/>
            <ac:picMk id="2" creationId="{16BC7D1C-2795-F77E-A68C-37705113A8F5}"/>
          </ac:picMkLst>
        </pc:picChg>
      </pc:sldChg>
      <pc:sldChg chg="delSp modSp add mod modNotesTx">
        <pc:chgData name="Viet Pham Hoang" userId="daff2273dfcb736e" providerId="LiveId" clId="{7864E128-F8E5-4C3B-B427-8C25E8C185A6}" dt="2025-11-27T17:36:13.406" v="11430" actId="255"/>
        <pc:sldMkLst>
          <pc:docMk/>
          <pc:sldMk cId="903168871" sldId="369"/>
        </pc:sldMkLst>
        <pc:spChg chg="mod">
          <ac:chgData name="Viet Pham Hoang" userId="daff2273dfcb736e" providerId="LiveId" clId="{7864E128-F8E5-4C3B-B427-8C25E8C185A6}" dt="2025-11-27T17:31:14.673" v="11414" actId="20577"/>
          <ac:spMkLst>
            <pc:docMk/>
            <pc:sldMk cId="903168871" sldId="369"/>
            <ac:spMk id="31746" creationId="{DDEBF7A0-4215-6E9B-44B4-6C431379879C}"/>
          </ac:spMkLst>
        </pc:spChg>
        <pc:spChg chg="mod">
          <ac:chgData name="Viet Pham Hoang" userId="daff2273dfcb736e" providerId="LiveId" clId="{7864E128-F8E5-4C3B-B427-8C25E8C185A6}" dt="2025-11-27T17:36:13.406" v="11430" actId="255"/>
          <ac:spMkLst>
            <pc:docMk/>
            <pc:sldMk cId="903168871" sldId="369"/>
            <ac:spMk id="31747" creationId="{C0503703-4A96-FC74-C0CE-358D7B9821A1}"/>
          </ac:spMkLst>
        </pc:spChg>
        <pc:picChg chg="del">
          <ac:chgData name="Viet Pham Hoang" userId="daff2273dfcb736e" providerId="LiveId" clId="{7864E128-F8E5-4C3B-B427-8C25E8C185A6}" dt="2025-11-27T17:31:19.835" v="11415" actId="478"/>
          <ac:picMkLst>
            <pc:docMk/>
            <pc:sldMk cId="903168871" sldId="369"/>
            <ac:picMk id="2" creationId="{505F20E6-A612-8E2C-A3E0-7453498815A5}"/>
          </ac:picMkLst>
        </pc:picChg>
      </pc:sldChg>
      <pc:sldChg chg="addSp modSp add del mod">
        <pc:chgData name="Viet Pham Hoang" userId="daff2273dfcb736e" providerId="LiveId" clId="{7864E128-F8E5-4C3B-B427-8C25E8C185A6}" dt="2025-11-27T10:09:09.381" v="9161" actId="47"/>
        <pc:sldMkLst>
          <pc:docMk/>
          <pc:sldMk cId="3826807150" sldId="369"/>
        </pc:sldMkLst>
      </pc:sldChg>
      <pc:sldChg chg="modSp add del mod">
        <pc:chgData name="Viet Pham Hoang" userId="daff2273dfcb736e" providerId="LiveId" clId="{7864E128-F8E5-4C3B-B427-8C25E8C185A6}" dt="2025-11-27T17:37:22.517" v="11432" actId="47"/>
        <pc:sldMkLst>
          <pc:docMk/>
          <pc:sldMk cId="3908863851" sldId="370"/>
        </pc:sldMkLst>
        <pc:spChg chg="mod">
          <ac:chgData name="Viet Pham Hoang" userId="daff2273dfcb736e" providerId="LiveId" clId="{7864E128-F8E5-4C3B-B427-8C25E8C185A6}" dt="2025-11-27T17:34:46.567" v="11421" actId="6549"/>
          <ac:spMkLst>
            <pc:docMk/>
            <pc:sldMk cId="3908863851" sldId="370"/>
            <ac:spMk id="31747" creationId="{A73DB812-A4E4-8008-8274-1AA69E797D5A}"/>
          </ac:spMkLst>
        </pc:spChg>
      </pc:sldChg>
      <pc:sldChg chg="modSp add del mod modNotesTx">
        <pc:chgData name="Viet Pham Hoang" userId="daff2273dfcb736e" providerId="LiveId" clId="{7864E128-F8E5-4C3B-B427-8C25E8C185A6}" dt="2025-11-27T10:09:09.381" v="9161" actId="47"/>
        <pc:sldMkLst>
          <pc:docMk/>
          <pc:sldMk cId="1821004643" sldId="371"/>
        </pc:sldMkLst>
      </pc:sldChg>
      <pc:sldChg chg="modSp add mod">
        <pc:chgData name="Viet Pham Hoang" userId="daff2273dfcb736e" providerId="LiveId" clId="{7864E128-F8E5-4C3B-B427-8C25E8C185A6}" dt="2025-11-27T17:57:53.600" v="12257" actId="20577"/>
        <pc:sldMkLst>
          <pc:docMk/>
          <pc:sldMk cId="4241927036" sldId="371"/>
        </pc:sldMkLst>
        <pc:spChg chg="mod">
          <ac:chgData name="Viet Pham Hoang" userId="daff2273dfcb736e" providerId="LiveId" clId="{7864E128-F8E5-4C3B-B427-8C25E8C185A6}" dt="2025-11-27T17:57:53.600" v="12257" actId="20577"/>
          <ac:spMkLst>
            <pc:docMk/>
            <pc:sldMk cId="4241927036" sldId="371"/>
            <ac:spMk id="31747" creationId="{E7E59BD1-48F9-9423-42E6-BBBF532461BE}"/>
          </ac:spMkLst>
        </pc:spChg>
      </pc:sldChg>
      <pc:sldChg chg="addSp modSp add mod ord">
        <pc:chgData name="Viet Pham Hoang" userId="daff2273dfcb736e" providerId="LiveId" clId="{7864E128-F8E5-4C3B-B427-8C25E8C185A6}" dt="2025-11-27T17:49:18.136" v="11920" actId="1076"/>
        <pc:sldMkLst>
          <pc:docMk/>
          <pc:sldMk cId="1547445285" sldId="372"/>
        </pc:sldMkLst>
        <pc:spChg chg="mod">
          <ac:chgData name="Viet Pham Hoang" userId="daff2273dfcb736e" providerId="LiveId" clId="{7864E128-F8E5-4C3B-B427-8C25E8C185A6}" dt="2025-11-27T17:49:08.286" v="11916" actId="255"/>
          <ac:spMkLst>
            <pc:docMk/>
            <pc:sldMk cId="1547445285" sldId="372"/>
            <ac:spMk id="31747" creationId="{AE53E5C3-74F6-6629-6F10-025DE1453856}"/>
          </ac:spMkLst>
        </pc:spChg>
        <pc:picChg chg="add mod">
          <ac:chgData name="Viet Pham Hoang" userId="daff2273dfcb736e" providerId="LiveId" clId="{7864E128-F8E5-4C3B-B427-8C25E8C185A6}" dt="2025-11-27T17:49:18.136" v="11920" actId="1076"/>
          <ac:picMkLst>
            <pc:docMk/>
            <pc:sldMk cId="1547445285" sldId="372"/>
            <ac:picMk id="2" creationId="{64EF0A81-6BAC-9DAE-7346-0DEBBFFF5CEC}"/>
          </ac:picMkLst>
        </pc:picChg>
      </pc:sldChg>
      <pc:sldChg chg="addSp delSp modSp add del mod modNotes modNotesTx">
        <pc:chgData name="Viet Pham Hoang" userId="daff2273dfcb736e" providerId="LiveId" clId="{7864E128-F8E5-4C3B-B427-8C25E8C185A6}" dt="2025-11-27T10:09:09.381" v="9161" actId="47"/>
        <pc:sldMkLst>
          <pc:docMk/>
          <pc:sldMk cId="2059141008" sldId="372"/>
        </pc:sldMkLst>
      </pc:sldChg>
      <pc:sldChg chg="modSp add mod">
        <pc:chgData name="Viet Pham Hoang" userId="daff2273dfcb736e" providerId="LiveId" clId="{7864E128-F8E5-4C3B-B427-8C25E8C185A6}" dt="2025-11-27T17:48:09.608" v="11909" actId="255"/>
        <pc:sldMkLst>
          <pc:docMk/>
          <pc:sldMk cId="107499671" sldId="373"/>
        </pc:sldMkLst>
        <pc:spChg chg="mod">
          <ac:chgData name="Viet Pham Hoang" userId="daff2273dfcb736e" providerId="LiveId" clId="{7864E128-F8E5-4C3B-B427-8C25E8C185A6}" dt="2025-11-27T17:48:09.608" v="11909" actId="255"/>
          <ac:spMkLst>
            <pc:docMk/>
            <pc:sldMk cId="107499671" sldId="373"/>
            <ac:spMk id="31747" creationId="{8AB88C85-4323-4B01-A204-09D82C541E2E}"/>
          </ac:spMkLst>
        </pc:spChg>
      </pc:sldChg>
      <pc:sldChg chg="modSp add del mod modNotes modNotesTx">
        <pc:chgData name="Viet Pham Hoang" userId="daff2273dfcb736e" providerId="LiveId" clId="{7864E128-F8E5-4C3B-B427-8C25E8C185A6}" dt="2025-11-27T10:09:09.381" v="9161" actId="47"/>
        <pc:sldMkLst>
          <pc:docMk/>
          <pc:sldMk cId="3520576350" sldId="373"/>
        </pc:sldMkLst>
      </pc:sldChg>
      <pc:sldChg chg="addSp delSp modSp add mod">
        <pc:chgData name="Viet Pham Hoang" userId="daff2273dfcb736e" providerId="LiveId" clId="{7864E128-F8E5-4C3B-B427-8C25E8C185A6}" dt="2025-11-27T18:02:58.235" v="12317" actId="167"/>
        <pc:sldMkLst>
          <pc:docMk/>
          <pc:sldMk cId="1421692297" sldId="374"/>
        </pc:sldMkLst>
        <pc:spChg chg="mod">
          <ac:chgData name="Viet Pham Hoang" userId="daff2273dfcb736e" providerId="LiveId" clId="{7864E128-F8E5-4C3B-B427-8C25E8C185A6}" dt="2025-11-27T17:49:42.410" v="11922" actId="20577"/>
          <ac:spMkLst>
            <pc:docMk/>
            <pc:sldMk cId="1421692297" sldId="374"/>
            <ac:spMk id="31747" creationId="{0606766F-7FA0-A29E-3473-BF2965BFF212}"/>
          </ac:spMkLst>
        </pc:spChg>
        <pc:picChg chg="add del mod">
          <ac:chgData name="Viet Pham Hoang" userId="daff2273dfcb736e" providerId="LiveId" clId="{7864E128-F8E5-4C3B-B427-8C25E8C185A6}" dt="2025-11-27T17:51:17.193" v="11927" actId="478"/>
          <ac:picMkLst>
            <pc:docMk/>
            <pc:sldMk cId="1421692297" sldId="374"/>
            <ac:picMk id="3" creationId="{3A1F19DB-603C-C8D1-CB2C-E7DA2E29134B}"/>
          </ac:picMkLst>
        </pc:picChg>
        <pc:picChg chg="add mod ord">
          <ac:chgData name="Viet Pham Hoang" userId="daff2273dfcb736e" providerId="LiveId" clId="{7864E128-F8E5-4C3B-B427-8C25E8C185A6}" dt="2025-11-27T18:02:58.235" v="12317" actId="167"/>
          <ac:picMkLst>
            <pc:docMk/>
            <pc:sldMk cId="1421692297" sldId="374"/>
            <ac:picMk id="4" creationId="{083D0A00-62D8-7C90-ACEC-EF67D0BCCB77}"/>
          </ac:picMkLst>
        </pc:picChg>
      </pc:sldChg>
      <pc:sldChg chg="modSp add del mod modNotes modNotesTx">
        <pc:chgData name="Viet Pham Hoang" userId="daff2273dfcb736e" providerId="LiveId" clId="{7864E128-F8E5-4C3B-B427-8C25E8C185A6}" dt="2025-11-27T10:09:09.381" v="9161" actId="47"/>
        <pc:sldMkLst>
          <pc:docMk/>
          <pc:sldMk cId="2940009919" sldId="374"/>
        </pc:sldMkLst>
      </pc:sldChg>
      <pc:sldChg chg="addSp delSp modSp add del mod ord modNotes">
        <pc:chgData name="Viet Pham Hoang" userId="daff2273dfcb736e" providerId="LiveId" clId="{7864E128-F8E5-4C3B-B427-8C25E8C185A6}" dt="2025-11-27T10:09:09.381" v="9161" actId="47"/>
        <pc:sldMkLst>
          <pc:docMk/>
          <pc:sldMk cId="2490858012" sldId="375"/>
        </pc:sldMkLst>
      </pc:sldChg>
      <pc:sldChg chg="addSp modSp add mod">
        <pc:chgData name="Viet Pham Hoang" userId="daff2273dfcb736e" providerId="LiveId" clId="{7864E128-F8E5-4C3B-B427-8C25E8C185A6}" dt="2025-11-27T17:53:41.232" v="12014" actId="1076"/>
        <pc:sldMkLst>
          <pc:docMk/>
          <pc:sldMk cId="3447892245" sldId="375"/>
        </pc:sldMkLst>
        <pc:spChg chg="mod">
          <ac:chgData name="Viet Pham Hoang" userId="daff2273dfcb736e" providerId="LiveId" clId="{7864E128-F8E5-4C3B-B427-8C25E8C185A6}" dt="2025-11-27T17:52:46.973" v="12009" actId="20577"/>
          <ac:spMkLst>
            <pc:docMk/>
            <pc:sldMk cId="3447892245" sldId="375"/>
            <ac:spMk id="31747" creationId="{829E961C-2095-EE9A-3E03-595BF19F1716}"/>
          </ac:spMkLst>
        </pc:spChg>
        <pc:picChg chg="add mod">
          <ac:chgData name="Viet Pham Hoang" userId="daff2273dfcb736e" providerId="LiveId" clId="{7864E128-F8E5-4C3B-B427-8C25E8C185A6}" dt="2025-11-27T17:53:41.232" v="12014" actId="1076"/>
          <ac:picMkLst>
            <pc:docMk/>
            <pc:sldMk cId="3447892245" sldId="375"/>
            <ac:picMk id="3" creationId="{A88B8AFC-65CB-65CC-1547-B26029041CB2}"/>
          </ac:picMkLst>
        </pc:picChg>
      </pc:sldChg>
      <pc:sldChg chg="addSp delSp modSp add del mod modNotesTx">
        <pc:chgData name="Viet Pham Hoang" userId="daff2273dfcb736e" providerId="LiveId" clId="{7864E128-F8E5-4C3B-B427-8C25E8C185A6}" dt="2025-11-27T10:09:09.381" v="9161" actId="47"/>
        <pc:sldMkLst>
          <pc:docMk/>
          <pc:sldMk cId="1057243259" sldId="376"/>
        </pc:sldMkLst>
      </pc:sldChg>
      <pc:sldChg chg="addSp delSp modSp add mod">
        <pc:chgData name="Viet Pham Hoang" userId="daff2273dfcb736e" providerId="LiveId" clId="{7864E128-F8E5-4C3B-B427-8C25E8C185A6}" dt="2025-11-27T17:57:35.017" v="12255" actId="14100"/>
        <pc:sldMkLst>
          <pc:docMk/>
          <pc:sldMk cId="2050668771" sldId="376"/>
        </pc:sldMkLst>
        <pc:spChg chg="mod">
          <ac:chgData name="Viet Pham Hoang" userId="daff2273dfcb736e" providerId="LiveId" clId="{7864E128-F8E5-4C3B-B427-8C25E8C185A6}" dt="2025-11-27T17:56:56.726" v="12252" actId="20577"/>
          <ac:spMkLst>
            <pc:docMk/>
            <pc:sldMk cId="2050668771" sldId="376"/>
            <ac:spMk id="31747" creationId="{CE93EB90-70D4-A413-45CA-10B3B19F4D2B}"/>
          </ac:spMkLst>
        </pc:spChg>
        <pc:picChg chg="del">
          <ac:chgData name="Viet Pham Hoang" userId="daff2273dfcb736e" providerId="LiveId" clId="{7864E128-F8E5-4C3B-B427-8C25E8C185A6}" dt="2025-11-27T17:56:18.082" v="12183" actId="478"/>
          <ac:picMkLst>
            <pc:docMk/>
            <pc:sldMk cId="2050668771" sldId="376"/>
            <ac:picMk id="3" creationId="{70A84570-153A-5C94-C89F-A9CDE710B2AC}"/>
          </ac:picMkLst>
        </pc:picChg>
        <pc:picChg chg="add mod">
          <ac:chgData name="Viet Pham Hoang" userId="daff2273dfcb736e" providerId="LiveId" clId="{7864E128-F8E5-4C3B-B427-8C25E8C185A6}" dt="2025-11-27T17:57:35.017" v="12255" actId="14100"/>
          <ac:picMkLst>
            <pc:docMk/>
            <pc:sldMk cId="2050668771" sldId="376"/>
            <ac:picMk id="4" creationId="{4E8B0066-54BC-00EC-BD1F-036E396BB097}"/>
          </ac:picMkLst>
        </pc:picChg>
      </pc:sldChg>
      <pc:sldChg chg="addSp modSp add mod">
        <pc:chgData name="Viet Pham Hoang" userId="daff2273dfcb736e" providerId="LiveId" clId="{7864E128-F8E5-4C3B-B427-8C25E8C185A6}" dt="2025-11-27T18:02:36.455" v="12313" actId="1036"/>
        <pc:sldMkLst>
          <pc:docMk/>
          <pc:sldMk cId="2347334987" sldId="377"/>
        </pc:sldMkLst>
        <pc:spChg chg="mod">
          <ac:chgData name="Viet Pham Hoang" userId="daff2273dfcb736e" providerId="LiveId" clId="{7864E128-F8E5-4C3B-B427-8C25E8C185A6}" dt="2025-11-27T18:02:23.116" v="12308" actId="255"/>
          <ac:spMkLst>
            <pc:docMk/>
            <pc:sldMk cId="2347334987" sldId="377"/>
            <ac:spMk id="31747" creationId="{4F77CC69-467E-1319-1662-EB8D2F977FD2}"/>
          </ac:spMkLst>
        </pc:spChg>
        <pc:picChg chg="add mod ord">
          <ac:chgData name="Viet Pham Hoang" userId="daff2273dfcb736e" providerId="LiveId" clId="{7864E128-F8E5-4C3B-B427-8C25E8C185A6}" dt="2025-11-27T18:02:36.455" v="12313" actId="1036"/>
          <ac:picMkLst>
            <pc:docMk/>
            <pc:sldMk cId="2347334987" sldId="377"/>
            <ac:picMk id="2" creationId="{EA82FA45-6A21-2B65-1F3A-0A1B2E434E53}"/>
          </ac:picMkLst>
        </pc:picChg>
      </pc:sldChg>
      <pc:sldChg chg="modSp add del mod">
        <pc:chgData name="Viet Pham Hoang" userId="daff2273dfcb736e" providerId="LiveId" clId="{7864E128-F8E5-4C3B-B427-8C25E8C185A6}" dt="2025-11-27T10:09:09.381" v="9161" actId="47"/>
        <pc:sldMkLst>
          <pc:docMk/>
          <pc:sldMk cId="4155802119" sldId="377"/>
        </pc:sldMkLst>
      </pc:sldChg>
      <pc:sldChg chg="addSp modSp add mod">
        <pc:chgData name="Viet Pham Hoang" userId="daff2273dfcb736e" providerId="LiveId" clId="{7864E128-F8E5-4C3B-B427-8C25E8C185A6}" dt="2025-11-27T18:03:29.395" v="12327" actId="1037"/>
        <pc:sldMkLst>
          <pc:docMk/>
          <pc:sldMk cId="1849076718" sldId="378"/>
        </pc:sldMkLst>
        <pc:spChg chg="mod">
          <ac:chgData name="Viet Pham Hoang" userId="daff2273dfcb736e" providerId="LiveId" clId="{7864E128-F8E5-4C3B-B427-8C25E8C185A6}" dt="2025-11-27T18:02:09.275" v="12307" actId="255"/>
          <ac:spMkLst>
            <pc:docMk/>
            <pc:sldMk cId="1849076718" sldId="378"/>
            <ac:spMk id="31747" creationId="{2B7164C7-4127-A66B-60DB-51410E7BFECE}"/>
          </ac:spMkLst>
        </pc:spChg>
        <pc:picChg chg="add mod">
          <ac:chgData name="Viet Pham Hoang" userId="daff2273dfcb736e" providerId="LiveId" clId="{7864E128-F8E5-4C3B-B427-8C25E8C185A6}" dt="2025-11-27T18:03:29.395" v="12327" actId="1037"/>
          <ac:picMkLst>
            <pc:docMk/>
            <pc:sldMk cId="1849076718" sldId="378"/>
            <ac:picMk id="2" creationId="{3247183E-BCFF-CB39-FE1F-8447161E4635}"/>
          </ac:picMkLst>
        </pc:picChg>
      </pc:sldChg>
      <pc:sldChg chg="delSp modSp add del mod">
        <pc:chgData name="Viet Pham Hoang" userId="daff2273dfcb736e" providerId="LiveId" clId="{7864E128-F8E5-4C3B-B427-8C25E8C185A6}" dt="2025-11-27T10:09:09.381" v="9161" actId="47"/>
        <pc:sldMkLst>
          <pc:docMk/>
          <pc:sldMk cId="3019653538" sldId="378"/>
        </pc:sldMkLst>
      </pc:sldChg>
      <pc:sldChg chg="addSp modSp add mod">
        <pc:chgData name="Viet Pham Hoang" userId="daff2273dfcb736e" providerId="LiveId" clId="{7864E128-F8E5-4C3B-B427-8C25E8C185A6}" dt="2025-11-27T18:05:30.280" v="12542" actId="14100"/>
        <pc:sldMkLst>
          <pc:docMk/>
          <pc:sldMk cId="1609318764" sldId="379"/>
        </pc:sldMkLst>
        <pc:spChg chg="mod">
          <ac:chgData name="Viet Pham Hoang" userId="daff2273dfcb736e" providerId="LiveId" clId="{7864E128-F8E5-4C3B-B427-8C25E8C185A6}" dt="2025-11-27T18:05:12.132" v="12537" actId="20577"/>
          <ac:spMkLst>
            <pc:docMk/>
            <pc:sldMk cId="1609318764" sldId="379"/>
            <ac:spMk id="31747" creationId="{BF5C030E-93F2-594C-022A-5D52242D58E6}"/>
          </ac:spMkLst>
        </pc:spChg>
        <pc:picChg chg="add mod">
          <ac:chgData name="Viet Pham Hoang" userId="daff2273dfcb736e" providerId="LiveId" clId="{7864E128-F8E5-4C3B-B427-8C25E8C185A6}" dt="2025-11-27T18:05:30.280" v="12542" actId="14100"/>
          <ac:picMkLst>
            <pc:docMk/>
            <pc:sldMk cId="1609318764" sldId="379"/>
            <ac:picMk id="2" creationId="{76124EDA-E69C-CE46-7B68-1A379F9E9BC1}"/>
          </ac:picMkLst>
        </pc:picChg>
      </pc:sldChg>
      <pc:sldChg chg="modSp add del mod">
        <pc:chgData name="Viet Pham Hoang" userId="daff2273dfcb736e" providerId="LiveId" clId="{7864E128-F8E5-4C3B-B427-8C25E8C185A6}" dt="2025-11-27T10:09:09.381" v="9161" actId="47"/>
        <pc:sldMkLst>
          <pc:docMk/>
          <pc:sldMk cId="3137440089" sldId="379"/>
        </pc:sldMkLst>
      </pc:sldChg>
      <pc:sldChg chg="addSp modSp add mod">
        <pc:chgData name="Viet Pham Hoang" userId="daff2273dfcb736e" providerId="LiveId" clId="{7864E128-F8E5-4C3B-B427-8C25E8C185A6}" dt="2025-11-27T18:06:13.384" v="12544" actId="1076"/>
        <pc:sldMkLst>
          <pc:docMk/>
          <pc:sldMk cId="355000687" sldId="380"/>
        </pc:sldMkLst>
        <pc:spChg chg="mod">
          <ac:chgData name="Viet Pham Hoang" userId="daff2273dfcb736e" providerId="LiveId" clId="{7864E128-F8E5-4C3B-B427-8C25E8C185A6}" dt="2025-11-27T18:01:00.178" v="12292" actId="6549"/>
          <ac:spMkLst>
            <pc:docMk/>
            <pc:sldMk cId="355000687" sldId="380"/>
            <ac:spMk id="31747" creationId="{F253942F-45B1-C63B-C241-57B7395C69B8}"/>
          </ac:spMkLst>
        </pc:spChg>
        <pc:picChg chg="add mod">
          <ac:chgData name="Viet Pham Hoang" userId="daff2273dfcb736e" providerId="LiveId" clId="{7864E128-F8E5-4C3B-B427-8C25E8C185A6}" dt="2025-11-27T18:06:13.384" v="12544" actId="1076"/>
          <ac:picMkLst>
            <pc:docMk/>
            <pc:sldMk cId="355000687" sldId="380"/>
            <ac:picMk id="3" creationId="{61A0FE12-4B88-6F7D-76B5-BD6D0D55DC24}"/>
          </ac:picMkLst>
        </pc:picChg>
      </pc:sldChg>
      <pc:sldChg chg="modSp add del mod">
        <pc:chgData name="Viet Pham Hoang" userId="daff2273dfcb736e" providerId="LiveId" clId="{7864E128-F8E5-4C3B-B427-8C25E8C185A6}" dt="2025-11-27T10:09:09.381" v="9161" actId="47"/>
        <pc:sldMkLst>
          <pc:docMk/>
          <pc:sldMk cId="1093502118" sldId="380"/>
        </pc:sldMkLst>
      </pc:sldChg>
      <pc:sldChg chg="delSp modSp add mod">
        <pc:chgData name="Viet Pham Hoang" userId="daff2273dfcb736e" providerId="LiveId" clId="{7864E128-F8E5-4C3B-B427-8C25E8C185A6}" dt="2025-11-27T18:11:01.428" v="12630" actId="20577"/>
        <pc:sldMkLst>
          <pc:docMk/>
          <pc:sldMk cId="189062388" sldId="381"/>
        </pc:sldMkLst>
        <pc:spChg chg="mod">
          <ac:chgData name="Viet Pham Hoang" userId="daff2273dfcb736e" providerId="LiveId" clId="{7864E128-F8E5-4C3B-B427-8C25E8C185A6}" dt="2025-11-27T18:11:01.428" v="12630" actId="20577"/>
          <ac:spMkLst>
            <pc:docMk/>
            <pc:sldMk cId="189062388" sldId="381"/>
            <ac:spMk id="31747" creationId="{AE2032F5-FFEF-C697-9F53-2E36890DA485}"/>
          </ac:spMkLst>
        </pc:spChg>
        <pc:picChg chg="del">
          <ac:chgData name="Viet Pham Hoang" userId="daff2273dfcb736e" providerId="LiveId" clId="{7864E128-F8E5-4C3B-B427-8C25E8C185A6}" dt="2025-11-27T18:06:44.737" v="12595" actId="478"/>
          <ac:picMkLst>
            <pc:docMk/>
            <pc:sldMk cId="189062388" sldId="381"/>
            <ac:picMk id="3" creationId="{1E9885DD-A9F4-1129-6E83-BE6DDCCF68C8}"/>
          </ac:picMkLst>
        </pc:picChg>
      </pc:sldChg>
      <pc:sldChg chg="addSp modSp add del mod modNotes modNotesTx">
        <pc:chgData name="Viet Pham Hoang" userId="daff2273dfcb736e" providerId="LiveId" clId="{7864E128-F8E5-4C3B-B427-8C25E8C185A6}" dt="2025-11-27T10:09:09.381" v="9161" actId="47"/>
        <pc:sldMkLst>
          <pc:docMk/>
          <pc:sldMk cId="3405100643" sldId="381"/>
        </pc:sldMkLst>
      </pc:sldChg>
      <pc:sldChg chg="addSp modSp add mod">
        <pc:chgData name="Viet Pham Hoang" userId="daff2273dfcb736e" providerId="LiveId" clId="{7864E128-F8E5-4C3B-B427-8C25E8C185A6}" dt="2025-11-27T18:10:53.935" v="12626" actId="1076"/>
        <pc:sldMkLst>
          <pc:docMk/>
          <pc:sldMk cId="172041866" sldId="382"/>
        </pc:sldMkLst>
        <pc:spChg chg="mod">
          <ac:chgData name="Viet Pham Hoang" userId="daff2273dfcb736e" providerId="LiveId" clId="{7864E128-F8E5-4C3B-B427-8C25E8C185A6}" dt="2025-11-27T18:10:34.549" v="12620" actId="20577"/>
          <ac:spMkLst>
            <pc:docMk/>
            <pc:sldMk cId="172041866" sldId="382"/>
            <ac:spMk id="31747" creationId="{5B613101-D7FE-EC06-ED68-F0AA24230A28}"/>
          </ac:spMkLst>
        </pc:spChg>
        <pc:picChg chg="add mod">
          <ac:chgData name="Viet Pham Hoang" userId="daff2273dfcb736e" providerId="LiveId" clId="{7864E128-F8E5-4C3B-B427-8C25E8C185A6}" dt="2025-11-27T18:10:53.935" v="12626" actId="1076"/>
          <ac:picMkLst>
            <pc:docMk/>
            <pc:sldMk cId="172041866" sldId="382"/>
            <ac:picMk id="2" creationId="{26D690A0-3D02-FCD2-6714-8D528A750D9A}"/>
          </ac:picMkLst>
        </pc:picChg>
      </pc:sldChg>
      <pc:sldChg chg="add del">
        <pc:chgData name="Viet Pham Hoang" userId="daff2273dfcb736e" providerId="LiveId" clId="{7864E128-F8E5-4C3B-B427-8C25E8C185A6}" dt="2025-11-27T18:06:42.328" v="12594" actId="47"/>
        <pc:sldMkLst>
          <pc:docMk/>
          <pc:sldMk cId="1991803836" sldId="382"/>
        </pc:sldMkLst>
      </pc:sldChg>
      <pc:sldChg chg="addSp delSp modSp add mod">
        <pc:chgData name="Viet Pham Hoang" userId="daff2273dfcb736e" providerId="LiveId" clId="{7864E128-F8E5-4C3B-B427-8C25E8C185A6}" dt="2025-11-27T18:14:29.002" v="12669" actId="20577"/>
        <pc:sldMkLst>
          <pc:docMk/>
          <pc:sldMk cId="963764875" sldId="383"/>
        </pc:sldMkLst>
        <pc:spChg chg="mod">
          <ac:chgData name="Viet Pham Hoang" userId="daff2273dfcb736e" providerId="LiveId" clId="{7864E128-F8E5-4C3B-B427-8C25E8C185A6}" dt="2025-11-27T18:14:29.002" v="12669" actId="20577"/>
          <ac:spMkLst>
            <pc:docMk/>
            <pc:sldMk cId="963764875" sldId="383"/>
            <ac:spMk id="31747" creationId="{6C760948-BDBD-603A-5C8F-8C9B5F9CA4B9}"/>
          </ac:spMkLst>
        </pc:spChg>
        <pc:picChg chg="del">
          <ac:chgData name="Viet Pham Hoang" userId="daff2273dfcb736e" providerId="LiveId" clId="{7864E128-F8E5-4C3B-B427-8C25E8C185A6}" dt="2025-11-27T18:12:13.579" v="12632" actId="478"/>
          <ac:picMkLst>
            <pc:docMk/>
            <pc:sldMk cId="963764875" sldId="383"/>
            <ac:picMk id="2" creationId="{130D511D-D2AF-B1C5-968B-5211900EBE93}"/>
          </ac:picMkLst>
        </pc:picChg>
        <pc:picChg chg="add mod">
          <ac:chgData name="Viet Pham Hoang" userId="daff2273dfcb736e" providerId="LiveId" clId="{7864E128-F8E5-4C3B-B427-8C25E8C185A6}" dt="2025-11-27T18:13:11.922" v="12637" actId="1076"/>
          <ac:picMkLst>
            <pc:docMk/>
            <pc:sldMk cId="963764875" sldId="383"/>
            <ac:picMk id="3" creationId="{0ECFF39D-C098-67EE-C046-251093A1F464}"/>
          </ac:picMkLst>
        </pc:picChg>
      </pc:sldChg>
      <pc:sldChg chg="modSp add del mod">
        <pc:chgData name="Viet Pham Hoang" userId="daff2273dfcb736e" providerId="LiveId" clId="{7864E128-F8E5-4C3B-B427-8C25E8C185A6}" dt="2025-11-27T10:09:09.381" v="9161" actId="47"/>
        <pc:sldMkLst>
          <pc:docMk/>
          <pc:sldMk cId="2781404608" sldId="383"/>
        </pc:sldMkLst>
      </pc:sldChg>
      <pc:sldChg chg="delSp modSp add mod">
        <pc:chgData name="Viet Pham Hoang" userId="daff2273dfcb736e" providerId="LiveId" clId="{7864E128-F8E5-4C3B-B427-8C25E8C185A6}" dt="2025-11-27T18:17:47.118" v="12684" actId="20577"/>
        <pc:sldMkLst>
          <pc:docMk/>
          <pc:sldMk cId="2770047955" sldId="384"/>
        </pc:sldMkLst>
        <pc:spChg chg="mod">
          <ac:chgData name="Viet Pham Hoang" userId="daff2273dfcb736e" providerId="LiveId" clId="{7864E128-F8E5-4C3B-B427-8C25E8C185A6}" dt="2025-11-27T18:17:47.118" v="12684" actId="20577"/>
          <ac:spMkLst>
            <pc:docMk/>
            <pc:sldMk cId="2770047955" sldId="384"/>
            <ac:spMk id="31747" creationId="{EA7DB898-2B78-B224-D9BF-2117A2B263AD}"/>
          </ac:spMkLst>
        </pc:spChg>
        <pc:picChg chg="del">
          <ac:chgData name="Viet Pham Hoang" userId="daff2273dfcb736e" providerId="LiveId" clId="{7864E128-F8E5-4C3B-B427-8C25E8C185A6}" dt="2025-11-27T18:14:57.803" v="12671" actId="478"/>
          <ac:picMkLst>
            <pc:docMk/>
            <pc:sldMk cId="2770047955" sldId="384"/>
            <ac:picMk id="3" creationId="{502C24DF-7B30-F18A-8269-DA38A2B1EED7}"/>
          </ac:picMkLst>
        </pc:picChg>
      </pc:sldChg>
      <pc:sldChg chg="modSp add del mod">
        <pc:chgData name="Viet Pham Hoang" userId="daff2273dfcb736e" providerId="LiveId" clId="{7864E128-F8E5-4C3B-B427-8C25E8C185A6}" dt="2025-11-27T10:09:09.381" v="9161" actId="47"/>
        <pc:sldMkLst>
          <pc:docMk/>
          <pc:sldMk cId="4119408506" sldId="384"/>
        </pc:sldMkLst>
      </pc:sldChg>
      <pc:sldChg chg="modSp add mod">
        <pc:chgData name="Viet Pham Hoang" userId="daff2273dfcb736e" providerId="LiveId" clId="{7864E128-F8E5-4C3B-B427-8C25E8C185A6}" dt="2025-11-27T18:19:15.432" v="12699" actId="20577"/>
        <pc:sldMkLst>
          <pc:docMk/>
          <pc:sldMk cId="364407001" sldId="385"/>
        </pc:sldMkLst>
        <pc:spChg chg="mod">
          <ac:chgData name="Viet Pham Hoang" userId="daff2273dfcb736e" providerId="LiveId" clId="{7864E128-F8E5-4C3B-B427-8C25E8C185A6}" dt="2025-11-27T18:19:15.432" v="12699" actId="20577"/>
          <ac:spMkLst>
            <pc:docMk/>
            <pc:sldMk cId="364407001" sldId="385"/>
            <ac:spMk id="31747" creationId="{ED1DFED1-43C0-713C-6987-18AB63DA02ED}"/>
          </ac:spMkLst>
        </pc:spChg>
      </pc:sldChg>
      <pc:sldChg chg="addSp modSp add del mod">
        <pc:chgData name="Viet Pham Hoang" userId="daff2273dfcb736e" providerId="LiveId" clId="{7864E128-F8E5-4C3B-B427-8C25E8C185A6}" dt="2025-11-27T10:09:09.381" v="9161" actId="47"/>
        <pc:sldMkLst>
          <pc:docMk/>
          <pc:sldMk cId="622902097" sldId="385"/>
        </pc:sldMkLst>
      </pc:sldChg>
      <pc:sldChg chg="addSp modSp add del mod modNotes">
        <pc:chgData name="Viet Pham Hoang" userId="daff2273dfcb736e" providerId="LiveId" clId="{7864E128-F8E5-4C3B-B427-8C25E8C185A6}" dt="2025-11-27T10:09:09.381" v="9161" actId="47"/>
        <pc:sldMkLst>
          <pc:docMk/>
          <pc:sldMk cId="133776618" sldId="386"/>
        </pc:sldMkLst>
      </pc:sldChg>
      <pc:sldChg chg="modSp add mod">
        <pc:chgData name="Viet Pham Hoang" userId="daff2273dfcb736e" providerId="LiveId" clId="{7864E128-F8E5-4C3B-B427-8C25E8C185A6}" dt="2025-11-27T18:21:09.295" v="12734" actId="20577"/>
        <pc:sldMkLst>
          <pc:docMk/>
          <pc:sldMk cId="1260618854" sldId="386"/>
        </pc:sldMkLst>
        <pc:spChg chg="mod">
          <ac:chgData name="Viet Pham Hoang" userId="daff2273dfcb736e" providerId="LiveId" clId="{7864E128-F8E5-4C3B-B427-8C25E8C185A6}" dt="2025-11-27T18:21:09.295" v="12734" actId="20577"/>
          <ac:spMkLst>
            <pc:docMk/>
            <pc:sldMk cId="1260618854" sldId="386"/>
            <ac:spMk id="31747" creationId="{9855CDED-5ECB-29C7-3AB3-F04C72047DD3}"/>
          </ac:spMkLst>
        </pc:spChg>
      </pc:sldChg>
      <pc:sldChg chg="addSp modSp add mod">
        <pc:chgData name="Viet Pham Hoang" userId="daff2273dfcb736e" providerId="LiveId" clId="{7864E128-F8E5-4C3B-B427-8C25E8C185A6}" dt="2025-11-27T18:21:47.063" v="12741" actId="14100"/>
        <pc:sldMkLst>
          <pc:docMk/>
          <pc:sldMk cId="2682845265" sldId="387"/>
        </pc:sldMkLst>
        <pc:spChg chg="mod">
          <ac:chgData name="Viet Pham Hoang" userId="daff2273dfcb736e" providerId="LiveId" clId="{7864E128-F8E5-4C3B-B427-8C25E8C185A6}" dt="2025-11-27T18:21:25.181" v="12736" actId="20577"/>
          <ac:spMkLst>
            <pc:docMk/>
            <pc:sldMk cId="2682845265" sldId="387"/>
            <ac:spMk id="31747" creationId="{E3B2692E-0999-1BC3-CDF7-1FB2C44C8D80}"/>
          </ac:spMkLst>
        </pc:spChg>
        <pc:picChg chg="add mod">
          <ac:chgData name="Viet Pham Hoang" userId="daff2273dfcb736e" providerId="LiveId" clId="{7864E128-F8E5-4C3B-B427-8C25E8C185A6}" dt="2025-11-27T18:21:47.063" v="12741" actId="14100"/>
          <ac:picMkLst>
            <pc:docMk/>
            <pc:sldMk cId="2682845265" sldId="387"/>
            <ac:picMk id="2" creationId="{D5BAECF8-867D-59FF-D895-81BD9767FF28}"/>
          </ac:picMkLst>
        </pc:picChg>
      </pc:sldChg>
      <pc:sldChg chg="modSp add del mod">
        <pc:chgData name="Viet Pham Hoang" userId="daff2273dfcb736e" providerId="LiveId" clId="{7864E128-F8E5-4C3B-B427-8C25E8C185A6}" dt="2025-11-27T10:09:09.381" v="9161" actId="47"/>
        <pc:sldMkLst>
          <pc:docMk/>
          <pc:sldMk cId="2508976925" sldId="388"/>
        </pc:sldMkLst>
      </pc:sldChg>
      <pc:sldChg chg="delSp modSp add mod modNotesTx">
        <pc:chgData name="Viet Pham Hoang" userId="daff2273dfcb736e" providerId="LiveId" clId="{7864E128-F8E5-4C3B-B427-8C25E8C185A6}" dt="2025-11-28T11:52:41.045" v="12805" actId="20577"/>
        <pc:sldMkLst>
          <pc:docMk/>
          <pc:sldMk cId="3692393318" sldId="388"/>
        </pc:sldMkLst>
        <pc:spChg chg="mod">
          <ac:chgData name="Viet Pham Hoang" userId="daff2273dfcb736e" providerId="LiveId" clId="{7864E128-F8E5-4C3B-B427-8C25E8C185A6}" dt="2025-11-28T11:49:21.455" v="12762" actId="20577"/>
          <ac:spMkLst>
            <pc:docMk/>
            <pc:sldMk cId="3692393318" sldId="388"/>
            <ac:spMk id="31746" creationId="{9FA1297C-EDA9-5DD9-9F47-10C2834E3D54}"/>
          </ac:spMkLst>
        </pc:spChg>
        <pc:spChg chg="mod">
          <ac:chgData name="Viet Pham Hoang" userId="daff2273dfcb736e" providerId="LiveId" clId="{7864E128-F8E5-4C3B-B427-8C25E8C185A6}" dt="2025-11-28T11:52:41.045" v="12805" actId="20577"/>
          <ac:spMkLst>
            <pc:docMk/>
            <pc:sldMk cId="3692393318" sldId="388"/>
            <ac:spMk id="31747" creationId="{9546B13A-EB96-8E33-5BAB-C0014AC5765F}"/>
          </ac:spMkLst>
        </pc:spChg>
        <pc:picChg chg="del">
          <ac:chgData name="Viet Pham Hoang" userId="daff2273dfcb736e" providerId="LiveId" clId="{7864E128-F8E5-4C3B-B427-8C25E8C185A6}" dt="2025-11-28T11:49:23.787" v="12763" actId="478"/>
          <ac:picMkLst>
            <pc:docMk/>
            <pc:sldMk cId="3692393318" sldId="388"/>
            <ac:picMk id="2" creationId="{4908710C-BBE6-F3DF-5162-B725A9DAB9F4}"/>
          </ac:picMkLst>
        </pc:picChg>
      </pc:sldChg>
      <pc:sldChg chg="modSp add del mod modNotes">
        <pc:chgData name="Viet Pham Hoang" userId="daff2273dfcb736e" providerId="LiveId" clId="{7864E128-F8E5-4C3B-B427-8C25E8C185A6}" dt="2025-11-27T10:09:09.381" v="9161" actId="47"/>
        <pc:sldMkLst>
          <pc:docMk/>
          <pc:sldMk cId="2811324977" sldId="389"/>
        </pc:sldMkLst>
      </pc:sldChg>
      <pc:sldChg chg="addSp modSp add mod">
        <pc:chgData name="Viet Pham Hoang" userId="daff2273dfcb736e" providerId="LiveId" clId="{7864E128-F8E5-4C3B-B427-8C25E8C185A6}" dt="2025-11-28T11:53:28.921" v="12811" actId="14100"/>
        <pc:sldMkLst>
          <pc:docMk/>
          <pc:sldMk cId="3624066374" sldId="389"/>
        </pc:sldMkLst>
        <pc:spChg chg="mod">
          <ac:chgData name="Viet Pham Hoang" userId="daff2273dfcb736e" providerId="LiveId" clId="{7864E128-F8E5-4C3B-B427-8C25E8C185A6}" dt="2025-11-28T11:52:58.702" v="12807" actId="20577"/>
          <ac:spMkLst>
            <pc:docMk/>
            <pc:sldMk cId="3624066374" sldId="389"/>
            <ac:spMk id="31747" creationId="{E48262F1-AACE-875E-B0C3-CB159EE43AA5}"/>
          </ac:spMkLst>
        </pc:spChg>
        <pc:picChg chg="add mod">
          <ac:chgData name="Viet Pham Hoang" userId="daff2273dfcb736e" providerId="LiveId" clId="{7864E128-F8E5-4C3B-B427-8C25E8C185A6}" dt="2025-11-28T11:53:28.921" v="12811" actId="14100"/>
          <ac:picMkLst>
            <pc:docMk/>
            <pc:sldMk cId="3624066374" sldId="389"/>
            <ac:picMk id="3" creationId="{E3A9B62B-FB61-D834-7910-9A2CC2378A3B}"/>
          </ac:picMkLst>
        </pc:picChg>
      </pc:sldChg>
      <pc:sldChg chg="addSp modSp add del mod">
        <pc:chgData name="Viet Pham Hoang" userId="daff2273dfcb736e" providerId="LiveId" clId="{7864E128-F8E5-4C3B-B427-8C25E8C185A6}" dt="2025-11-27T10:09:09.381" v="9161" actId="47"/>
        <pc:sldMkLst>
          <pc:docMk/>
          <pc:sldMk cId="2480782532" sldId="390"/>
        </pc:sldMkLst>
      </pc:sldChg>
      <pc:sldChg chg="addSp modSp add mod">
        <pc:chgData name="Viet Pham Hoang" userId="daff2273dfcb736e" providerId="LiveId" clId="{7864E128-F8E5-4C3B-B427-8C25E8C185A6}" dt="2025-11-28T11:54:54.352" v="12820" actId="14100"/>
        <pc:sldMkLst>
          <pc:docMk/>
          <pc:sldMk cId="3199234458" sldId="390"/>
        </pc:sldMkLst>
        <pc:spChg chg="mod">
          <ac:chgData name="Viet Pham Hoang" userId="daff2273dfcb736e" providerId="LiveId" clId="{7864E128-F8E5-4C3B-B427-8C25E8C185A6}" dt="2025-11-28T11:54:42.207" v="12817" actId="255"/>
          <ac:spMkLst>
            <pc:docMk/>
            <pc:sldMk cId="3199234458" sldId="390"/>
            <ac:spMk id="31747" creationId="{B7B814B4-11C3-81ED-BE32-E0D3DB5C90E1}"/>
          </ac:spMkLst>
        </pc:spChg>
        <pc:picChg chg="add mod">
          <ac:chgData name="Viet Pham Hoang" userId="daff2273dfcb736e" providerId="LiveId" clId="{7864E128-F8E5-4C3B-B427-8C25E8C185A6}" dt="2025-11-28T11:54:54.352" v="12820" actId="14100"/>
          <ac:picMkLst>
            <pc:docMk/>
            <pc:sldMk cId="3199234458" sldId="390"/>
            <ac:picMk id="2" creationId="{E46325CA-FF08-4FD0-8BD6-1B41C1D12223}"/>
          </ac:picMkLst>
        </pc:picChg>
      </pc:sldChg>
      <pc:sldChg chg="addSp modSp add mod">
        <pc:chgData name="Viet Pham Hoang" userId="daff2273dfcb736e" providerId="LiveId" clId="{7864E128-F8E5-4C3B-B427-8C25E8C185A6}" dt="2025-11-28T12:07:56.840" v="12829" actId="14100"/>
        <pc:sldMkLst>
          <pc:docMk/>
          <pc:sldMk cId="3009567955" sldId="391"/>
        </pc:sldMkLst>
        <pc:spChg chg="mod">
          <ac:chgData name="Viet Pham Hoang" userId="daff2273dfcb736e" providerId="LiveId" clId="{7864E128-F8E5-4C3B-B427-8C25E8C185A6}" dt="2025-11-28T12:07:42.245" v="12826" actId="113"/>
          <ac:spMkLst>
            <pc:docMk/>
            <pc:sldMk cId="3009567955" sldId="391"/>
            <ac:spMk id="31747" creationId="{3D44EE82-8C85-3122-156E-B8F89760530B}"/>
          </ac:spMkLst>
        </pc:spChg>
        <pc:picChg chg="add mod">
          <ac:chgData name="Viet Pham Hoang" userId="daff2273dfcb736e" providerId="LiveId" clId="{7864E128-F8E5-4C3B-B427-8C25E8C185A6}" dt="2025-11-28T12:07:56.840" v="12829" actId="14100"/>
          <ac:picMkLst>
            <pc:docMk/>
            <pc:sldMk cId="3009567955" sldId="391"/>
            <ac:picMk id="2" creationId="{2EFDCB16-6990-90D5-4FBC-16DB8B78534F}"/>
          </ac:picMkLst>
        </pc:picChg>
      </pc:sldChg>
      <pc:sldChg chg="addSp delSp modSp add del mod">
        <pc:chgData name="Viet Pham Hoang" userId="daff2273dfcb736e" providerId="LiveId" clId="{7864E128-F8E5-4C3B-B427-8C25E8C185A6}" dt="2025-11-27T10:09:09.381" v="9161" actId="47"/>
        <pc:sldMkLst>
          <pc:docMk/>
          <pc:sldMk cId="3514354913" sldId="391"/>
        </pc:sldMkLst>
      </pc:sldChg>
      <pc:sldChg chg="delSp modSp add mod">
        <pc:chgData name="Viet Pham Hoang" userId="daff2273dfcb736e" providerId="LiveId" clId="{7864E128-F8E5-4C3B-B427-8C25E8C185A6}" dt="2025-11-28T12:10:49.156" v="12899" actId="122"/>
        <pc:sldMkLst>
          <pc:docMk/>
          <pc:sldMk cId="2467783518" sldId="392"/>
        </pc:sldMkLst>
        <pc:spChg chg="mod">
          <ac:chgData name="Viet Pham Hoang" userId="daff2273dfcb736e" providerId="LiveId" clId="{7864E128-F8E5-4C3B-B427-8C25E8C185A6}" dt="2025-11-28T12:10:49.156" v="12899" actId="122"/>
          <ac:spMkLst>
            <pc:docMk/>
            <pc:sldMk cId="2467783518" sldId="392"/>
            <ac:spMk id="31747" creationId="{4FE6649E-8410-1B0C-0F06-55AA7EF11E41}"/>
          </ac:spMkLst>
        </pc:spChg>
        <pc:picChg chg="del">
          <ac:chgData name="Viet Pham Hoang" userId="daff2273dfcb736e" providerId="LiveId" clId="{7864E128-F8E5-4C3B-B427-8C25E8C185A6}" dt="2025-11-28T12:08:04.019" v="12831" actId="478"/>
          <ac:picMkLst>
            <pc:docMk/>
            <pc:sldMk cId="2467783518" sldId="392"/>
            <ac:picMk id="2" creationId="{1067E424-5FAE-E6FB-A141-02C579836B6F}"/>
          </ac:picMkLst>
        </pc:picChg>
      </pc:sldChg>
      <pc:sldChg chg="modSp add del mod">
        <pc:chgData name="Viet Pham Hoang" userId="daff2273dfcb736e" providerId="LiveId" clId="{7864E128-F8E5-4C3B-B427-8C25E8C185A6}" dt="2025-11-27T10:09:09.381" v="9161" actId="47"/>
        <pc:sldMkLst>
          <pc:docMk/>
          <pc:sldMk cId="3888741847" sldId="392"/>
        </pc:sldMkLst>
      </pc:sldChg>
      <pc:sldChg chg="addSp modSp add mod">
        <pc:chgData name="Viet Pham Hoang" userId="daff2273dfcb736e" providerId="LiveId" clId="{7864E128-F8E5-4C3B-B427-8C25E8C185A6}" dt="2025-11-28T14:05:00.638" v="12914" actId="14100"/>
        <pc:sldMkLst>
          <pc:docMk/>
          <pc:sldMk cId="1980081995" sldId="393"/>
        </pc:sldMkLst>
        <pc:spChg chg="mod">
          <ac:chgData name="Viet Pham Hoang" userId="daff2273dfcb736e" providerId="LiveId" clId="{7864E128-F8E5-4C3B-B427-8C25E8C185A6}" dt="2025-11-28T14:04:45.866" v="12912" actId="255"/>
          <ac:spMkLst>
            <pc:docMk/>
            <pc:sldMk cId="1980081995" sldId="393"/>
            <ac:spMk id="31747" creationId="{AF051280-B06F-0938-F88C-EE066757C9D6}"/>
          </ac:spMkLst>
        </pc:spChg>
        <pc:picChg chg="add mod">
          <ac:chgData name="Viet Pham Hoang" userId="daff2273dfcb736e" providerId="LiveId" clId="{7864E128-F8E5-4C3B-B427-8C25E8C185A6}" dt="2025-11-28T14:05:00.638" v="12914" actId="14100"/>
          <ac:picMkLst>
            <pc:docMk/>
            <pc:sldMk cId="1980081995" sldId="393"/>
            <ac:picMk id="2" creationId="{C40B0A04-C8D0-0944-43C6-2EE9EF4AB589}"/>
          </ac:picMkLst>
        </pc:picChg>
      </pc:sldChg>
      <pc:sldChg chg="modSp add del mod">
        <pc:chgData name="Viet Pham Hoang" userId="daff2273dfcb736e" providerId="LiveId" clId="{7864E128-F8E5-4C3B-B427-8C25E8C185A6}" dt="2025-11-27T10:09:09.381" v="9161" actId="47"/>
        <pc:sldMkLst>
          <pc:docMk/>
          <pc:sldMk cId="2897821801" sldId="393"/>
        </pc:sldMkLst>
      </pc:sldChg>
      <pc:sldChg chg="delSp modSp add mod">
        <pc:chgData name="Viet Pham Hoang" userId="daff2273dfcb736e" providerId="LiveId" clId="{7864E128-F8E5-4C3B-B427-8C25E8C185A6}" dt="2025-11-28T14:11:53.915" v="12927" actId="12"/>
        <pc:sldMkLst>
          <pc:docMk/>
          <pc:sldMk cId="1300142181" sldId="394"/>
        </pc:sldMkLst>
        <pc:spChg chg="mod">
          <ac:chgData name="Viet Pham Hoang" userId="daff2273dfcb736e" providerId="LiveId" clId="{7864E128-F8E5-4C3B-B427-8C25E8C185A6}" dt="2025-11-28T14:11:53.915" v="12927" actId="12"/>
          <ac:spMkLst>
            <pc:docMk/>
            <pc:sldMk cId="1300142181" sldId="394"/>
            <ac:spMk id="31747" creationId="{68FFF071-182D-5282-367D-90E47763A939}"/>
          </ac:spMkLst>
        </pc:spChg>
        <pc:picChg chg="del">
          <ac:chgData name="Viet Pham Hoang" userId="daff2273dfcb736e" providerId="LiveId" clId="{7864E128-F8E5-4C3B-B427-8C25E8C185A6}" dt="2025-11-28T14:11:07.325" v="12916" actId="478"/>
          <ac:picMkLst>
            <pc:docMk/>
            <pc:sldMk cId="1300142181" sldId="394"/>
            <ac:picMk id="2" creationId="{4EE4F593-2087-F0AE-6A64-FE2121BDA64E}"/>
          </ac:picMkLst>
        </pc:picChg>
      </pc:sldChg>
      <pc:sldChg chg="addSp modSp add del mod">
        <pc:chgData name="Viet Pham Hoang" userId="daff2273dfcb736e" providerId="LiveId" clId="{7864E128-F8E5-4C3B-B427-8C25E8C185A6}" dt="2025-11-27T10:09:09.381" v="9161" actId="47"/>
        <pc:sldMkLst>
          <pc:docMk/>
          <pc:sldMk cId="3963588096" sldId="394"/>
        </pc:sldMkLst>
      </pc:sldChg>
      <pc:sldChg chg="addSp modSp add mod">
        <pc:chgData name="Viet Pham Hoang" userId="daff2273dfcb736e" providerId="LiveId" clId="{7864E128-F8E5-4C3B-B427-8C25E8C185A6}" dt="2025-11-28T14:13:04.793" v="12933" actId="1076"/>
        <pc:sldMkLst>
          <pc:docMk/>
          <pc:sldMk cId="355429895" sldId="395"/>
        </pc:sldMkLst>
        <pc:spChg chg="mod">
          <ac:chgData name="Viet Pham Hoang" userId="daff2273dfcb736e" providerId="LiveId" clId="{7864E128-F8E5-4C3B-B427-8C25E8C185A6}" dt="2025-11-28T14:12:54.182" v="12931" actId="255"/>
          <ac:spMkLst>
            <pc:docMk/>
            <pc:sldMk cId="355429895" sldId="395"/>
            <ac:spMk id="31747" creationId="{2B20871C-969E-5639-24B2-340AE79B88D8}"/>
          </ac:spMkLst>
        </pc:spChg>
        <pc:picChg chg="add mod">
          <ac:chgData name="Viet Pham Hoang" userId="daff2273dfcb736e" providerId="LiveId" clId="{7864E128-F8E5-4C3B-B427-8C25E8C185A6}" dt="2025-11-28T14:13:04.793" v="12933" actId="1076"/>
          <ac:picMkLst>
            <pc:docMk/>
            <pc:sldMk cId="355429895" sldId="395"/>
            <ac:picMk id="2" creationId="{25C73013-666D-9BCB-4C61-3BD7774AA376}"/>
          </ac:picMkLst>
        </pc:picChg>
      </pc:sldChg>
      <pc:sldChg chg="modSp add del mod">
        <pc:chgData name="Viet Pham Hoang" userId="daff2273dfcb736e" providerId="LiveId" clId="{7864E128-F8E5-4C3B-B427-8C25E8C185A6}" dt="2025-11-27T10:09:09.381" v="9161" actId="47"/>
        <pc:sldMkLst>
          <pc:docMk/>
          <pc:sldMk cId="1855274219" sldId="395"/>
        </pc:sldMkLst>
      </pc:sldChg>
      <pc:sldChg chg="delSp modSp add mod">
        <pc:chgData name="Viet Pham Hoang" userId="daff2273dfcb736e" providerId="LiveId" clId="{7864E128-F8E5-4C3B-B427-8C25E8C185A6}" dt="2025-11-28T14:14:35.492" v="12945" actId="255"/>
        <pc:sldMkLst>
          <pc:docMk/>
          <pc:sldMk cId="1411859964" sldId="396"/>
        </pc:sldMkLst>
        <pc:spChg chg="mod">
          <ac:chgData name="Viet Pham Hoang" userId="daff2273dfcb736e" providerId="LiveId" clId="{7864E128-F8E5-4C3B-B427-8C25E8C185A6}" dt="2025-11-28T14:14:35.492" v="12945" actId="255"/>
          <ac:spMkLst>
            <pc:docMk/>
            <pc:sldMk cId="1411859964" sldId="396"/>
            <ac:spMk id="31747" creationId="{782905A9-5398-1846-ED69-E7796FE0B5E7}"/>
          </ac:spMkLst>
        </pc:spChg>
        <pc:picChg chg="del">
          <ac:chgData name="Viet Pham Hoang" userId="daff2273dfcb736e" providerId="LiveId" clId="{7864E128-F8E5-4C3B-B427-8C25E8C185A6}" dt="2025-11-28T14:13:21.096" v="12935" actId="478"/>
          <ac:picMkLst>
            <pc:docMk/>
            <pc:sldMk cId="1411859964" sldId="396"/>
            <ac:picMk id="2" creationId="{EC503117-D608-91FD-7B4E-D34BEAADA3E9}"/>
          </ac:picMkLst>
        </pc:picChg>
      </pc:sldChg>
      <pc:sldChg chg="modSp add del mod modNotesTx">
        <pc:chgData name="Viet Pham Hoang" userId="daff2273dfcb736e" providerId="LiveId" clId="{7864E128-F8E5-4C3B-B427-8C25E8C185A6}" dt="2025-11-27T10:09:09.381" v="9161" actId="47"/>
        <pc:sldMkLst>
          <pc:docMk/>
          <pc:sldMk cId="2658254172" sldId="396"/>
        </pc:sldMkLst>
      </pc:sldChg>
      <pc:sldChg chg="modSp add mod">
        <pc:chgData name="Viet Pham Hoang" userId="daff2273dfcb736e" providerId="LiveId" clId="{7864E128-F8E5-4C3B-B427-8C25E8C185A6}" dt="2025-11-28T14:15:25.792" v="12949" actId="255"/>
        <pc:sldMkLst>
          <pc:docMk/>
          <pc:sldMk cId="390505435" sldId="397"/>
        </pc:sldMkLst>
        <pc:spChg chg="mod">
          <ac:chgData name="Viet Pham Hoang" userId="daff2273dfcb736e" providerId="LiveId" clId="{7864E128-F8E5-4C3B-B427-8C25E8C185A6}" dt="2025-11-28T14:15:25.792" v="12949" actId="255"/>
          <ac:spMkLst>
            <pc:docMk/>
            <pc:sldMk cId="390505435" sldId="397"/>
            <ac:spMk id="31747" creationId="{12305C8E-BF03-1531-18E3-5B2F55AA91B2}"/>
          </ac:spMkLst>
        </pc:spChg>
      </pc:sldChg>
      <pc:sldChg chg="modSp add del mod">
        <pc:chgData name="Viet Pham Hoang" userId="daff2273dfcb736e" providerId="LiveId" clId="{7864E128-F8E5-4C3B-B427-8C25E8C185A6}" dt="2025-11-27T10:09:09.381" v="9161" actId="47"/>
        <pc:sldMkLst>
          <pc:docMk/>
          <pc:sldMk cId="410488327" sldId="397"/>
        </pc:sldMkLst>
      </pc:sldChg>
      <pc:sldChg chg="modSp add del mod">
        <pc:chgData name="Viet Pham Hoang" userId="daff2273dfcb736e" providerId="LiveId" clId="{7864E128-F8E5-4C3B-B427-8C25E8C185A6}" dt="2025-11-27T10:09:09.381" v="9161" actId="47"/>
        <pc:sldMkLst>
          <pc:docMk/>
          <pc:sldMk cId="386193367" sldId="398"/>
        </pc:sldMkLst>
      </pc:sldChg>
      <pc:sldChg chg="addSp modSp add mod modNotesTx">
        <pc:chgData name="Viet Pham Hoang" userId="daff2273dfcb736e" providerId="LiveId" clId="{7864E128-F8E5-4C3B-B427-8C25E8C185A6}" dt="2025-11-28T14:21:02.746" v="13005" actId="20577"/>
        <pc:sldMkLst>
          <pc:docMk/>
          <pc:sldMk cId="3877137720" sldId="398"/>
        </pc:sldMkLst>
        <pc:spChg chg="mod">
          <ac:chgData name="Viet Pham Hoang" userId="daff2273dfcb736e" providerId="LiveId" clId="{7864E128-F8E5-4C3B-B427-8C25E8C185A6}" dt="2025-11-28T14:17:26.096" v="12953" actId="255"/>
          <ac:spMkLst>
            <pc:docMk/>
            <pc:sldMk cId="3877137720" sldId="398"/>
            <ac:spMk id="31746" creationId="{D15751EF-E4E9-9AE5-BBF4-805583139D42}"/>
          </ac:spMkLst>
        </pc:spChg>
        <pc:spChg chg="mod">
          <ac:chgData name="Viet Pham Hoang" userId="daff2273dfcb736e" providerId="LiveId" clId="{7864E128-F8E5-4C3B-B427-8C25E8C185A6}" dt="2025-11-28T14:18:24.672" v="12957" actId="12"/>
          <ac:spMkLst>
            <pc:docMk/>
            <pc:sldMk cId="3877137720" sldId="398"/>
            <ac:spMk id="31747" creationId="{F330F781-0DA7-8FFC-A89B-223C7CBC0B7D}"/>
          </ac:spMkLst>
        </pc:spChg>
        <pc:picChg chg="add mod">
          <ac:chgData name="Viet Pham Hoang" userId="daff2273dfcb736e" providerId="LiveId" clId="{7864E128-F8E5-4C3B-B427-8C25E8C185A6}" dt="2025-11-28T14:18:39.237" v="12960" actId="1076"/>
          <ac:picMkLst>
            <pc:docMk/>
            <pc:sldMk cId="3877137720" sldId="398"/>
            <ac:picMk id="2" creationId="{408B71A4-BA40-F1B1-D425-D0965A228009}"/>
          </ac:picMkLst>
        </pc:picChg>
      </pc:sldChg>
      <pc:sldChg chg="delSp modSp add mod modNotesTx">
        <pc:chgData name="Viet Pham Hoang" userId="daff2273dfcb736e" providerId="LiveId" clId="{7864E128-F8E5-4C3B-B427-8C25E8C185A6}" dt="2025-11-28T15:18:27.006" v="13064" actId="113"/>
        <pc:sldMkLst>
          <pc:docMk/>
          <pc:sldMk cId="2679681947" sldId="399"/>
        </pc:sldMkLst>
        <pc:spChg chg="mod">
          <ac:chgData name="Viet Pham Hoang" userId="daff2273dfcb736e" providerId="LiveId" clId="{7864E128-F8E5-4C3B-B427-8C25E8C185A6}" dt="2025-11-28T15:12:04.759" v="13024" actId="20577"/>
          <ac:spMkLst>
            <pc:docMk/>
            <pc:sldMk cId="2679681947" sldId="399"/>
            <ac:spMk id="31746" creationId="{8FD9ED83-38D0-A3F8-A9B6-8F9DD3DEAF52}"/>
          </ac:spMkLst>
        </pc:spChg>
        <pc:spChg chg="mod">
          <ac:chgData name="Viet Pham Hoang" userId="daff2273dfcb736e" providerId="LiveId" clId="{7864E128-F8E5-4C3B-B427-8C25E8C185A6}" dt="2025-11-28T15:18:27.006" v="13064" actId="113"/>
          <ac:spMkLst>
            <pc:docMk/>
            <pc:sldMk cId="2679681947" sldId="399"/>
            <ac:spMk id="31747" creationId="{C700D559-AA82-38D7-77B0-3A2B7702D6BC}"/>
          </ac:spMkLst>
        </pc:spChg>
        <pc:picChg chg="del">
          <ac:chgData name="Viet Pham Hoang" userId="daff2273dfcb736e" providerId="LiveId" clId="{7864E128-F8E5-4C3B-B427-8C25E8C185A6}" dt="2025-11-28T15:12:06.845" v="13025" actId="478"/>
          <ac:picMkLst>
            <pc:docMk/>
            <pc:sldMk cId="2679681947" sldId="399"/>
            <ac:picMk id="2" creationId="{BDE8AB4C-CD4B-3015-7242-398610C9CDCE}"/>
          </ac:picMkLst>
        </pc:picChg>
      </pc:sldChg>
      <pc:sldChg chg="addSp modSp add del mod modNotesTx">
        <pc:chgData name="Viet Pham Hoang" userId="daff2273dfcb736e" providerId="LiveId" clId="{7864E128-F8E5-4C3B-B427-8C25E8C185A6}" dt="2025-11-27T10:09:09.381" v="9161" actId="47"/>
        <pc:sldMkLst>
          <pc:docMk/>
          <pc:sldMk cId="3781871100" sldId="399"/>
        </pc:sldMkLst>
      </pc:sldChg>
      <pc:sldChg chg="modSp add mod">
        <pc:chgData name="Viet Pham Hoang" userId="daff2273dfcb736e" providerId="LiveId" clId="{7864E128-F8E5-4C3B-B427-8C25E8C185A6}" dt="2025-11-28T15:16:34.866" v="13050" actId="113"/>
        <pc:sldMkLst>
          <pc:docMk/>
          <pc:sldMk cId="2774325125" sldId="400"/>
        </pc:sldMkLst>
        <pc:spChg chg="mod">
          <ac:chgData name="Viet Pham Hoang" userId="daff2273dfcb736e" providerId="LiveId" clId="{7864E128-F8E5-4C3B-B427-8C25E8C185A6}" dt="2025-11-28T15:16:34.866" v="13050" actId="113"/>
          <ac:spMkLst>
            <pc:docMk/>
            <pc:sldMk cId="2774325125" sldId="400"/>
            <ac:spMk id="31747" creationId="{6A4420FA-40B2-946A-FA57-8BB704C7984A}"/>
          </ac:spMkLst>
        </pc:spChg>
      </pc:sldChg>
      <pc:sldChg chg="delSp modSp add del mod">
        <pc:chgData name="Viet Pham Hoang" userId="daff2273dfcb736e" providerId="LiveId" clId="{7864E128-F8E5-4C3B-B427-8C25E8C185A6}" dt="2025-11-27T10:09:09.381" v="9161" actId="47"/>
        <pc:sldMkLst>
          <pc:docMk/>
          <pc:sldMk cId="3662896820" sldId="400"/>
        </pc:sldMkLst>
      </pc:sldChg>
      <pc:sldChg chg="modSp add mod">
        <pc:chgData name="Viet Pham Hoang" userId="daff2273dfcb736e" providerId="LiveId" clId="{7864E128-F8E5-4C3B-B427-8C25E8C185A6}" dt="2025-11-28T15:21:31.481" v="13128" actId="1035"/>
        <pc:sldMkLst>
          <pc:docMk/>
          <pc:sldMk cId="432376977" sldId="401"/>
        </pc:sldMkLst>
        <pc:spChg chg="mod">
          <ac:chgData name="Viet Pham Hoang" userId="daff2273dfcb736e" providerId="LiveId" clId="{7864E128-F8E5-4C3B-B427-8C25E8C185A6}" dt="2025-11-28T15:21:31.481" v="13128" actId="1035"/>
          <ac:spMkLst>
            <pc:docMk/>
            <pc:sldMk cId="432376977" sldId="401"/>
            <ac:spMk id="31747" creationId="{A58413DF-6C87-54D0-4BE4-D6835BBB0D5E}"/>
          </ac:spMkLst>
        </pc:spChg>
      </pc:sldChg>
      <pc:sldChg chg="modSp add del mod">
        <pc:chgData name="Viet Pham Hoang" userId="daff2273dfcb736e" providerId="LiveId" clId="{7864E128-F8E5-4C3B-B427-8C25E8C185A6}" dt="2025-11-27T10:09:09.381" v="9161" actId="47"/>
        <pc:sldMkLst>
          <pc:docMk/>
          <pc:sldMk cId="2858025166" sldId="401"/>
        </pc:sldMkLst>
      </pc:sldChg>
      <pc:sldChg chg="modSp add del mod">
        <pc:chgData name="Viet Pham Hoang" userId="daff2273dfcb736e" providerId="LiveId" clId="{7864E128-F8E5-4C3B-B427-8C25E8C185A6}" dt="2025-11-27T10:09:09.381" v="9161" actId="47"/>
        <pc:sldMkLst>
          <pc:docMk/>
          <pc:sldMk cId="1630434948" sldId="402"/>
        </pc:sldMkLst>
      </pc:sldChg>
      <pc:sldChg chg="addSp modSp add mod">
        <pc:chgData name="Viet Pham Hoang" userId="daff2273dfcb736e" providerId="LiveId" clId="{7864E128-F8E5-4C3B-B427-8C25E8C185A6}" dt="2025-11-28T15:30:26.107" v="13266" actId="14100"/>
        <pc:sldMkLst>
          <pc:docMk/>
          <pc:sldMk cId="3251292213" sldId="402"/>
        </pc:sldMkLst>
        <pc:spChg chg="add mod">
          <ac:chgData name="Viet Pham Hoang" userId="daff2273dfcb736e" providerId="LiveId" clId="{7864E128-F8E5-4C3B-B427-8C25E8C185A6}" dt="2025-11-28T15:28:53.469" v="13248"/>
          <ac:spMkLst>
            <pc:docMk/>
            <pc:sldMk cId="3251292213" sldId="402"/>
            <ac:spMk id="3" creationId="{977580F7-BC49-3035-EE25-205299CEDCAC}"/>
          </ac:spMkLst>
        </pc:spChg>
        <pc:spChg chg="mod">
          <ac:chgData name="Viet Pham Hoang" userId="daff2273dfcb736e" providerId="LiveId" clId="{7864E128-F8E5-4C3B-B427-8C25E8C185A6}" dt="2025-11-28T15:29:06.515" v="13249"/>
          <ac:spMkLst>
            <pc:docMk/>
            <pc:sldMk cId="3251292213" sldId="402"/>
            <ac:spMk id="31747" creationId="{E6246556-5F93-77AD-3282-E58149D352D2}"/>
          </ac:spMkLst>
        </pc:spChg>
        <pc:graphicFrameChg chg="add mod">
          <ac:chgData name="Viet Pham Hoang" userId="daff2273dfcb736e" providerId="LiveId" clId="{7864E128-F8E5-4C3B-B427-8C25E8C185A6}" dt="2025-11-28T15:28:48.854" v="13247"/>
          <ac:graphicFrameMkLst>
            <pc:docMk/>
            <pc:sldMk cId="3251292213" sldId="402"/>
            <ac:graphicFrameMk id="2" creationId="{68E5E25D-F1CD-C027-D2FA-18B993F987D3}"/>
          </ac:graphicFrameMkLst>
        </pc:graphicFrameChg>
        <pc:graphicFrameChg chg="add mod modGraphic">
          <ac:chgData name="Viet Pham Hoang" userId="daff2273dfcb736e" providerId="LiveId" clId="{7864E128-F8E5-4C3B-B427-8C25E8C185A6}" dt="2025-11-28T15:30:26.107" v="13266" actId="14100"/>
          <ac:graphicFrameMkLst>
            <pc:docMk/>
            <pc:sldMk cId="3251292213" sldId="402"/>
            <ac:graphicFrameMk id="4" creationId="{7EC0CF5D-5680-E7B1-EDC9-9E44388F8B56}"/>
          </ac:graphicFrameMkLst>
        </pc:graphicFrameChg>
      </pc:sldChg>
      <pc:sldChg chg="delSp modSp add mod">
        <pc:chgData name="Viet Pham Hoang" userId="daff2273dfcb736e" providerId="LiveId" clId="{7864E128-F8E5-4C3B-B427-8C25E8C185A6}" dt="2025-11-28T15:32:47.902" v="13309" actId="20577"/>
        <pc:sldMkLst>
          <pc:docMk/>
          <pc:sldMk cId="848388095" sldId="403"/>
        </pc:sldMkLst>
        <pc:spChg chg="mod">
          <ac:chgData name="Viet Pham Hoang" userId="daff2273dfcb736e" providerId="LiveId" clId="{7864E128-F8E5-4C3B-B427-8C25E8C185A6}" dt="2025-11-28T15:32:47.902" v="13309" actId="20577"/>
          <ac:spMkLst>
            <pc:docMk/>
            <pc:sldMk cId="848388095" sldId="403"/>
            <ac:spMk id="31747" creationId="{54126BEA-8C82-7C4D-F46B-D70559CF1EDD}"/>
          </ac:spMkLst>
        </pc:spChg>
        <pc:graphicFrameChg chg="del">
          <ac:chgData name="Viet Pham Hoang" userId="daff2273dfcb736e" providerId="LiveId" clId="{7864E128-F8E5-4C3B-B427-8C25E8C185A6}" dt="2025-11-28T15:31:01.719" v="13292" actId="478"/>
          <ac:graphicFrameMkLst>
            <pc:docMk/>
            <pc:sldMk cId="848388095" sldId="403"/>
            <ac:graphicFrameMk id="4" creationId="{1A9C3473-3679-46ED-3F24-AD49CC075B5A}"/>
          </ac:graphicFrameMkLst>
        </pc:graphicFrameChg>
      </pc:sldChg>
      <pc:sldChg chg="modSp add del mod modNotesTx">
        <pc:chgData name="Viet Pham Hoang" userId="daff2273dfcb736e" providerId="LiveId" clId="{7864E128-F8E5-4C3B-B427-8C25E8C185A6}" dt="2025-11-27T10:09:09.381" v="9161" actId="47"/>
        <pc:sldMkLst>
          <pc:docMk/>
          <pc:sldMk cId="2347870992" sldId="403"/>
        </pc:sldMkLst>
      </pc:sldChg>
      <pc:sldChg chg="modSp add del mod">
        <pc:chgData name="Viet Pham Hoang" userId="daff2273dfcb736e" providerId="LiveId" clId="{7864E128-F8E5-4C3B-B427-8C25E8C185A6}" dt="2025-11-27T10:09:09.381" v="9161" actId="47"/>
        <pc:sldMkLst>
          <pc:docMk/>
          <pc:sldMk cId="1237847419" sldId="404"/>
        </pc:sldMkLst>
      </pc:sldChg>
      <pc:sldChg chg="modSp add mod">
        <pc:chgData name="Viet Pham Hoang" userId="daff2273dfcb736e" providerId="LiveId" clId="{7864E128-F8E5-4C3B-B427-8C25E8C185A6}" dt="2025-11-28T15:35:10.331" v="13326" actId="255"/>
        <pc:sldMkLst>
          <pc:docMk/>
          <pc:sldMk cId="3370414969" sldId="404"/>
        </pc:sldMkLst>
        <pc:spChg chg="mod">
          <ac:chgData name="Viet Pham Hoang" userId="daff2273dfcb736e" providerId="LiveId" clId="{7864E128-F8E5-4C3B-B427-8C25E8C185A6}" dt="2025-11-28T15:35:10.331" v="13326" actId="255"/>
          <ac:spMkLst>
            <pc:docMk/>
            <pc:sldMk cId="3370414969" sldId="404"/>
            <ac:spMk id="31747" creationId="{2F820C71-04E2-A5A4-8FA7-4AC25F9EEB4F}"/>
          </ac:spMkLst>
        </pc:spChg>
      </pc:sldChg>
      <pc:sldChg chg="modSp add mod">
        <pc:chgData name="Viet Pham Hoang" userId="daff2273dfcb736e" providerId="LiveId" clId="{7864E128-F8E5-4C3B-B427-8C25E8C185A6}" dt="2025-11-28T15:38:27.829" v="13358" actId="14"/>
        <pc:sldMkLst>
          <pc:docMk/>
          <pc:sldMk cId="868888729" sldId="405"/>
        </pc:sldMkLst>
        <pc:spChg chg="mod">
          <ac:chgData name="Viet Pham Hoang" userId="daff2273dfcb736e" providerId="LiveId" clId="{7864E128-F8E5-4C3B-B427-8C25E8C185A6}" dt="2025-11-28T15:38:27.829" v="13358" actId="14"/>
          <ac:spMkLst>
            <pc:docMk/>
            <pc:sldMk cId="868888729" sldId="405"/>
            <ac:spMk id="31747" creationId="{0185B400-C9EF-0BB9-196A-DEAF20013A35}"/>
          </ac:spMkLst>
        </pc:spChg>
      </pc:sldChg>
      <pc:sldChg chg="modSp add del mod">
        <pc:chgData name="Viet Pham Hoang" userId="daff2273dfcb736e" providerId="LiveId" clId="{7864E128-F8E5-4C3B-B427-8C25E8C185A6}" dt="2025-11-27T10:09:09.381" v="9161" actId="47"/>
        <pc:sldMkLst>
          <pc:docMk/>
          <pc:sldMk cId="2252563103" sldId="405"/>
        </pc:sldMkLst>
      </pc:sldChg>
      <pc:sldChg chg="modSp add mod">
        <pc:chgData name="Viet Pham Hoang" userId="daff2273dfcb736e" providerId="LiveId" clId="{7864E128-F8E5-4C3B-B427-8C25E8C185A6}" dt="2025-11-28T15:41:13.987" v="13377" actId="20577"/>
        <pc:sldMkLst>
          <pc:docMk/>
          <pc:sldMk cId="1861765463" sldId="406"/>
        </pc:sldMkLst>
        <pc:spChg chg="mod">
          <ac:chgData name="Viet Pham Hoang" userId="daff2273dfcb736e" providerId="LiveId" clId="{7864E128-F8E5-4C3B-B427-8C25E8C185A6}" dt="2025-11-28T15:41:13.987" v="13377" actId="20577"/>
          <ac:spMkLst>
            <pc:docMk/>
            <pc:sldMk cId="1861765463" sldId="406"/>
            <ac:spMk id="31747" creationId="{1003A9B8-6212-787A-45FC-65D45357A9D8}"/>
          </ac:spMkLst>
        </pc:spChg>
      </pc:sldChg>
      <pc:sldChg chg="modSp add del mod">
        <pc:chgData name="Viet Pham Hoang" userId="daff2273dfcb736e" providerId="LiveId" clId="{7864E128-F8E5-4C3B-B427-8C25E8C185A6}" dt="2025-11-27T10:09:09.381" v="9161" actId="47"/>
        <pc:sldMkLst>
          <pc:docMk/>
          <pc:sldMk cId="4121541130" sldId="406"/>
        </pc:sldMkLst>
      </pc:sldChg>
      <pc:sldChg chg="modSp add del mod">
        <pc:chgData name="Viet Pham Hoang" userId="daff2273dfcb736e" providerId="LiveId" clId="{7864E128-F8E5-4C3B-B427-8C25E8C185A6}" dt="2025-11-27T10:09:09.381" v="9161" actId="47"/>
        <pc:sldMkLst>
          <pc:docMk/>
          <pc:sldMk cId="2568269736" sldId="407"/>
        </pc:sldMkLst>
      </pc:sldChg>
      <pc:sldChg chg="modSp add del mod ord">
        <pc:chgData name="Viet Pham Hoang" userId="daff2273dfcb736e" providerId="LiveId" clId="{7864E128-F8E5-4C3B-B427-8C25E8C185A6}" dt="2025-11-27T10:09:09.381" v="9161" actId="47"/>
        <pc:sldMkLst>
          <pc:docMk/>
          <pc:sldMk cId="2890378663" sldId="408"/>
        </pc:sldMkLst>
      </pc:sldChg>
      <pc:sldChg chg="modSp add del mod">
        <pc:chgData name="Viet Pham Hoang" userId="daff2273dfcb736e" providerId="LiveId" clId="{7864E128-F8E5-4C3B-B427-8C25E8C185A6}" dt="2025-11-27T10:09:09.381" v="9161" actId="47"/>
        <pc:sldMkLst>
          <pc:docMk/>
          <pc:sldMk cId="512993535" sldId="409"/>
        </pc:sldMkLst>
      </pc:sldChg>
      <pc:sldChg chg="modSp add del mod">
        <pc:chgData name="Viet Pham Hoang" userId="daff2273dfcb736e" providerId="LiveId" clId="{7864E128-F8E5-4C3B-B427-8C25E8C185A6}" dt="2025-11-27T10:09:09.381" v="9161" actId="47"/>
        <pc:sldMkLst>
          <pc:docMk/>
          <pc:sldMk cId="2248177151" sldId="410"/>
        </pc:sldMkLst>
      </pc:sldChg>
      <pc:sldChg chg="modSp add del mod">
        <pc:chgData name="Viet Pham Hoang" userId="daff2273dfcb736e" providerId="LiveId" clId="{7864E128-F8E5-4C3B-B427-8C25E8C185A6}" dt="2025-11-27T10:09:09.381" v="9161" actId="47"/>
        <pc:sldMkLst>
          <pc:docMk/>
          <pc:sldMk cId="3926667985" sldId="411"/>
        </pc:sldMkLst>
      </pc:sldChg>
      <pc:sldChg chg="modSp add del mod">
        <pc:chgData name="Viet Pham Hoang" userId="daff2273dfcb736e" providerId="LiveId" clId="{7864E128-F8E5-4C3B-B427-8C25E8C185A6}" dt="2025-11-27T10:09:09.381" v="9161" actId="47"/>
        <pc:sldMkLst>
          <pc:docMk/>
          <pc:sldMk cId="4016421805" sldId="412"/>
        </pc:sldMkLst>
      </pc:sldChg>
      <pc:sldChg chg="modSp add del mod">
        <pc:chgData name="Viet Pham Hoang" userId="daff2273dfcb736e" providerId="LiveId" clId="{7864E128-F8E5-4C3B-B427-8C25E8C185A6}" dt="2025-11-27T10:09:09.381" v="9161" actId="47"/>
        <pc:sldMkLst>
          <pc:docMk/>
          <pc:sldMk cId="4115583522" sldId="413"/>
        </pc:sldMkLst>
      </pc:sldChg>
      <pc:sldChg chg="modSp add del mod">
        <pc:chgData name="Viet Pham Hoang" userId="daff2273dfcb736e" providerId="LiveId" clId="{7864E128-F8E5-4C3B-B427-8C25E8C185A6}" dt="2025-11-27T10:09:09.381" v="9161" actId="47"/>
        <pc:sldMkLst>
          <pc:docMk/>
          <pc:sldMk cId="3442825534" sldId="414"/>
        </pc:sldMkLst>
      </pc:sldChg>
      <pc:sldChg chg="addSp delSp modSp add del mod">
        <pc:chgData name="Viet Pham Hoang" userId="daff2273dfcb736e" providerId="LiveId" clId="{7864E128-F8E5-4C3B-B427-8C25E8C185A6}" dt="2025-11-27T10:09:09.381" v="9161" actId="47"/>
        <pc:sldMkLst>
          <pc:docMk/>
          <pc:sldMk cId="2039569471" sldId="415"/>
        </pc:sldMkLst>
      </pc:sldChg>
      <pc:sldChg chg="addSp modSp add del mod">
        <pc:chgData name="Viet Pham Hoang" userId="daff2273dfcb736e" providerId="LiveId" clId="{7864E128-F8E5-4C3B-B427-8C25E8C185A6}" dt="2025-11-27T10:09:09.381" v="9161" actId="47"/>
        <pc:sldMkLst>
          <pc:docMk/>
          <pc:sldMk cId="2884309524" sldId="416"/>
        </pc:sldMkLst>
      </pc:sldChg>
      <pc:sldChg chg="addSp delSp modSp add del mod ord">
        <pc:chgData name="Viet Pham Hoang" userId="daff2273dfcb736e" providerId="LiveId" clId="{7864E128-F8E5-4C3B-B427-8C25E8C185A6}" dt="2025-11-27T10:09:09.381" v="9161" actId="47"/>
        <pc:sldMkLst>
          <pc:docMk/>
          <pc:sldMk cId="1614712180" sldId="417"/>
        </pc:sldMkLst>
      </pc:sldChg>
      <pc:sldChg chg="addSp modSp add del mod">
        <pc:chgData name="Viet Pham Hoang" userId="daff2273dfcb736e" providerId="LiveId" clId="{7864E128-F8E5-4C3B-B427-8C25E8C185A6}" dt="2025-11-27T10:09:09.381" v="9161" actId="47"/>
        <pc:sldMkLst>
          <pc:docMk/>
          <pc:sldMk cId="918780671" sldId="418"/>
        </pc:sldMkLst>
      </pc:sldChg>
      <pc:sldChg chg="delSp modSp add del mod">
        <pc:chgData name="Viet Pham Hoang" userId="daff2273dfcb736e" providerId="LiveId" clId="{7864E128-F8E5-4C3B-B427-8C25E8C185A6}" dt="2025-11-27T10:09:09.381" v="9161" actId="47"/>
        <pc:sldMkLst>
          <pc:docMk/>
          <pc:sldMk cId="3246954781" sldId="419"/>
        </pc:sldMkLst>
      </pc:sldChg>
      <pc:sldChg chg="delSp modSp add del mod">
        <pc:chgData name="Viet Pham Hoang" userId="daff2273dfcb736e" providerId="LiveId" clId="{7864E128-F8E5-4C3B-B427-8C25E8C185A6}" dt="2025-11-27T10:09:09.381" v="9161" actId="47"/>
        <pc:sldMkLst>
          <pc:docMk/>
          <pc:sldMk cId="3136544608" sldId="420"/>
        </pc:sldMkLst>
      </pc:sldChg>
      <pc:sldChg chg="delSp modSp add del mod">
        <pc:chgData name="Viet Pham Hoang" userId="daff2273dfcb736e" providerId="LiveId" clId="{7864E128-F8E5-4C3B-B427-8C25E8C185A6}" dt="2025-11-27T10:09:09.381" v="9161" actId="47"/>
        <pc:sldMkLst>
          <pc:docMk/>
          <pc:sldMk cId="2198334074" sldId="421"/>
        </pc:sldMkLst>
      </pc:sldChg>
      <pc:sldChg chg="modSp add del mod">
        <pc:chgData name="Viet Pham Hoang" userId="daff2273dfcb736e" providerId="LiveId" clId="{7864E128-F8E5-4C3B-B427-8C25E8C185A6}" dt="2025-11-27T10:09:09.381" v="9161" actId="47"/>
        <pc:sldMkLst>
          <pc:docMk/>
          <pc:sldMk cId="901614974" sldId="422"/>
        </pc:sldMkLst>
      </pc:sldChg>
      <pc:sldChg chg="modSp add del mod">
        <pc:chgData name="Viet Pham Hoang" userId="daff2273dfcb736e" providerId="LiveId" clId="{7864E128-F8E5-4C3B-B427-8C25E8C185A6}" dt="2025-11-27T10:09:09.381" v="9161" actId="47"/>
        <pc:sldMkLst>
          <pc:docMk/>
          <pc:sldMk cId="1719327571" sldId="423"/>
        </pc:sldMkLst>
      </pc:sldChg>
      <pc:sldChg chg="modSp add del mod">
        <pc:chgData name="Viet Pham Hoang" userId="daff2273dfcb736e" providerId="LiveId" clId="{7864E128-F8E5-4C3B-B427-8C25E8C185A6}" dt="2025-11-27T10:09:09.381" v="9161" actId="47"/>
        <pc:sldMkLst>
          <pc:docMk/>
          <pc:sldMk cId="3752331098" sldId="424"/>
        </pc:sldMkLst>
      </pc:sldChg>
      <pc:sldChg chg="addSp delSp modSp add del mod modNotesTx">
        <pc:chgData name="Viet Pham Hoang" userId="daff2273dfcb736e" providerId="LiveId" clId="{7864E128-F8E5-4C3B-B427-8C25E8C185A6}" dt="2025-11-27T10:09:09.381" v="9161" actId="47"/>
        <pc:sldMkLst>
          <pc:docMk/>
          <pc:sldMk cId="2970455241" sldId="425"/>
        </pc:sldMkLst>
      </pc:sldChg>
      <pc:sldChg chg="modSp add del mod">
        <pc:chgData name="Viet Pham Hoang" userId="daff2273dfcb736e" providerId="LiveId" clId="{7864E128-F8E5-4C3B-B427-8C25E8C185A6}" dt="2025-11-27T10:09:09.381" v="9161" actId="47"/>
        <pc:sldMkLst>
          <pc:docMk/>
          <pc:sldMk cId="3615903127" sldId="42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B9F93347-9E3B-4D42-B9E0-98FE3BD6FFA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Arial" charset="0"/>
              </a:defRPr>
            </a:lvl1pPr>
          </a:lstStyle>
          <a:p>
            <a:pPr>
              <a:defRPr/>
            </a:pPr>
            <a:endParaRPr lang="en-US"/>
          </a:p>
        </p:txBody>
      </p:sp>
      <p:sp>
        <p:nvSpPr>
          <p:cNvPr id="56323" name="Rectangle 3">
            <a:extLst>
              <a:ext uri="{FF2B5EF4-FFF2-40B4-BE49-F238E27FC236}">
                <a16:creationId xmlns:a16="http://schemas.microsoft.com/office/drawing/2014/main" id="{46877048-5F8C-435A-9D8C-1D5B0FA9385C}"/>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Arial" charset="0"/>
              </a:defRPr>
            </a:lvl1pPr>
          </a:lstStyle>
          <a:p>
            <a:pPr>
              <a:defRPr/>
            </a:pPr>
            <a:fld id="{934D041F-1863-43F5-BB9E-46A9707583B6}" type="datetimeFigureOut">
              <a:rPr lang="en-US"/>
              <a:pPr>
                <a:defRPr/>
              </a:pPr>
              <a:t>11/28/2025</a:t>
            </a:fld>
            <a:endParaRPr lang="en-US"/>
          </a:p>
        </p:txBody>
      </p:sp>
      <p:sp>
        <p:nvSpPr>
          <p:cNvPr id="56324" name="Rectangle 4">
            <a:extLst>
              <a:ext uri="{FF2B5EF4-FFF2-40B4-BE49-F238E27FC236}">
                <a16:creationId xmlns:a16="http://schemas.microsoft.com/office/drawing/2014/main" id="{315D30AE-C4DA-46EA-AD7B-F8E3C4FB0C4B}"/>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Arial" charset="0"/>
              </a:defRPr>
            </a:lvl1pPr>
          </a:lstStyle>
          <a:p>
            <a:pPr>
              <a:defRPr/>
            </a:pPr>
            <a:endParaRPr lang="en-US"/>
          </a:p>
        </p:txBody>
      </p:sp>
      <p:sp>
        <p:nvSpPr>
          <p:cNvPr id="56325" name="Rectangle 5">
            <a:extLst>
              <a:ext uri="{FF2B5EF4-FFF2-40B4-BE49-F238E27FC236}">
                <a16:creationId xmlns:a16="http://schemas.microsoft.com/office/drawing/2014/main" id="{51A1DB38-68FA-4DDD-85FD-84BA7ADE2C07}"/>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E2DA930E-B91D-4EBE-97AE-47EE09A4906A}" type="slidenum">
              <a:rPr lang="en-US" altLang="vi-VN"/>
              <a:pPr>
                <a:defRPr/>
              </a:pPr>
              <a:t>‹#›</a:t>
            </a:fld>
            <a:endParaRPr lang="en-US" altLang="vi-V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E8C5133-B1D3-4161-8909-ADBC85C01BAD}"/>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defRPr>
            </a:lvl1pPr>
          </a:lstStyle>
          <a:p>
            <a:pPr>
              <a:defRPr/>
            </a:pPr>
            <a:endParaRPr lang="en-US"/>
          </a:p>
        </p:txBody>
      </p:sp>
      <p:sp>
        <p:nvSpPr>
          <p:cNvPr id="3" name="Date Placeholder 2">
            <a:extLst>
              <a:ext uri="{FF2B5EF4-FFF2-40B4-BE49-F238E27FC236}">
                <a16:creationId xmlns:a16="http://schemas.microsoft.com/office/drawing/2014/main" id="{7A162CE2-9F45-414A-ACCA-6F2425150BD3}"/>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defRPr>
            </a:lvl1pPr>
          </a:lstStyle>
          <a:p>
            <a:pPr>
              <a:defRPr/>
            </a:pPr>
            <a:fld id="{4E676FCE-B4B2-46F6-829C-6FEDEDA9B491}" type="datetimeFigureOut">
              <a:rPr lang="en-US"/>
              <a:pPr>
                <a:defRPr/>
              </a:pPr>
              <a:t>11/28/2025</a:t>
            </a:fld>
            <a:endParaRPr lang="en-US"/>
          </a:p>
        </p:txBody>
      </p:sp>
      <p:sp>
        <p:nvSpPr>
          <p:cNvPr id="4" name="Slide Image Placeholder 3">
            <a:extLst>
              <a:ext uri="{FF2B5EF4-FFF2-40B4-BE49-F238E27FC236}">
                <a16:creationId xmlns:a16="http://schemas.microsoft.com/office/drawing/2014/main" id="{36E952A6-B07A-482D-8225-C8C8DD8BF60E}"/>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4F549C2D-31F6-4030-AE28-CAF666F54635}"/>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 noProof="0"/>
              <a:t>Click to edit Master text styles</a:t>
            </a:r>
          </a:p>
          <a:p>
            <a:pPr lvl="1"/>
            <a:r>
              <a:rPr lang="en" noProof="0"/>
              <a:t>Second level</a:t>
            </a:r>
          </a:p>
          <a:p>
            <a:pPr lvl="2"/>
            <a:r>
              <a:rPr lang="en" noProof="0"/>
              <a:t>Third level</a:t>
            </a:r>
          </a:p>
          <a:p>
            <a:pPr lvl="3"/>
            <a:r>
              <a:rPr lang="en" noProof="0"/>
              <a:t>Fourth level</a:t>
            </a:r>
          </a:p>
          <a:p>
            <a:pPr lvl="4"/>
            <a:r>
              <a:rPr lang="en" noProof="0"/>
              <a:t>Fifth level</a:t>
            </a:r>
          </a:p>
        </p:txBody>
      </p:sp>
      <p:sp>
        <p:nvSpPr>
          <p:cNvPr id="6" name="Footer Placeholder 5">
            <a:extLst>
              <a:ext uri="{FF2B5EF4-FFF2-40B4-BE49-F238E27FC236}">
                <a16:creationId xmlns:a16="http://schemas.microsoft.com/office/drawing/2014/main" id="{5660B162-01AE-4DC0-A867-AC6CB9492D4E}"/>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88E2C3FD-37D0-4023-9ECA-BA70B3E13831}"/>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1C84B2E-CD01-4231-A65F-68AEE333339C}" type="slidenum">
              <a:rPr lang="en-US" altLang="vi-VN"/>
              <a:pPr>
                <a:defRPr/>
              </a:pPr>
              <a:t>‹#›</a:t>
            </a:fld>
            <a:endParaRPr lang="en-US" altLang="vi-V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pPr>
              <a:defRPr/>
            </a:pPr>
            <a:fld id="{81C84B2E-CD01-4231-A65F-68AEE333339C}" type="slidenum">
              <a:rPr lang="en-US" altLang="vi-VN" smtClean="0"/>
              <a:pPr>
                <a:defRPr/>
              </a:pPr>
              <a:t>1</a:t>
            </a:fld>
            <a:endParaRPr lang="en-US" altLang="vi-VN"/>
          </a:p>
        </p:txBody>
      </p:sp>
    </p:spTree>
    <p:extLst>
      <p:ext uri="{BB962C8B-B14F-4D97-AF65-F5344CB8AC3E}">
        <p14:creationId xmlns:p14="http://schemas.microsoft.com/office/powerpoint/2010/main" val="4082794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4C7C2-6A09-F4AE-7D74-B5523437CA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FACD05-173D-7F8F-BB4B-6DD1DBEEA8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259747-1AA0-47D5-9F99-03E7F9EC4CD9}"/>
              </a:ext>
            </a:extLst>
          </p:cNvPr>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mn-ea"/>
                <a:cs typeface="+mn-cs"/>
              </a:rPr>
              <a:t>Trong chương này, chúng ta sẽ xem xét một vài ví dụ về việc áp dụng các phương pháp học máy vào phân tích chuỗi thời gian. Đây là một lĩnh vực tương đối mới trong phân tích chuỗi thời gian nhưng đã cho thấy nhiều triển vọng. Các phương pháp học máy mà chúng ta sẽ nghiên cứu ban đầu không được phát triển cho dữ liệu chuỗi thời gian cụ thể nhưng chúng đã chứng minh được tính hữu ích của chúng.</a:t>
            </a:r>
          </a:p>
          <a:p>
            <a:endParaRPr lang="en-US" sz="1200" b="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ABA98558-4CA0-AEAA-B1F0-38316C381AD8}"/>
              </a:ext>
            </a:extLst>
          </p:cNvPr>
          <p:cNvSpPr>
            <a:spLocks noGrp="1"/>
          </p:cNvSpPr>
          <p:nvPr>
            <p:ph type="sldNum" sz="quarter" idx="5"/>
          </p:nvPr>
        </p:nvSpPr>
        <p:spPr/>
        <p:txBody>
          <a:bodyPr/>
          <a:lstStyle/>
          <a:p>
            <a:pPr>
              <a:defRPr/>
            </a:pPr>
            <a:fld id="{81C84B2E-CD01-4231-A65F-68AEE333339C}" type="slidenum">
              <a:rPr lang="en-US" altLang="vi-VN" smtClean="0"/>
              <a:pPr>
                <a:defRPr/>
              </a:pPr>
              <a:t>2</a:t>
            </a:fld>
            <a:endParaRPr lang="en-US" altLang="vi-VN"/>
          </a:p>
        </p:txBody>
      </p:sp>
    </p:spTree>
    <p:extLst>
      <p:ext uri="{BB962C8B-B14F-4D97-AF65-F5344CB8AC3E}">
        <p14:creationId xmlns:p14="http://schemas.microsoft.com/office/powerpoint/2010/main" val="42299036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6BBFD-F31B-4607-2420-35DBE46486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B3A250-6F14-0B94-F488-4CCE58CC23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16C9AD-1610-A5F2-29EA-95C3E0798ED6}"/>
              </a:ext>
            </a:extLst>
          </p:cNvPr>
          <p:cNvSpPr>
            <a:spLocks noGrp="1"/>
          </p:cNvSpPr>
          <p:nvPr>
            <p:ph type="body" idx="1"/>
          </p:nvPr>
        </p:nvSpPr>
        <p:spPr/>
        <p:txBody>
          <a:bodyPr>
            <a:normAutofit/>
          </a:bodyPr>
          <a:lstStyle/>
          <a:p>
            <a:endParaRPr lang="en-US" sz="1200" b="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C3B7129-F935-80E1-AA19-D8723BB84FE8}"/>
              </a:ext>
            </a:extLst>
          </p:cNvPr>
          <p:cNvSpPr>
            <a:spLocks noGrp="1"/>
          </p:cNvSpPr>
          <p:nvPr>
            <p:ph type="sldNum" sz="quarter" idx="5"/>
          </p:nvPr>
        </p:nvSpPr>
        <p:spPr/>
        <p:txBody>
          <a:bodyPr/>
          <a:lstStyle/>
          <a:p>
            <a:pPr>
              <a:defRPr/>
            </a:pPr>
            <a:fld id="{81C84B2E-CD01-4231-A65F-68AEE333339C}" type="slidenum">
              <a:rPr lang="en-US" altLang="vi-VN" smtClean="0"/>
              <a:pPr>
                <a:defRPr/>
              </a:pPr>
              <a:t>3</a:t>
            </a:fld>
            <a:endParaRPr lang="en-US" altLang="vi-VN"/>
          </a:p>
        </p:txBody>
      </p:sp>
    </p:spTree>
    <p:extLst>
      <p:ext uri="{BB962C8B-B14F-4D97-AF65-F5344CB8AC3E}">
        <p14:creationId xmlns:p14="http://schemas.microsoft.com/office/powerpoint/2010/main" val="27904522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4C442-9B48-9C84-AD87-1CE2CAD393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6D91B2-0050-4C0F-5E50-3A0565F3DC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F13AFE-A461-5F13-DB36-B9704400C3CE}"/>
              </a:ext>
            </a:extLst>
          </p:cNvPr>
          <p:cNvSpPr>
            <a:spLocks noGrp="1"/>
          </p:cNvSpPr>
          <p:nvPr>
            <p:ph type="body" idx="1"/>
          </p:nvPr>
        </p:nvSpPr>
        <p:spPr/>
        <p:txBody>
          <a:bodyPr>
            <a:normAutofit/>
          </a:bodyPr>
          <a:lstStyle/>
          <a:p>
            <a:endParaRPr lang="en-US" sz="1200" b="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9C59DB92-81C6-B7B4-A198-8C0665570D62}"/>
              </a:ext>
            </a:extLst>
          </p:cNvPr>
          <p:cNvSpPr>
            <a:spLocks noGrp="1"/>
          </p:cNvSpPr>
          <p:nvPr>
            <p:ph type="sldNum" sz="quarter" idx="5"/>
          </p:nvPr>
        </p:nvSpPr>
        <p:spPr/>
        <p:txBody>
          <a:bodyPr/>
          <a:lstStyle/>
          <a:p>
            <a:pPr>
              <a:defRPr/>
            </a:pPr>
            <a:fld id="{81C84B2E-CD01-4231-A65F-68AEE333339C}" type="slidenum">
              <a:rPr lang="en-US" altLang="vi-VN" smtClean="0"/>
              <a:pPr>
                <a:defRPr/>
              </a:pPr>
              <a:t>4</a:t>
            </a:fld>
            <a:endParaRPr lang="en-US" altLang="vi-VN"/>
          </a:p>
        </p:txBody>
      </p:sp>
    </p:spTree>
    <p:extLst>
      <p:ext uri="{BB962C8B-B14F-4D97-AF65-F5344CB8AC3E}">
        <p14:creationId xmlns:p14="http://schemas.microsoft.com/office/powerpoint/2010/main" val="14721296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b="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pPr>
              <a:defRPr/>
            </a:pPr>
            <a:fld id="{81C84B2E-CD01-4231-A65F-68AEE333339C}" type="slidenum">
              <a:rPr lang="en-US" altLang="vi-VN" smtClean="0"/>
              <a:pPr>
                <a:defRPr/>
              </a:pPr>
              <a:t>5</a:t>
            </a:fld>
            <a:endParaRPr lang="en-US" altLang="vi-VN"/>
          </a:p>
        </p:txBody>
      </p:sp>
    </p:spTree>
    <p:extLst>
      <p:ext uri="{BB962C8B-B14F-4D97-AF65-F5344CB8AC3E}">
        <p14:creationId xmlns:p14="http://schemas.microsoft.com/office/powerpoint/2010/main" val="10106084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013AF-33E0-FEB5-CE31-6EB3F5DB9C09}"/>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F74C328-6569-8EEE-C2E7-702BE7703EE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1186CEFC-05FF-43EB-DA62-997CE6F1FC1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en-US" sz="1200" kern="1200">
                <a:solidFill>
                  <a:schemeClr val="tx1"/>
                </a:solidFill>
                <a:effectLst/>
                <a:latin typeface="+mn-lt"/>
                <a:ea typeface="+mn-ea"/>
                <a:cs typeface="+mn-cs"/>
              </a:rPr>
              <a:t>Hình ảnh này cho thấy một ví dụ đơn giản về cây quyết định có thể được sử dụng để ước tính trọng lượng cơ thể của một người. Trong cây hồi quy đơn giản này, một loạt các nhánh logic được sử dụng để đưa ra trọng số dự đoán cho một người. </a:t>
            </a:r>
          </a:p>
        </p:txBody>
      </p:sp>
    </p:spTree>
    <p:extLst>
      <p:ext uri="{BB962C8B-B14F-4D97-AF65-F5344CB8AC3E}">
        <p14:creationId xmlns:p14="http://schemas.microsoft.com/office/powerpoint/2010/main" val="21727332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19265-E2AE-34B3-180E-25CD84DAB01E}"/>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9F29807B-97A0-4EA6-CFD7-03977B2AC3C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E4EFB576-F545-EBF1-9410-DD613358781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617150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00614-CBE2-AA6A-BF20-FB05E994705F}"/>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BE8D6239-574B-FD69-04C5-092A62C510F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9E40768-B143-C519-5AF2-6EDB13967A0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a:latin typeface="Times New Roman" panose="02020603050405020304" pitchFamily="18" charset="0"/>
                <a:cs typeface="Times New Roman" panose="02020603050405020304" pitchFamily="18" charset="0"/>
              </a:rPr>
              <a:t>Đây là dạng phổ biến nhất trong time series như dự báo giá cổ phiếu ngày mai, dự báo số lượng điện tiêu thụ, dự báo vị trí của robot trong hệ thống điều khiển.</a:t>
            </a:r>
          </a:p>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1459374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B9422-1E5A-691B-2706-6702C4BAA7B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6ECA32D0-07E1-1AB2-D6AB-EAFFED9F860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ECDF1853-32F3-35C4-892E-0847EBA356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mn-ea"/>
                <a:cs typeface="+mn-cs"/>
              </a:rPr>
              <a:t>Rừng ngẫu nhiên hướng đến "trí tuệ đám đông", nơi đám đông được tạo thành từ nhiều mô hình đơn giản, không mô hình nào trong số đó có thể đặc biệt tốt, nhưng tất cả cùng nhau thường vượt trội hơn một cây quyết định đơn lẻ nhưng được tinh chỉnh cao.</a:t>
            </a:r>
          </a:p>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801311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8235F-C6F1-9A98-D888-C4159E1466C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AA280D7B-F1DA-56F8-7D44-8A936208904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FE6C44F-3CBA-6384-0CFD-CFF44995369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t>Cây tăng cường gradient, phần lớn đã thành công ở cả hai nhiệm vụ.</a:t>
            </a: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653021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F3B28-06CC-F513-72BC-ED647E682126}"/>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532CC6B-DA1E-75A7-8690-F0057DBF123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6A3972EF-EBE0-E069-6B39-5F633978A82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4126374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0E7D5-B52B-CFD4-5300-916299E038BE}"/>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82C96F7D-0B96-C280-E2F6-08D09DEE2AA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DF8F350-5C58-BCAC-F91C-602480B4A26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9278236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30EE1-0F96-B5DC-104E-71DCDDD33AA5}"/>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E48A2AF7-CA1E-7286-1323-D15D0955338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84508F5-5B56-5855-1B62-864BC787E7D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4974005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B54A2-A92F-B32B-9F70-A123C6C93F26}"/>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1EB73906-2567-E9AD-9E57-257F3C5966F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79ED9DD-0171-395F-7F09-4A6BBD5E093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0061796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CC9B0-A62F-82F2-3FEF-533058F31C45}"/>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37AF3D9-7C1D-6BC9-3DB2-E23B9145C82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9DB684C-71A2-4D15-E900-F657CF394A0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8175445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9BFB4-1B88-9751-05C1-593360862FB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5062093-F209-A6A9-AB77-CBCF92D980F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6FB117E-05D4-4F7B-4C54-786501A8882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9510845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21F4C-DAFA-6E9E-0523-61186F6B191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FD0608D0-59FA-064A-B60E-4CC4EC61541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3078AE4-DA39-AC09-842B-B64E0071A97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en-US" sz="1200" kern="1200">
                <a:solidFill>
                  <a:schemeClr val="tx1"/>
                </a:solidFill>
                <a:effectLst/>
                <a:latin typeface="+mn-lt"/>
                <a:ea typeface="+mn-ea"/>
                <a:cs typeface="+mn-cs"/>
                <a:sym typeface="Wingdings" panose="05000000000000000000" pitchFamily="2" charset="2"/>
              </a:rPr>
              <a:t></a:t>
            </a:r>
            <a:r>
              <a:rPr lang="en-US" sz="1200" kern="1200">
                <a:solidFill>
                  <a:schemeClr val="tx1"/>
                </a:solidFill>
                <a:effectLst/>
                <a:latin typeface="+mn-lt"/>
                <a:ea typeface="+mn-ea"/>
                <a:cs typeface="+mn-cs"/>
              </a:rPr>
              <a:t>Một lựa chọn là sử dụng lớp thành viên để tạo dự báo dựa trên hành vi điển hình trong lớp đó. Để làm điều này, trước tiên hãy xác định cụm mà mẫu chuỗi thời gian thuộc về dựa trên N bước thời gian đầu tiên của nó, sau đó suy ra hành vi có thể xảy ra trong tương lai dựa trên thành viên cụm. Cụ thể, hãy xem xét cách các giá trị của chuỗi thời gian trong cụm này có xu hướng thay đổi giá trị giữa bước thời gian N và bước thời gian N + h. Lưu ý rằng bạn nên thực hiện phân cụm ban đầu cho tất cả các chuỗi thời gian dựa trên N bước đầu tiên của chúng, thay vì tất cả các phần của chuỗi thời gian để tránh việc nhìn trước.</a:t>
            </a:r>
          </a:p>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8327700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158F8-B755-E157-63C3-435A0A3A180D}"/>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641A4C37-8FED-2984-505C-006535741D8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6BE2FD75-B158-FFDC-CB2B-3CF37031145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en-US" sz="1200" kern="1200">
                <a:solidFill>
                  <a:schemeClr val="tx1"/>
                </a:solidFill>
                <a:effectLst/>
                <a:latin typeface="+mn-lt"/>
                <a:ea typeface="+mn-ea"/>
                <a:cs typeface="+mn-cs"/>
              </a:rPr>
              <a:t>Một lựa chọn khác là dự đoán hành vi tương lai của một chuỗi thời gian mẫu dựa trên hành vi của (hoặc các) lân cận gần nhất của nó trong không gian mẫu. Trong trường hợp này, dựa trên các số liệu từ N bước thời gian đầu tiên, hãy tìm (các) lân cận gần nhất của một mẫu chuỗi thời gian mà quỹ đạo đầy đủ đã biết. Sau đó, tính trung bình hành vi N + h của các lân cận gần nhất này, và đây là dự báo của bạn cho mẫu hiện tại. </a:t>
            </a:r>
          </a:p>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4515356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2C9A8-D9DF-29F2-1866-7D48570096C3}"/>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901075A-204E-40A9-378A-EC06AC0D45B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83D95A6-8426-E3FC-2A51-EE359B48864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a:latin typeface="Times New Roman" panose="02020603050405020304" pitchFamily="18" charset="0"/>
                <a:cs typeface="Times New Roman" panose="02020603050405020304" pitchFamily="18" charset="0"/>
              </a:rPr>
              <a:t>Khoảng cách dựa trên các đặc điểm: Tạo các đặc điểm cho chuỗi thời gian và coi chúng là tọa độ để tính toán dữ liệu. Điều này không giải quyết hoàn toàn vấn đề chọn đo lường khoảng cách, nhưng nó giúp đơn giản hóa vấn đề về cùng một bài toán đo lường khoảng cách mà bất kỳ tập dữ liệu cắt ngang nào đặt ra.</a:t>
            </a:r>
          </a:p>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999301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CFD95-209B-705E-1462-82095B7CE84E}"/>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AB28557E-9ED5-569E-6F9E-10276D3412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A564704-D39A-FEF1-A883-1762D790823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mn-ea"/>
                <a:cs typeface="+mn-cs"/>
              </a:rPr>
              <a:t>Trong phần này, chúng ta sẽ tập trung vào vấn đề đo lường độ tương đồng giữa các chuỗi thời gian bằng cách định nghĩa một chỉ số khoảng cách giữa chúng. Một trong những ví dụ nổi tiếng nhất về các chỉ số như vậy là độ xoắn thời gian động (DTW).</a:t>
            </a:r>
          </a:p>
        </p:txBody>
      </p:sp>
    </p:spTree>
    <p:extLst>
      <p:ext uri="{BB962C8B-B14F-4D97-AF65-F5344CB8AC3E}">
        <p14:creationId xmlns:p14="http://schemas.microsoft.com/office/powerpoint/2010/main" val="8712100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D94BE-EA06-CE20-8FA3-255E1B2F363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7F2937D-23BA-B1BB-5514-779A62E2C4E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ECF7F26-15F6-917F-F1B5-E3FB5A65D6D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0304952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F7D92-76FA-ED98-14D8-824E624B025B}"/>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F3950C74-2319-1EAD-9F59-C0710D053A4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A966B470-FFAC-A7A7-75F5-802EC58F46C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6321377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96AC3-9205-8B8B-8EF2-0B1659EF5525}"/>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E3FB3693-142A-8908-18FF-3DDF42E0423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1E417CD4-8346-5A85-91BC-6423A920AB2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lnSpcReduction="10000"/>
          </a:bodyPr>
          <a:lstStyle/>
          <a:p>
            <a:r>
              <a:rPr lang="en-US" sz="1200" kern="1200">
                <a:solidFill>
                  <a:schemeClr val="tx1"/>
                </a:solidFill>
                <a:effectLst/>
                <a:latin typeface="+mn-lt"/>
                <a:ea typeface="+mn-ea"/>
                <a:cs typeface="+mn-cs"/>
              </a:rPr>
              <a:t>Ngoài ra còn có những cách khác để đo khoảng cách giữa các chuỗi thời gian. Dưới đây là một vài cách:</a:t>
            </a:r>
          </a:p>
          <a:p>
            <a:pPr marL="171450" indent="-171450">
              <a:buFont typeface="Arial" panose="020B0604020202020204" pitchFamily="34" charset="0"/>
              <a:buChar char="•"/>
            </a:pPr>
            <a:r>
              <a:rPr lang="en-US" sz="1200" kern="1200">
                <a:solidFill>
                  <a:schemeClr val="tx1"/>
                </a:solidFill>
                <a:effectLst/>
                <a:latin typeface="+mn-lt"/>
                <a:ea typeface="+mn-ea"/>
                <a:cs typeface="+mn-cs"/>
              </a:rPr>
              <a:t>Khoảng cách Fréchet: Đây là khoảng cách tối đa giữa hai đường cong trong quá trình di chuyển giống như bẻ cong thời gian của các đường cong, luôn tìm cách giảm thiểu khoảng cách giữa hai đường cong. Thước đo khoảng cách này thường được giải thích bằng phép so sánh giữa một con chó và người bạn đồng hành của nó đi bộ trên hai đường cong với một sợi dây xích ở giữa. Mỗi con chó cần đi qua một đường cong riêng biệt từ đầu đến cuối, và chúng có thể đi với tốc độ khác nhau và thay đổi tốc độ dọc theo đường cong miễn là chúng luôn di chuyển theo cùng một hướng. Khoảng cách Fréchet là độ dài dây xích ngắn nhất cần thiết để chúng hoàn thành nhiệm vụ theo quỹ đạo tối ưu (giả sử chúng có thể tìm thấy nó!).</a:t>
            </a:r>
          </a:p>
          <a:p>
            <a:pPr marL="171450" indent="-171450">
              <a:buFont typeface="Arial" panose="020B0604020202020204" pitchFamily="34" charset="0"/>
              <a:buChar char="•"/>
            </a:pPr>
            <a:r>
              <a:rPr lang="en-US" sz="1200" kern="1200">
                <a:solidFill>
                  <a:schemeClr val="tx1"/>
                </a:solidFill>
                <a:effectLst/>
                <a:latin typeface="+mn-lt"/>
                <a:ea typeface="+mn-ea"/>
                <a:cs typeface="+mn-cs"/>
              </a:rPr>
              <a:t>Hệ số tương quan Pearson: Hệ số tương quan giữa hai chuỗi thời gian có thể là một cách để đo khoảng cách giữa chúng. Phép đo tương quan tương đối dễ tính toán. Tuy nhiên, phương pháp này yêu cầu các chuỗi thời gian phải có cùng số điểm dữ liệu hoặc một chuỗi phải được giảm mẫu để khớp với số điểm dữ liệu ít hơn của chuỗi kia. </a:t>
            </a:r>
          </a:p>
          <a:p>
            <a:pPr marL="171450" indent="-171450">
              <a:buFont typeface="Arial" panose="020B0604020202020204" pitchFamily="34" charset="0"/>
              <a:buChar char="•"/>
            </a:pPr>
            <a:r>
              <a:rPr lang="en-US" sz="1200" kern="1200">
                <a:solidFill>
                  <a:schemeClr val="tx1"/>
                </a:solidFill>
                <a:effectLst/>
                <a:latin typeface="+mn-lt"/>
                <a:ea typeface="+mn-ea"/>
                <a:cs typeface="+mn-cs"/>
              </a:rPr>
              <a:t>Dãy con chung dài nhất: Đo khoảng cách này phù hợp với các chuỗi thời gian biểu diễn một chuỗi các giá trị phân loại hoặc giá trị tích phân. Trong những trường hợp như vậy, để xem xét tính tương đồng của hai chuỗi thời gian, chúng ta có thể xác định độ dài của dãy con chung dài nhất, nghĩa là độ dài dài nhất của các giá trị liên tiếp giống hệt nhau, mặc dù vị trí chính xác của chúng trong chuỗi thời gian không bắt buộc phải khớp.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9838962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D3C38-BDEC-97FE-DA02-9F5D3931A557}"/>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B03815F8-06F6-5C1D-7C6B-C4C786590FD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87EE4B3B-31BC-A7B0-CC15-81C95BB9F1B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1281535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FAB43-926B-598C-5469-D1888DC6867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31654B7A-AF36-CEF4-F83F-2E8F18D7A37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4F4053E-D32C-027A-A4C8-50478121C13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1166272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C4E6E-ED55-4E30-2C9F-6666C2B40287}"/>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097EC9B6-7ADB-ABB1-4EB5-599C1E0E7EC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830A32CC-66CB-EF1A-0718-C02648F15D3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1590317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59073-8932-B019-04C7-60F95BEDC4A6}"/>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E912794-9EEE-46B9-EFB1-27EAC68D707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DDF83CE-85FE-EF76-32F4-AF233F5D859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0409247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1931D-EDC2-3F7B-B985-64D21776CA6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19E88504-5598-A773-104D-BA197B197D1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CB24AD31-E345-0E0C-BDE8-181090C30F4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3213382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BB80B-A054-3F77-1A11-9EF112A2623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79BC2B9-96FF-6794-D6F9-84010881FDB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C66DE40B-1202-E21B-43F5-6BB12308B8F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5595582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CEC82-4B1D-74C4-415C-3BB7140A8376}"/>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E4151622-DD32-5117-00DE-020EF5753DF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A4C9E6A-4787-6EBF-0C30-F4029A2716A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5277407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BB2FA-49A2-2630-03A9-087CF19A74A9}"/>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35E86C3F-B78C-79D2-D3C7-6617D93BB7D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E523C3E8-6D12-AB9E-D81A-10567E6B2D8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305524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D5289-2A23-8539-EB56-71D5E4F23DC5}"/>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80B74D6-80D6-2496-EF60-04E33EA18FF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95297CF-917A-9553-A509-BEA917AA2B6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7071304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D72AE-5164-ECDD-8D7D-7345A52FC020}"/>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B67A0097-DDB1-349F-D05E-5C81F6E0B99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1F3DAFD7-88BE-F246-B6A3-9ACD8AFEF18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1888928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18557-8D23-1FE0-F130-BF914A56AE0B}"/>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F31071B1-6796-297D-B70F-D0A197EE30E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17632916-F42D-CFBF-9BA6-E3088D66196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6194084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00971-8EEA-8EE9-F434-B1A5E17BBF8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ACDDC2FF-1EA5-F433-F9DE-6F8CE60CFA9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9D1730A4-C06D-8FE3-C2DA-16B36BC2E76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4897932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C94E0-60BA-94C8-7ADE-0DBB478E2AC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55A91D0-FC16-52BF-044B-B7061A43EF3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2B51C68-6C84-81CC-985A-7C79DB8C39E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mn-ea"/>
                <a:cs typeface="+mn-cs"/>
              </a:rPr>
              <a:t>Lưu ý các superscript (số viết lên trên) không phải số mũ</a:t>
            </a:r>
          </a:p>
        </p:txBody>
      </p:sp>
    </p:spTree>
    <p:extLst>
      <p:ext uri="{BB962C8B-B14F-4D97-AF65-F5344CB8AC3E}">
        <p14:creationId xmlns:p14="http://schemas.microsoft.com/office/powerpoint/2010/main" val="18958929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899E8-8B6B-7CA6-E2DF-2E563EDE14D6}"/>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818357CF-B58D-5A02-9880-FE2FE17BA07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687D2A7-C35E-1222-61C6-801B58A124B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mn-ea"/>
                <a:cs typeface="+mn-cs"/>
              </a:rPr>
              <a:t>Lưu ý các superscript (số viết lên trên) không phải số mũ</a:t>
            </a:r>
          </a:p>
        </p:txBody>
      </p:sp>
    </p:spTree>
    <p:extLst>
      <p:ext uri="{BB962C8B-B14F-4D97-AF65-F5344CB8AC3E}">
        <p14:creationId xmlns:p14="http://schemas.microsoft.com/office/powerpoint/2010/main" val="19473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18E7E-19A3-8A24-150B-2947CFE9C370}"/>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8C5306E8-AC31-D176-B108-CB675072BCB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9CBA406A-0D7C-AA77-E58D-BEF817E056C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mn-ea"/>
                <a:cs typeface="+mn-cs"/>
              </a:rPr>
              <a:t>Lưu ý các superscript (số viết lên trên) không phải số mũ</a:t>
            </a:r>
          </a:p>
        </p:txBody>
      </p:sp>
    </p:spTree>
    <p:extLst>
      <p:ext uri="{BB962C8B-B14F-4D97-AF65-F5344CB8AC3E}">
        <p14:creationId xmlns:p14="http://schemas.microsoft.com/office/powerpoint/2010/main" val="54780275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26030-AD7B-0E30-90B0-A71E2D0A20C6}"/>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17B9D3E-038B-F841-FA6A-38E8E901D70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155CC387-1184-D010-20FC-F1ADFA2CF21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mn-ea"/>
                <a:cs typeface="+mn-cs"/>
              </a:rPr>
              <a:t>Lưu ý các superscript (số viết lên trên) không phải số mũ</a:t>
            </a:r>
          </a:p>
        </p:txBody>
      </p:sp>
    </p:spTree>
    <p:extLst>
      <p:ext uri="{BB962C8B-B14F-4D97-AF65-F5344CB8AC3E}">
        <p14:creationId xmlns:p14="http://schemas.microsoft.com/office/powerpoint/2010/main" val="28236213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9196C-396B-50F2-52BD-0D1FD353E383}"/>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D1A2BF4-4464-8588-D212-CE55EBD2D4E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8AC366A9-1B52-16D3-2DCB-626E7852F31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mn-ea"/>
                <a:cs typeface="+mn-cs"/>
              </a:rPr>
              <a:t>Các slides liên quan tới tính toán trung gian có thể bỏ qua</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mn-ea"/>
                <a:cs typeface="+mn-cs"/>
              </a:rPr>
              <a:t>Lưu ý các superscript (số viết lên trên) không phải số mũ</a:t>
            </a:r>
          </a:p>
        </p:txBody>
      </p:sp>
    </p:spTree>
    <p:extLst>
      <p:ext uri="{BB962C8B-B14F-4D97-AF65-F5344CB8AC3E}">
        <p14:creationId xmlns:p14="http://schemas.microsoft.com/office/powerpoint/2010/main" val="327660876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986F0-0C94-0600-BCE3-1EC4E661D92B}"/>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D3F6C63-AC73-784A-19E0-D0EB161A9F1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21F2D26-96ED-D33F-46F7-2D1F136273E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mn-ea"/>
                <a:cs typeface="+mn-cs"/>
              </a:rPr>
              <a:t>Lưu ý các superscript (số viết lên trên) không phải số mũ</a:t>
            </a:r>
          </a:p>
        </p:txBody>
      </p:sp>
    </p:spTree>
    <p:extLst>
      <p:ext uri="{BB962C8B-B14F-4D97-AF65-F5344CB8AC3E}">
        <p14:creationId xmlns:p14="http://schemas.microsoft.com/office/powerpoint/2010/main" val="331051081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5FF91-3A1C-69D0-6F73-10FFD258DFB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9974F1A-4582-1EF3-F88F-4E8BCB337D2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03E7EEF-7E1D-0196-D41A-C63C0B9FDF3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mn-ea"/>
                <a:cs typeface="+mn-cs"/>
              </a:rPr>
              <a:t>Lưu ý các superscript (số viết lên trên) không phải số mũ</a:t>
            </a:r>
          </a:p>
        </p:txBody>
      </p:sp>
    </p:spTree>
    <p:extLst>
      <p:ext uri="{BB962C8B-B14F-4D97-AF65-F5344CB8AC3E}">
        <p14:creationId xmlns:p14="http://schemas.microsoft.com/office/powerpoint/2010/main" val="129089410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1F797-61E0-AC1A-1D64-BB429CE34640}"/>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848E9E7F-D30C-34D4-C983-C6FB52CF0BB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95F9953C-09D4-442F-514D-F7EC0310445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mn-ea"/>
                <a:cs typeface="+mn-cs"/>
              </a:rPr>
              <a:t>Lưu ý các superscript (số viết lên trên) không phải số mũ</a:t>
            </a:r>
          </a:p>
        </p:txBody>
      </p:sp>
    </p:spTree>
    <p:extLst>
      <p:ext uri="{BB962C8B-B14F-4D97-AF65-F5344CB8AC3E}">
        <p14:creationId xmlns:p14="http://schemas.microsoft.com/office/powerpoint/2010/main" val="84959256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C94B9-6BE5-C93E-7851-D915238575D3}"/>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6C82DC64-A02D-DD7A-A2BD-2221209085C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F4FFAC1C-1A3B-8349-996E-D3908EDE637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6575329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9D7EB-C751-5215-B3A7-EB598B575707}"/>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4710446-C627-CEAD-CD93-C10156B60F0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66FACC57-6C09-F321-9D39-7AFB151ADA5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mn-ea"/>
                <a:cs typeface="+mn-cs"/>
              </a:rPr>
              <a:t>Hầu hết các bài toán phân tích chuỗi thời gian hiện đại được thực hiện với cấu trúc mạng hồi quy, hoặc ít phổ biến hơn là cấu trúc mạng tích chập. Tuy nhiên, chúng ta sẽ bắt đầu với mạng nơ-ron truyền thẳng, vì đây là cấu trúc mạng đơn giản nhất và có lịch sử lâu đời nhất.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a:latin typeface="Times New Roman" panose="02020603050405020304" pitchFamily="18" charset="0"/>
                <a:cs typeface="Times New Roman" panose="02020603050405020304" pitchFamily="18" charset="0"/>
              </a:rPr>
              <a:t>Mạng truyền thẳng là một phép thử tốt để xác định xem chuỗi của bạn có thực sự tồn tại động lực theo thời gian phức tạp hay không. Không phải tất cả các chuỗi thời gian đều thực sự là chuỗi thời gian theo nghĩa có động lực trục thời gian, trong đó các giá trị trước đó có mối quan hệ cụ thể với các giá trị sau đó. Việc sử dụng mạng nơ-ron truyền thẳng làm một đường cơ sở, bên cạnh một mô hình tuyến tính đơn giản hơn, có thể là một lựa chọn tốt.</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6958388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8E260-59BD-4B95-3E1E-CE819A17E7A7}"/>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53B1BF72-1AB5-BD85-0228-D0B00E6EC2C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F60B4BD0-3834-FD55-33FE-B445362E38F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87570713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2D4FB-109D-DE33-62CF-0C47CC0933C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B57F9DC-FE71-3034-C29A-27BCB6D255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AAFE947F-DE84-F6C3-FFF3-B9F17ED4BF9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mn-ea"/>
                <a:cs typeface="+mn-cs"/>
              </a:rPr>
              <a:t>Hình minh họa cho thấy một kiến ​​trúc ví dụ về cách mạng nơ-ron truyền thẳng có thể được sử dụng cho một tác vụ liên quan đến xử lý dữ liệu tuần tự. Một mạng truyền thẳng được áp dụng cho các đầu vào tại mỗi bước thời gian riêng lẻ, tạo ra một "trạng thái ẩn" cho mỗi bước thời gian h1...hT. Điều này thực sự tạo ra một chuỗi các trạng thái ẩn.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mn-ea"/>
                <a:cs typeface="+mn-cs"/>
              </a:rPr>
              <a:t>Một mạng nơ-ron thứ hai, được phát triển để học a(h t), được mô tả ở góc, và đây là cơ chế chú ý. Cơ chế chú ý cho phép mạng học cách đánh giá trọng số cho từng đầu vào, trong đó mỗi đầu vào biểu diễn một trạng thái đến từ một thời điểm khác nhau. Điều này cho phép cơ chế xác định bước thời gian nào cần đánh giá trọng số nhiều hơn hoặc ít hơn trong phép tổng hợp cuối cùng của các đầu vào. Sau đó, các trạng thái ẩn của các thời điểm khác nhau được kết hợp với hệ số chú ý của chúng trước khi xử lý cuối cùng để tạo ra bất kỳ mục tiêu/nhãn nào được tìm kiếm.</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57280872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D4146-17C0-63DB-8756-C1C3CF82294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B562E378-2831-F838-3DD1-6B2F80821BB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77D8D2A-17E6-C7C5-18FA-94D6478FEE2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70292731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0C940-0A0B-74C9-B183-349D4FFEE2A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250F6C6-B967-9E1C-0A35-CC60397D1DB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8E053355-B07E-8962-3B84-12FF6A59295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03234812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0F9C5-87D2-F414-DE47-0FF6F140F18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479B34F-AB2B-0E8E-3867-E650651C35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53652372-1A8E-06F7-7D72-5641773AC98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05166713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516EF-FC39-6F9E-091B-8BFE0A25294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B4D44D56-3513-C489-FCBF-BD193B01E54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58D6EBB5-3E77-0B97-7EE7-016729677E8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354305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9307F-EED8-9535-0FA7-3DE676C48C5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282511D-F71B-3D8F-886A-576CEE024E5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277A82D-11B3-21C1-B85A-71A6095F0F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04928993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CD280-946A-7A0A-2F32-4A03C66EFCF7}"/>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78D5EB4-C558-7BD1-4C71-BCE2AD3FAFD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86F5DFAB-233D-D460-B1EE-70CE7E0A975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32856786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6837F-E636-AD8B-6288-B114021B7ACB}"/>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BF381CB-4015-DD53-CBFC-45F4F6AA81B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A57D9ABC-6CEE-B58A-97ED-6AF73667FC3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98529155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82AF3-4752-9217-B261-6EAB9C68DAD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AF4AD8E1-BA4A-6D39-A7FD-A470F94A5B4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5AF5BFF8-F271-DC37-818E-22D4D00B022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768810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AEACB-FA05-6EE3-A00E-961EC734BAE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DB25658-7F47-B780-31FF-928C1A7316B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6E02AA7E-E033-6DE2-FD1E-AAF5EF5D5E1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36674415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3A799-4171-9A74-B343-5B930BA459BB}"/>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6E7EA880-CA67-E48C-E3BD-AE6DDB426DC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98D5A3A-6B72-88C2-6050-B693740233A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17586871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2F3FA-2DEF-B89C-9415-1821D63F4CF3}"/>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3F2FE65-A912-BD2A-7E06-C19EE1F3182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1C1172A9-E87C-74E3-19EE-332AB58A60D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9519682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5EFD6-3191-716F-EEF5-7D16C0490E80}"/>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FAFDC283-F867-3080-63F9-823C610DDF8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8B58F7F-3D47-2F8F-E148-4E5ED03542B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03108556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978CC-B5A5-F8DA-ECB8-7E7C2548B05E}"/>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146829F7-2D26-ECA0-6DF3-7176A1F272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1731029D-070C-0710-83D0-9B247215A01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72106832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38A4D-30EB-40A9-FA0E-63095DC92237}"/>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AE0FE8CB-3B5E-D904-D0E2-F16D9A483ED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BB434F0-C4A9-A944-C6C7-CD9C65D6426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05994784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1C5FF-31FA-25E8-31BD-5FE801B5443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1E7C0BDB-4F97-AAB5-FE63-1D79AD06D62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927B3E7A-A91C-C0BE-C96C-EF6B2B0FC5A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71962442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91A5A-7970-6127-84AB-D6CB73A6F363}"/>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BC98FD5-D13B-32F5-BDC5-6A8C8B76DE5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01864E2-CD2C-5B38-35D5-481919626D4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8449382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54263-AE7C-93AB-90F5-812B67B7CAB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BDCEFDB-C404-8BF7-B69F-68EDC4B888C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B3406DE-AB44-520B-EE60-D3B8E376C01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36226622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E68F5-4932-C52E-E406-6666C9A757E7}"/>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3769E97-D66E-E4B7-752D-A4E2D68E7EF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E60405C3-5FBC-7737-CFF6-44DF97279F3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mn-ea"/>
                <a:cs typeface="+mn-cs"/>
              </a:rPr>
              <a:t>Một hình ảnh trực quan đẹp mắt và sâu sắc về bốn loại chuỗi thời gian, từ trái sang phải: (1) nhiễu trắng, (2) chuỗi hài hòa/theo mùa với hai tần số, (3) dữ liệu hỗn loạn có xu hướng và (4) quy trình tự hồi quy</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92862891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CC39F-A459-E759-AEBA-37DE5B081490}"/>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6CBF39ED-D5C1-9959-96DB-4CC655406E0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B570ABB-B776-8F57-E2D9-3463CDD72D5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11958845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7B674-4D53-27E0-4204-F496B29131B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B304507-C040-FDD0-A192-E82CD0740A4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48AAA5F-6F6C-517E-5A0B-4CCDB88AE38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78558013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3A875-0EAB-99D2-080B-B7E497FAB6F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E13236E8-B463-7CC9-8DD4-3F57148824D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0559F55-2136-C119-1ADF-84FB9395C7B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197760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26B89-CA1D-767D-7845-1FCC4EA0EDCF}"/>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99ADF76E-810E-931F-574B-15D1E7BD9E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6437218F-F173-1FBA-4FCF-16D7389787E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16656189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0410B-7287-09BB-BC6F-D474DDE9732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51B43B90-A60C-BA58-DED1-6B374D6AB40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97437972-2C1F-5B47-04DF-701E59D590E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81755030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50DF5-506C-9A3C-AF98-2024F63976AE}"/>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0EFD5B87-3322-7F27-AB8C-B9B20DA212F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7962DB0-292D-341F-34D1-FBAD25A83BC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09557328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71DCC-71AE-442A-0DAB-342DA135F99F}"/>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9C656341-B014-864A-0BE1-CB18BEFC5F0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F6D91C7-1611-5C19-8754-947BDFA2370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12752241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9CF05-84D5-0AC2-8CA1-EAA5C84663C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57DB478C-51BD-0B1A-3AAC-AAFE02783AC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706398C-44D9-87CD-030F-FD64B817402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04905526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221DD-410E-FBC5-D94A-8CD2DE7629C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070236E6-49C8-B8CE-F64D-D0274BE6D06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E57E075-8EE5-F4E1-E4DD-FC0B30DE0C2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51175665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9D68B-61A4-9A6F-ADBA-CCB4383C35E5}"/>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B507FBB-6258-EFC1-E5C0-349BD9994A4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977E1C44-A25F-776B-9412-1D0D3442FF5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19409345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941E8-0173-886F-5B56-C13012C1A719}"/>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199866D0-55FA-75FE-3C23-83CF65D5ECC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AC983D4-D5AD-5451-5648-92A12CEA81C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mn-lt"/>
                <a:ea typeface="+mn-ea"/>
                <a:cs typeface="+mn-cs"/>
              </a:rPr>
              <a:t>Mô hình trong hình minh họa là LSTNet đã sửa đổi, là tổng của các đầu ra từ mô hình AR và một mô hình được xây dựng song song với một lớp hồi quy truyền thống và một lớp hồi quy bỏ qua. Các đầu vào được đưa vào mỗi lớp hồi quy là đầu ra của các lớp tích chập, được tích chập theo cả trục thời gian và trục kênh. Trong kiến ​​trúc LSTNet đã sửa đổi này, chúng ta có thể thấy một thành phần tự hồi quy (phía dưới hình ảnh) song song với kiến ​​trúc mạng nơ-ron. Kiến trúc mạng nơ-ron này đặt một phần tử tích chập và một phần tử hồi quy theo thứ tự liên tiếp, hoạt động trên cùng một đầu vào lần lượt.</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02308284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32097-FC0B-8661-0B54-1D736FF6919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6E621DAD-2360-B6DD-B067-C9FD5D92FEF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EC32799-E7E0-AB11-20B1-2D8B0F3F767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36057766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6CC38-5493-A923-D3AF-E9C936B40255}"/>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1B0E644D-7E52-DD7D-54A9-778EC6BDB21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E0EF1D13-8292-B124-6A6A-0CB3F6700CF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83638437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35684-C722-04D3-0D95-56E0B57E84E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10687541-6143-CEB6-E993-F3393991C4A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67FA7409-E901-1D77-9123-F6FFC3D61B4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97382211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73C61-3635-9A04-DB94-AB36BB320A6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ABBC0ACA-4476-0E70-FB74-4E9F79D8B94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6852397-D33E-7CA2-6B85-08F066C5451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89146044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D1F6B-B919-C81A-9648-9171C6E1D8B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EA7DB965-6FAA-CCEF-77C8-58060DB05E7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E2116ECC-8475-9D39-71C3-36C0A2D673B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04423713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12BB8-A1F1-4841-8043-AF300A85B7D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5B8CBE4-D583-DA51-7F38-50BB56102C6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186A3E6-9FF8-0407-E26C-E9FB6F7BE19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46820308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B1C13-C82C-EB56-1A48-5744DB5F33E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A51A707-AD2A-9793-91C1-36914166215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97FB371-927B-7660-6210-A291624D46E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52934891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6AA86-9BF5-DBEA-0532-CE3B095328B9}"/>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779DF2F-A890-2D3F-055D-32DCC37B81D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7805A7F1-6159-DDAE-50F9-C3D3B71AF33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4148074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rang bìa">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F1C9AE8D-2638-44D9-A41A-6AB555737DC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060495" y="2078018"/>
            <a:ext cx="5732807" cy="2181139"/>
          </a:xfrm>
        </p:spPr>
        <p:txBody>
          <a:bodyPr anchor="b">
            <a:normAutofit/>
          </a:bodyPr>
          <a:lstStyle>
            <a:lvl1pPr algn="l">
              <a:lnSpc>
                <a:spcPct val="100000"/>
              </a:lnSpc>
              <a:defRPr sz="3300" b="1">
                <a:solidFill>
                  <a:schemeClr val="bg1"/>
                </a:solidFill>
                <a:latin typeface="Arial" panose="020B0604020202090204" pitchFamily="34" charset="0"/>
                <a:cs typeface="Arial" panose="020B0604020202090204"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060496" y="4535992"/>
            <a:ext cx="3830682" cy="1278213"/>
          </a:xfrm>
        </p:spPr>
        <p:txBody>
          <a:bodyPr>
            <a:normAutofit/>
          </a:bodyPr>
          <a:lstStyle>
            <a:lvl1pPr marL="0" indent="0" algn="l">
              <a:buNone/>
              <a:defRPr sz="1200">
                <a:solidFill>
                  <a:srgbClr val="F9E3E6"/>
                </a:solidFill>
                <a:latin typeface="Arial" panose="020B0604020202090204" pitchFamily="34" charset="0"/>
                <a:cs typeface="Arial" panose="020B060402020209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12" name="Text Placeholder 11"/>
          <p:cNvSpPr>
            <a:spLocks noGrp="1"/>
          </p:cNvSpPr>
          <p:nvPr>
            <p:ph type="body" sz="quarter" idx="10"/>
          </p:nvPr>
        </p:nvSpPr>
        <p:spPr>
          <a:xfrm>
            <a:off x="1060847" y="1569800"/>
            <a:ext cx="5732859" cy="431800"/>
          </a:xfrm>
        </p:spPr>
        <p:txBody>
          <a:bodyPr anchor="ctr">
            <a:normAutofit/>
          </a:bodyPr>
          <a:lstStyle>
            <a:lvl1pPr marL="0" indent="0">
              <a:buNone/>
              <a:defRPr sz="1350" b="1">
                <a:solidFill>
                  <a:schemeClr val="bg1"/>
                </a:solidFill>
                <a:latin typeface="Arial" panose="020B0604020202090204" pitchFamily="34" charset="0"/>
                <a:cs typeface="Arial" panose="020B0604020202090204" pitchFamily="34" charset="0"/>
              </a:defRPr>
            </a:lvl1pPr>
          </a:lstStyle>
          <a:p>
            <a:pPr lvl="0"/>
            <a:r>
              <a:rPr lang="en-US"/>
              <a:t>Edit Master text styles</a:t>
            </a:r>
          </a:p>
        </p:txBody>
      </p:sp>
    </p:spTree>
    <p:extLst>
      <p:ext uri="{BB962C8B-B14F-4D97-AF65-F5344CB8AC3E}">
        <p14:creationId xmlns:p14="http://schemas.microsoft.com/office/powerpoint/2010/main" val="7526138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rang nội dung">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54B3C802-7423-4A1F-BD0B-137F23A6603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33425" y="455613"/>
            <a:ext cx="384175"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220589" y="365126"/>
            <a:ext cx="7294762" cy="747683"/>
          </a:xfrm>
        </p:spPr>
        <p:txBody>
          <a:bodyPr>
            <a:normAutofit/>
          </a:bodyPr>
          <a:lstStyle>
            <a:lvl1pPr>
              <a:defRPr sz="2400" b="1">
                <a:solidFill>
                  <a:srgbClr val="CF2941"/>
                </a:solidFill>
                <a:latin typeface="Arial" panose="020B0604020202090204" pitchFamily="34" charset="0"/>
                <a:cs typeface="Arial" panose="020B0604020202090204" pitchFamily="34" charset="0"/>
              </a:defRPr>
            </a:lvl1pPr>
          </a:lstStyle>
          <a:p>
            <a:r>
              <a:rPr lang="en-US"/>
              <a:t>Click to edit Master title style</a:t>
            </a:r>
          </a:p>
        </p:txBody>
      </p:sp>
      <p:sp>
        <p:nvSpPr>
          <p:cNvPr id="12" name="Content Placeholder 11"/>
          <p:cNvSpPr>
            <a:spLocks noGrp="1"/>
          </p:cNvSpPr>
          <p:nvPr>
            <p:ph sz="quarter" idx="10"/>
          </p:nvPr>
        </p:nvSpPr>
        <p:spPr>
          <a:xfrm>
            <a:off x="659920" y="1285875"/>
            <a:ext cx="7855430" cy="4692650"/>
          </a:xfrm>
        </p:spPr>
        <p:txBody>
          <a:bodyPr>
            <a:normAutofit/>
          </a:bodyPr>
          <a:lstStyle>
            <a:lvl1pPr>
              <a:lnSpc>
                <a:spcPct val="120000"/>
              </a:lnSpc>
              <a:spcBef>
                <a:spcPts val="0"/>
              </a:spcBef>
              <a:defRPr sz="1500">
                <a:latin typeface="Arial" panose="020B0604020202090204" pitchFamily="34" charset="0"/>
                <a:cs typeface="Arial" panose="020B0604020202090204" pitchFamily="34" charset="0"/>
              </a:defRPr>
            </a:lvl1pPr>
          </a:lstStyle>
          <a:p>
            <a:pPr lvl="0"/>
            <a:r>
              <a:rPr lang="en-US"/>
              <a:t>Edit Master text styles</a:t>
            </a:r>
          </a:p>
        </p:txBody>
      </p:sp>
    </p:spTree>
    <p:extLst>
      <p:ext uri="{BB962C8B-B14F-4D97-AF65-F5344CB8AC3E}">
        <p14:creationId xmlns:p14="http://schemas.microsoft.com/office/powerpoint/2010/main" val="11702171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C7531975-1476-46CA-A0D7-F6D360A54CA6}"/>
              </a:ext>
            </a:extLst>
          </p:cNvPr>
          <p:cNvSpPr txBox="1">
            <a:spLocks noChangeArrowheads="1"/>
          </p:cNvSpPr>
          <p:nvPr userDrawn="1"/>
        </p:nvSpPr>
        <p:spPr bwMode="auto">
          <a:xfrm>
            <a:off x="8305800" y="6324600"/>
            <a:ext cx="457200" cy="381000"/>
          </a:xfrm>
          <a:prstGeom prst="rect">
            <a:avLst/>
          </a:prstGeom>
          <a:noFill/>
          <a:ln w="9525">
            <a:no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fld id="{A7A78D7E-716A-4B23-A617-CEDC2BF7E50B}" type="slidenum">
              <a:rPr lang="en-US" altLang="vi-VN" smtClean="0">
                <a:solidFill>
                  <a:schemeClr val="bg1"/>
                </a:solidFill>
                <a:latin typeface="Corbel" panose="020B0503020204020204" pitchFamily="34" charset="0"/>
              </a:rPr>
              <a:pPr algn="ctr" eaLnBrk="1" hangingPunct="1">
                <a:defRPr/>
              </a:pPr>
              <a:t>‹#›</a:t>
            </a:fld>
            <a:endParaRPr lang="en-US" altLang="vi-VN">
              <a:solidFill>
                <a:schemeClr val="bg1"/>
              </a:solidFill>
              <a:latin typeface="Corbel" panose="020B0503020204020204" pitchFamily="34" charset="0"/>
            </a:endParaRPr>
          </a:p>
        </p:txBody>
      </p:sp>
      <p:sp>
        <p:nvSpPr>
          <p:cNvPr id="5" name="Text Box 18">
            <a:extLst>
              <a:ext uri="{FF2B5EF4-FFF2-40B4-BE49-F238E27FC236}">
                <a16:creationId xmlns:a16="http://schemas.microsoft.com/office/drawing/2014/main" id="{5579B3D1-716B-4603-8D54-99E812286E60}"/>
              </a:ext>
            </a:extLst>
          </p:cNvPr>
          <p:cNvSpPr txBox="1">
            <a:spLocks noChangeArrowheads="1"/>
          </p:cNvSpPr>
          <p:nvPr userDrawn="1"/>
        </p:nvSpPr>
        <p:spPr bwMode="auto">
          <a:xfrm>
            <a:off x="5562600" y="6324600"/>
            <a:ext cx="2819400" cy="366713"/>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defRPr/>
            </a:pPr>
            <a:endParaRPr lang="en-US"/>
          </a:p>
        </p:txBody>
      </p:sp>
      <p:sp>
        <p:nvSpPr>
          <p:cNvPr id="3" name="Content Placeholder 2"/>
          <p:cNvSpPr>
            <a:spLocks noGrp="1"/>
          </p:cNvSpPr>
          <p:nvPr>
            <p:ph idx="1"/>
          </p:nvPr>
        </p:nvSpPr>
        <p:spPr>
          <a:xfrm>
            <a:off x="457200" y="1524000"/>
            <a:ext cx="8229600" cy="4800600"/>
          </a:xfrm>
        </p:spPr>
        <p:txBody>
          <a:bodyPr/>
          <a:lstStyle>
            <a:lvl1pPr>
              <a:defRPr b="0">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p:txBody>
          <a:bodyPr/>
          <a:lstStyle/>
          <a:p>
            <a:r>
              <a:rPr lang="en-US"/>
              <a:t>Click to edit Master title style</a:t>
            </a:r>
            <a:endParaRPr lang="vi-VN"/>
          </a:p>
        </p:txBody>
      </p:sp>
      <p:sp>
        <p:nvSpPr>
          <p:cNvPr id="6" name="Date Placeholder 3">
            <a:extLst>
              <a:ext uri="{FF2B5EF4-FFF2-40B4-BE49-F238E27FC236}">
                <a16:creationId xmlns:a16="http://schemas.microsoft.com/office/drawing/2014/main" id="{21C2D723-900F-44AC-AD35-DD16A620BD26}"/>
              </a:ext>
            </a:extLst>
          </p:cNvPr>
          <p:cNvSpPr>
            <a:spLocks noGrp="1"/>
          </p:cNvSpPr>
          <p:nvPr>
            <p:ph type="dt" sz="half" idx="10"/>
          </p:nvPr>
        </p:nvSpPr>
        <p:spPr>
          <a:xfrm>
            <a:off x="0" y="0"/>
            <a:ext cx="0" cy="0"/>
          </a:xfrm>
        </p:spPr>
        <p:txBody>
          <a:bodyPr/>
          <a:lstStyle>
            <a:lvl1pPr eaLnBrk="1" fontAlgn="auto" hangingPunct="1">
              <a:spcBef>
                <a:spcPts val="0"/>
              </a:spcBef>
              <a:spcAft>
                <a:spcPts val="0"/>
              </a:spcAft>
              <a:defRPr>
                <a:latin typeface="+mn-lt"/>
              </a:defRPr>
            </a:lvl1pPr>
          </a:lstStyle>
          <a:p>
            <a:pPr>
              <a:defRPr/>
            </a:pPr>
            <a:endParaRPr lang="en-US"/>
          </a:p>
        </p:txBody>
      </p:sp>
    </p:spTree>
    <p:extLst>
      <p:ext uri="{BB962C8B-B14F-4D97-AF65-F5344CB8AC3E}">
        <p14:creationId xmlns:p14="http://schemas.microsoft.com/office/powerpoint/2010/main" val="366417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FBA1F89-E299-4B1D-BB7A-60A8A0039099}"/>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F4FB0403-2387-45B2-80DC-D656960D82D1}"/>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10C5E3F6-8AEA-4737-9BC3-097CFC93B04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58D7BF53-DA4D-49B2-A41D-A59F9E62EE48}"/>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51C6C8E5-8661-4805-99AA-2F7920504AED}" type="datetimeFigureOut">
              <a:rPr lang="en-US"/>
              <a:pPr>
                <a:defRPr/>
              </a:pPr>
              <a:t>11/28/2025</a:t>
            </a:fld>
            <a:endParaRPr lang="en-US" dirty="0"/>
          </a:p>
        </p:txBody>
      </p:sp>
      <p:sp>
        <p:nvSpPr>
          <p:cNvPr id="9" name="Footer Placeholder 4">
            <a:extLst>
              <a:ext uri="{FF2B5EF4-FFF2-40B4-BE49-F238E27FC236}">
                <a16:creationId xmlns:a16="http://schemas.microsoft.com/office/drawing/2014/main" id="{75C9FE92-E6E4-401B-8862-E4C3A20F9831}"/>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7106E2ED-AD73-43BF-8945-297E8C72EED1}"/>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0EC1B67C-906F-4054-9F8E-B864D8B1C543}" type="slidenum">
              <a:rPr lang="en-US" altLang="vi-VN"/>
              <a:pPr>
                <a:defRPr/>
              </a:pPr>
              <a:t>‹#›</a:t>
            </a:fld>
            <a:endParaRPr lang="en-US" altLang="vi-VN"/>
          </a:p>
        </p:txBody>
      </p:sp>
    </p:spTree>
    <p:extLst>
      <p:ext uri="{BB962C8B-B14F-4D97-AF65-F5344CB8AC3E}">
        <p14:creationId xmlns:p14="http://schemas.microsoft.com/office/powerpoint/2010/main" val="779308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FAF032-90B2-4B8E-9ACD-DDA273CA24C1}"/>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906C4709-E8D5-427E-BF3A-1E643D3B6037}"/>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E657772F-81DA-46BC-B666-D417A4F95A2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307F0F47-345E-453A-B4C5-FD215F86959C}"/>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6C32B8EC-82E6-47E2-A74E-2F5B09F0B4EB}" type="datetimeFigureOut">
              <a:rPr lang="en-US"/>
              <a:pPr>
                <a:defRPr/>
              </a:pPr>
              <a:t>11/28/2025</a:t>
            </a:fld>
            <a:endParaRPr lang="en-US" dirty="0"/>
          </a:p>
        </p:txBody>
      </p:sp>
      <p:sp>
        <p:nvSpPr>
          <p:cNvPr id="9" name="Footer Placeholder 4">
            <a:extLst>
              <a:ext uri="{FF2B5EF4-FFF2-40B4-BE49-F238E27FC236}">
                <a16:creationId xmlns:a16="http://schemas.microsoft.com/office/drawing/2014/main" id="{FD316BA4-8F67-4644-BDF7-69BE1D03FDBD}"/>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04EAC6E0-B658-45F7-8FDB-6613C3F1CE10}"/>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04F5E71D-EFB4-41ED-90D2-35ACED0C11EB}" type="slidenum">
              <a:rPr lang="en-US" altLang="vi-VN"/>
              <a:pPr>
                <a:defRPr/>
              </a:pPr>
              <a:t>‹#›</a:t>
            </a:fld>
            <a:endParaRPr lang="en-US" altLang="vi-VN"/>
          </a:p>
        </p:txBody>
      </p:sp>
    </p:spTree>
    <p:extLst>
      <p:ext uri="{BB962C8B-B14F-4D97-AF65-F5344CB8AC3E}">
        <p14:creationId xmlns:p14="http://schemas.microsoft.com/office/powerpoint/2010/main" val="2475914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A75BEFD-7CD3-44FD-84E2-FA3960F9BAC7}"/>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D1069F7F-4E9F-4D91-AACA-9D6664EFA1FA}"/>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27A70FC1-9CC1-44A8-BA33-D54531265B6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4BAD04ED-BCC5-4FB7-9E25-D8EE09833A7C}"/>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AB946182-61C8-4AFB-AC8B-6D1BC44F2BD6}" type="datetimeFigureOut">
              <a:rPr lang="en-US"/>
              <a:pPr>
                <a:defRPr/>
              </a:pPr>
              <a:t>11/28/2025</a:t>
            </a:fld>
            <a:endParaRPr lang="en-US" dirty="0"/>
          </a:p>
        </p:txBody>
      </p:sp>
      <p:sp>
        <p:nvSpPr>
          <p:cNvPr id="9" name="Footer Placeholder 4">
            <a:extLst>
              <a:ext uri="{FF2B5EF4-FFF2-40B4-BE49-F238E27FC236}">
                <a16:creationId xmlns:a16="http://schemas.microsoft.com/office/drawing/2014/main" id="{9E4D792D-E7DE-45F6-9831-0C8E7E2069B8}"/>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419A06E2-1CAC-4358-A3E2-4DD9E70B8380}"/>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E8D656AC-B607-4727-BA23-CA3D8E9EC72A}" type="slidenum">
              <a:rPr lang="en-US" altLang="vi-VN"/>
              <a:pPr>
                <a:defRPr/>
              </a:pPr>
              <a:t>‹#›</a:t>
            </a:fld>
            <a:endParaRPr lang="en-US" altLang="vi-VN"/>
          </a:p>
        </p:txBody>
      </p:sp>
    </p:spTree>
    <p:extLst>
      <p:ext uri="{BB962C8B-B14F-4D97-AF65-F5344CB8AC3E}">
        <p14:creationId xmlns:p14="http://schemas.microsoft.com/office/powerpoint/2010/main" val="1358361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E7D9A56-5387-4CA7-A86F-0C323E11B33E}"/>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02932FDC-3591-4688-B334-3E3A2E5F12BA}"/>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EB2AB2B1-3206-4046-89D7-E3973521800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63C5D5F8-85B9-4D6F-8C99-E14E44E59753}"/>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4DFE6F9F-DC30-44B2-84B6-95AE16A0C81A}" type="datetimeFigureOut">
              <a:rPr lang="en-US"/>
              <a:pPr>
                <a:defRPr/>
              </a:pPr>
              <a:t>11/28/2025</a:t>
            </a:fld>
            <a:endParaRPr lang="en-US" dirty="0"/>
          </a:p>
        </p:txBody>
      </p:sp>
      <p:sp>
        <p:nvSpPr>
          <p:cNvPr id="9" name="Footer Placeholder 4">
            <a:extLst>
              <a:ext uri="{FF2B5EF4-FFF2-40B4-BE49-F238E27FC236}">
                <a16:creationId xmlns:a16="http://schemas.microsoft.com/office/drawing/2014/main" id="{7FD26208-5C0C-4155-B085-BA82177BAEF1}"/>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6E4EA8E2-9291-4CC1-8716-AF4DAFD17D14}"/>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24268B3F-CEFD-4AD9-A174-031E68694F66}" type="slidenum">
              <a:rPr lang="en-US" altLang="vi-VN"/>
              <a:pPr>
                <a:defRPr/>
              </a:pPr>
              <a:t>‹#›</a:t>
            </a:fld>
            <a:endParaRPr lang="en-US" altLang="vi-VN"/>
          </a:p>
        </p:txBody>
      </p:sp>
    </p:spTree>
    <p:extLst>
      <p:ext uri="{BB962C8B-B14F-4D97-AF65-F5344CB8AC3E}">
        <p14:creationId xmlns:p14="http://schemas.microsoft.com/office/powerpoint/2010/main" val="819259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D0565B-280D-4031-AF93-6C981E355A5A}"/>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7580B2EC-2016-4996-A0F7-6ADEA3F96324}"/>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497D2569-10A5-4C9C-9880-1C10F028AF0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42A765E8-769C-44FB-B4F6-04CB1240AF58}"/>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DB9A50C9-E674-46A5-912B-3A9C7DCBE90D}" type="datetimeFigureOut">
              <a:rPr lang="en-US"/>
              <a:pPr>
                <a:defRPr/>
              </a:pPr>
              <a:t>11/28/2025</a:t>
            </a:fld>
            <a:endParaRPr lang="en-US" dirty="0"/>
          </a:p>
        </p:txBody>
      </p:sp>
      <p:sp>
        <p:nvSpPr>
          <p:cNvPr id="9" name="Footer Placeholder 4">
            <a:extLst>
              <a:ext uri="{FF2B5EF4-FFF2-40B4-BE49-F238E27FC236}">
                <a16:creationId xmlns:a16="http://schemas.microsoft.com/office/drawing/2014/main" id="{57A4D466-B12E-4935-99B7-B637468E748B}"/>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5B7E83A5-3050-4D3F-9E15-6BB950A93A6A}"/>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E0D003E0-2DD2-48A3-AD0D-BCAC5D3333FD}" type="slidenum">
              <a:rPr lang="en-US" altLang="vi-VN"/>
              <a:pPr>
                <a:defRPr/>
              </a:pPr>
              <a:t>‹#›</a:t>
            </a:fld>
            <a:endParaRPr lang="en-US" altLang="vi-VN"/>
          </a:p>
        </p:txBody>
      </p:sp>
    </p:spTree>
    <p:extLst>
      <p:ext uri="{BB962C8B-B14F-4D97-AF65-F5344CB8AC3E}">
        <p14:creationId xmlns:p14="http://schemas.microsoft.com/office/powerpoint/2010/main" val="2610748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9D169F8-9A82-4FC8-9A1A-3CB1A248775D}"/>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EDECC5E3-7B3D-4114-8750-670D1191E2C6}"/>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D9E6FA6F-8A53-4A3F-89E7-1F4055F493E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1F123A92-A68C-44EB-B368-64998F6E7914}"/>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560B01A7-AE41-4611-B796-230FE9AED7F3}" type="datetimeFigureOut">
              <a:rPr lang="en-US"/>
              <a:pPr>
                <a:defRPr/>
              </a:pPr>
              <a:t>11/28/2025</a:t>
            </a:fld>
            <a:endParaRPr lang="en-US" dirty="0"/>
          </a:p>
        </p:txBody>
      </p:sp>
      <p:sp>
        <p:nvSpPr>
          <p:cNvPr id="9" name="Footer Placeholder 4">
            <a:extLst>
              <a:ext uri="{FF2B5EF4-FFF2-40B4-BE49-F238E27FC236}">
                <a16:creationId xmlns:a16="http://schemas.microsoft.com/office/drawing/2014/main" id="{B384BF3E-063C-4705-9F60-68035C377398}"/>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E4A7BCAC-F442-4F34-818B-3C4F07F15783}"/>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50E115F8-3F6B-4E9B-AC3A-6183C1DF0966}" type="slidenum">
              <a:rPr lang="en-US" altLang="vi-VN"/>
              <a:pPr>
                <a:defRPr/>
              </a:pPr>
              <a:t>‹#›</a:t>
            </a:fld>
            <a:endParaRPr lang="en-US" altLang="vi-VN"/>
          </a:p>
        </p:txBody>
      </p:sp>
    </p:spTree>
    <p:extLst>
      <p:ext uri="{BB962C8B-B14F-4D97-AF65-F5344CB8AC3E}">
        <p14:creationId xmlns:p14="http://schemas.microsoft.com/office/powerpoint/2010/main" val="4117753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B52D11E-766A-46AD-9755-50C64E35D1E4}"/>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392C1444-9F34-40C9-8B11-AD3E6D3F55F1}"/>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7B0A6DA7-CC92-4E40-AB68-02A4DAB0CB5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4325A412-E800-4776-876A-16172D63C2FF}"/>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84A84A57-FC9C-4062-99DB-2409A0289843}" type="datetimeFigureOut">
              <a:rPr lang="en-US"/>
              <a:pPr>
                <a:defRPr/>
              </a:pPr>
              <a:t>11/28/2025</a:t>
            </a:fld>
            <a:endParaRPr lang="en-US" dirty="0"/>
          </a:p>
        </p:txBody>
      </p:sp>
      <p:sp>
        <p:nvSpPr>
          <p:cNvPr id="9" name="Footer Placeholder 4">
            <a:extLst>
              <a:ext uri="{FF2B5EF4-FFF2-40B4-BE49-F238E27FC236}">
                <a16:creationId xmlns:a16="http://schemas.microsoft.com/office/drawing/2014/main" id="{28FF0F9F-865B-413E-AB26-26D2043B0632}"/>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EBD610D4-9C54-49A5-A9AA-B43D5712AE37}"/>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8F0FCFC5-63BF-4C03-AD30-1FBA13972EB1}" type="slidenum">
              <a:rPr lang="en-US" altLang="vi-VN"/>
              <a:pPr>
                <a:defRPr/>
              </a:pPr>
              <a:t>‹#›</a:t>
            </a:fld>
            <a:endParaRPr lang="en-US" altLang="vi-VN"/>
          </a:p>
        </p:txBody>
      </p:sp>
    </p:spTree>
    <p:extLst>
      <p:ext uri="{BB962C8B-B14F-4D97-AF65-F5344CB8AC3E}">
        <p14:creationId xmlns:p14="http://schemas.microsoft.com/office/powerpoint/2010/main" val="2401091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7E580A-B2B1-4BAD-97FE-E1DBBAB65A0F}"/>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FBA5F9B4-6DC8-495C-9570-A418D99D8DD9}"/>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8AC7B323-31B4-49CE-B05E-D28C4DC4B33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301B5917-E5E6-43B6-B5EC-4EEC059DB4EF}"/>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28E7A1A4-B1D6-4288-B79D-8848D5313B81}" type="datetimeFigureOut">
              <a:rPr lang="en-US"/>
              <a:pPr>
                <a:defRPr/>
              </a:pPr>
              <a:t>11/28/2025</a:t>
            </a:fld>
            <a:endParaRPr lang="en-US" dirty="0"/>
          </a:p>
        </p:txBody>
      </p:sp>
      <p:sp>
        <p:nvSpPr>
          <p:cNvPr id="9" name="Footer Placeholder 4">
            <a:extLst>
              <a:ext uri="{FF2B5EF4-FFF2-40B4-BE49-F238E27FC236}">
                <a16:creationId xmlns:a16="http://schemas.microsoft.com/office/drawing/2014/main" id="{01F1DC93-09E7-4A5D-9F5B-499349846F36}"/>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16C5BA19-E34C-4F20-BA02-940779B7B6EC}"/>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A3D8925D-920C-4E38-B8EB-58A42D14F104}" type="slidenum">
              <a:rPr lang="en-US" altLang="vi-VN"/>
              <a:pPr>
                <a:defRPr/>
              </a:pPr>
              <a:t>‹#›</a:t>
            </a:fld>
            <a:endParaRPr lang="en-US" altLang="vi-VN"/>
          </a:p>
        </p:txBody>
      </p:sp>
    </p:spTree>
    <p:extLst>
      <p:ext uri="{BB962C8B-B14F-4D97-AF65-F5344CB8AC3E}">
        <p14:creationId xmlns:p14="http://schemas.microsoft.com/office/powerpoint/2010/main" val="1208267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97097AA-337A-483E-935C-82C70A1F952B}"/>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885AEBDE-FD2A-4B13-A6A9-ACCAFD920A53}"/>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021FC847-46A6-4FE4-8AF8-C086260F59A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2C48EABF-C205-41CD-91FA-873B5D63AD9D}"/>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14CE82E1-64DF-42CB-BEDD-AACBA67A4420}" type="datetimeFigureOut">
              <a:rPr lang="en-US"/>
              <a:pPr>
                <a:defRPr/>
              </a:pPr>
              <a:t>11/28/2025</a:t>
            </a:fld>
            <a:endParaRPr lang="en-US" dirty="0"/>
          </a:p>
        </p:txBody>
      </p:sp>
      <p:sp>
        <p:nvSpPr>
          <p:cNvPr id="9" name="Footer Placeholder 4">
            <a:extLst>
              <a:ext uri="{FF2B5EF4-FFF2-40B4-BE49-F238E27FC236}">
                <a16:creationId xmlns:a16="http://schemas.microsoft.com/office/drawing/2014/main" id="{2F695D52-7B99-462B-A3E1-92290BEAEF40}"/>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5841650B-B511-4CBB-B463-A71B79432DD2}"/>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CC2123C6-52BA-45DF-97B7-3F81DD9A3ECE}" type="slidenum">
              <a:rPr lang="en-US" altLang="vi-VN"/>
              <a:pPr>
                <a:defRPr/>
              </a:pPr>
              <a:t>‹#›</a:t>
            </a:fld>
            <a:endParaRPr lang="en-US" altLang="vi-VN"/>
          </a:p>
        </p:txBody>
      </p:sp>
    </p:spTree>
    <p:extLst>
      <p:ext uri="{BB962C8B-B14F-4D97-AF65-F5344CB8AC3E}">
        <p14:creationId xmlns:p14="http://schemas.microsoft.com/office/powerpoint/2010/main" val="20867886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65E0483-A792-4045-8864-41463734F395}"/>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879038D5-0CCB-4EDF-83E8-3D8C27244E96}"/>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8EBFFFDB-BD6C-41F9-A8CE-2A529FB7BEB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75B9F4AB-A506-416E-B422-C16F7056F09E}"/>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7BF12630-CBF9-4D21-8ACC-C4A683052FB3}" type="datetimeFigureOut">
              <a:rPr lang="en-US"/>
              <a:pPr>
                <a:defRPr/>
              </a:pPr>
              <a:t>11/28/2025</a:t>
            </a:fld>
            <a:endParaRPr lang="en-US" dirty="0"/>
          </a:p>
        </p:txBody>
      </p:sp>
      <p:sp>
        <p:nvSpPr>
          <p:cNvPr id="9" name="Footer Placeholder 4">
            <a:extLst>
              <a:ext uri="{FF2B5EF4-FFF2-40B4-BE49-F238E27FC236}">
                <a16:creationId xmlns:a16="http://schemas.microsoft.com/office/drawing/2014/main" id="{DE26882A-32B8-4114-A8B4-3AFAFB2DEFBF}"/>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64E2B516-B639-44D7-B5B8-4018461BB618}"/>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7C2FF69C-060C-4204-AA34-532950E70272}" type="slidenum">
              <a:rPr lang="en-US" altLang="vi-VN"/>
              <a:pPr>
                <a:defRPr/>
              </a:pPr>
              <a:t>‹#›</a:t>
            </a:fld>
            <a:endParaRPr lang="en-US" altLang="vi-VN"/>
          </a:p>
        </p:txBody>
      </p:sp>
    </p:spTree>
    <p:extLst>
      <p:ext uri="{BB962C8B-B14F-4D97-AF65-F5344CB8AC3E}">
        <p14:creationId xmlns:p14="http://schemas.microsoft.com/office/powerpoint/2010/main" val="22985064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53806BD-CB89-4F90-A178-026A4FF82004}"/>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CD5BD9E0-DD1D-4C67-885A-F63AFAC806BD}"/>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5ECCFFBC-391D-48D3-8D2F-AE86EAB2320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3266F053-D4CF-45E3-AB0C-F857D395C6A7}"/>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4E2603BB-6633-4A30-AEA4-55053CCAA452}" type="datetimeFigureOut">
              <a:rPr lang="en-US"/>
              <a:pPr>
                <a:defRPr/>
              </a:pPr>
              <a:t>11/28/2025</a:t>
            </a:fld>
            <a:endParaRPr lang="en-US" dirty="0"/>
          </a:p>
        </p:txBody>
      </p:sp>
      <p:sp>
        <p:nvSpPr>
          <p:cNvPr id="9" name="Footer Placeholder 4">
            <a:extLst>
              <a:ext uri="{FF2B5EF4-FFF2-40B4-BE49-F238E27FC236}">
                <a16:creationId xmlns:a16="http://schemas.microsoft.com/office/drawing/2014/main" id="{DDDD5B70-5FED-4037-B2FD-CC1DD5CDF393}"/>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BD4A7811-E123-46D3-8001-368C2915F7FF}"/>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16F35A6E-579E-4754-8433-8E0CA9545382}" type="slidenum">
              <a:rPr lang="en-US" altLang="vi-VN"/>
              <a:pPr>
                <a:defRPr/>
              </a:pPr>
              <a:t>‹#›</a:t>
            </a:fld>
            <a:endParaRPr lang="en-US" altLang="vi-VN"/>
          </a:p>
        </p:txBody>
      </p:sp>
    </p:spTree>
    <p:extLst>
      <p:ext uri="{BB962C8B-B14F-4D97-AF65-F5344CB8AC3E}">
        <p14:creationId xmlns:p14="http://schemas.microsoft.com/office/powerpoint/2010/main" val="30728070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E32DDC6-18C2-4C20-AA7A-EF7A2C79AB11}"/>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BCF590FC-8F4F-46BA-A3B1-3804A3782525}"/>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AFBFEB91-3895-4ED2-94A4-302A7457228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FCE8E6FC-62D9-425C-B2AD-40BFD193ED43}"/>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ADFAFB6A-D74D-4B17-9EE7-AAD2D35942C7}" type="datetimeFigureOut">
              <a:rPr lang="en-US"/>
              <a:pPr>
                <a:defRPr/>
              </a:pPr>
              <a:t>11/28/2025</a:t>
            </a:fld>
            <a:endParaRPr lang="en-US" dirty="0"/>
          </a:p>
        </p:txBody>
      </p:sp>
      <p:sp>
        <p:nvSpPr>
          <p:cNvPr id="9" name="Footer Placeholder 4">
            <a:extLst>
              <a:ext uri="{FF2B5EF4-FFF2-40B4-BE49-F238E27FC236}">
                <a16:creationId xmlns:a16="http://schemas.microsoft.com/office/drawing/2014/main" id="{D2CAE64E-04AE-4F36-A297-28C2562FCFB8}"/>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3D1268C6-738E-4EA2-812D-68E9EB5D8312}"/>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661264F9-6DCD-4656-ADEA-DC63670494D6}" type="slidenum">
              <a:rPr lang="en-US" altLang="vi-VN"/>
              <a:pPr>
                <a:defRPr/>
              </a:pPr>
              <a:t>‹#›</a:t>
            </a:fld>
            <a:endParaRPr lang="en-US" altLang="vi-VN"/>
          </a:p>
        </p:txBody>
      </p:sp>
    </p:spTree>
    <p:extLst>
      <p:ext uri="{BB962C8B-B14F-4D97-AF65-F5344CB8AC3E}">
        <p14:creationId xmlns:p14="http://schemas.microsoft.com/office/powerpoint/2010/main" val="36578522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EFBFD43-81E5-4003-A04E-3158F8BCAE10}"/>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C0358DB0-9F74-46AB-B557-1F00733C1F7D}"/>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AD821A2F-4E79-4C98-A87F-1C5853359B7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70E9BB2A-BF45-43BE-B309-64F5A59F6AC0}"/>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33626FDE-F99E-438E-A715-6DBAB9DB5D35}" type="datetimeFigureOut">
              <a:rPr lang="en-US"/>
              <a:pPr>
                <a:defRPr/>
              </a:pPr>
              <a:t>11/28/2025</a:t>
            </a:fld>
            <a:endParaRPr lang="en-US" dirty="0"/>
          </a:p>
        </p:txBody>
      </p:sp>
      <p:sp>
        <p:nvSpPr>
          <p:cNvPr id="9" name="Footer Placeholder 4">
            <a:extLst>
              <a:ext uri="{FF2B5EF4-FFF2-40B4-BE49-F238E27FC236}">
                <a16:creationId xmlns:a16="http://schemas.microsoft.com/office/drawing/2014/main" id="{49C9B3C0-E24C-4D1C-8CB6-E4D26BCE8C9C}"/>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ABB5B596-C1D5-4335-A312-AE43AD7E4434}"/>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053B18FC-0F7B-4898-BA4E-B8324D107C01}" type="slidenum">
              <a:rPr lang="en-US" altLang="vi-VN"/>
              <a:pPr>
                <a:defRPr/>
              </a:pPr>
              <a:t>‹#›</a:t>
            </a:fld>
            <a:endParaRPr lang="en-US" altLang="vi-VN"/>
          </a:p>
        </p:txBody>
      </p:sp>
    </p:spTree>
    <p:extLst>
      <p:ext uri="{BB962C8B-B14F-4D97-AF65-F5344CB8AC3E}">
        <p14:creationId xmlns:p14="http://schemas.microsoft.com/office/powerpoint/2010/main" val="1584123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5DBE904-0096-4FA3-B654-A045C375BAD4}"/>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26496644-0C9E-4953-8D62-EE37D147E333}"/>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CD004611-F84A-4D9D-B620-5F563EB6AAF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89D5E299-2FBC-47DE-AAD3-3206A10F00C7}"/>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EC6098F7-DDBA-41E4-97EC-C2CDF4D58FA8}" type="datetimeFigureOut">
              <a:rPr lang="en-US"/>
              <a:pPr>
                <a:defRPr/>
              </a:pPr>
              <a:t>11/28/2025</a:t>
            </a:fld>
            <a:endParaRPr lang="en-US" dirty="0"/>
          </a:p>
        </p:txBody>
      </p:sp>
      <p:sp>
        <p:nvSpPr>
          <p:cNvPr id="9" name="Footer Placeholder 4">
            <a:extLst>
              <a:ext uri="{FF2B5EF4-FFF2-40B4-BE49-F238E27FC236}">
                <a16:creationId xmlns:a16="http://schemas.microsoft.com/office/drawing/2014/main" id="{98971909-C816-42E9-A593-9587A524E5E7}"/>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2E3B5EF1-AFD1-4246-9334-072899BAD7B3}"/>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3DFCB6FA-4ACE-4F43-88FD-0DBEB43AEBC2}" type="slidenum">
              <a:rPr lang="en-US" altLang="vi-VN"/>
              <a:pPr>
                <a:defRPr/>
              </a:pPr>
              <a:t>‹#›</a:t>
            </a:fld>
            <a:endParaRPr lang="en-US" altLang="vi-VN"/>
          </a:p>
        </p:txBody>
      </p:sp>
    </p:spTree>
    <p:extLst>
      <p:ext uri="{BB962C8B-B14F-4D97-AF65-F5344CB8AC3E}">
        <p14:creationId xmlns:p14="http://schemas.microsoft.com/office/powerpoint/2010/main" val="42257013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94197CD-D473-4D30-8231-D3263AFBC56E}"/>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BFEEBDCA-0FED-4FE2-A647-996C8B2BC77E}"/>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E460438B-94C4-41DE-AAB3-35F546166D2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7D554F4B-7598-4FC3-B163-2D5A98A8891F}"/>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59AAD9F3-1855-4FA8-ADC6-154B05C16C21}" type="datetimeFigureOut">
              <a:rPr lang="en-US"/>
              <a:pPr>
                <a:defRPr/>
              </a:pPr>
              <a:t>11/28/2025</a:t>
            </a:fld>
            <a:endParaRPr lang="en-US" dirty="0"/>
          </a:p>
        </p:txBody>
      </p:sp>
      <p:sp>
        <p:nvSpPr>
          <p:cNvPr id="9" name="Footer Placeholder 4">
            <a:extLst>
              <a:ext uri="{FF2B5EF4-FFF2-40B4-BE49-F238E27FC236}">
                <a16:creationId xmlns:a16="http://schemas.microsoft.com/office/drawing/2014/main" id="{C824F11B-0064-48B1-913C-759270C5846E}"/>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0F93F799-BB59-4DE7-AAD5-BB58D91122E6}"/>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5209B9CD-4B15-4114-B848-E69213AE6228}" type="slidenum">
              <a:rPr lang="en-US" altLang="vi-VN"/>
              <a:pPr>
                <a:defRPr/>
              </a:pPr>
              <a:t>‹#›</a:t>
            </a:fld>
            <a:endParaRPr lang="en-US" altLang="vi-VN"/>
          </a:p>
        </p:txBody>
      </p:sp>
    </p:spTree>
    <p:extLst>
      <p:ext uri="{BB962C8B-B14F-4D97-AF65-F5344CB8AC3E}">
        <p14:creationId xmlns:p14="http://schemas.microsoft.com/office/powerpoint/2010/main" val="12838112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6944DDE-B883-4EDE-AFAC-BA5ED6C522A3}"/>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3D9BF648-F089-4AC5-A606-DE1D413BEC20}"/>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31903521-DE98-46E6-A1AE-AA4D624811D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C191FAFE-840B-4F0B-BC16-78BFE530A2A9}"/>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B371D067-861B-4D46-9B97-43F9ABA4AE90}" type="datetimeFigureOut">
              <a:rPr lang="en-US"/>
              <a:pPr>
                <a:defRPr/>
              </a:pPr>
              <a:t>11/28/2025</a:t>
            </a:fld>
            <a:endParaRPr lang="en-US" dirty="0"/>
          </a:p>
        </p:txBody>
      </p:sp>
      <p:sp>
        <p:nvSpPr>
          <p:cNvPr id="9" name="Footer Placeholder 4">
            <a:extLst>
              <a:ext uri="{FF2B5EF4-FFF2-40B4-BE49-F238E27FC236}">
                <a16:creationId xmlns:a16="http://schemas.microsoft.com/office/drawing/2014/main" id="{8E33FD78-31A9-48B2-ACE6-D4222642D220}"/>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14BE48B6-84DD-4DF1-A68E-E3F6A19D5F50}"/>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82EDCB40-A02C-4F1D-861C-A7FB852F50D8}" type="slidenum">
              <a:rPr lang="en-US" altLang="vi-VN"/>
              <a:pPr>
                <a:defRPr/>
              </a:pPr>
              <a:t>‹#›</a:t>
            </a:fld>
            <a:endParaRPr lang="en-US" altLang="vi-VN"/>
          </a:p>
        </p:txBody>
      </p:sp>
    </p:spTree>
    <p:extLst>
      <p:ext uri="{BB962C8B-B14F-4D97-AF65-F5344CB8AC3E}">
        <p14:creationId xmlns:p14="http://schemas.microsoft.com/office/powerpoint/2010/main" val="2205922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57F1D13-6FE5-46BD-A832-06EF3CA0DD32}"/>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5BF4578F-4B51-40FB-A67F-EA768F07FF4A}"/>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8EC65DC6-8187-4087-853A-39DA50786F2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74E702C8-B6AA-4D8A-AD1C-84B87C2F7B5F}"/>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0DBB05ED-92DC-4CDD-9C86-AC4378CB198E}" type="datetimeFigureOut">
              <a:rPr lang="en-US"/>
              <a:pPr>
                <a:defRPr/>
              </a:pPr>
              <a:t>11/28/2025</a:t>
            </a:fld>
            <a:endParaRPr lang="en-US" dirty="0"/>
          </a:p>
        </p:txBody>
      </p:sp>
      <p:sp>
        <p:nvSpPr>
          <p:cNvPr id="9" name="Footer Placeholder 4">
            <a:extLst>
              <a:ext uri="{FF2B5EF4-FFF2-40B4-BE49-F238E27FC236}">
                <a16:creationId xmlns:a16="http://schemas.microsoft.com/office/drawing/2014/main" id="{3078BEDF-0F6F-44B8-91D8-934F19D4CEEC}"/>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12A5D93B-905D-46CD-B21F-C8DCE2504EB8}"/>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42E95E38-2CB4-4BB1-B5FC-15E3AB4DF361}" type="slidenum">
              <a:rPr lang="en-US" altLang="vi-VN"/>
              <a:pPr>
                <a:defRPr/>
              </a:pPr>
              <a:t>‹#›</a:t>
            </a:fld>
            <a:endParaRPr lang="en-US" altLang="vi-VN"/>
          </a:p>
        </p:txBody>
      </p:sp>
    </p:spTree>
    <p:extLst>
      <p:ext uri="{BB962C8B-B14F-4D97-AF65-F5344CB8AC3E}">
        <p14:creationId xmlns:p14="http://schemas.microsoft.com/office/powerpoint/2010/main" val="35941345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342AC1E-BD5A-4458-A301-0A546299D0EE}"/>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B8D785F6-6DAC-40AF-B5C3-D0AAAF46804B}"/>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C0CD954B-16ED-4151-A8BD-030522D25ED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7B955C83-CC2A-4F9B-BADC-0DD72B3A0D0A}"/>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8A3D1C37-917A-48F6-B80B-19F73F2F46BF}" type="datetimeFigureOut">
              <a:rPr lang="en-US"/>
              <a:pPr>
                <a:defRPr/>
              </a:pPr>
              <a:t>11/28/2025</a:t>
            </a:fld>
            <a:endParaRPr lang="en-US" dirty="0"/>
          </a:p>
        </p:txBody>
      </p:sp>
      <p:sp>
        <p:nvSpPr>
          <p:cNvPr id="9" name="Footer Placeholder 4">
            <a:extLst>
              <a:ext uri="{FF2B5EF4-FFF2-40B4-BE49-F238E27FC236}">
                <a16:creationId xmlns:a16="http://schemas.microsoft.com/office/drawing/2014/main" id="{6E7096A4-2987-4C51-BAC3-6CE431EB17AF}"/>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BBD2D74C-241B-4BEA-9DC7-10006A0169C3}"/>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AA36A90D-91C7-4180-8A5C-72EE2C0EB5BA}" type="slidenum">
              <a:rPr lang="en-US" altLang="vi-VN"/>
              <a:pPr>
                <a:defRPr/>
              </a:pPr>
              <a:t>‹#›</a:t>
            </a:fld>
            <a:endParaRPr lang="en-US" altLang="vi-VN"/>
          </a:p>
        </p:txBody>
      </p:sp>
    </p:spTree>
    <p:extLst>
      <p:ext uri="{BB962C8B-B14F-4D97-AF65-F5344CB8AC3E}">
        <p14:creationId xmlns:p14="http://schemas.microsoft.com/office/powerpoint/2010/main" val="28823484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9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9F74DA8-4E70-4826-8215-146673FB24DE}"/>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119C42FF-DB5D-4D93-865E-0EE761283B05}"/>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37717D83-BCFB-446B-81AC-AA1B646545D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D8255BDC-E3FB-4F77-93F6-EB036B47E033}"/>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8DB0C0EF-89C2-44BF-83A8-F99C50B4D8FC}" type="datetimeFigureOut">
              <a:rPr lang="en-US"/>
              <a:pPr>
                <a:defRPr/>
              </a:pPr>
              <a:t>11/28/2025</a:t>
            </a:fld>
            <a:endParaRPr lang="en-US" dirty="0"/>
          </a:p>
        </p:txBody>
      </p:sp>
      <p:sp>
        <p:nvSpPr>
          <p:cNvPr id="9" name="Footer Placeholder 4">
            <a:extLst>
              <a:ext uri="{FF2B5EF4-FFF2-40B4-BE49-F238E27FC236}">
                <a16:creationId xmlns:a16="http://schemas.microsoft.com/office/drawing/2014/main" id="{7F9FEFC2-E665-44B8-B36C-EFE498D8386F}"/>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C88689AA-4273-4B45-9DA9-E66DDB74009B}"/>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8709521B-32F6-43CF-9AD2-D05C32575577}" type="slidenum">
              <a:rPr lang="en-US" altLang="vi-VN"/>
              <a:pPr>
                <a:defRPr/>
              </a:pPr>
              <a:t>‹#›</a:t>
            </a:fld>
            <a:endParaRPr lang="en-US" altLang="vi-VN"/>
          </a:p>
        </p:txBody>
      </p:sp>
    </p:spTree>
    <p:extLst>
      <p:ext uri="{BB962C8B-B14F-4D97-AF65-F5344CB8AC3E}">
        <p14:creationId xmlns:p14="http://schemas.microsoft.com/office/powerpoint/2010/main" val="12275443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81AFCF1-B795-43D3-872B-C7E07A99DF7F}"/>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8FF8D792-3E97-452A-9CEF-905EBF3DD28D}"/>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440E8D81-43DB-4E2F-976A-A2264665453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F4BC771B-15E6-4B53-90E7-1D8AFB643F17}"/>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224268A3-F6E8-42FF-A634-50A0F186C576}" type="datetimeFigureOut">
              <a:rPr lang="en-US"/>
              <a:pPr>
                <a:defRPr/>
              </a:pPr>
              <a:t>11/28/2025</a:t>
            </a:fld>
            <a:endParaRPr lang="en-US" dirty="0"/>
          </a:p>
        </p:txBody>
      </p:sp>
      <p:sp>
        <p:nvSpPr>
          <p:cNvPr id="9" name="Footer Placeholder 4">
            <a:extLst>
              <a:ext uri="{FF2B5EF4-FFF2-40B4-BE49-F238E27FC236}">
                <a16:creationId xmlns:a16="http://schemas.microsoft.com/office/drawing/2014/main" id="{6E9F9C85-3DBD-4777-9A66-32F84BE67175}"/>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B979CB39-C844-423B-A6ED-AF025CD7BD77}"/>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1496DC31-492E-42C4-998F-FA4853586612}" type="slidenum">
              <a:rPr lang="en-US" altLang="vi-VN"/>
              <a:pPr>
                <a:defRPr/>
              </a:pPr>
              <a:t>‹#›</a:t>
            </a:fld>
            <a:endParaRPr lang="en-US" altLang="vi-VN"/>
          </a:p>
        </p:txBody>
      </p:sp>
    </p:spTree>
    <p:extLst>
      <p:ext uri="{BB962C8B-B14F-4D97-AF65-F5344CB8AC3E}">
        <p14:creationId xmlns:p14="http://schemas.microsoft.com/office/powerpoint/2010/main" val="27493609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61F4494-5EAE-4544-BF4F-C4B04779B5EE}"/>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27D43672-E425-4DED-A1F3-C670ECA705AD}"/>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761D9410-21D7-4E81-A510-71D8D5F83A9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DE25E23B-CD7D-4746-9592-7F545D2C82D3}"/>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CC41BE0F-F3DB-4B21-824D-06624EFAF839}" type="datetimeFigureOut">
              <a:rPr lang="en-US"/>
              <a:pPr>
                <a:defRPr/>
              </a:pPr>
              <a:t>11/28/2025</a:t>
            </a:fld>
            <a:endParaRPr lang="en-US" dirty="0"/>
          </a:p>
        </p:txBody>
      </p:sp>
      <p:sp>
        <p:nvSpPr>
          <p:cNvPr id="9" name="Footer Placeholder 4">
            <a:extLst>
              <a:ext uri="{FF2B5EF4-FFF2-40B4-BE49-F238E27FC236}">
                <a16:creationId xmlns:a16="http://schemas.microsoft.com/office/drawing/2014/main" id="{8EDB3F6E-7DD5-493C-BEBC-DF0DFD3D46FA}"/>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705057DB-759B-459B-8272-7898220D3E67}"/>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1EEE310B-8E8E-426A-8255-73C45EB43C41}" type="slidenum">
              <a:rPr lang="en-US" altLang="vi-VN"/>
              <a:pPr>
                <a:defRPr/>
              </a:pPr>
              <a:t>‹#›</a:t>
            </a:fld>
            <a:endParaRPr lang="en-US" altLang="vi-VN"/>
          </a:p>
        </p:txBody>
      </p:sp>
    </p:spTree>
    <p:extLst>
      <p:ext uri="{BB962C8B-B14F-4D97-AF65-F5344CB8AC3E}">
        <p14:creationId xmlns:p14="http://schemas.microsoft.com/office/powerpoint/2010/main" val="41015122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E69A4A2-751E-48A8-AB77-3C75A548FAD4}"/>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475CB137-907C-44B1-A27B-2A5AAAE55D98}"/>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551C9603-3F91-4122-B56F-AF9713EE67B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0795BC1A-6AD2-4E31-A0B2-7C99CEBE1487}"/>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A0322FA5-C25C-4690-A9AF-321A2A32C9A0}" type="datetimeFigureOut">
              <a:rPr lang="en-US"/>
              <a:pPr>
                <a:defRPr/>
              </a:pPr>
              <a:t>11/28/2025</a:t>
            </a:fld>
            <a:endParaRPr lang="en-US" dirty="0"/>
          </a:p>
        </p:txBody>
      </p:sp>
      <p:sp>
        <p:nvSpPr>
          <p:cNvPr id="9" name="Footer Placeholder 4">
            <a:extLst>
              <a:ext uri="{FF2B5EF4-FFF2-40B4-BE49-F238E27FC236}">
                <a16:creationId xmlns:a16="http://schemas.microsoft.com/office/drawing/2014/main" id="{0CDF5E1D-8B9D-4089-BE2E-45FF49F62A1A}"/>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9FA3FE1E-18CD-4F63-9EA4-CD19FCBB0DA2}"/>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10FE793C-A753-472A-9712-FF3C4AF54013}" type="slidenum">
              <a:rPr lang="en-US" altLang="vi-VN"/>
              <a:pPr>
                <a:defRPr/>
              </a:pPr>
              <a:t>‹#›</a:t>
            </a:fld>
            <a:endParaRPr lang="en-US" altLang="vi-VN"/>
          </a:p>
        </p:txBody>
      </p:sp>
    </p:spTree>
    <p:extLst>
      <p:ext uri="{BB962C8B-B14F-4D97-AF65-F5344CB8AC3E}">
        <p14:creationId xmlns:p14="http://schemas.microsoft.com/office/powerpoint/2010/main" val="1646066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3021B01-5852-46FC-9CEE-536DA9643EED}"/>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5AA05113-72A7-4465-B59C-7B18690B232A}"/>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DB657C75-3BBB-4F7F-ADEE-7F0750F6464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6766CE78-4C5D-4444-961A-510573A6530E}"/>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44D4CF33-30C4-4A25-AD9D-674363988958}" type="datetimeFigureOut">
              <a:rPr lang="en-US"/>
              <a:pPr>
                <a:defRPr/>
              </a:pPr>
              <a:t>11/28/2025</a:t>
            </a:fld>
            <a:endParaRPr lang="en-US" dirty="0"/>
          </a:p>
        </p:txBody>
      </p:sp>
      <p:sp>
        <p:nvSpPr>
          <p:cNvPr id="9" name="Footer Placeholder 4">
            <a:extLst>
              <a:ext uri="{FF2B5EF4-FFF2-40B4-BE49-F238E27FC236}">
                <a16:creationId xmlns:a16="http://schemas.microsoft.com/office/drawing/2014/main" id="{972ED7C8-3B45-45AC-BFC5-82F97DD25451}"/>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2EA79228-DFD9-4D31-8B7D-B7C8102A239D}"/>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24A8DB52-396C-4BFA-B409-5B4AD0D428F9}" type="slidenum">
              <a:rPr lang="en-US" altLang="vi-VN"/>
              <a:pPr>
                <a:defRPr/>
              </a:pPr>
              <a:t>‹#›</a:t>
            </a:fld>
            <a:endParaRPr lang="en-US" altLang="vi-VN"/>
          </a:p>
        </p:txBody>
      </p:sp>
    </p:spTree>
    <p:extLst>
      <p:ext uri="{BB962C8B-B14F-4D97-AF65-F5344CB8AC3E}">
        <p14:creationId xmlns:p14="http://schemas.microsoft.com/office/powerpoint/2010/main" val="2244712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28"/>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5B1FADD2-9AEF-4112-A008-13435246E7AD}"/>
              </a:ext>
            </a:extLst>
          </p:cNvPr>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vi-VN" altLang="vi-VN"/>
          </a:p>
        </p:txBody>
      </p:sp>
      <p:sp>
        <p:nvSpPr>
          <p:cNvPr id="1027" name="Text Placeholder 2">
            <a:extLst>
              <a:ext uri="{FF2B5EF4-FFF2-40B4-BE49-F238E27FC236}">
                <a16:creationId xmlns:a16="http://schemas.microsoft.com/office/drawing/2014/main" id="{73695798-0E77-4D09-BDB3-11EDA758EC0C}"/>
              </a:ext>
            </a:extLst>
          </p:cNvPr>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vi-VN" altLang="vi-VN"/>
          </a:p>
        </p:txBody>
      </p:sp>
      <p:sp>
        <p:nvSpPr>
          <p:cNvPr id="7" name="TextBox 6">
            <a:extLst>
              <a:ext uri="{FF2B5EF4-FFF2-40B4-BE49-F238E27FC236}">
                <a16:creationId xmlns:a16="http://schemas.microsoft.com/office/drawing/2014/main" id="{1F22D2C2-2174-4EC5-BF12-42B65A60AB3D}"/>
              </a:ext>
            </a:extLst>
          </p:cNvPr>
          <p:cNvSpPr txBox="1"/>
          <p:nvPr/>
        </p:nvSpPr>
        <p:spPr>
          <a:xfrm>
            <a:off x="7862888" y="6311900"/>
            <a:ext cx="1101725" cy="254000"/>
          </a:xfrm>
          <a:prstGeom prst="rect">
            <a:avLst/>
          </a:prstGeom>
          <a:noFill/>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r>
              <a:rPr lang="en" altLang="vi-VN" sz="1000">
                <a:solidFill>
                  <a:srgbClr val="CF2941"/>
                </a:solidFill>
                <a:ea typeface="Roboto" panose="02000000000000000000" pitchFamily="2" charset="0"/>
                <a:cs typeface="Arial" panose="020B0604020202020204" pitchFamily="34" charset="0"/>
              </a:rPr>
              <a:t>Page</a:t>
            </a:r>
            <a:fld id="{8758EBCD-83FD-4789-A0AE-CA69175CA752}" type="slidenum">
              <a:rPr lang="en-US" altLang="vi-VN" sz="1000" smtClean="0">
                <a:solidFill>
                  <a:srgbClr val="CF2941"/>
                </a:solidFill>
                <a:ea typeface="Roboto" panose="02000000000000000000" pitchFamily="2" charset="0"/>
                <a:cs typeface="Arial" panose="020B0604020202020204" pitchFamily="34" charset="0"/>
              </a:rPr>
              <a:pPr eaLnBrk="1" hangingPunct="1">
                <a:defRPr/>
              </a:pPr>
              <a:t>‹#›</a:t>
            </a:fld>
            <a:endParaRPr lang="en-US" altLang="vi-VN" sz="1000">
              <a:solidFill>
                <a:srgbClr val="CF2941"/>
              </a:solidFill>
              <a:ea typeface="Roboto" panose="02000000000000000000" pitchFamily="2" charset="0"/>
              <a:cs typeface="Arial" panose="020B0604020202020204" pitchFamily="34" charset="0"/>
            </a:endParaRPr>
          </a:p>
        </p:txBody>
      </p:sp>
      <p:sp>
        <p:nvSpPr>
          <p:cNvPr id="9" name="Rectangle 6">
            <a:extLst>
              <a:ext uri="{FF2B5EF4-FFF2-40B4-BE49-F238E27FC236}">
                <a16:creationId xmlns:a16="http://schemas.microsoft.com/office/drawing/2014/main" id="{DBC91B36-E970-401E-B9A6-82822345988C}"/>
              </a:ext>
            </a:extLst>
          </p:cNvPr>
          <p:cNvSpPr txBox="1">
            <a:spLocks noChangeArrowheads="1"/>
          </p:cNvSpPr>
          <p:nvPr userDrawn="1"/>
        </p:nvSpPr>
        <p:spPr bwMode="auto">
          <a:xfrm>
            <a:off x="8305800" y="6324600"/>
            <a:ext cx="457200" cy="381000"/>
          </a:xfrm>
          <a:prstGeom prst="rect">
            <a:avLst/>
          </a:prstGeom>
          <a:noFill/>
          <a:ln w="9525">
            <a:no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fld id="{811270A4-66D7-42EB-8F6A-9261B83C2708}" type="slidenum">
              <a:rPr lang="en-US" altLang="vi-VN" smtClean="0">
                <a:solidFill>
                  <a:schemeClr val="bg1"/>
                </a:solidFill>
                <a:latin typeface="Corbel" panose="020B0503020204020204" pitchFamily="34" charset="0"/>
              </a:rPr>
              <a:pPr algn="ctr" eaLnBrk="1" hangingPunct="1">
                <a:defRPr/>
              </a:pPr>
              <a:t>‹#›</a:t>
            </a:fld>
            <a:endParaRPr lang="en-US" altLang="vi-VN">
              <a:solidFill>
                <a:schemeClr val="bg1"/>
              </a:solidFill>
              <a:latin typeface="Corbel" panose="020B0503020204020204" pitchFamily="34" charset="0"/>
            </a:endParaRPr>
          </a:p>
        </p:txBody>
      </p:sp>
    </p:spTree>
  </p:cSld>
  <p:clrMap bg1="lt1" tx1="dk1" bg2="lt2" tx2="dk2" accent1="accent1" accent2="accent2" accent3="accent3" accent4="accent4" accent5="accent5" accent6="accent6" hlink="hlink" folHlink="folHlink"/>
  <p:sldLayoutIdLst>
    <p:sldLayoutId id="2147484773" r:id="rId1"/>
    <p:sldLayoutId id="2147484774" r:id="rId2"/>
    <p:sldLayoutId id="2147484775" r:id="rId3"/>
    <p:sldLayoutId id="2147484776" r:id="rId4"/>
    <p:sldLayoutId id="2147484777" r:id="rId5"/>
    <p:sldLayoutId id="2147484778" r:id="rId6"/>
    <p:sldLayoutId id="2147484779" r:id="rId7"/>
    <p:sldLayoutId id="2147484780" r:id="rId8"/>
    <p:sldLayoutId id="2147484781" r:id="rId9"/>
    <p:sldLayoutId id="2147484782" r:id="rId10"/>
    <p:sldLayoutId id="2147484783" r:id="rId11"/>
    <p:sldLayoutId id="2147484784" r:id="rId12"/>
    <p:sldLayoutId id="2147484785" r:id="rId13"/>
    <p:sldLayoutId id="2147484786" r:id="rId14"/>
    <p:sldLayoutId id="2147484787" r:id="rId15"/>
    <p:sldLayoutId id="2147484788" r:id="rId16"/>
    <p:sldLayoutId id="2147484789" r:id="rId17"/>
    <p:sldLayoutId id="2147484790" r:id="rId18"/>
    <p:sldLayoutId id="2147484791" r:id="rId19"/>
    <p:sldLayoutId id="2147484792" r:id="rId20"/>
    <p:sldLayoutId id="2147484793" r:id="rId21"/>
    <p:sldLayoutId id="2147484794" r:id="rId22"/>
    <p:sldLayoutId id="2147484795" r:id="rId23"/>
    <p:sldLayoutId id="2147484796" r:id="rId24"/>
    <p:sldLayoutId id="2147484797" r:id="rId25"/>
    <p:sldLayoutId id="2147484798" r:id="rId26"/>
  </p:sldLayoutIdLst>
  <p:hf sldNum="0" hd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defRPr>
      </a:lvl2pPr>
      <a:lvl3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defRPr>
      </a:lvl3pPr>
      <a:lvl4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defRPr>
      </a:lvl4pPr>
      <a:lvl5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defRPr>
      </a:lvl5pPr>
      <a:lvl6pPr marL="457200" algn="l" defTabSz="685800" rtl="0" eaLnBrk="1" fontAlgn="base" hangingPunct="1">
        <a:lnSpc>
          <a:spcPct val="90000"/>
        </a:lnSpc>
        <a:spcBef>
          <a:spcPct val="0"/>
        </a:spcBef>
        <a:spcAft>
          <a:spcPct val="0"/>
        </a:spcAft>
        <a:defRPr sz="3300">
          <a:solidFill>
            <a:schemeClr val="tx1"/>
          </a:solidFill>
          <a:latin typeface="Arial" panose="020B0604020202020204" pitchFamily="34" charset="0"/>
        </a:defRPr>
      </a:lvl6pPr>
      <a:lvl7pPr marL="914400" algn="l" defTabSz="685800" rtl="0" eaLnBrk="1" fontAlgn="base" hangingPunct="1">
        <a:lnSpc>
          <a:spcPct val="90000"/>
        </a:lnSpc>
        <a:spcBef>
          <a:spcPct val="0"/>
        </a:spcBef>
        <a:spcAft>
          <a:spcPct val="0"/>
        </a:spcAft>
        <a:defRPr sz="3300">
          <a:solidFill>
            <a:schemeClr val="tx1"/>
          </a:solidFill>
          <a:latin typeface="Arial" panose="020B0604020202020204" pitchFamily="34" charset="0"/>
        </a:defRPr>
      </a:lvl7pPr>
      <a:lvl8pPr marL="1371600" algn="l" defTabSz="685800" rtl="0" eaLnBrk="1" fontAlgn="base" hangingPunct="1">
        <a:lnSpc>
          <a:spcPct val="90000"/>
        </a:lnSpc>
        <a:spcBef>
          <a:spcPct val="0"/>
        </a:spcBef>
        <a:spcAft>
          <a:spcPct val="0"/>
        </a:spcAft>
        <a:defRPr sz="3300">
          <a:solidFill>
            <a:schemeClr val="tx1"/>
          </a:solidFill>
          <a:latin typeface="Arial" panose="020B0604020202020204" pitchFamily="34" charset="0"/>
        </a:defRPr>
      </a:lvl8pPr>
      <a:lvl9pPr marL="1828800" algn="l" defTabSz="685800" rtl="0" eaLnBrk="1" fontAlgn="base" hangingPunct="1">
        <a:lnSpc>
          <a:spcPct val="90000"/>
        </a:lnSpc>
        <a:spcBef>
          <a:spcPct val="0"/>
        </a:spcBef>
        <a:spcAft>
          <a:spcPct val="0"/>
        </a:spcAft>
        <a:defRPr sz="3300">
          <a:solidFill>
            <a:schemeClr val="tx1"/>
          </a:solidFill>
          <a:latin typeface="Arial" panose="020B0604020202020204" pitchFamily="34" charset="0"/>
        </a:defRPr>
      </a:lvl9pPr>
    </p:titleStyle>
    <p:bodyStyle>
      <a:lvl1pPr algn="l" defTabSz="685800" rtl="0" eaLnBrk="0" fontAlgn="base" hangingPunct="0">
        <a:lnSpc>
          <a:spcPct val="90000"/>
        </a:lnSpc>
        <a:spcBef>
          <a:spcPts val="750"/>
        </a:spcBef>
        <a:spcAft>
          <a:spcPct val="0"/>
        </a:spcAft>
        <a:buFont typeface="Arial" panose="020B0604020202020204" pitchFamily="34" charset="0"/>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1F1D606E-D653-45CB-95A5-529D67CA7274}"/>
              </a:ext>
            </a:extLst>
          </p:cNvPr>
          <p:cNvSpPr>
            <a:spLocks noGrp="1"/>
          </p:cNvSpPr>
          <p:nvPr>
            <p:ph type="ctrTitle"/>
          </p:nvPr>
        </p:nvSpPr>
        <p:spPr>
          <a:xfrm>
            <a:off x="0" y="1143000"/>
            <a:ext cx="9144000" cy="906463"/>
          </a:xfrm>
        </p:spPr>
        <p:txBody>
          <a:bodyPr/>
          <a:lstStyle/>
          <a:p>
            <a:pPr algn="ctr" eaLnBrk="1" hangingPunct="1"/>
            <a:r>
              <a:rPr lang="en-US" altLang="vi-VN" sz="2800" cap="all">
                <a:latin typeface="Times New Roman" panose="02020603050405020304" pitchFamily="18" charset="0"/>
                <a:cs typeface="Times New Roman" panose="02020603050405020304" pitchFamily="18" charset="0"/>
              </a:rPr>
              <a:t>P</a:t>
            </a:r>
            <a:r>
              <a:rPr lang="en" altLang="vi-VN" sz="2800" cap="all">
                <a:latin typeface="Times New Roman" panose="02020603050405020304" pitchFamily="18" charset="0"/>
                <a:cs typeface="Times New Roman" panose="02020603050405020304" pitchFamily="18" charset="0"/>
              </a:rPr>
              <a:t>hân tích dữ liệu chuỗi thời gian</a:t>
            </a:r>
            <a:endParaRPr lang="en" altLang="vi-VN" sz="2800" cap="all"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6EA7369-B7A3-44EE-9408-C24AA67B81B7}"/>
              </a:ext>
            </a:extLst>
          </p:cNvPr>
          <p:cNvSpPr txBox="1"/>
          <p:nvPr/>
        </p:nvSpPr>
        <p:spPr>
          <a:xfrm>
            <a:off x="0" y="3276600"/>
            <a:ext cx="9144000" cy="1508105"/>
          </a:xfrm>
          <a:prstGeom prst="rect">
            <a:avLst/>
          </a:prstGeom>
          <a:noFill/>
        </p:spPr>
        <p:txBody>
          <a:bodyPr wrap="square">
            <a:spAutoFit/>
          </a:bodyPr>
          <a:lstStyle/>
          <a:p>
            <a:pPr algn="ctr" eaLnBrk="1" hangingPunct="1">
              <a:defRPr/>
            </a:pPr>
            <a:r>
              <a:rPr lang="en" sz="4400" b="1">
                <a:solidFill>
                  <a:srgbClr val="FFCC66"/>
                </a:solidFill>
                <a:latin typeface="Times New Roman" panose="02020603050405020304" pitchFamily="18" charset="0"/>
                <a:cs typeface="Times New Roman" panose="02020603050405020304" pitchFamily="18" charset="0"/>
              </a:rPr>
              <a:t>Học máy và Học sâu</a:t>
            </a:r>
          </a:p>
          <a:p>
            <a:pPr algn="ctr" eaLnBrk="1" hangingPunct="1">
              <a:defRPr/>
            </a:pPr>
            <a:endParaRPr lang="en-US" sz="4800" b="1" dirty="0">
              <a:solidFill>
                <a:schemeClr val="accent1">
                  <a:lumMod val="50000"/>
                </a:schemeClr>
              </a:solidFill>
              <a:latin typeface="Arial"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EDBB1-2843-FB67-3E33-AEB85D377C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DC2C87-6F28-FC0A-663D-46E1D74EECBA}"/>
              </a:ext>
            </a:extLst>
          </p:cNvPr>
          <p:cNvSpPr>
            <a:spLocks noGrp="1"/>
          </p:cNvSpPr>
          <p:nvPr>
            <p:ph type="title"/>
          </p:nvPr>
        </p:nvSpPr>
        <p:spPr/>
        <p:txBody>
          <a:bodyPr>
            <a:normAutofit/>
          </a:bodyPr>
          <a:lstStyle/>
          <a:p>
            <a:r>
              <a:rPr lang="en-US" sz="4000" b="1">
                <a:latin typeface="Times New Roman" panose="02020603050405020304" pitchFamily="18" charset="0"/>
                <a:cs typeface="Times New Roman" panose="02020603050405020304" pitchFamily="18" charset="0"/>
              </a:rPr>
              <a:t>Giới thiệu</a:t>
            </a:r>
          </a:p>
        </p:txBody>
      </p:sp>
      <p:sp>
        <p:nvSpPr>
          <p:cNvPr id="5" name="Content Placeholder 2">
            <a:extLst>
              <a:ext uri="{FF2B5EF4-FFF2-40B4-BE49-F238E27FC236}">
                <a16:creationId xmlns:a16="http://schemas.microsoft.com/office/drawing/2014/main" id="{EB53F368-51EF-AF20-030E-EF89B5F1D431}"/>
              </a:ext>
            </a:extLst>
          </p:cNvPr>
          <p:cNvSpPr txBox="1">
            <a:spLocks/>
          </p:cNvSpPr>
          <p:nvPr/>
        </p:nvSpPr>
        <p:spPr bwMode="auto">
          <a:xfrm>
            <a:off x="228600" y="1219200"/>
            <a:ext cx="8912492" cy="5486400"/>
          </a:xfrm>
          <a:prstGeom prst="rect">
            <a:avLst/>
          </a:prstGeom>
          <a:noFill/>
          <a:ln>
            <a:noFill/>
          </a:ln>
        </p:spPr>
        <p:txBody>
          <a:bodyPr/>
          <a:lstStyle>
            <a:lvl1pPr marL="342900" indent="-342900" algn="r" rtl="0" eaLnBrk="0" fontAlgn="base" hangingPunct="0">
              <a:spcBef>
                <a:spcPct val="20000"/>
              </a:spcBef>
              <a:spcAft>
                <a:spcPct val="0"/>
              </a:spcAft>
              <a:buChar char="•"/>
              <a:defRPr sz="3200">
                <a:solidFill>
                  <a:schemeClr val="tx1"/>
                </a:solidFill>
                <a:latin typeface="+mn-lt"/>
                <a:ea typeface="ＭＳ Ｐゴシック" pitchFamily="-110" charset="-128"/>
                <a:cs typeface="ＭＳ Ｐゴシック" pitchFamily="-110" charset="-128"/>
              </a:defRPr>
            </a:lvl1pPr>
            <a:lvl2pPr marL="827088" indent="-285750" algn="l" rtl="0" eaLnBrk="0" fontAlgn="base" hangingPunct="0">
              <a:spcBef>
                <a:spcPct val="20000"/>
              </a:spcBef>
              <a:spcAft>
                <a:spcPct val="0"/>
              </a:spcAft>
              <a:buChar char="–"/>
              <a:defRPr sz="2800">
                <a:solidFill>
                  <a:schemeClr val="tx1"/>
                </a:solidFill>
                <a:latin typeface="+mn-lt"/>
                <a:ea typeface="ＭＳ Ｐゴシック" pitchFamily="-107" charset="-128"/>
              </a:defRPr>
            </a:lvl2pPr>
            <a:lvl3pPr marL="1235075" indent="-228600" algn="l" rtl="0" eaLnBrk="0" fontAlgn="base" hangingPunct="0">
              <a:spcBef>
                <a:spcPct val="20000"/>
              </a:spcBef>
              <a:spcAft>
                <a:spcPct val="0"/>
              </a:spcAft>
              <a:buChar char="•"/>
              <a:defRPr sz="2400">
                <a:solidFill>
                  <a:schemeClr val="tx1"/>
                </a:solidFill>
                <a:latin typeface="+mn-lt"/>
                <a:ea typeface="ＭＳ Ｐゴシック" pitchFamily="-107" charset="-128"/>
              </a:defRPr>
            </a:lvl3pPr>
            <a:lvl4pPr marL="1643063" indent="-228600" algn="l" rtl="0" eaLnBrk="0" fontAlgn="base" hangingPunct="0">
              <a:spcBef>
                <a:spcPct val="20000"/>
              </a:spcBef>
              <a:spcAft>
                <a:spcPct val="0"/>
              </a:spcAft>
              <a:buChar char="–"/>
              <a:defRPr sz="2000">
                <a:solidFill>
                  <a:schemeClr val="tx1"/>
                </a:solidFill>
                <a:latin typeface="+mn-lt"/>
                <a:ea typeface="ＭＳ Ｐゴシック" pitchFamily="-107"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7"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7"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7"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7"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7" charset="-128"/>
              </a:defRPr>
            </a:lvl9pPr>
          </a:lstStyle>
          <a:p>
            <a:pPr algn="l">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Trong chương trước, chúng ta đã xây dựng một lý thuyết cơ bản về động lực của chuỗi thời gian và các thống kê mô tả nhiễu và độ không chắc chắn trong hành vi của nó. Sau đó, chúng ta sử dụng động lực giả định của quá trình để đưa ra dự đoán. </a:t>
            </a:r>
          </a:p>
          <a:p>
            <a:pPr algn="l">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Bây giờ, chúng ta chuyển sang các phương pháp luận mà trong đó chúng ta không đặt ra một quy trình cơ bản hoặc bất kỳ quy tắc nào về quy trình cơ bản đó. Thay vào đó, chúng ta tập trung vào việc xác định các mô hình mô tả hành vi của quy trình theo những cách liên quan đến việc dự đoán kết quả quan tâm</a:t>
            </a:r>
          </a:p>
          <a:p>
            <a:pPr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Phân loại với dữ liệu chuỗi thời gian</a:t>
            </a:r>
          </a:p>
          <a:p>
            <a:pPr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Phân cụm với dữ liệu chuỗi thời gian</a:t>
            </a:r>
          </a:p>
        </p:txBody>
      </p:sp>
    </p:spTree>
    <p:extLst>
      <p:ext uri="{BB962C8B-B14F-4D97-AF65-F5344CB8AC3E}">
        <p14:creationId xmlns:p14="http://schemas.microsoft.com/office/powerpoint/2010/main" val="3523986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A0995-C40E-C74F-FAC8-53153050E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B40502-D67C-498F-C23D-BB4A4A3DA108}"/>
              </a:ext>
            </a:extLst>
          </p:cNvPr>
          <p:cNvSpPr>
            <a:spLocks noGrp="1"/>
          </p:cNvSpPr>
          <p:nvPr>
            <p:ph type="title"/>
          </p:nvPr>
        </p:nvSpPr>
        <p:spPr/>
        <p:txBody>
          <a:bodyPr>
            <a:normAutofit/>
          </a:bodyPr>
          <a:lstStyle/>
          <a:p>
            <a:r>
              <a:rPr lang="en-US" sz="4000" b="1">
                <a:latin typeface="Times New Roman" panose="02020603050405020304" pitchFamily="18" charset="0"/>
                <a:cs typeface="Times New Roman" panose="02020603050405020304" pitchFamily="18" charset="0"/>
              </a:rPr>
              <a:t>Giới thiệu</a:t>
            </a:r>
          </a:p>
        </p:txBody>
      </p:sp>
      <p:sp>
        <p:nvSpPr>
          <p:cNvPr id="5" name="Content Placeholder 2">
            <a:extLst>
              <a:ext uri="{FF2B5EF4-FFF2-40B4-BE49-F238E27FC236}">
                <a16:creationId xmlns:a16="http://schemas.microsoft.com/office/drawing/2014/main" id="{AF7AD4A9-150F-B004-0B33-29ADE0CFB4E1}"/>
              </a:ext>
            </a:extLst>
          </p:cNvPr>
          <p:cNvSpPr txBox="1">
            <a:spLocks/>
          </p:cNvSpPr>
          <p:nvPr/>
        </p:nvSpPr>
        <p:spPr bwMode="auto">
          <a:xfrm>
            <a:off x="228600" y="1219200"/>
            <a:ext cx="8912492" cy="5486400"/>
          </a:xfrm>
          <a:prstGeom prst="rect">
            <a:avLst/>
          </a:prstGeom>
          <a:noFill/>
          <a:ln>
            <a:noFill/>
          </a:ln>
        </p:spPr>
        <p:txBody>
          <a:bodyPr/>
          <a:lstStyle>
            <a:lvl1pPr marL="342900" indent="-342900" algn="r" rtl="0" eaLnBrk="0" fontAlgn="base" hangingPunct="0">
              <a:spcBef>
                <a:spcPct val="20000"/>
              </a:spcBef>
              <a:spcAft>
                <a:spcPct val="0"/>
              </a:spcAft>
              <a:buChar char="•"/>
              <a:defRPr sz="3200">
                <a:solidFill>
                  <a:schemeClr val="tx1"/>
                </a:solidFill>
                <a:latin typeface="+mn-lt"/>
                <a:ea typeface="ＭＳ Ｐゴシック" pitchFamily="-110" charset="-128"/>
                <a:cs typeface="ＭＳ Ｐゴシック" pitchFamily="-110" charset="-128"/>
              </a:defRPr>
            </a:lvl1pPr>
            <a:lvl2pPr marL="827088" indent="-285750" algn="l" rtl="0" eaLnBrk="0" fontAlgn="base" hangingPunct="0">
              <a:spcBef>
                <a:spcPct val="20000"/>
              </a:spcBef>
              <a:spcAft>
                <a:spcPct val="0"/>
              </a:spcAft>
              <a:buChar char="–"/>
              <a:defRPr sz="2800">
                <a:solidFill>
                  <a:schemeClr val="tx1"/>
                </a:solidFill>
                <a:latin typeface="+mn-lt"/>
                <a:ea typeface="ＭＳ Ｐゴシック" pitchFamily="-107" charset="-128"/>
              </a:defRPr>
            </a:lvl2pPr>
            <a:lvl3pPr marL="1235075" indent="-228600" algn="l" rtl="0" eaLnBrk="0" fontAlgn="base" hangingPunct="0">
              <a:spcBef>
                <a:spcPct val="20000"/>
              </a:spcBef>
              <a:spcAft>
                <a:spcPct val="0"/>
              </a:spcAft>
              <a:buChar char="•"/>
              <a:defRPr sz="2400">
                <a:solidFill>
                  <a:schemeClr val="tx1"/>
                </a:solidFill>
                <a:latin typeface="+mn-lt"/>
                <a:ea typeface="ＭＳ Ｐゴシック" pitchFamily="-107" charset="-128"/>
              </a:defRPr>
            </a:lvl3pPr>
            <a:lvl4pPr marL="1643063" indent="-228600" algn="l" rtl="0" eaLnBrk="0" fontAlgn="base" hangingPunct="0">
              <a:spcBef>
                <a:spcPct val="20000"/>
              </a:spcBef>
              <a:spcAft>
                <a:spcPct val="0"/>
              </a:spcAft>
              <a:buChar char="–"/>
              <a:defRPr sz="2000">
                <a:solidFill>
                  <a:schemeClr val="tx1"/>
                </a:solidFill>
                <a:latin typeface="+mn-lt"/>
                <a:ea typeface="ＭＳ Ｐゴシック" pitchFamily="-107"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7"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7"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7"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7"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7" charset="-128"/>
              </a:defRPr>
            </a:lvl9pPr>
          </a:lstStyle>
          <a:p>
            <a:pPr algn="l">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Chuỗi thời gian khác dữ liệu thông thường ở 3 điểm:</a:t>
            </a:r>
          </a:p>
          <a:p>
            <a:pPr lvl="1">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Phụ thuộc theo thời gian (temporal dependence)</a:t>
            </a:r>
            <a:r>
              <a:rPr lang="en-US" sz="2400">
                <a:latin typeface="Times New Roman" panose="02020603050405020304" pitchFamily="18" charset="0"/>
                <a:cs typeface="Times New Roman" panose="02020603050405020304" pitchFamily="18" charset="0"/>
              </a:rPr>
              <a:t>:  giá trị tại t liên quan trực tiếp tới t-k.</a:t>
            </a:r>
          </a:p>
          <a:p>
            <a:pPr lvl="1">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Không i.i.d</a:t>
            </a:r>
            <a:r>
              <a:rPr lang="en-US" sz="2400">
                <a:latin typeface="Times New Roman" panose="02020603050405020304" pitchFamily="18" charset="0"/>
                <a:cs typeface="Times New Roman" panose="02020603050405020304" pitchFamily="18" charset="0"/>
              </a:rPr>
              <a:t> (independent and identically distributed): nhiều thuật toán ML giả định độc lập sẽ không áp dụng trực tiếp.</a:t>
            </a:r>
          </a:p>
          <a:p>
            <a:pPr lvl="1">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Trật tự (order)</a:t>
            </a:r>
            <a:r>
              <a:rPr lang="en-US" sz="2400">
                <a:latin typeface="Times New Roman" panose="02020603050405020304" pitchFamily="18" charset="0"/>
                <a:cs typeface="Times New Roman" panose="02020603050405020304" pitchFamily="18" charset="0"/>
              </a:rPr>
              <a:t> cực kỳ quan trọng:  shuffle dữ liệu = sai hoàn toàn.</a:t>
            </a:r>
          </a:p>
          <a:p>
            <a:pPr algn="l">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Vì vậy các phương pháp học máy cho phân tích chuỗi thời gian phải giải quyết:</a:t>
            </a:r>
          </a:p>
          <a:p>
            <a:pPr lvl="1">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Sự phụ thuộc của mô hình: dùng các “window” hoặc mô hình sequence.</a:t>
            </a:r>
          </a:p>
          <a:p>
            <a:pPr lvl="1">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Dự đoán trước một bước hoặc nhiều bước.</a:t>
            </a:r>
          </a:p>
          <a:p>
            <a:pPr lvl="1">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Các đặc trưng mang đặc thù thời gian.</a:t>
            </a:r>
          </a:p>
        </p:txBody>
      </p:sp>
    </p:spTree>
    <p:extLst>
      <p:ext uri="{BB962C8B-B14F-4D97-AF65-F5344CB8AC3E}">
        <p14:creationId xmlns:p14="http://schemas.microsoft.com/office/powerpoint/2010/main" val="23815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98321-9207-FCE2-2036-9C8CC82474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E65922-FC8A-5570-B31E-049E0AA80177}"/>
              </a:ext>
            </a:extLst>
          </p:cNvPr>
          <p:cNvSpPr>
            <a:spLocks noGrp="1"/>
          </p:cNvSpPr>
          <p:nvPr>
            <p:ph type="title"/>
          </p:nvPr>
        </p:nvSpPr>
        <p:spPr/>
        <p:txBody>
          <a:bodyPr>
            <a:normAutofit/>
          </a:bodyPr>
          <a:lstStyle/>
          <a:p>
            <a:r>
              <a:rPr lang="en-US" sz="4000" b="1">
                <a:latin typeface="Times New Roman" panose="02020603050405020304" pitchFamily="18" charset="0"/>
                <a:cs typeface="Times New Roman" panose="02020603050405020304" pitchFamily="18" charset="0"/>
              </a:rPr>
              <a:t>Giới thiệu</a:t>
            </a:r>
          </a:p>
        </p:txBody>
      </p:sp>
      <p:sp>
        <p:nvSpPr>
          <p:cNvPr id="5" name="Content Placeholder 2">
            <a:extLst>
              <a:ext uri="{FF2B5EF4-FFF2-40B4-BE49-F238E27FC236}">
                <a16:creationId xmlns:a16="http://schemas.microsoft.com/office/drawing/2014/main" id="{CA50C0A4-0C35-A45B-D0F1-3EF0729CB798}"/>
              </a:ext>
            </a:extLst>
          </p:cNvPr>
          <p:cNvSpPr txBox="1">
            <a:spLocks/>
          </p:cNvSpPr>
          <p:nvPr/>
        </p:nvSpPr>
        <p:spPr bwMode="auto">
          <a:xfrm>
            <a:off x="228600" y="1219200"/>
            <a:ext cx="8912492" cy="5486400"/>
          </a:xfrm>
          <a:prstGeom prst="rect">
            <a:avLst/>
          </a:prstGeom>
          <a:noFill/>
          <a:ln>
            <a:noFill/>
          </a:ln>
        </p:spPr>
        <p:txBody>
          <a:bodyPr/>
          <a:lstStyle>
            <a:lvl1pPr marL="342900" indent="-342900" algn="r" rtl="0" eaLnBrk="0" fontAlgn="base" hangingPunct="0">
              <a:spcBef>
                <a:spcPct val="20000"/>
              </a:spcBef>
              <a:spcAft>
                <a:spcPct val="0"/>
              </a:spcAft>
              <a:buChar char="•"/>
              <a:defRPr sz="3200">
                <a:solidFill>
                  <a:schemeClr val="tx1"/>
                </a:solidFill>
                <a:latin typeface="+mn-lt"/>
                <a:ea typeface="ＭＳ Ｐゴシック" pitchFamily="-110" charset="-128"/>
                <a:cs typeface="ＭＳ Ｐゴシック" pitchFamily="-110" charset="-128"/>
              </a:defRPr>
            </a:lvl1pPr>
            <a:lvl2pPr marL="827088" indent="-285750" algn="l" rtl="0" eaLnBrk="0" fontAlgn="base" hangingPunct="0">
              <a:spcBef>
                <a:spcPct val="20000"/>
              </a:spcBef>
              <a:spcAft>
                <a:spcPct val="0"/>
              </a:spcAft>
              <a:buChar char="–"/>
              <a:defRPr sz="2800">
                <a:solidFill>
                  <a:schemeClr val="tx1"/>
                </a:solidFill>
                <a:latin typeface="+mn-lt"/>
                <a:ea typeface="ＭＳ Ｐゴシック" pitchFamily="-107" charset="-128"/>
              </a:defRPr>
            </a:lvl2pPr>
            <a:lvl3pPr marL="1235075" indent="-228600" algn="l" rtl="0" eaLnBrk="0" fontAlgn="base" hangingPunct="0">
              <a:spcBef>
                <a:spcPct val="20000"/>
              </a:spcBef>
              <a:spcAft>
                <a:spcPct val="0"/>
              </a:spcAft>
              <a:buChar char="•"/>
              <a:defRPr sz="2400">
                <a:solidFill>
                  <a:schemeClr val="tx1"/>
                </a:solidFill>
                <a:latin typeface="+mn-lt"/>
                <a:ea typeface="ＭＳ Ｐゴシック" pitchFamily="-107" charset="-128"/>
              </a:defRPr>
            </a:lvl3pPr>
            <a:lvl4pPr marL="1643063" indent="-228600" algn="l" rtl="0" eaLnBrk="0" fontAlgn="base" hangingPunct="0">
              <a:spcBef>
                <a:spcPct val="20000"/>
              </a:spcBef>
              <a:spcAft>
                <a:spcPct val="0"/>
              </a:spcAft>
              <a:buChar char="–"/>
              <a:defRPr sz="2000">
                <a:solidFill>
                  <a:schemeClr val="tx1"/>
                </a:solidFill>
                <a:latin typeface="+mn-lt"/>
                <a:ea typeface="ＭＳ Ｐゴシック" pitchFamily="-107"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7"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7"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7"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7"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7" charset="-128"/>
              </a:defRPr>
            </a:lvl9pPr>
          </a:lstStyle>
          <a:p>
            <a:pPr algn="l">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Một số lưu ý:</a:t>
            </a:r>
          </a:p>
          <a:p>
            <a:pPr algn="l"/>
            <a:r>
              <a:rPr lang="en-US" sz="2400">
                <a:latin typeface="Times New Roman" panose="02020603050405020304" pitchFamily="18" charset="0"/>
                <a:cs typeface="Times New Roman" panose="02020603050405020304" pitchFamily="18" charset="0"/>
              </a:rPr>
              <a:t>Trong trường hợp phân cụm và phân loại dựa trên khoảng cách, chúng ta sẽ thấy rằng chúng ta có lựa chọn sử dụng các đặc trưng hoặc sử dụng chuỗi thời gian gốc làm đầu vào. Để sử dụng chính chuỗi thời gian làm đầu vào, chúng ta nghiên cứu một phép đo khoảng cách được gọi là độ xoắn thời gian động, có thể được áp dụng trực tiếp vào chuỗi thời gian, bảo toàn toàn bộ tập thông tin theo thứ tự thời gian trong dữ liệu của chúng ta thay vì thu gọn nó thành một tập hợp các đặc trưng giới hạn.</a:t>
            </a:r>
          </a:p>
          <a:p>
            <a:pPr algn="l"/>
            <a:r>
              <a:rPr lang="en-US" sz="2400">
                <a:latin typeface="Times New Roman" panose="02020603050405020304" pitchFamily="18" charset="0"/>
                <a:cs typeface="Times New Roman" panose="02020603050405020304" pitchFamily="18" charset="0"/>
              </a:rPr>
              <a:t>Khi chọn các đặc trưng để tạo chuỗi thời gian, hãy đảm bảo chọn các đặc trưng mang tính ergodic, nghĩa là các giá trị được đo sẽ hội tụ về một giá trị ổn định khi thu thập thêm dữ liệu từ cùng một quy trình.</a:t>
            </a:r>
          </a:p>
          <a:p>
            <a:pPr lvl="1">
              <a:buFont typeface="Arial" panose="020B0604020202020204" pitchFamily="34" charset="0"/>
              <a:buChar char="•"/>
            </a:pPr>
            <a:endParaRPr lang="en-US"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7976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D2578-D553-1E2B-585A-73E40B0758F2}"/>
              </a:ext>
            </a:extLst>
          </p:cNvPr>
          <p:cNvSpPr>
            <a:spLocks noGrp="1"/>
          </p:cNvSpPr>
          <p:nvPr>
            <p:ph type="title"/>
          </p:nvPr>
        </p:nvSpPr>
        <p:spPr/>
        <p:txBody>
          <a:bodyPr>
            <a:normAutofit/>
          </a:bodyPr>
          <a:lstStyle/>
          <a:p>
            <a:r>
              <a:rPr lang="en-US" sz="4000" b="1">
                <a:latin typeface="Times New Roman" panose="02020603050405020304" pitchFamily="18" charset="0"/>
                <a:cs typeface="Times New Roman" panose="02020603050405020304" pitchFamily="18" charset="0"/>
              </a:rPr>
              <a:t>Nội dung</a:t>
            </a:r>
          </a:p>
        </p:txBody>
      </p:sp>
      <p:sp>
        <p:nvSpPr>
          <p:cNvPr id="5" name="Content Placeholder 2">
            <a:extLst>
              <a:ext uri="{FF2B5EF4-FFF2-40B4-BE49-F238E27FC236}">
                <a16:creationId xmlns:a16="http://schemas.microsoft.com/office/drawing/2014/main" id="{BB1D7740-926A-3DCE-3F06-3714AC5C4E65}"/>
              </a:ext>
            </a:extLst>
          </p:cNvPr>
          <p:cNvSpPr txBox="1">
            <a:spLocks/>
          </p:cNvSpPr>
          <p:nvPr/>
        </p:nvSpPr>
        <p:spPr bwMode="auto">
          <a:xfrm>
            <a:off x="228600" y="1219200"/>
            <a:ext cx="8912492" cy="5486400"/>
          </a:xfrm>
          <a:prstGeom prst="rect">
            <a:avLst/>
          </a:prstGeom>
          <a:noFill/>
          <a:ln>
            <a:noFill/>
          </a:ln>
        </p:spPr>
        <p:txBody>
          <a:bodyPr/>
          <a:lstStyle>
            <a:lvl1pPr marL="342900" indent="-342900" algn="r" rtl="0" eaLnBrk="0" fontAlgn="base" hangingPunct="0">
              <a:spcBef>
                <a:spcPct val="20000"/>
              </a:spcBef>
              <a:spcAft>
                <a:spcPct val="0"/>
              </a:spcAft>
              <a:buChar char="•"/>
              <a:defRPr sz="3200">
                <a:solidFill>
                  <a:schemeClr val="tx1"/>
                </a:solidFill>
                <a:latin typeface="+mn-lt"/>
                <a:ea typeface="ＭＳ Ｐゴシック" pitchFamily="-110" charset="-128"/>
                <a:cs typeface="ＭＳ Ｐゴシック" pitchFamily="-110" charset="-128"/>
              </a:defRPr>
            </a:lvl1pPr>
            <a:lvl2pPr marL="827088" indent="-285750" algn="l" rtl="0" eaLnBrk="0" fontAlgn="base" hangingPunct="0">
              <a:spcBef>
                <a:spcPct val="20000"/>
              </a:spcBef>
              <a:spcAft>
                <a:spcPct val="0"/>
              </a:spcAft>
              <a:buChar char="–"/>
              <a:defRPr sz="2800">
                <a:solidFill>
                  <a:schemeClr val="tx1"/>
                </a:solidFill>
                <a:latin typeface="+mn-lt"/>
                <a:ea typeface="ＭＳ Ｐゴシック" pitchFamily="-107" charset="-128"/>
              </a:defRPr>
            </a:lvl2pPr>
            <a:lvl3pPr marL="1235075" indent="-228600" algn="l" rtl="0" eaLnBrk="0" fontAlgn="base" hangingPunct="0">
              <a:spcBef>
                <a:spcPct val="20000"/>
              </a:spcBef>
              <a:spcAft>
                <a:spcPct val="0"/>
              </a:spcAft>
              <a:buChar char="•"/>
              <a:defRPr sz="2400">
                <a:solidFill>
                  <a:schemeClr val="tx1"/>
                </a:solidFill>
                <a:latin typeface="+mn-lt"/>
                <a:ea typeface="ＭＳ Ｐゴシック" pitchFamily="-107" charset="-128"/>
              </a:defRPr>
            </a:lvl3pPr>
            <a:lvl4pPr marL="1643063" indent="-228600" algn="l" rtl="0" eaLnBrk="0" fontAlgn="base" hangingPunct="0">
              <a:spcBef>
                <a:spcPct val="20000"/>
              </a:spcBef>
              <a:spcAft>
                <a:spcPct val="0"/>
              </a:spcAft>
              <a:buChar char="–"/>
              <a:defRPr sz="2000">
                <a:solidFill>
                  <a:schemeClr val="tx1"/>
                </a:solidFill>
                <a:latin typeface="+mn-lt"/>
                <a:ea typeface="ＭＳ Ｐゴシック" pitchFamily="-107"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7"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7"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7"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7"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7" charset="-128"/>
              </a:defRPr>
            </a:lvl9pPr>
          </a:lstStyle>
          <a:p>
            <a:pPr marL="628650" indent="-571500" algn="l">
              <a:buFont typeface="Wingdings" panose="05000000000000000000" pitchFamily="2" charset="2"/>
              <a:buChar char="v"/>
              <a:defRPr/>
            </a:pPr>
            <a:r>
              <a:rPr lang="en-US" sz="4000">
                <a:latin typeface="Times New Roman" panose="02020603050405020304" pitchFamily="18" charset="0"/>
                <a:cs typeface="Times New Roman" panose="02020603050405020304" pitchFamily="18" charset="0"/>
              </a:rPr>
              <a:t>Phân loại với dữ liệu chuỗi thời gian</a:t>
            </a:r>
          </a:p>
          <a:p>
            <a:pPr marL="628650" indent="-571500" algn="l">
              <a:buFont typeface="Wingdings" panose="05000000000000000000" pitchFamily="2" charset="2"/>
              <a:buChar char="v"/>
              <a:defRPr/>
            </a:pPr>
            <a:r>
              <a:rPr lang="en-US" sz="4000">
                <a:latin typeface="Times New Roman" panose="02020603050405020304" pitchFamily="18" charset="0"/>
                <a:cs typeface="Times New Roman" panose="02020603050405020304" pitchFamily="18" charset="0"/>
              </a:rPr>
              <a:t>Phân cụm với dữ liệu chuỗi thời gian</a:t>
            </a:r>
          </a:p>
          <a:p>
            <a:pPr marL="628650" indent="-571500" algn="l">
              <a:buFont typeface="Wingdings" panose="05000000000000000000" pitchFamily="2" charset="2"/>
              <a:buChar char="v"/>
              <a:defRPr/>
            </a:pPr>
            <a:r>
              <a:rPr lang="vi-VN" sz="4000">
                <a:latin typeface="Times New Roman" panose="02020603050405020304" pitchFamily="18" charset="0"/>
                <a:cs typeface="Times New Roman" panose="02020603050405020304" pitchFamily="18" charset="0"/>
              </a:rPr>
              <a:t>Mạng nơ ron </a:t>
            </a:r>
            <a:endParaRPr lang="en-US" sz="4000">
              <a:latin typeface="Times New Roman" panose="02020603050405020304" pitchFamily="18" charset="0"/>
              <a:cs typeface="Times New Roman" panose="02020603050405020304" pitchFamily="18" charset="0"/>
            </a:endParaRPr>
          </a:p>
          <a:p>
            <a:pPr lvl="1">
              <a:buFont typeface="Arial" panose="020B0604020202020204" pitchFamily="34" charset="0"/>
              <a:buChar char="•"/>
              <a:defRPr/>
            </a:pPr>
            <a:r>
              <a:rPr lang="vi-VN" sz="3200">
                <a:latin typeface="Times New Roman" panose="02020603050405020304" pitchFamily="18" charset="0"/>
                <a:cs typeface="Times New Roman" panose="02020603050405020304" pitchFamily="18" charset="0"/>
              </a:rPr>
              <a:t>Mạng chuyển tiếp (feed forward network)</a:t>
            </a:r>
            <a:endParaRPr lang="en-US" sz="3200">
              <a:latin typeface="Times New Roman" panose="02020603050405020304" pitchFamily="18" charset="0"/>
              <a:cs typeface="Times New Roman" panose="02020603050405020304" pitchFamily="18" charset="0"/>
            </a:endParaRPr>
          </a:p>
          <a:p>
            <a:pPr lvl="1">
              <a:buFont typeface="Arial" panose="020B0604020202020204" pitchFamily="34" charset="0"/>
              <a:buChar char="•"/>
              <a:defRPr/>
            </a:pPr>
            <a:r>
              <a:rPr lang="vi-VN" sz="3200">
                <a:latin typeface="Times New Roman" panose="02020603050405020304" pitchFamily="18" charset="0"/>
                <a:cs typeface="Times New Roman" panose="02020603050405020304" pitchFamily="18" charset="0"/>
              </a:rPr>
              <a:t>Cơ chế Attention tận dụng đặc tính thời gian</a:t>
            </a:r>
            <a:endParaRPr lang="en-US" sz="3200">
              <a:latin typeface="Times New Roman" panose="02020603050405020304" pitchFamily="18" charset="0"/>
              <a:cs typeface="Times New Roman" panose="02020603050405020304" pitchFamily="18" charset="0"/>
            </a:endParaRPr>
          </a:p>
          <a:p>
            <a:pPr marL="628650" indent="-571500" algn="l">
              <a:buFont typeface="Wingdings" panose="05000000000000000000" pitchFamily="2" charset="2"/>
              <a:buChar char="v"/>
              <a:defRPr/>
            </a:pPr>
            <a:r>
              <a:rPr lang="vi-VN" sz="4000">
                <a:latin typeface="Times New Roman" panose="02020603050405020304" pitchFamily="18" charset="0"/>
                <a:cs typeface="Times New Roman" panose="02020603050405020304" pitchFamily="18" charset="0"/>
              </a:rPr>
              <a:t>Mạng tích chập (CNN)</a:t>
            </a:r>
            <a:endParaRPr lang="en-US" sz="4000">
              <a:latin typeface="Times New Roman" panose="02020603050405020304" pitchFamily="18" charset="0"/>
              <a:cs typeface="Times New Roman" panose="02020603050405020304" pitchFamily="18" charset="0"/>
            </a:endParaRPr>
          </a:p>
          <a:p>
            <a:pPr marL="628650" indent="-571500" algn="l">
              <a:buFont typeface="Wingdings" panose="05000000000000000000" pitchFamily="2" charset="2"/>
              <a:buChar char="v"/>
              <a:defRPr/>
            </a:pPr>
            <a:r>
              <a:rPr lang="vi-VN" sz="4000">
                <a:latin typeface="Times New Roman" panose="02020603050405020304" pitchFamily="18" charset="0"/>
                <a:cs typeface="Times New Roman" panose="02020603050405020304" pitchFamily="18" charset="0"/>
              </a:rPr>
              <a:t>Mạng hồi qui (RNN)</a:t>
            </a:r>
            <a:endParaRPr lang="en-US" sz="4000">
              <a:latin typeface="Times New Roman" panose="02020603050405020304" pitchFamily="18" charset="0"/>
              <a:cs typeface="Times New Roman" panose="02020603050405020304" pitchFamily="18" charset="0"/>
            </a:endParaRPr>
          </a:p>
          <a:p>
            <a:pPr marL="628650" indent="-571500" algn="l">
              <a:buFont typeface="Wingdings" panose="05000000000000000000" pitchFamily="2" charset="2"/>
              <a:buChar char="v"/>
              <a:defRPr/>
            </a:pPr>
            <a:r>
              <a:rPr lang="en-US" sz="4000">
                <a:latin typeface="Times New Roman" panose="02020603050405020304" pitchFamily="18" charset="0"/>
                <a:cs typeface="Times New Roman" panose="02020603050405020304" pitchFamily="18" charset="0"/>
              </a:rPr>
              <a:t>Các chỉ số đ</a:t>
            </a:r>
            <a:r>
              <a:rPr lang="vi-VN" sz="4000">
                <a:latin typeface="Times New Roman" panose="02020603050405020304" pitchFamily="18" charset="0"/>
                <a:cs typeface="Times New Roman" panose="02020603050405020304" pitchFamily="18" charset="0"/>
              </a:rPr>
              <a:t>ánh giá </a:t>
            </a:r>
            <a:br>
              <a:rPr lang="vi-VN" sz="4000">
                <a:latin typeface="Times New Roman" panose="02020603050405020304" pitchFamily="18" charset="0"/>
                <a:cs typeface="Times New Roman" panose="02020603050405020304" pitchFamily="18" charset="0"/>
              </a:rPr>
            </a:br>
            <a:endParaRPr lang="en-US" altLang="en-US" sz="4000" kern="0">
              <a:latin typeface="Times New Roman" panose="02020603050405020304" pitchFamily="18" charset="0"/>
              <a:ea typeface="ＭＳ Ｐゴシック"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2610563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5425F-A108-F5CB-42FC-9B09A135E56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F51F956D-5318-F9AC-3B24-30A42176D4FF}"/>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Phân loại chuỗi thời gian</a:t>
            </a:r>
          </a:p>
        </p:txBody>
      </p:sp>
      <p:sp>
        <p:nvSpPr>
          <p:cNvPr id="31747" name="Rectangle 3">
            <a:extLst>
              <a:ext uri="{FF2B5EF4-FFF2-40B4-BE49-F238E27FC236}">
                <a16:creationId xmlns:a16="http://schemas.microsoft.com/office/drawing/2014/main" id="{C7982FA6-6BA3-F6CC-BD72-99C3A7BE95B9}"/>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Phương pháp Cây Quyết định (Decision Tree Methods)</a:t>
            </a:r>
          </a:p>
          <a:p>
            <a:pPr marL="85725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Chúng phản ánh cách chúng ta đưa ra những quyết định phức tạp: từng bước một và theo một cách phi tuyến tính cao, suy nghĩ về cách một biến số sẽ ảnh hưởng đến quyết định của chúng ta, và sau đó là một biến số khác, giống như một sơ đồ dòng chảy.</a:t>
            </a:r>
          </a:p>
        </p:txBody>
      </p:sp>
      <p:pic>
        <p:nvPicPr>
          <p:cNvPr id="2" name="Picture 1" descr="A diagram of a person's body&#10;&#10;AI-generated content may be incorrect.">
            <a:extLst>
              <a:ext uri="{FF2B5EF4-FFF2-40B4-BE49-F238E27FC236}">
                <a16:creationId xmlns:a16="http://schemas.microsoft.com/office/drawing/2014/main" id="{FDFB55CE-2A2B-AF8C-C9AE-E53F51761453}"/>
              </a:ext>
            </a:extLst>
          </p:cNvPr>
          <p:cNvPicPr>
            <a:picLocks noChangeAspect="1"/>
          </p:cNvPicPr>
          <p:nvPr/>
        </p:nvPicPr>
        <p:blipFill>
          <a:blip r:embed="rId3"/>
          <a:stretch>
            <a:fillRect/>
          </a:stretch>
        </p:blipFill>
        <p:spPr>
          <a:xfrm>
            <a:off x="2057399" y="3276600"/>
            <a:ext cx="4941437" cy="2819400"/>
          </a:xfrm>
          <a:prstGeom prst="rect">
            <a:avLst/>
          </a:prstGeom>
        </p:spPr>
      </p:pic>
    </p:spTree>
    <p:extLst>
      <p:ext uri="{BB962C8B-B14F-4D97-AF65-F5344CB8AC3E}">
        <p14:creationId xmlns:p14="http://schemas.microsoft.com/office/powerpoint/2010/main" val="3251836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6AAB6-3202-3184-EE23-9B58380519C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C9A2FD60-F763-9AD4-E25E-7F4220DA95F8}"/>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Phân loại chuỗi thời gian</a:t>
            </a:r>
          </a:p>
        </p:txBody>
      </p:sp>
      <p:sp>
        <p:nvSpPr>
          <p:cNvPr id="31747" name="Rectangle 3">
            <a:extLst>
              <a:ext uri="{FF2B5EF4-FFF2-40B4-BE49-F238E27FC236}">
                <a16:creationId xmlns:a16="http://schemas.microsoft.com/office/drawing/2014/main" id="{373C9AFA-C42C-77AB-9401-96EAE33BBF2B}"/>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Phương pháp Cây Quyết định (Decision Tree Methods)</a:t>
            </a:r>
          </a:p>
          <a:p>
            <a:pPr lvl="1">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Ví dụ: một nhà giao dịch chứng khoán sử dụng các chỉ báo kỹ thuật theo kiểu phân cấp tuần tự, giống như một cây. Trước tiên xem động lượng đang đi theo hướng nào, sau đó kiểm tra mức độ biến động đang diễn biến như thế nào theo thời gian. Câu trả lời cho câu hỏi thứ hai này tương tác với câu hỏi đầu tiên theo kiểu cây phi tuyến tính. </a:t>
            </a:r>
          </a:p>
          <a:p>
            <a:pPr lvl="1">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Ví dụ: một chuyên gia y tế đọc điện não đồ (EEG) hoặc điện tâm đồ (ECG), việc đầu tiên thường là tìm kiếm sự hiện diện của một đặc điểm trước khi xem xét một vài đặc điểm khác, và sau đó lần lượt xem xét một loạt các yếu tố. </a:t>
            </a:r>
          </a:p>
        </p:txBody>
      </p:sp>
    </p:spTree>
    <p:extLst>
      <p:ext uri="{BB962C8B-B14F-4D97-AF65-F5344CB8AC3E}">
        <p14:creationId xmlns:p14="http://schemas.microsoft.com/office/powerpoint/2010/main" val="26986258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40FB0-78D2-4649-F818-F8F5AF6BCE68}"/>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832195E-BEC0-3F98-056E-2DA9F36FF728}"/>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Phân loại chuỗi thời gian</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BD00132A-E166-C968-2819-9BF1937C6291}"/>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Phương pháp Cây Quyết định (Decision Tree Methods)</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Ví dụ: Dự đoán giá trị số (liên tục) trong tương lai. </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Khi đã biết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𝑡</m:t>
                        </m:r>
                      </m:sub>
                    </m:sSub>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𝑡</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𝑡</m:t>
                            </m:r>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𝑡</m:t>
                            </m:r>
                            <m:r>
                              <a:rPr lang="en-US" sz="2400" b="0" i="1" smtClean="0">
                                <a:latin typeface="Cambria Math" panose="02040503050406030204" pitchFamily="18" charset="0"/>
                              </a:rPr>
                              <m:t>−</m:t>
                            </m:r>
                            <m:r>
                              <a:rPr lang="en-US" sz="2400" b="0" i="1" smtClean="0">
                                <a:latin typeface="Cambria Math" panose="02040503050406030204" pitchFamily="18" charset="0"/>
                              </a:rPr>
                              <m:t>𝑝</m:t>
                            </m:r>
                          </m:sub>
                        </m:sSub>
                      </m:e>
                    </m:d>
                    <m:r>
                      <a:rPr lang="en-US" sz="2400" b="0" i="1" smtClean="0">
                        <a:latin typeface="Cambria Math" panose="02040503050406030204" pitchFamily="18" charset="0"/>
                      </a:rPr>
                      <m:t>. </m:t>
                    </m:r>
                  </m:oMath>
                </a14:m>
                <a:endParaRPr lang="en-US" sz="2400">
                  <a:latin typeface="Times New Roman" panose="02020603050405020304" pitchFamily="18" charset="0"/>
                </a:endParaRP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Đầu ra (output): Một giá trị số thực </a:t>
                </a:r>
                <a14:m>
                  <m:oMath xmlns:m="http://schemas.openxmlformats.org/officeDocument/2006/math">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b="0" i="1" smtClean="0">
                                <a:latin typeface="Cambria Math" panose="02040503050406030204" pitchFamily="18" charset="0"/>
                              </a:rPr>
                              <m:t>𝑦</m:t>
                            </m:r>
                          </m:e>
                        </m:acc>
                      </m:e>
                      <m:sub>
                        <m:r>
                          <a:rPr lang="en-US" sz="2400" b="0" i="1" smtClean="0">
                            <a:latin typeface="Cambria Math" panose="02040503050406030204" pitchFamily="18" charset="0"/>
                          </a:rPr>
                          <m:t>𝑡</m:t>
                        </m:r>
                        <m:r>
                          <a:rPr lang="en-US" sz="2400" b="0" i="1" smtClean="0">
                            <a:latin typeface="Cambria Math" panose="02040503050406030204" pitchFamily="18" charset="0"/>
                          </a:rPr>
                          <m:t>+1</m:t>
                        </m:r>
                      </m:sub>
                    </m:sSub>
                    <m:r>
                      <a:rPr lang="en-US" sz="2400" b="0" i="1" smtClean="0">
                        <a:latin typeface="Cambria Math" panose="02040503050406030204" pitchFamily="18" charset="0"/>
                      </a:rPr>
                      <m:t>∈</m:t>
                    </m:r>
                    <m:r>
                      <a:rPr lang="en-US" sz="2400" b="0" i="1" smtClean="0">
                        <a:latin typeface="Cambria Math" panose="02040503050406030204" pitchFamily="18" charset="0"/>
                      </a:rPr>
                      <m:t>ℝ</m:t>
                    </m:r>
                  </m:oMath>
                </a14:m>
                <a:r>
                  <a:rPr lang="en-US" sz="2400">
                    <a:latin typeface="Times New Roman" panose="02020603050405020304" pitchFamily="18" charset="0"/>
                    <a:cs typeface="Times New Roman" panose="02020603050405020304" pitchFamily="18" charset="0"/>
                  </a:rPr>
                  <a:t> hoặc vector nhiều bước </a:t>
                </a:r>
                <a14:m>
                  <m:oMath xmlns:m="http://schemas.openxmlformats.org/officeDocument/2006/math">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b="0" i="1" smtClean="0">
                                <a:latin typeface="Cambria Math" panose="02040503050406030204" pitchFamily="18" charset="0"/>
                              </a:rPr>
                              <m:t>𝑦</m:t>
                            </m:r>
                          </m:e>
                        </m:acc>
                      </m:e>
                      <m:sub>
                        <m:r>
                          <a:rPr lang="en-US" sz="2400" b="0" i="1" smtClean="0">
                            <a:latin typeface="Cambria Math" panose="02040503050406030204" pitchFamily="18" charset="0"/>
                          </a:rPr>
                          <m:t>𝑡</m:t>
                        </m:r>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b="0" i="1" smtClean="0">
                                <a:latin typeface="Cambria Math" panose="02040503050406030204" pitchFamily="18" charset="0"/>
                              </a:rPr>
                              <m:t>𝑦</m:t>
                            </m:r>
                          </m:e>
                        </m:acc>
                      </m:e>
                      <m:sub>
                        <m:r>
                          <a:rPr lang="en-US" sz="2400" b="0" i="1" smtClean="0">
                            <a:latin typeface="Cambria Math" panose="02040503050406030204" pitchFamily="18" charset="0"/>
                          </a:rPr>
                          <m:t>𝑡</m:t>
                        </m:r>
                        <m:r>
                          <a:rPr lang="en-US" sz="2400" b="0" i="1" smtClean="0">
                            <a:latin typeface="Cambria Math" panose="02040503050406030204" pitchFamily="18" charset="0"/>
                          </a:rPr>
                          <m:t>+2</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b="0" i="1" smtClean="0">
                                <a:latin typeface="Cambria Math" panose="02040503050406030204" pitchFamily="18" charset="0"/>
                              </a:rPr>
                              <m:t>𝑦</m:t>
                            </m:r>
                          </m:e>
                        </m:acc>
                      </m:e>
                      <m:sub>
                        <m:r>
                          <a:rPr lang="en-US" sz="2400" b="0" i="1" smtClean="0">
                            <a:latin typeface="Cambria Math" panose="02040503050406030204" pitchFamily="18" charset="0"/>
                          </a:rPr>
                          <m:t>𝑡</m:t>
                        </m:r>
                        <m:r>
                          <a:rPr lang="en-US" sz="2400" b="0" i="1" smtClean="0">
                            <a:latin typeface="Cambria Math" panose="02040503050406030204" pitchFamily="18" charset="0"/>
                          </a:rPr>
                          <m:t>+</m:t>
                        </m:r>
                        <m:r>
                          <a:rPr lang="en-US" sz="2400" b="0" i="1" smtClean="0">
                            <a:latin typeface="Cambria Math" panose="02040503050406030204" pitchFamily="18" charset="0"/>
                          </a:rPr>
                          <m:t>h</m:t>
                        </m:r>
                      </m:sub>
                    </m:sSub>
                    <m:r>
                      <a:rPr lang="en-US" sz="2400" b="0" i="1" smtClean="0">
                        <a:latin typeface="Cambria Math" panose="02040503050406030204" pitchFamily="18" charset="0"/>
                      </a:rPr>
                      <m:t>]</m:t>
                    </m:r>
                  </m:oMath>
                </a14:m>
                <a:r>
                  <a:rPr lang="en-US" sz="2400">
                    <a:latin typeface="Times New Roman" panose="02020603050405020304" pitchFamily="18" charset="0"/>
                    <a:cs typeface="Times New Roman" panose="02020603050405020304" pitchFamily="18" charset="0"/>
                  </a:rPr>
                  <a:t> </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Decision Tree học bằng cách chia miền giá trị dựa trên các ngưỡng để dự đoán output. Ví dụ như:</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Nếu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𝑡</m:t>
                        </m:r>
                      </m:sub>
                    </m:sSub>
                    <m:r>
                      <a:rPr lang="en-US" sz="2400" b="0" i="1" smtClean="0">
                        <a:latin typeface="Cambria Math" panose="02040503050406030204" pitchFamily="18" charset="0"/>
                      </a:rPr>
                      <m:t>&gt;20</m:t>
                    </m:r>
                  </m:oMath>
                </a14:m>
                <a:r>
                  <a:rPr lang="en-US" sz="2400">
                    <a:latin typeface="Times New Roman" panose="02020603050405020304" pitchFamily="18" charset="0"/>
                    <a:cs typeface="Times New Roman" panose="02020603050405020304" pitchFamily="18" charset="0"/>
                  </a:rPr>
                  <a:t> và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𝑡</m:t>
                        </m:r>
                        <m:r>
                          <a:rPr lang="en-US" sz="2400" b="0" i="1" smtClean="0">
                            <a:latin typeface="Cambria Math" panose="02040503050406030204" pitchFamily="18" charset="0"/>
                          </a:rPr>
                          <m:t>−1</m:t>
                        </m:r>
                      </m:sub>
                    </m:sSub>
                    <m:r>
                      <a:rPr lang="en-US" sz="2400" b="0" i="1" smtClean="0">
                        <a:latin typeface="Cambria Math" panose="02040503050406030204" pitchFamily="18" charset="0"/>
                      </a:rPr>
                      <m:t>&lt;5</m:t>
                    </m:r>
                  </m:oMath>
                </a14:m>
                <a:r>
                  <a:rPr lang="en-US" sz="2400">
                    <a:latin typeface="Times New Roman" panose="02020603050405020304" pitchFamily="18" charset="0"/>
                    <a:cs typeface="Times New Roman" panose="02020603050405020304" pitchFamily="18" charset="0"/>
                  </a:rPr>
                  <a:t> thì dự báo sẽ cao.</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Nếu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𝑡</m:t>
                        </m:r>
                        <m:r>
                          <a:rPr lang="en-US" sz="2400" b="0" i="1" smtClean="0">
                            <a:latin typeface="Cambria Math" panose="02040503050406030204" pitchFamily="18" charset="0"/>
                          </a:rPr>
                          <m:t>−3</m:t>
                        </m:r>
                      </m:sub>
                    </m:sSub>
                  </m:oMath>
                </a14:m>
                <a:r>
                  <a:rPr lang="en-US" sz="2400">
                    <a:latin typeface="Times New Roman" panose="02020603050405020304" pitchFamily="18" charset="0"/>
                    <a:cs typeface="Times New Roman" panose="02020603050405020304" pitchFamily="18" charset="0"/>
                  </a:rPr>
                  <a:t> rất lớn thì forecast giảm.</a:t>
                </a:r>
              </a:p>
            </p:txBody>
          </p:sp>
        </mc:Choice>
        <mc:Fallback xmlns="">
          <p:sp>
            <p:nvSpPr>
              <p:cNvPr id="31747" name="Rectangle 3">
                <a:extLst>
                  <a:ext uri="{FF2B5EF4-FFF2-40B4-BE49-F238E27FC236}">
                    <a16:creationId xmlns:a16="http://schemas.microsoft.com/office/drawing/2014/main" id="{BD00132A-E166-C968-2819-9BF1937C6291}"/>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2052352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34E72-A479-CEB2-37C5-3F3D473D2E25}"/>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212A41F-8C6E-1642-C880-CDA82B9360B4}"/>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Phân loại chuỗi thời gian</a:t>
            </a:r>
          </a:p>
        </p:txBody>
      </p:sp>
      <p:sp>
        <p:nvSpPr>
          <p:cNvPr id="31747" name="Rectangle 3">
            <a:extLst>
              <a:ext uri="{FF2B5EF4-FFF2-40B4-BE49-F238E27FC236}">
                <a16:creationId xmlns:a16="http://schemas.microsoft.com/office/drawing/2014/main" id="{BAD74700-4891-EEAC-B6E9-EB66E762742C}"/>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Rừng ngẫu nhiên</a:t>
            </a:r>
            <a:endParaRPr lang="en-US" sz="28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Rừng ngẫu nhiên là một mô hình mà chúng ta sử dụng không chỉ một mà là nhiều cây quyết định. Kết quả cuối cùng dựa trên việc tính trung bình các kết quả đầu ra của những cây này. </a:t>
            </a:r>
          </a:p>
          <a:p>
            <a:pPr lvl="1">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Rừng ngẫu nhiên được xây dựng theo các tham số xác định số lượng cây, cũng như độ sâu tối đa cho phép của các cây đó. </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sym typeface="Wingdings" panose="05000000000000000000" pitchFamily="2" charset="2"/>
              </a:rPr>
              <a:t>Đ</a:t>
            </a:r>
            <a:r>
              <a:rPr lang="en-US" sz="2400">
                <a:latin typeface="Times New Roman" panose="02020603050405020304" pitchFamily="18" charset="0"/>
                <a:cs typeface="Times New Roman" panose="02020603050405020304" pitchFamily="18" charset="0"/>
              </a:rPr>
              <a:t>ối với mỗi cây riêng lẻ, một mẫu ngẫu nhiên của dữ liệu và các đặc trưng của nó được sử dụng để huấn luyện cây đó. </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Các cây thường được tham số hóa khá đơn giản để có thể tránh được hiện tượng quá khớp (overfitting). Không có mô hình nào đặc biệt tốt nhưng tất cả đều đủ tổng quát để tránh "bẫy" trong dữ liệu.</a:t>
            </a:r>
          </a:p>
        </p:txBody>
      </p:sp>
    </p:spTree>
    <p:extLst>
      <p:ext uri="{BB962C8B-B14F-4D97-AF65-F5344CB8AC3E}">
        <p14:creationId xmlns:p14="http://schemas.microsoft.com/office/powerpoint/2010/main" val="1474352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95E73-DE11-D2F5-A750-EC6EA577F4E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F482A8A-3955-3068-60CA-AFD362428151}"/>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Phân loại chuỗi thời gian</a:t>
            </a:r>
          </a:p>
        </p:txBody>
      </p:sp>
      <p:sp>
        <p:nvSpPr>
          <p:cNvPr id="31747" name="Rectangle 3">
            <a:extLst>
              <a:ext uri="{FF2B5EF4-FFF2-40B4-BE49-F238E27FC236}">
                <a16:creationId xmlns:a16="http://schemas.microsoft.com/office/drawing/2014/main" id="{A29581B7-0D97-9A4D-F225-24C49D69E058}"/>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Rừng ngẫu nhiên</a:t>
            </a:r>
            <a:endParaRPr lang="en-US" sz="280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Rừng ngẫu nhiên không phải là một công cụ tốt để làm việc với dữ liệu chuỗi thời gian ở dạng thô. Chúng có thể hữu ích khi làm việc với dữ liệu này sau khi được nén thành các đặc trưng tóm tắt. </a:t>
            </a:r>
          </a:p>
          <a:p>
            <a:pPr lvl="2">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Cô đọng các chuỗi thời gian cực dài thành một số ít đặc trưng và tìm ra một mô hình với độ chính xác hợp lý và tăng hiệu quả tính toán.</a:t>
            </a:r>
          </a:p>
          <a:p>
            <a:pPr lvl="2">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Rừng ngẫu nhiên giúp giảm thiểu rủi ro quá khớp, đây là một vấn đề đối với phân tích chuỗi thời gian do sự tương tác không mong muốn giữa quá khớp và vấn đề nhìn trước.</a:t>
            </a:r>
          </a:p>
          <a:p>
            <a:pPr lvl="1">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Rừng ngẫu nhiên được triển khai cho phân loại chuỗi thời gian thành công hơn so với dự báo chuỗi thời gian. </a:t>
            </a:r>
          </a:p>
        </p:txBody>
      </p:sp>
    </p:spTree>
    <p:extLst>
      <p:ext uri="{BB962C8B-B14F-4D97-AF65-F5344CB8AC3E}">
        <p14:creationId xmlns:p14="http://schemas.microsoft.com/office/powerpoint/2010/main" val="5648305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B6BB2-7A4E-B2E6-4EA0-2E84430CCF03}"/>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2DA26E4-5D79-67E2-E5AB-94DC0824F6C2}"/>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Phân loại chuỗi thời gian</a:t>
            </a:r>
          </a:p>
        </p:txBody>
      </p:sp>
      <p:sp>
        <p:nvSpPr>
          <p:cNvPr id="31747" name="Rectangle 3">
            <a:extLst>
              <a:ext uri="{FF2B5EF4-FFF2-40B4-BE49-F238E27FC236}">
                <a16:creationId xmlns:a16="http://schemas.microsoft.com/office/drawing/2014/main" id="{84FB2F99-DA4D-C5EB-06B6-CFA389BD98E2}"/>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Cây tăng cường gradient </a:t>
            </a:r>
            <a:r>
              <a:rPr lang="en-US" sz="2400">
                <a:latin typeface="Times New Roman" panose="02020603050405020304" pitchFamily="18" charset="0"/>
                <a:cs typeface="Times New Roman" panose="02020603050405020304" pitchFamily="18" charset="0"/>
              </a:rPr>
              <a:t>đã trở thành phương pháp tăng cường phổ biến, và đặc biệt thành công đối với chuỗi thời gian.</a:t>
            </a:r>
          </a:p>
          <a:p>
            <a:pPr marL="91440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Tăng cường là một cách khác để xây dựng một tập hợp các yếu tố dự báo. </a:t>
            </a:r>
          </a:p>
          <a:p>
            <a:pPr marL="91440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Tăng cường tạo ra các mô hình tuần tự với ý tưởng rằng các mô hình sau sẽ sửa các lỗi của các mô hình trước đó và dữ liệu không khớp của các mô hình trước đó sẽ được các mô hình sau này đánh giá trọng số cao hơn.</a:t>
            </a:r>
          </a:p>
          <a:p>
            <a:pPr marL="91440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Các cây tăng cường gradient cho dự đoán thường vượt trội hơn các mô hình thống kê truyền thống khi được cung cấp bộ dữ liệu đủ lớn. Chúng tiếp cận mô hình "tự động" trong khả năng loại bỏ các đặc điểm không liên quan hoặc nhiễu và tập trung vào các đặc điểm quan trọng nhất.</a:t>
            </a:r>
          </a:p>
          <a:p>
            <a:pPr lvl="1"/>
            <a:r>
              <a:rPr lang="en-US" sz="2800" b="1">
                <a:latin typeface="Times New Roman" panose="02020603050405020304" pitchFamily="18" charset="0"/>
                <a:cs typeface="Times New Roman" panose="02020603050405020304" pitchFamily="18" charset="0"/>
              </a:rPr>
              <a:t> </a:t>
            </a:r>
            <a:endParaRPr lang="en-US" sz="2800">
              <a:latin typeface="Times New Roman" panose="02020603050405020304" pitchFamily="18" charset="0"/>
              <a:cs typeface="Times New Roman" panose="02020603050405020304" pitchFamily="18" charset="0"/>
            </a:endParaRPr>
          </a:p>
          <a:p>
            <a:pPr lvl="1"/>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7107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C8303-97E1-DEFA-14E4-26B2AD2A3A53}"/>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A87E11CE-79F2-E301-BCBF-72DAB6A3BBC7}"/>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Phân loại chuỗi thời gian</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B28AD37D-AECA-D750-64E4-A00C9BB9234A}"/>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Cây tăng cường gradient </a:t>
                </a:r>
              </a:p>
              <a:p>
                <a:pPr marL="400050" lvl="1" indent="0"/>
                <a:r>
                  <a:rPr lang="en-US" sz="2800" b="1">
                    <a:latin typeface="Times New Roman" panose="02020603050405020304" pitchFamily="18" charset="0"/>
                    <a:cs typeface="Times New Roman" panose="02020603050405020304" pitchFamily="18" charset="0"/>
                  </a:rPr>
                  <a:t>Gradient Boosting </a:t>
                </a:r>
                <a:r>
                  <a:rPr lang="en-US" sz="2400">
                    <a:latin typeface="Times New Roman" panose="02020603050405020304" pitchFamily="18" charset="0"/>
                    <a:cs typeface="Times New Roman" panose="02020603050405020304" pitchFamily="18" charset="0"/>
                  </a:rPr>
                  <a:t>= xây </a:t>
                </a:r>
                <a:r>
                  <a:rPr lang="en-US" sz="2400" b="1">
                    <a:latin typeface="Times New Roman" panose="02020603050405020304" pitchFamily="18" charset="0"/>
                    <a:cs typeface="Times New Roman" panose="02020603050405020304" pitchFamily="18" charset="0"/>
                  </a:rPr>
                  <a:t>các cây liên tiếp</a:t>
                </a:r>
                <a:r>
                  <a:rPr lang="en-US" sz="2400">
                    <a:latin typeface="Times New Roman" panose="02020603050405020304" pitchFamily="18" charset="0"/>
                    <a:cs typeface="Times New Roman" panose="02020603050405020304" pitchFamily="18" charset="0"/>
                  </a:rPr>
                  <a:t>, mỗi cây học để “sửa lỗi” của cây trước.</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Công thức ý tưởng: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𝑡</m:t>
                        </m:r>
                        <m:r>
                          <a:rPr lang="en-US" sz="2400" i="1">
                            <a:latin typeface="Cambria Math" panose="02040503050406030204" pitchFamily="18" charset="0"/>
                          </a:rPr>
                          <m:t>+1</m:t>
                        </m:r>
                      </m:sub>
                    </m:sSub>
                    <m:r>
                      <a:rPr lang="en-US" sz="2400" i="1">
                        <a:latin typeface="Cambria Math" panose="02040503050406030204" pitchFamily="18" charset="0"/>
                      </a:rPr>
                      <m:t>(</m:t>
                    </m:r>
                    <m:r>
                      <a:rPr lang="en-US" sz="2400" i="1">
                        <a:latin typeface="Cambria Math" panose="02040503050406030204" pitchFamily="18" charset="0"/>
                      </a:rPr>
                      <m:t>𝑥</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𝑡</m:t>
                        </m:r>
                      </m:sub>
                    </m:sSub>
                    <m:r>
                      <a:rPr lang="en-US" sz="2400" i="1">
                        <a:latin typeface="Cambria Math" panose="02040503050406030204" pitchFamily="18" charset="0"/>
                      </a:rPr>
                      <m:t>(</m:t>
                    </m:r>
                    <m:r>
                      <a:rPr lang="en-US" sz="2400" i="1">
                        <a:latin typeface="Cambria Math" panose="02040503050406030204" pitchFamily="18" charset="0"/>
                      </a:rPr>
                      <m:t>𝑥</m:t>
                    </m:r>
                    <m:r>
                      <a:rPr lang="en-US" sz="2400" i="1">
                        <a:latin typeface="Cambria Math" panose="02040503050406030204" pitchFamily="18" charset="0"/>
                      </a:rPr>
                      <m:t>)+</m:t>
                    </m:r>
                    <m:r>
                      <a:rPr lang="en-US" sz="2400" i="1">
                        <a:latin typeface="Cambria Math" panose="02040503050406030204" pitchFamily="18" charset="0"/>
                      </a:rPr>
                      <m:t>𝜂</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h</m:t>
                        </m:r>
                      </m:e>
                      <m:sub>
                        <m:r>
                          <a:rPr lang="en-US" sz="2400" i="1">
                            <a:latin typeface="Cambria Math" panose="02040503050406030204" pitchFamily="18" charset="0"/>
                          </a:rPr>
                          <m:t>𝑡</m:t>
                        </m:r>
                      </m:sub>
                    </m:sSub>
                    <m:r>
                      <a:rPr lang="en-US" sz="2400" i="1">
                        <a:latin typeface="Cambria Math" panose="02040503050406030204" pitchFamily="18" charset="0"/>
                      </a:rPr>
                      <m:t>(</m:t>
                    </m:r>
                    <m:r>
                      <a:rPr lang="en-US" sz="2400" i="1">
                        <a:latin typeface="Cambria Math" panose="02040503050406030204" pitchFamily="18" charset="0"/>
                      </a:rPr>
                      <m:t>𝑥</m:t>
                    </m:r>
                    <m:r>
                      <a:rPr lang="en-US" sz="2400" i="1">
                        <a:latin typeface="Cambria Math" panose="02040503050406030204" pitchFamily="18" charset="0"/>
                      </a:rPr>
                      <m:t>)</m:t>
                    </m:r>
                  </m:oMath>
                </a14:m>
                <a:br>
                  <a:rPr lang="en-US" sz="2400" i="1">
                    <a:latin typeface="Times New Roman" panose="02020603050405020304" pitchFamily="18" charset="0"/>
                    <a:cs typeface="Times New Roman" panose="02020603050405020304" pitchFamily="18" charset="0"/>
                  </a:rPr>
                </a:br>
                <a:r>
                  <a:rPr lang="en-US" sz="2400">
                    <a:latin typeface="Times New Roman" panose="02020603050405020304" pitchFamily="18" charset="0"/>
                    <a:cs typeface="Times New Roman" panose="02020603050405020304" pitchFamily="18" charset="0"/>
                  </a:rPr>
                  <a:t>Trong đó:</a:t>
                </a:r>
              </a:p>
              <a:p>
                <a:pPr marL="1257300" lvl="2" indent="-342900">
                  <a:buFont typeface="Courier New" panose="02070309020205020404" pitchFamily="49" charset="0"/>
                  <a:buChar char="o"/>
                </a:pP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h</m:t>
                        </m:r>
                      </m:e>
                      <m:sub>
                        <m:r>
                          <a:rPr lang="en-US" sz="2400" i="1">
                            <a:latin typeface="Cambria Math" panose="02040503050406030204" pitchFamily="18" charset="0"/>
                          </a:rPr>
                          <m:t>𝑡</m:t>
                        </m:r>
                      </m:sub>
                    </m:sSub>
                  </m:oMath>
                </a14:m>
                <a:r>
                  <a:rPr lang="en-US" sz="2400">
                    <a:latin typeface="Times New Roman" panose="02020603050405020304" pitchFamily="18" charset="0"/>
                    <a:cs typeface="Times New Roman" panose="02020603050405020304" pitchFamily="18" charset="0"/>
                  </a:rPr>
                  <a:t>: cây học phần residual</a:t>
                </a:r>
              </a:p>
              <a:p>
                <a:pPr marL="1257300" lvl="2" indent="-342900">
                  <a:buFont typeface="Courier New" panose="02070309020205020404" pitchFamily="49" charset="0"/>
                  <a:buChar char="o"/>
                </a:pPr>
                <a14:m>
                  <m:oMath xmlns:m="http://schemas.openxmlformats.org/officeDocument/2006/math">
                    <m:r>
                      <a:rPr lang="en-US" sz="2400" i="1">
                        <a:latin typeface="Cambria Math" panose="02040503050406030204" pitchFamily="18" charset="0"/>
                      </a:rPr>
                      <m:t>𝜂</m:t>
                    </m:r>
                  </m:oMath>
                </a14:m>
                <a:r>
                  <a:rPr lang="en-US" sz="2400">
                    <a:latin typeface="Times New Roman" panose="02020603050405020304" pitchFamily="18" charset="0"/>
                    <a:cs typeface="Times New Roman" panose="02020603050405020304" pitchFamily="18" charset="0"/>
                  </a:rPr>
                  <a:t>: learning rate</a:t>
                </a:r>
              </a:p>
              <a:p>
                <a:pPr marL="1257300" lvl="2" indent="-342900">
                  <a:buFont typeface="Courier New" panose="02070309020205020404" pitchFamily="49" charset="0"/>
                  <a:buChar char="o"/>
                </a:pP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𝑡</m:t>
                        </m:r>
                      </m:sub>
                    </m:sSub>
                  </m:oMath>
                </a14:m>
                <a:r>
                  <a:rPr lang="en-US" sz="2400">
                    <a:latin typeface="Times New Roman" panose="02020603050405020304" pitchFamily="18" charset="0"/>
                    <a:cs typeface="Times New Roman" panose="02020603050405020304" pitchFamily="18" charset="0"/>
                  </a:rPr>
                  <a:t>: mô hình sau bước t</a:t>
                </a:r>
              </a:p>
              <a:p>
                <a:pPr lvl="1"/>
                <a:r>
                  <a:rPr lang="en-US" sz="2400">
                    <a:latin typeface="Times New Roman" panose="02020603050405020304" pitchFamily="18" charset="0"/>
                    <a:cs typeface="Times New Roman" panose="02020603050405020304" pitchFamily="18" charset="0"/>
                  </a:rPr>
                  <a:t>→ Tạo ra mô hình cực mạnh cho phi tuyến phức tạp.</a:t>
                </a:r>
              </a:p>
              <a:p>
                <a:pPr lvl="1"/>
                <a:r>
                  <a:rPr lang="en-US" sz="2800" b="1">
                    <a:latin typeface="Times New Roman" panose="02020603050405020304" pitchFamily="18" charset="0"/>
                    <a:cs typeface="Times New Roman" panose="02020603050405020304" pitchFamily="18" charset="0"/>
                  </a:rPr>
                  <a:t>Gradient Boosting (XGBoost, LightGBM, CatBoost) </a:t>
                </a:r>
                <a:endParaRPr lang="en-US" sz="2800">
                  <a:latin typeface="Times New Roman" panose="02020603050405020304" pitchFamily="18" charset="0"/>
                  <a:cs typeface="Times New Roman" panose="02020603050405020304" pitchFamily="18" charset="0"/>
                </a:endParaRPr>
              </a:p>
              <a:p>
                <a:pPr lvl="1"/>
                <a:endParaRPr lang="en-US" sz="24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B28AD37D-AECA-D750-64E4-A00C9BB9234A}"/>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0379120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511E1-F2ED-1FD3-7506-22BE858FA94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9E2150F0-AB1F-F1E3-841A-AC98FCE4CD6C}"/>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Phân loại chuỗi thời gian</a:t>
            </a:r>
          </a:p>
        </p:txBody>
      </p:sp>
      <p:sp>
        <p:nvSpPr>
          <p:cNvPr id="31747" name="Rectangle 3">
            <a:extLst>
              <a:ext uri="{FF2B5EF4-FFF2-40B4-BE49-F238E27FC236}">
                <a16:creationId xmlns:a16="http://schemas.microsoft.com/office/drawing/2014/main" id="{AEAD95FB-C8CA-8EE7-F695-9BDC8F2216FB}"/>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Cây tăng cường gradient </a:t>
            </a:r>
          </a:p>
          <a:p>
            <a:pPr marL="914400" lvl="1" indent="-4572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XGBoost</a:t>
            </a:r>
            <a:r>
              <a:rPr lang="en-US" sz="2800">
                <a:latin typeface="Times New Roman" panose="02020603050405020304" pitchFamily="18" charset="0"/>
                <a:cs typeface="Times New Roman" panose="02020603050405020304" pitchFamily="18" charset="0"/>
              </a:rPr>
              <a:t> hoạt động bằng cách xây dựng các cây theo trình tự, với mỗi cây tìm cách dự đoán phần dư của tổ hợp các cây trước đó. </a:t>
            </a:r>
          </a:p>
          <a:p>
            <a:pPr marL="13716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Cây đầu tiên được XGBoost xây dựng sẽ cố gắng khớp trực tiếp dữ liệu (một danh mục hoặc một giá trị số). </a:t>
            </a:r>
          </a:p>
          <a:p>
            <a:pPr marL="13716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Cây thứ hai sẽ cố gắng dự đoán giá trị thực trừ đi giá trị dự đoán.</a:t>
            </a:r>
          </a:p>
          <a:p>
            <a:pPr marL="13716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Cây thứ ba sẽ cố gắng dự đoán giá trị thực trừ đi giá trị dự đoán của cây đầu tiên trừ đi dự đoán của cây thứ hai về phần dư của cây đầu tiên. </a:t>
            </a:r>
          </a:p>
        </p:txBody>
      </p:sp>
    </p:spTree>
    <p:extLst>
      <p:ext uri="{BB962C8B-B14F-4D97-AF65-F5344CB8AC3E}">
        <p14:creationId xmlns:p14="http://schemas.microsoft.com/office/powerpoint/2010/main" val="9613107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9C764-1E0F-763C-4504-B84732C5A87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57D0805E-3F13-D20F-3817-17B35DCBD546}"/>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Phân loại chuỗi thời gian</a:t>
            </a:r>
          </a:p>
        </p:txBody>
      </p:sp>
      <p:sp>
        <p:nvSpPr>
          <p:cNvPr id="31747" name="Rectangle 3">
            <a:extLst>
              <a:ext uri="{FF2B5EF4-FFF2-40B4-BE49-F238E27FC236}">
                <a16:creationId xmlns:a16="http://schemas.microsoft.com/office/drawing/2014/main" id="{1E5EEE77-63B5-5C9E-54B3-22DA526EDAFA}"/>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Cây tăng cường gradient </a:t>
            </a:r>
          </a:p>
          <a:p>
            <a:pPr marL="914400" lvl="1" indent="-4572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XGBoost</a:t>
            </a:r>
            <a:r>
              <a:rPr lang="en-US" sz="2800">
                <a:latin typeface="Times New Roman" panose="02020603050405020304" pitchFamily="18" charset="0"/>
                <a:cs typeface="Times New Roman" panose="02020603050405020304" pitchFamily="18" charset="0"/>
              </a:rPr>
              <a:t> không chỉ đơn giản xây dựng các mô hình vô hạn, cố gắng giảm thiểu phần dư của phần dư dự đoán của phần dư dự đoán vô hạn. </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Thuật toán XGBoost giảm thiểu một hàm mất mát cũng bao gồm một số hạng phạt cho độ phức tạp của mô hình, và số hạng phạt này giới hạn số lượng cây sẽ được tạo ra. </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Cũng có thể trực tiếp giới hạn số lượng cây được tạo ra. </a:t>
            </a:r>
          </a:p>
        </p:txBody>
      </p:sp>
    </p:spTree>
    <p:extLst>
      <p:ext uri="{BB962C8B-B14F-4D97-AF65-F5344CB8AC3E}">
        <p14:creationId xmlns:p14="http://schemas.microsoft.com/office/powerpoint/2010/main" val="6449891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676C6-317F-7250-5894-3BECDD9B523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87CB940-3406-27CE-037B-845F753FB33C}"/>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Phân loại chuỗi thời gian</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69001EF1-5320-E6D0-188D-7767FA320115}"/>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Mục tiêu phân loại trong phân tích chuỗi thời gian (Time Series Classification): </a:t>
                </a:r>
                <a:r>
                  <a:rPr lang="en-US" sz="2400">
                    <a:latin typeface="Times New Roman" panose="02020603050405020304" pitchFamily="18" charset="0"/>
                    <a:cs typeface="Times New Roman" panose="02020603050405020304" pitchFamily="18" charset="0"/>
                  </a:rPr>
                  <a:t>Gán nhãn phân loại cho mỗi điểm hoặc cho toàn chuỗi. Không dự đoán giá trị, mà dự đoán loại của sự kiện/chuỗi.</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Đầu ra (output): </a:t>
                </a:r>
                <a:r>
                  <a:rPr lang="en-US" sz="2400">
                    <a:latin typeface="Times New Roman" panose="02020603050405020304" pitchFamily="18" charset="0"/>
                    <a:cs typeface="Times New Roman" panose="02020603050405020304" pitchFamily="18" charset="0"/>
                  </a:rPr>
                  <a:t>Một </a:t>
                </a:r>
                <a:r>
                  <a:rPr lang="en-US" sz="2400" b="1">
                    <a:latin typeface="Times New Roman" panose="02020603050405020304" pitchFamily="18" charset="0"/>
                    <a:cs typeface="Times New Roman" panose="02020603050405020304" pitchFamily="18" charset="0"/>
                  </a:rPr>
                  <a:t>nhãn rời rạc </a:t>
                </a:r>
                <a14:m>
                  <m:oMath xmlns:m="http://schemas.openxmlformats.org/officeDocument/2006/math">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𝑡</m:t>
                        </m:r>
                      </m:sub>
                    </m:sSub>
                    <m:r>
                      <a:rPr lang="en-US" sz="2400" i="1">
                        <a:latin typeface="Cambria Math" panose="02040503050406030204" pitchFamily="18" charset="0"/>
                      </a:rPr>
                      <m:t>∈{0,1}</m:t>
                    </m:r>
                    <m:r>
                      <m:rPr>
                        <m:nor/>
                      </m:rPr>
                      <a:rPr lang="en-US" sz="2400">
                        <a:latin typeface="Times New Roman" panose="02020603050405020304" pitchFamily="18" charset="0"/>
                        <a:cs typeface="Times New Roman" panose="02020603050405020304" pitchFamily="18" charset="0"/>
                      </a:rPr>
                      <m:t>ho</m:t>
                    </m:r>
                    <m:r>
                      <m:rPr>
                        <m:nor/>
                      </m:rPr>
                      <a:rPr lang="en-US" sz="2400">
                        <a:latin typeface="Times New Roman" panose="02020603050405020304" pitchFamily="18" charset="0"/>
                        <a:cs typeface="Times New Roman" panose="02020603050405020304" pitchFamily="18" charset="0"/>
                      </a:rPr>
                      <m:t>ặ</m:t>
                    </m:r>
                    <m:r>
                      <m:rPr>
                        <m:nor/>
                      </m:rPr>
                      <a:rPr lang="en-US" sz="2400">
                        <a:latin typeface="Times New Roman" panose="02020603050405020304" pitchFamily="18" charset="0"/>
                        <a:cs typeface="Times New Roman" panose="02020603050405020304" pitchFamily="18" charset="0"/>
                      </a:rPr>
                      <m:t>c</m:t>
                    </m:r>
                    <m:r>
                      <a:rPr lang="en-US" sz="2400" i="1">
                        <a:latin typeface="Cambria Math" panose="02040503050406030204" pitchFamily="18" charset="0"/>
                      </a:rPr>
                      <m:t>{</m:t>
                    </m:r>
                    <m:r>
                      <a:rPr lang="en-US" sz="2400" i="1">
                        <a:latin typeface="Cambria Math" panose="02040503050406030204" pitchFamily="18" charset="0"/>
                      </a:rPr>
                      <m:t>𝐴</m:t>
                    </m:r>
                    <m:r>
                      <a:rPr lang="en-US" sz="2400" i="1">
                        <a:latin typeface="Cambria Math" panose="02040503050406030204" pitchFamily="18" charset="0"/>
                      </a:rPr>
                      <m:t>,</m:t>
                    </m:r>
                    <m:r>
                      <a:rPr lang="en-US" sz="2400" i="1">
                        <a:latin typeface="Cambria Math" panose="02040503050406030204" pitchFamily="18" charset="0"/>
                      </a:rPr>
                      <m:t>𝐵</m:t>
                    </m:r>
                    <m:r>
                      <a:rPr lang="en-US" sz="2400" i="1">
                        <a:latin typeface="Cambria Math" panose="02040503050406030204" pitchFamily="18" charset="0"/>
                      </a:rPr>
                      <m:t>,</m:t>
                    </m:r>
                    <m:r>
                      <a:rPr lang="en-US" sz="2400" i="1">
                        <a:latin typeface="Cambria Math" panose="02040503050406030204" pitchFamily="18" charset="0"/>
                      </a:rPr>
                      <m:t>𝐶</m:t>
                    </m:r>
                    <m:r>
                      <a:rPr lang="en-US" sz="2400" i="1">
                        <a:latin typeface="Cambria Math" panose="02040503050406030204" pitchFamily="18" charset="0"/>
                      </a:rPr>
                      <m:t>}</m:t>
                    </m:r>
                  </m:oMath>
                </a14:m>
                <a:endParaRPr 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Phân loại điểm (point-wise classification):</a:t>
                </a:r>
                <a:endParaRPr lang="en-US"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Phát hiện </a:t>
                </a:r>
                <a:r>
                  <a:rPr lang="en-US" sz="2400" b="1">
                    <a:latin typeface="Times New Roman" panose="02020603050405020304" pitchFamily="18" charset="0"/>
                    <a:cs typeface="Times New Roman" panose="02020603050405020304" pitchFamily="18" charset="0"/>
                  </a:rPr>
                  <a:t>anomaly</a:t>
                </a:r>
                <a:r>
                  <a:rPr lang="en-US" sz="2400">
                    <a:latin typeface="Times New Roman" panose="02020603050405020304" pitchFamily="18" charset="0"/>
                    <a:cs typeface="Times New Roman" panose="02020603050405020304" pitchFamily="18" charset="0"/>
                  </a:rPr>
                  <a:t> (bình thường / bất thường).</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Nhận diện sự kiện: “lên trend”, “xuống trend”, “đột biến”.</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Phân loại chuỗi (whole series classification):</a:t>
                </a:r>
                <a:endParaRPr lang="en-US"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Nhận dạng tín hiệu ECG (nhịp tim bình thường / nhịp thất).</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Phân loại mẫu âm thanh (bước chân, tiếng gõ, tiếng động cơ).</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Phân loại chuyển động tay trong cảm biến wearable.</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Nhận dạng hành vi robot (đi thẳng / quay trái / quay phải).</a:t>
                </a:r>
              </a:p>
              <a:p>
                <a:pPr lvl="1"/>
                <a:endParaRPr lang="en-US" sz="24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69001EF1-5320-E6D0-188D-7767FA320115}"/>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868" t="-98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5684180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A40BC-14E6-56F6-7928-A155E43D4C4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18C7D5B-E037-DE89-C185-2BF77850DC96}"/>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Phân cụm</a:t>
            </a:r>
          </a:p>
        </p:txBody>
      </p:sp>
      <p:sp>
        <p:nvSpPr>
          <p:cNvPr id="31747" name="Rectangle 3">
            <a:extLst>
              <a:ext uri="{FF2B5EF4-FFF2-40B4-BE49-F238E27FC236}">
                <a16:creationId xmlns:a16="http://schemas.microsoft.com/office/drawing/2014/main" id="{36129572-F10C-82E5-1939-9ED6DA8EF00B}"/>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Phân cụm cho chuỗi thời gian</a:t>
            </a:r>
            <a:r>
              <a:rPr lang="en-US" sz="2800">
                <a:latin typeface="Times New Roman" panose="02020603050405020304" pitchFamily="18" charset="0"/>
                <a:cs typeface="Times New Roman" panose="02020603050405020304" pitchFamily="18" charset="0"/>
              </a:rPr>
              <a:t> có thể được sử dụng cho cả phân loại và dự báo. </a:t>
            </a:r>
          </a:p>
          <a:p>
            <a:pPr marL="85725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Ý tưởng chung của phân cụm là các điểm dữ liệu tương tự nhau tạo thành các nhóm có ý nghĩa cho mục đích phân tích. </a:t>
            </a:r>
          </a:p>
          <a:p>
            <a:pPr marL="85725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Trong trường hợp phân loại, chúng ta có thể sử dụng các thuật toán phân cụm để xác định số lượng cụm mong muốn trong giai đoạn huấn luyện. Sau đó, chúng ta có thể sử dụng các cụm này để thiết lập các loại chuỗi thời gian và nhận biết khi nào các mẫu mới thuộc về một nhóm cụ thể. </a:t>
            </a:r>
          </a:p>
          <a:p>
            <a:pPr marL="85725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Trong trường hợp dự báo, ứng dụng có thể là phân cụm thuần túy hoặc có thể được lấy cảm hứng từ phân cụm dưới dạng sử dụng các số liệu khoảng cách liên quan. </a:t>
            </a:r>
          </a:p>
        </p:txBody>
      </p:sp>
    </p:spTree>
    <p:extLst>
      <p:ext uri="{BB962C8B-B14F-4D97-AF65-F5344CB8AC3E}">
        <p14:creationId xmlns:p14="http://schemas.microsoft.com/office/powerpoint/2010/main" val="11614523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90A31-F40E-7258-DE14-026BDE3FD756}"/>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FF9BA873-6713-11D2-086F-65F7171F0D68}"/>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Phân cụm</a:t>
            </a:r>
          </a:p>
        </p:txBody>
      </p:sp>
      <p:sp>
        <p:nvSpPr>
          <p:cNvPr id="31747" name="Rectangle 3">
            <a:extLst>
              <a:ext uri="{FF2B5EF4-FFF2-40B4-BE49-F238E27FC236}">
                <a16:creationId xmlns:a16="http://schemas.microsoft.com/office/drawing/2014/main" id="{DFF028DA-727D-27F7-7BA9-FFDC211AD58D}"/>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Phân cụm cho chuỗi thời gian</a:t>
            </a:r>
            <a:r>
              <a:rPr lang="en-US" sz="2800">
                <a:latin typeface="Times New Roman" panose="02020603050405020304" pitchFamily="18" charset="0"/>
                <a:cs typeface="Times New Roman" panose="02020603050405020304" pitchFamily="18" charset="0"/>
              </a:rPr>
              <a:t> có thể được sử dụng cho cả phân loại và dự báo. </a:t>
            </a:r>
          </a:p>
          <a:p>
            <a:pPr marL="85725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Giả sử ta chỉ quan sát N bước đầu tiên của nó, từ đó chúng ta muốn dự báo giá trị của nó tại bước thời gian N + h. Trong trường hợp như vậy, có một vài tùy chọn.</a:t>
            </a:r>
          </a:p>
          <a:p>
            <a:pPr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Sử dụng lớp thành viên để tạo dự báo dựa trên hành vi điển hình trong lớp đó. </a:t>
            </a:r>
          </a:p>
          <a:p>
            <a:pPr lvl="3" indent="-342900">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Trước tiên hãy xác định cụm mà mẫu chuỗi thời gian thuộc về dựa trên N bước thời gian đầu tiên của nó, sau đó suy ra hành vi có thể xảy ra trong tương lai dựa trên thành viên cụm. </a:t>
            </a:r>
          </a:p>
          <a:p>
            <a:pPr lvl="3" indent="-342900">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Lưu ý rằng bạn nên thực hiện phân cụm ban đầu cho tất cả các chuỗi thời gian dựa trên N bước đầu tiên của chúng, thay vì tất cả các phần của chuỗi thời gian để tránh việc nhìn trước.</a:t>
            </a:r>
          </a:p>
          <a:p>
            <a:pPr lvl="2" indent="-3429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43277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1CB4B-6C23-8D41-2FBC-DF55D4E3020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F417D52A-86E4-D95A-EE66-C6280B31693D}"/>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Phân cụm</a:t>
            </a:r>
          </a:p>
        </p:txBody>
      </p:sp>
      <p:sp>
        <p:nvSpPr>
          <p:cNvPr id="31747" name="Rectangle 3">
            <a:extLst>
              <a:ext uri="{FF2B5EF4-FFF2-40B4-BE49-F238E27FC236}">
                <a16:creationId xmlns:a16="http://schemas.microsoft.com/office/drawing/2014/main" id="{AF4D6031-E068-9E26-9646-716495F9853C}"/>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Phân cụm cho chuỗi thời gian</a:t>
            </a:r>
            <a:r>
              <a:rPr lang="en-US" sz="2800">
                <a:latin typeface="Times New Roman" panose="02020603050405020304" pitchFamily="18" charset="0"/>
                <a:cs typeface="Times New Roman" panose="02020603050405020304" pitchFamily="18" charset="0"/>
              </a:rPr>
              <a:t> có thể được sử dụng cho cả phân loại và dự báo. </a:t>
            </a:r>
          </a:p>
          <a:p>
            <a:pPr marL="85725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Giả sử ta chỉ quan sát N bước đầu tiên của nó, từ đó chúng ta muốn dự báo giá trị của nó tại bước thời gian N + h. Trong trường hợp như vậy, có một vài tùy chọn.</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Dự đoán hành vi tương lai của một chuỗi thời gian mẫu dựa trên hành vi của các lân cận gần nhất của nó trong không gian mẫu. </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Dựa trên các số liệu từ N bước thời gian đầu tiên, hãy tìm (các) lân cận gần nhất của một mẫu chuỗi thời gian mà quỹ đạo đầy đủ đã biết. </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Sau đó, tính trung bình hành vi N + h của các lân cận gần nhất này, và đây là dự báo của bạn cho mẫu hiện tại. </a:t>
            </a:r>
          </a:p>
          <a:p>
            <a:pPr lvl="2" indent="-3429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60327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8EA0B-39EA-F5F3-B35E-75C6A12911F6}"/>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856F6D8-C31F-5097-D3EB-75D5B922747B}"/>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Phân cụm</a:t>
            </a:r>
          </a:p>
        </p:txBody>
      </p:sp>
      <p:sp>
        <p:nvSpPr>
          <p:cNvPr id="31747" name="Rectangle 3">
            <a:extLst>
              <a:ext uri="{FF2B5EF4-FFF2-40B4-BE49-F238E27FC236}">
                <a16:creationId xmlns:a16="http://schemas.microsoft.com/office/drawing/2014/main" id="{0FB59C74-E1CA-93ED-4380-0407CF84EDC6}"/>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Khi chạy phân tích cụm, chúng ta phải chọn một </a:t>
            </a:r>
            <a:r>
              <a:rPr lang="en-US" sz="2800" b="1">
                <a:latin typeface="Times New Roman" panose="02020603050405020304" pitchFamily="18" charset="0"/>
                <a:cs typeface="Times New Roman" panose="02020603050405020304" pitchFamily="18" charset="0"/>
              </a:rPr>
              <a:t>chỉ số khoảng cách</a:t>
            </a:r>
            <a:r>
              <a:rPr lang="en-US" sz="2800">
                <a:latin typeface="Times New Roman" panose="02020603050405020304" pitchFamily="18" charset="0"/>
                <a:cs typeface="Times New Roman" panose="02020603050405020304" pitchFamily="18" charset="0"/>
              </a:rPr>
              <a:t>.</a:t>
            </a:r>
          </a:p>
          <a:p>
            <a:pPr lvl="1">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Trong cả phân loại và dự báo, điều quan trọng nhất cần cân nhắc là cách đánh giá tính tương đồng giữa các chuỗi thời gian. </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Chúng ta có hai loại tùy chọn đo lường khoảng cách rộng khi áp dụng các kỹ thuật phân cụm vào dữ liệu chuỗi thời gian:</a:t>
            </a:r>
          </a:p>
          <a:p>
            <a:pPr marL="1257300" lvl="2"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Khoảng cách dựa trên các đặc điểm: Tạo các đặc điểm cho chuỗi thời gian và coi chúng là tọa độ để tính toán dữ liệu. </a:t>
            </a:r>
          </a:p>
          <a:p>
            <a:pPr marL="1257300" lvl="2"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Khoảng cách dựa trên dữ liệu chuỗi thời gian thô: Tìm cách xác định mức độ "gần nhau" của các chuỗi thời gian khác nhau.</a:t>
            </a:r>
          </a:p>
          <a:p>
            <a:pPr marL="457200" indent="-457200">
              <a:buFont typeface="Wingdings" panose="05000000000000000000" pitchFamily="2" charset="2"/>
              <a:buChar char="Ø"/>
            </a:pP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95720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5F3AB-1468-8074-89AB-9FCC22E2B82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7DBB59C8-1920-24A8-9290-178EDBBB4CB9}"/>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Phân cụm</a:t>
            </a:r>
          </a:p>
        </p:txBody>
      </p:sp>
      <p:sp>
        <p:nvSpPr>
          <p:cNvPr id="31747" name="Rectangle 3">
            <a:extLst>
              <a:ext uri="{FF2B5EF4-FFF2-40B4-BE49-F238E27FC236}">
                <a16:creationId xmlns:a16="http://schemas.microsoft.com/office/drawing/2014/main" id="{99CD23C7-E7C7-6E72-0D91-23DB874D4953}"/>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Khi chạy phân tích cụm, chúng ta phải chọn một </a:t>
            </a:r>
            <a:r>
              <a:rPr lang="en-US" sz="2800" b="1">
                <a:latin typeface="Times New Roman" panose="02020603050405020304" pitchFamily="18" charset="0"/>
                <a:cs typeface="Times New Roman" panose="02020603050405020304" pitchFamily="18" charset="0"/>
              </a:rPr>
              <a:t>chỉ số khoảng cách</a:t>
            </a:r>
            <a:r>
              <a:rPr lang="en-US" sz="2800">
                <a:latin typeface="Times New Roman" panose="02020603050405020304" pitchFamily="18" charset="0"/>
                <a:cs typeface="Times New Roman" panose="02020603050405020304" pitchFamily="18" charset="0"/>
              </a:rPr>
              <a:t>.</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Độ xoắn thời gian động (Dynamic time warping - </a:t>
            </a:r>
            <a:r>
              <a:rPr lang="en-US" sz="2400" b="1">
                <a:latin typeface="Times New Roman" panose="02020603050405020304" pitchFamily="18" charset="0"/>
                <a:cs typeface="Times New Roman" panose="02020603050405020304" pitchFamily="18" charset="0"/>
              </a:rPr>
              <a:t>DTW</a:t>
            </a:r>
            <a:r>
              <a:rPr lang="en-US" sz="2400">
                <a:latin typeface="Times New Roman" panose="02020603050405020304" pitchFamily="18" charset="0"/>
                <a:cs typeface="Times New Roman" panose="02020603050405020304" pitchFamily="18" charset="0"/>
              </a:rPr>
              <a:t>) là một trong những kỹ thuật </a:t>
            </a:r>
            <a:r>
              <a:rPr lang="en-US" sz="2400" b="1">
                <a:latin typeface="Times New Roman" panose="02020603050405020304" pitchFamily="18" charset="0"/>
                <a:cs typeface="Times New Roman" panose="02020603050405020304" pitchFamily="18" charset="0"/>
              </a:rPr>
              <a:t>so sánh chuỗi thời gian mạnh nhất</a:t>
            </a:r>
            <a:r>
              <a:rPr lang="en-US" sz="2400">
                <a:latin typeface="Times New Roman" panose="02020603050405020304" pitchFamily="18" charset="0"/>
                <a:cs typeface="Times New Roman" panose="02020603050405020304" pitchFamily="18" charset="0"/>
              </a:rPr>
              <a:t>, đặc biệt khi hai chuỗi </a:t>
            </a:r>
            <a:r>
              <a:rPr lang="en-US" sz="2400" b="1">
                <a:latin typeface="Times New Roman" panose="02020603050405020304" pitchFamily="18" charset="0"/>
                <a:cs typeface="Times New Roman" panose="02020603050405020304" pitchFamily="18" charset="0"/>
              </a:rPr>
              <a:t>không đồng tốc</a:t>
            </a:r>
            <a:r>
              <a:rPr lang="en-US" sz="2400">
                <a:latin typeface="Times New Roman" panose="02020603050405020304" pitchFamily="18" charset="0"/>
                <a:cs typeface="Times New Roman" panose="02020603050405020304" pitchFamily="18" charset="0"/>
              </a:rPr>
              <a:t>, </a:t>
            </a:r>
            <a:r>
              <a:rPr lang="en-US" sz="2400" b="1">
                <a:latin typeface="Times New Roman" panose="02020603050405020304" pitchFamily="18" charset="0"/>
                <a:cs typeface="Times New Roman" panose="02020603050405020304" pitchFamily="18" charset="0"/>
              </a:rPr>
              <a:t>không thẳng hàng</a:t>
            </a:r>
            <a:r>
              <a:rPr lang="en-US" sz="2400">
                <a:latin typeface="Times New Roman" panose="02020603050405020304" pitchFamily="18" charset="0"/>
                <a:cs typeface="Times New Roman" panose="02020603050405020304" pitchFamily="18" charset="0"/>
              </a:rPr>
              <a:t>, hoặc </a:t>
            </a:r>
            <a:r>
              <a:rPr lang="en-US" sz="2400" b="1">
                <a:latin typeface="Times New Roman" panose="02020603050405020304" pitchFamily="18" charset="0"/>
                <a:cs typeface="Times New Roman" panose="02020603050405020304" pitchFamily="18" charset="0"/>
              </a:rPr>
              <a:t>có tốc độ thay đổi khác nhau</a:t>
            </a:r>
            <a:r>
              <a:rPr lang="en-US" sz="2400">
                <a:latin typeface="Times New Roman" panose="02020603050405020304" pitchFamily="18" charset="0"/>
                <a:cs typeface="Times New Roman" panose="02020603050405020304" pitchFamily="18" charset="0"/>
              </a:rPr>
              <a:t>. Các quy tắc của DTW như sau:</a:t>
            </a:r>
          </a:p>
          <a:p>
            <a:pPr lvl="2">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Mỗi điểm trong một chuỗi thời gian phải được khớp với ít nhất một điểm của chuỗi thời gian khác.</a:t>
            </a:r>
          </a:p>
          <a:p>
            <a:pPr lvl="2">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Chỉ số đầu tiên và cuối cùng của mỗi chuỗi thời gian phải được khớp với các phần tương ứng của chúng trong chuỗi thời gian khác.</a:t>
            </a:r>
          </a:p>
          <a:p>
            <a:pPr lvl="2">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Việc ánh xạ các điểm phải sao cho thời gian di chuyển về phía trước chứ không phải ngược lại. </a:t>
            </a:r>
          </a:p>
        </p:txBody>
      </p:sp>
    </p:spTree>
    <p:extLst>
      <p:ext uri="{BB962C8B-B14F-4D97-AF65-F5344CB8AC3E}">
        <p14:creationId xmlns:p14="http://schemas.microsoft.com/office/powerpoint/2010/main" val="33238870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3A4A7-6048-EDC1-14A3-67334556D903}"/>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7873EFB-FB45-7EFC-9CCD-7122FF12F8EE}"/>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Phân cụm</a:t>
            </a:r>
          </a:p>
        </p:txBody>
      </p:sp>
      <p:sp>
        <p:nvSpPr>
          <p:cNvPr id="31747" name="Rectangle 3">
            <a:extLst>
              <a:ext uri="{FF2B5EF4-FFF2-40B4-BE49-F238E27FC236}">
                <a16:creationId xmlns:a16="http://schemas.microsoft.com/office/drawing/2014/main" id="{99C04C6F-FFBD-3A9C-5995-0933A3004E99}"/>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Khi chạy phân tích cụm, chúng ta phải chọn một </a:t>
            </a:r>
            <a:r>
              <a:rPr lang="en-US" sz="2800" b="1">
                <a:latin typeface="Times New Roman" panose="02020603050405020304" pitchFamily="18" charset="0"/>
                <a:cs typeface="Times New Roman" panose="02020603050405020304" pitchFamily="18" charset="0"/>
              </a:rPr>
              <a:t>chỉ số khoảng cách</a:t>
            </a:r>
            <a:r>
              <a:rPr lang="en-US" sz="2800">
                <a:latin typeface="Times New Roman" panose="02020603050405020304" pitchFamily="18" charset="0"/>
                <a:cs typeface="Times New Roman" panose="02020603050405020304" pitchFamily="18" charset="0"/>
              </a:rPr>
              <a:t>.</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Độ xoắn thời gian động (Dynamic time warping - </a:t>
            </a:r>
            <a:r>
              <a:rPr lang="en-US" sz="2400" b="1">
                <a:latin typeface="Times New Roman" panose="02020603050405020304" pitchFamily="18" charset="0"/>
                <a:cs typeface="Times New Roman" panose="02020603050405020304" pitchFamily="18" charset="0"/>
              </a:rPr>
              <a:t>DTW</a:t>
            </a:r>
            <a:r>
              <a:rPr lang="en-US" sz="2400">
                <a:latin typeface="Times New Roman" panose="02020603050405020304" pitchFamily="18" charset="0"/>
                <a:cs typeface="Times New Roman" panose="02020603050405020304" pitchFamily="18" charset="0"/>
              </a:rPr>
              <a:t>)</a:t>
            </a:r>
          </a:p>
          <a:p>
            <a:pPr lvl="1"/>
            <a:r>
              <a:rPr lang="en-US" sz="2400" b="1">
                <a:latin typeface="Times New Roman" panose="02020603050405020304" pitchFamily="18" charset="0"/>
                <a:cs typeface="Times New Roman" panose="02020603050405020304" pitchFamily="18" charset="0"/>
              </a:rPr>
              <a:t>Ví dụ 2 chuỗi:</a:t>
            </a:r>
            <a:endParaRPr lang="en-US" sz="2400">
              <a:latin typeface="Times New Roman" panose="02020603050405020304" pitchFamily="18" charset="0"/>
              <a:cs typeface="Times New Roman" panose="02020603050405020304" pitchFamily="18" charset="0"/>
            </a:endParaRPr>
          </a:p>
          <a:p>
            <a:pPr lvl="1"/>
            <a:r>
              <a:rPr lang="en-US" sz="2400">
                <a:latin typeface="Times New Roman" panose="02020603050405020304" pitchFamily="18" charset="0"/>
                <a:cs typeface="Times New Roman" panose="02020603050405020304" pitchFamily="18" charset="0"/>
              </a:rPr>
              <a:t>Chuỗi A (đi nhanh): 1   2   3   4   5</a:t>
            </a:r>
          </a:p>
          <a:p>
            <a:pPr lvl="1"/>
            <a:r>
              <a:rPr lang="en-US" sz="2400">
                <a:latin typeface="Times New Roman" panose="02020603050405020304" pitchFamily="18" charset="0"/>
                <a:cs typeface="Times New Roman" panose="02020603050405020304" pitchFamily="18" charset="0"/>
              </a:rPr>
              <a:t>Chuỗi B (đi chậm): 1   1.5 2   3   4   5</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Nếu so bằng Euclid: Các điểm không khớp thời gian → khoảng cách lớn, sai.</a:t>
            </a:r>
          </a:p>
          <a:p>
            <a:pPr marL="1257300" lvl="2" indent="-3429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DTW cho phép bẻ cong trục thời gian để “căn thẳng” hai chuỗi lại.</a:t>
            </a:r>
          </a:p>
          <a:p>
            <a:pPr marL="1714500" lvl="3" indent="-342900">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Cho phép khớp A[2] với B[2] </a:t>
            </a:r>
            <a:r>
              <a:rPr lang="en-US" sz="2000" b="1">
                <a:latin typeface="Times New Roman" panose="02020603050405020304" pitchFamily="18" charset="0"/>
                <a:cs typeface="Times New Roman" panose="02020603050405020304" pitchFamily="18" charset="0"/>
              </a:rPr>
              <a:t>hoặc</a:t>
            </a:r>
            <a:r>
              <a:rPr lang="en-US" sz="2000">
                <a:latin typeface="Times New Roman" panose="02020603050405020304" pitchFamily="18" charset="0"/>
                <a:cs typeface="Times New Roman" panose="02020603050405020304" pitchFamily="18" charset="0"/>
              </a:rPr>
              <a:t> B[1]</a:t>
            </a:r>
          </a:p>
          <a:p>
            <a:pPr marL="1714500" lvl="3" indent="-342900">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Khớp A[3] với B[3] </a:t>
            </a:r>
            <a:r>
              <a:rPr lang="en-US" sz="2000" b="1">
                <a:latin typeface="Times New Roman" panose="02020603050405020304" pitchFamily="18" charset="0"/>
                <a:cs typeface="Times New Roman" panose="02020603050405020304" pitchFamily="18" charset="0"/>
              </a:rPr>
              <a:t>hoặc</a:t>
            </a:r>
            <a:r>
              <a:rPr lang="en-US" sz="2000">
                <a:latin typeface="Times New Roman" panose="02020603050405020304" pitchFamily="18" charset="0"/>
                <a:cs typeface="Times New Roman" panose="02020603050405020304" pitchFamily="18" charset="0"/>
              </a:rPr>
              <a:t> B[2]</a:t>
            </a:r>
          </a:p>
          <a:p>
            <a:pPr marL="1714500" lvl="3" indent="-342900">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Khớp A[4] với B[4] </a:t>
            </a:r>
            <a:r>
              <a:rPr lang="en-US" sz="2000" b="1">
                <a:latin typeface="Times New Roman" panose="02020603050405020304" pitchFamily="18" charset="0"/>
                <a:cs typeface="Times New Roman" panose="02020603050405020304" pitchFamily="18" charset="0"/>
              </a:rPr>
              <a:t>hoặc</a:t>
            </a:r>
            <a:r>
              <a:rPr lang="en-US" sz="2000">
                <a:latin typeface="Times New Roman" panose="02020603050405020304" pitchFamily="18" charset="0"/>
                <a:cs typeface="Times New Roman" panose="02020603050405020304" pitchFamily="18" charset="0"/>
              </a:rPr>
              <a:t> B[3]</a:t>
            </a:r>
          </a:p>
          <a:p>
            <a:pPr marL="1714500" lvl="3" indent="-342900">
              <a:buFont typeface="Wingdings" panose="05000000000000000000" pitchFamily="2" charset="2"/>
              <a:buChar char="§"/>
            </a:pPr>
            <a:r>
              <a:rPr lang="en-US" sz="2000"/>
              <a:t>...</a:t>
            </a:r>
          </a:p>
          <a:p>
            <a:pPr marL="857250" lvl="2" indent="0"/>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49362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56E1D-77DB-29C9-81BE-5E69D1EAD68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0D87683-F095-67F6-7455-AC37A60DBE5B}"/>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Phân cụm</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A0E68042-EF64-0FE3-6B69-7AF5690AD55E}"/>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Khi chạy phân tích cụm, chúng ta phải chọn một </a:t>
                </a:r>
                <a:r>
                  <a:rPr lang="en-US" sz="2800" b="1">
                    <a:latin typeface="Times New Roman" panose="02020603050405020304" pitchFamily="18" charset="0"/>
                    <a:cs typeface="Times New Roman" panose="02020603050405020304" pitchFamily="18" charset="0"/>
                  </a:rPr>
                  <a:t>chỉ số khoảng cách</a:t>
                </a:r>
                <a:r>
                  <a:rPr lang="en-US" sz="2800">
                    <a:latin typeface="Times New Roman" panose="02020603050405020304" pitchFamily="18" charset="0"/>
                    <a:cs typeface="Times New Roman" panose="02020603050405020304" pitchFamily="18" charset="0"/>
                  </a:rPr>
                  <a:t>.</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Công thức </a:t>
                </a:r>
                <a:r>
                  <a:rPr lang="en-US" sz="2400" b="1">
                    <a:latin typeface="Times New Roman" panose="02020603050405020304" pitchFamily="18" charset="0"/>
                    <a:cs typeface="Times New Roman" panose="02020603050405020304" pitchFamily="18" charset="0"/>
                  </a:rPr>
                  <a:t>DTW</a:t>
                </a:r>
                <a:r>
                  <a:rPr lang="en-US" sz="2400">
                    <a:latin typeface="Times New Roman" panose="02020603050405020304" pitchFamily="18" charset="0"/>
                    <a:cs typeface="Times New Roman" panose="02020603050405020304" pitchFamily="18" charset="0"/>
                  </a:rPr>
                  <a:t> theo quy hoạch động</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Cho hai chuỗi:</a:t>
                </a:r>
              </a:p>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𝐴</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2</m:t>
                          </m:r>
                        </m:sub>
                      </m:sSub>
                      <m:r>
                        <a:rPr lang="en-US" sz="2400" i="1">
                          <a:latin typeface="Cambria Math" panose="02040503050406030204" pitchFamily="18" charset="0"/>
                        </a:rPr>
                        <m:t>,</m:t>
                      </m:r>
                      <m:r>
                        <a:rPr lang="en-US" sz="2400">
                          <a:latin typeface="Cambria Math" panose="02040503050406030204" pitchFamily="18" charset="0"/>
                        </a:rPr>
                        <m:t>...</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𝑛</m:t>
                          </m:r>
                        </m:sub>
                      </m:sSub>
                      <m:r>
                        <a:rPr lang="en-US" sz="2400" i="1">
                          <a:latin typeface="Cambria Math" panose="02040503050406030204" pitchFamily="18" charset="0"/>
                        </a:rPr>
                        <m:t>)</m:t>
                      </m:r>
                    </m:oMath>
                    <m:oMath xmlns:m="http://schemas.openxmlformats.org/officeDocument/2006/math">
                      <m:r>
                        <a:rPr lang="en-US" sz="2400" i="1">
                          <a:latin typeface="Cambria Math" panose="02040503050406030204" pitchFamily="18" charset="0"/>
                        </a:rPr>
                        <m:t>𝐵</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𝑏</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𝑏</m:t>
                          </m:r>
                        </m:e>
                        <m:sub>
                          <m:r>
                            <a:rPr lang="en-US" sz="2400" i="1">
                              <a:latin typeface="Cambria Math" panose="02040503050406030204" pitchFamily="18" charset="0"/>
                            </a:rPr>
                            <m:t>2</m:t>
                          </m:r>
                        </m:sub>
                      </m:sSub>
                      <m:r>
                        <a:rPr lang="en-US" sz="2400" i="1">
                          <a:latin typeface="Cambria Math" panose="02040503050406030204" pitchFamily="18" charset="0"/>
                        </a:rPr>
                        <m:t>,</m:t>
                      </m:r>
                      <m:r>
                        <a:rPr lang="en-US" sz="2400">
                          <a:latin typeface="Cambria Math" panose="02040503050406030204" pitchFamily="18" charset="0"/>
                        </a:rPr>
                        <m:t>...</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𝑏</m:t>
                          </m:r>
                        </m:e>
                        <m:sub>
                          <m:r>
                            <a:rPr lang="en-US" sz="2400" i="1">
                              <a:latin typeface="Cambria Math" panose="02040503050406030204" pitchFamily="18" charset="0"/>
                            </a:rPr>
                            <m:t>𝑚</m:t>
                          </m:r>
                        </m:sub>
                      </m:sSub>
                      <m:r>
                        <a:rPr lang="en-US" sz="2400" i="1">
                          <a:latin typeface="Cambria Math" panose="02040503050406030204" pitchFamily="18" charset="0"/>
                        </a:rPr>
                        <m:t>)</m:t>
                      </m:r>
                    </m:oMath>
                  </m:oMathPara>
                </a14:m>
                <a:endParaRPr lang="en-US"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es-ES" sz="2400">
                    <a:latin typeface="Times New Roman" panose="02020603050405020304" pitchFamily="18" charset="0"/>
                    <a:cs typeface="Times New Roman" panose="02020603050405020304" pitchFamily="18" charset="0"/>
                  </a:rPr>
                  <a:t>Tạo ma trận chi phí </a:t>
                </a:r>
                <a14:m>
                  <m:oMath xmlns:m="http://schemas.openxmlformats.org/officeDocument/2006/math">
                    <m:r>
                      <a:rPr lang="en-US" sz="2400" i="1">
                        <a:latin typeface="Cambria Math" panose="02040503050406030204" pitchFamily="18" charset="0"/>
                      </a:rPr>
                      <m:t>𝑛</m:t>
                    </m:r>
                    <m:r>
                      <a:rPr lang="es-ES" sz="2400" i="1">
                        <a:latin typeface="Cambria Math" panose="02040503050406030204" pitchFamily="18" charset="0"/>
                      </a:rPr>
                      <m:t>×</m:t>
                    </m:r>
                    <m:r>
                      <a:rPr lang="en-US" sz="2400" i="1">
                        <a:latin typeface="Cambria Math" panose="02040503050406030204" pitchFamily="18" charset="0"/>
                      </a:rPr>
                      <m:t>𝑚</m:t>
                    </m:r>
                  </m:oMath>
                </a14:m>
                <a:r>
                  <a:rPr lang="es-ES" sz="240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mỗi vị trí (i,j) chứa khoảng cách của hai điểm tại thời điểm đó và đường đi tối ưu đến đó.</a:t>
                </a:r>
              </a:p>
              <a:p>
                <a:endParaRPr lang="en-US" sz="2400" i="1">
                  <a:solidFill>
                    <a:srgbClr val="FF0000"/>
                  </a:solidFill>
                </a:endParaRPr>
              </a:p>
              <a:p>
                <a:pPr/>
                <a14:m>
                  <m:oMathPara xmlns:m="http://schemas.openxmlformats.org/officeDocument/2006/math">
                    <m:oMathParaPr>
                      <m:jc m:val="centerGroup"/>
                    </m:oMathParaPr>
                    <m:oMath xmlns:m="http://schemas.openxmlformats.org/officeDocument/2006/math">
                      <m:r>
                        <a:rPr lang="en-US" sz="2400" i="1" smtClean="0">
                          <a:solidFill>
                            <a:srgbClr val="FF0000"/>
                          </a:solidFill>
                          <a:latin typeface="Cambria Math" panose="02040503050406030204" pitchFamily="18" charset="0"/>
                        </a:rPr>
                        <m:t>𝐷</m:t>
                      </m:r>
                      <m:d>
                        <m:dPr>
                          <m:ctrlPr>
                            <a:rPr lang="en-US" sz="2400" i="1">
                              <a:solidFill>
                                <a:srgbClr val="FF0000"/>
                              </a:solidFill>
                              <a:latin typeface="Cambria Math" panose="02040503050406030204" pitchFamily="18" charset="0"/>
                            </a:rPr>
                          </m:ctrlPr>
                        </m:dPr>
                        <m:e>
                          <m:r>
                            <a:rPr lang="en-US" sz="2400" i="1">
                              <a:solidFill>
                                <a:srgbClr val="FF0000"/>
                              </a:solidFill>
                              <a:latin typeface="Cambria Math" panose="02040503050406030204" pitchFamily="18" charset="0"/>
                            </a:rPr>
                            <m:t>𝑖</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𝑗</m:t>
                          </m:r>
                        </m:e>
                      </m:d>
                      <m:r>
                        <a:rPr lang="en-US" sz="2400" i="1">
                          <a:solidFill>
                            <a:srgbClr val="FF0000"/>
                          </a:solidFill>
                          <a:latin typeface="Cambria Math" panose="02040503050406030204" pitchFamily="18" charset="0"/>
                        </a:rPr>
                        <m:t>=</m:t>
                      </m:r>
                      <m:r>
                        <a:rPr lang="en-US" sz="2400">
                          <a:solidFill>
                            <a:srgbClr val="FF0000"/>
                          </a:solidFill>
                          <a:latin typeface="Cambria Math" panose="02040503050406030204" pitchFamily="18" charset="0"/>
                        </a:rPr>
                        <m:t>∣</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𝑎</m:t>
                          </m:r>
                        </m:e>
                        <m:sub>
                          <m:r>
                            <a:rPr lang="en-US" sz="2400" i="1">
                              <a:solidFill>
                                <a:srgbClr val="FF0000"/>
                              </a:solidFill>
                              <a:latin typeface="Cambria Math" panose="02040503050406030204" pitchFamily="18" charset="0"/>
                            </a:rPr>
                            <m:t>𝑖</m:t>
                          </m:r>
                        </m:sub>
                      </m:sSub>
                      <m:r>
                        <a:rPr lang="en-US" sz="2400" i="1">
                          <a:solidFill>
                            <a:srgbClr val="FF0000"/>
                          </a:solidFill>
                          <a:latin typeface="Cambria Math" panose="02040503050406030204" pitchFamily="18" charset="0"/>
                        </a:rPr>
                        <m:t>−</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𝑏</m:t>
                          </m:r>
                        </m:e>
                        <m:sub>
                          <m:r>
                            <a:rPr lang="en-US" sz="2400" i="1">
                              <a:solidFill>
                                <a:srgbClr val="FF0000"/>
                              </a:solidFill>
                              <a:latin typeface="Cambria Math" panose="02040503050406030204" pitchFamily="18" charset="0"/>
                            </a:rPr>
                            <m:t>𝑗</m:t>
                          </m:r>
                        </m:sub>
                      </m:sSub>
                      <m:r>
                        <a:rPr lang="en-US" sz="240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m:t>
                      </m:r>
                      <m:r>
                        <m:rPr>
                          <m:sty m:val="p"/>
                        </m:rPr>
                        <a:rPr lang="en-US" sz="2400">
                          <a:solidFill>
                            <a:srgbClr val="FF0000"/>
                          </a:solidFill>
                          <a:latin typeface="Cambria Math" panose="02040503050406030204" pitchFamily="18" charset="0"/>
                        </a:rPr>
                        <m:t>min</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𝐷</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𝑖</m:t>
                      </m:r>
                      <m:r>
                        <a:rPr lang="en-US" sz="2400" i="1">
                          <a:solidFill>
                            <a:srgbClr val="FF0000"/>
                          </a:solidFill>
                          <a:latin typeface="Cambria Math" panose="02040503050406030204" pitchFamily="18" charset="0"/>
                        </a:rPr>
                        <m:t>−1,</m:t>
                      </m:r>
                      <m:r>
                        <a:rPr lang="en-US" sz="2400" i="1">
                          <a:solidFill>
                            <a:srgbClr val="FF0000"/>
                          </a:solidFill>
                          <a:latin typeface="Cambria Math" panose="02040503050406030204" pitchFamily="18" charset="0"/>
                        </a:rPr>
                        <m:t>𝑗</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𝐷</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𝑖</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𝑗</m:t>
                      </m:r>
                      <m:r>
                        <a:rPr lang="en-US" sz="2400" i="1">
                          <a:solidFill>
                            <a:srgbClr val="FF0000"/>
                          </a:solidFill>
                          <a:latin typeface="Cambria Math" panose="02040503050406030204" pitchFamily="18" charset="0"/>
                        </a:rPr>
                        <m:t>−1),</m:t>
                      </m:r>
                      <m:r>
                        <a:rPr lang="en-US" sz="2400" i="1">
                          <a:solidFill>
                            <a:srgbClr val="FF0000"/>
                          </a:solidFill>
                          <a:latin typeface="Cambria Math" panose="02040503050406030204" pitchFamily="18" charset="0"/>
                        </a:rPr>
                        <m:t>𝐷</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𝑖</m:t>
                      </m:r>
                      <m:r>
                        <a:rPr lang="en-US" sz="2400" i="1">
                          <a:solidFill>
                            <a:srgbClr val="FF0000"/>
                          </a:solidFill>
                          <a:latin typeface="Cambria Math" panose="02040503050406030204" pitchFamily="18" charset="0"/>
                        </a:rPr>
                        <m:t>−1,</m:t>
                      </m:r>
                      <m:r>
                        <a:rPr lang="en-US" sz="2400" i="1">
                          <a:solidFill>
                            <a:srgbClr val="FF0000"/>
                          </a:solidFill>
                          <a:latin typeface="Cambria Math" panose="02040503050406030204" pitchFamily="18" charset="0"/>
                        </a:rPr>
                        <m:t>𝑗</m:t>
                      </m:r>
                      <m:r>
                        <a:rPr lang="en-US" sz="2400" i="1">
                          <a:solidFill>
                            <a:srgbClr val="FF0000"/>
                          </a:solidFill>
                          <a:latin typeface="Cambria Math" panose="02040503050406030204" pitchFamily="18" charset="0"/>
                        </a:rPr>
                        <m:t>−1))</m:t>
                      </m:r>
                    </m:oMath>
                  </m:oMathPara>
                </a14:m>
                <a:endParaRPr lang="en-US" sz="2400">
                  <a:solidFill>
                    <a:srgbClr val="FF0000"/>
                  </a:solidFill>
                  <a:latin typeface="Times New Roman" panose="02020603050405020304" pitchFamily="18" charset="0"/>
                  <a:cs typeface="Times New Roman" panose="02020603050405020304" pitchFamily="18" charset="0"/>
                </a:endParaRPr>
              </a:p>
              <a:p>
                <a:pPr lvl="3"/>
                <a:r>
                  <a:rPr lang="en-US" sz="2400">
                    <a:latin typeface="Times New Roman" panose="02020603050405020304" pitchFamily="18" charset="0"/>
                    <a:cs typeface="Times New Roman" panose="02020603050405020304" pitchFamily="18" charset="0"/>
                  </a:rPr>
                  <a:t> </a:t>
                </a:r>
              </a:p>
              <a:p>
                <a:pPr lvl="2">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Cuối cùng: </a:t>
                </a:r>
                <a14:m>
                  <m:oMath xmlns:m="http://schemas.openxmlformats.org/officeDocument/2006/math">
                    <m:r>
                      <a:rPr lang="en-US" sz="2400" i="1">
                        <a:latin typeface="Cambria Math" panose="02040503050406030204" pitchFamily="18" charset="0"/>
                      </a:rPr>
                      <m:t>𝐷𝑇𝑊</m:t>
                    </m:r>
                    <m:r>
                      <a:rPr lang="en-US" sz="2400" i="1">
                        <a:latin typeface="Cambria Math" panose="02040503050406030204" pitchFamily="18" charset="0"/>
                      </a:rPr>
                      <m:t>(</m:t>
                    </m:r>
                    <m:r>
                      <a:rPr lang="en-US" sz="2400" i="1">
                        <a:latin typeface="Cambria Math" panose="02040503050406030204" pitchFamily="18" charset="0"/>
                      </a:rPr>
                      <m:t>𝐴</m:t>
                    </m:r>
                    <m:r>
                      <a:rPr lang="en-US" sz="2400" i="1">
                        <a:latin typeface="Cambria Math" panose="02040503050406030204" pitchFamily="18" charset="0"/>
                      </a:rPr>
                      <m:t>,</m:t>
                    </m:r>
                    <m:r>
                      <a:rPr lang="en-US" sz="2400" i="1">
                        <a:latin typeface="Cambria Math" panose="02040503050406030204" pitchFamily="18" charset="0"/>
                      </a:rPr>
                      <m:t>𝐵</m:t>
                    </m:r>
                    <m:r>
                      <a:rPr lang="en-US" sz="2400" i="1">
                        <a:latin typeface="Cambria Math" panose="02040503050406030204" pitchFamily="18" charset="0"/>
                      </a:rPr>
                      <m:t>)=</m:t>
                    </m:r>
                    <m:r>
                      <a:rPr lang="en-US" sz="2400" i="1">
                        <a:latin typeface="Cambria Math" panose="02040503050406030204" pitchFamily="18" charset="0"/>
                      </a:rPr>
                      <m:t>𝐷</m:t>
                    </m:r>
                    <m:r>
                      <a:rPr lang="en-US" sz="2400" i="1">
                        <a:latin typeface="Cambria Math" panose="02040503050406030204" pitchFamily="18" charset="0"/>
                      </a:rPr>
                      <m:t>(</m:t>
                    </m:r>
                    <m:r>
                      <a:rPr lang="en-US" sz="2400" i="1">
                        <a:latin typeface="Cambria Math" panose="02040503050406030204" pitchFamily="18" charset="0"/>
                      </a:rPr>
                      <m:t>𝑛</m:t>
                    </m:r>
                    <m:r>
                      <a:rPr lang="en-US" sz="2400" i="1">
                        <a:latin typeface="Cambria Math" panose="02040503050406030204" pitchFamily="18" charset="0"/>
                      </a:rPr>
                      <m:t>,</m:t>
                    </m:r>
                    <m:r>
                      <a:rPr lang="en-US" sz="2400" i="1">
                        <a:latin typeface="Cambria Math" panose="02040503050406030204" pitchFamily="18" charset="0"/>
                      </a:rPr>
                      <m:t>𝑚</m:t>
                    </m:r>
                    <m:r>
                      <a:rPr lang="en-US" sz="2400" i="1">
                        <a:latin typeface="Cambria Math" panose="02040503050406030204" pitchFamily="18" charset="0"/>
                      </a:rPr>
                      <m:t>)</m:t>
                    </m:r>
                  </m:oMath>
                </a14:m>
                <a:endParaRPr lang="en-US" sz="2400">
                  <a:latin typeface="Times New Roman" panose="02020603050405020304" pitchFamily="18" charset="0"/>
                  <a:cs typeface="Times New Roman" panose="02020603050405020304" pitchFamily="18" charset="0"/>
                </a:endParaRPr>
              </a:p>
              <a:p>
                <a:pPr marL="857250" lvl="2" indent="0"/>
                <a:endParaRPr lang="en-US" sz="24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A0E68042-EF64-0FE3-6B69-7AF5690AD55E}"/>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7553638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B0CC5-4F52-54FB-2021-372AF07316E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6F210383-3067-5995-FD39-B696C72D6249}"/>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Phân cụm</a:t>
            </a:r>
          </a:p>
        </p:txBody>
      </p:sp>
      <p:sp>
        <p:nvSpPr>
          <p:cNvPr id="31747" name="Rectangle 3">
            <a:extLst>
              <a:ext uri="{FF2B5EF4-FFF2-40B4-BE49-F238E27FC236}">
                <a16:creationId xmlns:a16="http://schemas.microsoft.com/office/drawing/2014/main" id="{C8945729-E982-A2A7-9B44-BF0CF5186C57}"/>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Khi chạy phân tích cụm, chúng ta phải chọn một </a:t>
            </a:r>
            <a:r>
              <a:rPr lang="en-US" sz="2800" b="1">
                <a:latin typeface="Times New Roman" panose="02020603050405020304" pitchFamily="18" charset="0"/>
                <a:cs typeface="Times New Roman" panose="02020603050405020304" pitchFamily="18" charset="0"/>
              </a:rPr>
              <a:t>chỉ số khoảng cách</a:t>
            </a:r>
            <a:r>
              <a:rPr lang="en-US" sz="2800">
                <a:latin typeface="Times New Roman" panose="02020603050405020304" pitchFamily="18" charset="0"/>
                <a:cs typeface="Times New Roman" panose="02020603050405020304" pitchFamily="18" charset="0"/>
              </a:rPr>
              <a:t>.</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Các thước đo khác:</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Khoảng cách Fréchet: bẻ cong thời gian của các đường cong để giảm thiểu khoảng cách giữa hai đường cong sau đó đo khoảng cách.</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Hệ số tương quan Pearson: phép đo tương quan giữa hai chuỗi. Phương pháp này tương đối dễ tính toán nhưngyêu cầu các chuỗi thời gian phải có cùng số điểm dữ liệu.</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Dãy con chung dài nhất: để xem xét tính tương đồng của hai chuỗi thời gian, chúng ta có thể xác định độ dài của dãy các giá trị liên tiếp giống hệt nhau. Lưu ý: vị trí chính xác của chúng trong chuỗi thời gian không bắt buộc phải khớp. </a:t>
            </a:r>
          </a:p>
          <a:p>
            <a:pPr marL="857250" lvl="2" indent="0"/>
            <a:endParaRPr lang="en-US" sz="2400"/>
          </a:p>
          <a:p>
            <a:pPr marL="857250" lvl="2" indent="0"/>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75348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CB648-D826-1B80-D5E7-233747ACF20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4442F5A-1ECC-B75D-9B4F-7B0091076F3E}"/>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a:t>
            </a:r>
          </a:p>
        </p:txBody>
      </p:sp>
      <p:sp>
        <p:nvSpPr>
          <p:cNvPr id="31747" name="Rectangle 3">
            <a:extLst>
              <a:ext uri="{FF2B5EF4-FFF2-40B4-BE49-F238E27FC236}">
                <a16:creationId xmlns:a16="http://schemas.microsoft.com/office/drawing/2014/main" id="{6BE76629-0F8B-8444-152E-2F24CACF09AC}"/>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Học sâu</a:t>
            </a:r>
            <a:r>
              <a:rPr lang="en-US" sz="2800">
                <a:latin typeface="Times New Roman" panose="02020603050405020304" pitchFamily="18" charset="0"/>
                <a:cs typeface="Times New Roman" panose="02020603050405020304" pitchFamily="18" charset="0"/>
              </a:rPr>
              <a:t> cho chuỗi thời gian là một hướng nghiên cứu tương đối mới, nhưng đầy hứa hẹn.</a:t>
            </a:r>
          </a:p>
          <a:p>
            <a:pPr marL="857250" lvl="1" indent="-4572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Đây là một kỹ thuật rất linh hoạt, mang lại lợi thế cho việc phân tích chuỗi thời gian. Triển vọng nhất là khả năng mô hình hóa hành vi thời gian cực kỳ phức tạp và phi tuyến tính mà không cần phải ước lượng các dạng hàm như các phương pháp thống kê.</a:t>
            </a:r>
          </a:p>
          <a:p>
            <a:pPr marL="857250" lvl="1" indent="-4572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Không yêu cầu tính dừng. Mặc dù không có yêu cầu về tính dừng đối với học sâu áp dụng cho chuỗi thời gian, nhưng trên thực tế, học sâu không thực hiện tốt việc khớp dữ liệu với xu hướng trừ khi các kiến ​​trúc chuẩn được điều chỉnh để phù hợp với xu hướng. Vì vậy, chúng ta vẫn cần xử lý trước dữ liệu hoặc kỹ thuật của mình.</a:t>
            </a:r>
          </a:p>
          <a:p>
            <a:pPr marL="857250" lvl="1" indent="-4572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Học sâu rất linh hoạt về mô hình và bản chất của các đầu vào. Dữ liệu không đồng nhất có thể là một thách thức đối với nhiều kỹ thuật học máy thường được áp dụng, trong khi nó lại khá phổ biến đối với các mô hình học sâu.</a:t>
            </a:r>
          </a:p>
          <a:p>
            <a:pPr marL="857250" lvl="2" indent="0"/>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47446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2271C-EF9D-D12F-05DE-3709F250311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5AB5D79-E588-A621-DC63-A5434628C4F8}"/>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a:t>
            </a:r>
          </a:p>
        </p:txBody>
      </p:sp>
      <p:sp>
        <p:nvSpPr>
          <p:cNvPr id="31747" name="Rectangle 3">
            <a:extLst>
              <a:ext uri="{FF2B5EF4-FFF2-40B4-BE49-F238E27FC236}">
                <a16:creationId xmlns:a16="http://schemas.microsoft.com/office/drawing/2014/main" id="{A9A06F03-91AB-C061-DA49-8277B1258E01}"/>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Học sâu</a:t>
            </a:r>
            <a:r>
              <a:rPr lang="en-US" sz="2400">
                <a:latin typeface="Times New Roman" panose="02020603050405020304" pitchFamily="18" charset="0"/>
                <a:cs typeface="Times New Roman" panose="02020603050405020304" pitchFamily="18" charset="0"/>
              </a:rPr>
              <a:t> mô tả một nhánh của học máy, trong đó một "đồ thị" được xây dựng để kết nối các nút đầu vào với một cấu trúc phức tạp gồm các nút và cạnh.</a:t>
            </a:r>
          </a:p>
          <a:p>
            <a:pPr marL="800100" lvl="1" indent="-3429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Giả sử bạn có chuỗi: temps = [30, 31, 29, 32, 33, 34, 32, 31, 30, 29,…]</a:t>
            </a:r>
          </a:p>
          <a:p>
            <a:pPr marL="800100" lvl="1" indent="-3429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Window size = 7 → sinh ra:</a:t>
            </a:r>
          </a:p>
          <a:p>
            <a:pPr lvl="2"/>
            <a:r>
              <a:rPr lang="en-US" sz="2000">
                <a:solidFill>
                  <a:srgbClr val="0000FF"/>
                </a:solidFill>
                <a:latin typeface="Times New Roman" panose="02020603050405020304" pitchFamily="18" charset="0"/>
                <a:cs typeface="Times New Roman" panose="02020603050405020304" pitchFamily="18" charset="0"/>
              </a:rPr>
              <a:t>X_train </a:t>
            </a:r>
            <a:r>
              <a:rPr lang="en-US" sz="2000">
                <a:latin typeface="Times New Roman" panose="02020603050405020304" pitchFamily="18" charset="0"/>
                <a:cs typeface="Times New Roman" panose="02020603050405020304" pitchFamily="18" charset="0"/>
              </a:rPr>
              <a:t>= [ [30,31,29,32,33,34,32],</a:t>
            </a:r>
          </a:p>
          <a:p>
            <a:pPr lvl="2"/>
            <a:r>
              <a:rPr lang="en-US" sz="2000">
                <a:latin typeface="Times New Roman" panose="02020603050405020304" pitchFamily="18" charset="0"/>
                <a:cs typeface="Times New Roman" panose="02020603050405020304" pitchFamily="18" charset="0"/>
              </a:rPr>
              <a:t> [31,29,32,33,34,32,31],</a:t>
            </a:r>
          </a:p>
          <a:p>
            <a:pPr lvl="2"/>
            <a:r>
              <a:rPr lang="en-US" sz="2000">
                <a:latin typeface="Times New Roman" panose="02020603050405020304" pitchFamily="18" charset="0"/>
                <a:cs typeface="Times New Roman" panose="02020603050405020304" pitchFamily="18" charset="0"/>
              </a:rPr>
              <a:t> [29,32,33,34,32,31,30],</a:t>
            </a:r>
          </a:p>
          <a:p>
            <a:pPr lvl="2"/>
            <a:r>
              <a:rPr lang="en-US" sz="2000">
                <a:latin typeface="Times New Roman" panose="02020603050405020304" pitchFamily="18" charset="0"/>
                <a:cs typeface="Times New Roman" panose="02020603050405020304" pitchFamily="18" charset="0"/>
              </a:rPr>
              <a:t> [32,33,34,32,31,30,29],</a:t>
            </a:r>
          </a:p>
          <a:p>
            <a:pPr lvl="2"/>
            <a:r>
              <a:rPr lang="en-US" sz="2000">
                <a:latin typeface="Times New Roman" panose="02020603050405020304" pitchFamily="18" charset="0"/>
                <a:cs typeface="Times New Roman" panose="02020603050405020304" pitchFamily="18" charset="0"/>
              </a:rPr>
              <a:t>….]</a:t>
            </a:r>
          </a:p>
          <a:p>
            <a:pPr lvl="2"/>
            <a:r>
              <a:rPr lang="en-US" sz="2000">
                <a:solidFill>
                  <a:srgbClr val="0000FF"/>
                </a:solidFill>
                <a:latin typeface="Times New Roman" panose="02020603050405020304" pitchFamily="18" charset="0"/>
                <a:cs typeface="Times New Roman" panose="02020603050405020304" pitchFamily="18" charset="0"/>
              </a:rPr>
              <a:t>y_train </a:t>
            </a:r>
            <a:r>
              <a:rPr lang="en-US" sz="2000">
                <a:latin typeface="Times New Roman" panose="02020603050405020304" pitchFamily="18" charset="0"/>
                <a:cs typeface="Times New Roman" panose="02020603050405020304" pitchFamily="18" charset="0"/>
              </a:rPr>
              <a:t>= [31, 30, 29, 28,…]</a:t>
            </a:r>
          </a:p>
          <a:p>
            <a:pPr marL="800100" lvl="1" indent="-3429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Huấn luyện: </a:t>
            </a:r>
            <a:r>
              <a:rPr lang="en-US" sz="2000">
                <a:solidFill>
                  <a:srgbClr val="0000FF"/>
                </a:solidFill>
                <a:latin typeface="Times New Roman" panose="02020603050405020304" pitchFamily="18" charset="0"/>
                <a:cs typeface="Times New Roman" panose="02020603050405020304" pitchFamily="18" charset="0"/>
              </a:rPr>
              <a:t>model.fit(X_train, y_train, …)</a:t>
            </a:r>
          </a:p>
          <a:p>
            <a:pPr marL="800100" lvl="1" indent="-3429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Dự đoán: Ta lấy 7 ngày gần nhất và cho vào model:</a:t>
            </a:r>
          </a:p>
          <a:p>
            <a:pPr lvl="2"/>
            <a:r>
              <a:rPr lang="en-US" sz="2000">
                <a:solidFill>
                  <a:srgbClr val="0000FF"/>
                </a:solidFill>
                <a:latin typeface="Times New Roman" panose="02020603050405020304" pitchFamily="18" charset="0"/>
                <a:cs typeface="Times New Roman" panose="02020603050405020304" pitchFamily="18" charset="0"/>
              </a:rPr>
              <a:t>input_last_7 = [31,32,33,34,30,29,30]</a:t>
            </a:r>
          </a:p>
          <a:p>
            <a:pPr lvl="2"/>
            <a:r>
              <a:rPr lang="en-US" sz="2000">
                <a:solidFill>
                  <a:srgbClr val="0000FF"/>
                </a:solidFill>
                <a:latin typeface="Times New Roman" panose="02020603050405020304" pitchFamily="18" charset="0"/>
                <a:cs typeface="Times New Roman" panose="02020603050405020304" pitchFamily="18" charset="0"/>
              </a:rPr>
              <a:t>predict = model.predict(input_last_7)</a:t>
            </a:r>
          </a:p>
          <a:p>
            <a:pPr marL="857250" lvl="2" indent="0"/>
            <a:endParaRPr lang="en-US" sz="240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F7C84ED-65C2-6479-3247-388A20C60125}"/>
              </a:ext>
            </a:extLst>
          </p:cNvPr>
          <p:cNvPicPr>
            <a:picLocks noChangeAspect="1"/>
          </p:cNvPicPr>
          <p:nvPr/>
        </p:nvPicPr>
        <p:blipFill>
          <a:blip r:embed="rId3"/>
          <a:stretch>
            <a:fillRect/>
          </a:stretch>
        </p:blipFill>
        <p:spPr>
          <a:xfrm>
            <a:off x="5088377" y="2819401"/>
            <a:ext cx="3779398" cy="1981200"/>
          </a:xfrm>
          <a:prstGeom prst="rect">
            <a:avLst/>
          </a:prstGeom>
        </p:spPr>
      </p:pic>
    </p:spTree>
    <p:extLst>
      <p:ext uri="{BB962C8B-B14F-4D97-AF65-F5344CB8AC3E}">
        <p14:creationId xmlns:p14="http://schemas.microsoft.com/office/powerpoint/2010/main" val="18485456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86939-1B23-27B2-FA35-41A496E303D9}"/>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0C79785-42DB-0A50-72F7-0138B6F9AC67}"/>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9296F804-C88D-1094-7E80-E1EE3D1D9C0A}"/>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nơ-ron</a:t>
                </a:r>
              </a:p>
              <a:p>
                <a:pPr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Nơ-ron sinh học</a:t>
                </a:r>
                <a:r>
                  <a:rPr lang="en-US" sz="2400">
                    <a:latin typeface="Times New Roman" panose="02020603050405020304" pitchFamily="18" charset="0"/>
                    <a:cs typeface="Times New Roman" panose="02020603050405020304" pitchFamily="18" charset="0"/>
                  </a:rPr>
                  <a:t>: Sợi nhánh, sợi trục và khớp</a:t>
                </a:r>
              </a:p>
              <a:p>
                <a:pPr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Não: </a:t>
                </a:r>
                <a14:m>
                  <m:oMath xmlns:m="http://schemas.openxmlformats.org/officeDocument/2006/math">
                    <m:sSup>
                      <m:sSupPr>
                        <m:ctrlPr>
                          <a:rPr lang="en-US" sz="240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10</m:t>
                        </m:r>
                      </m:e>
                      <m:sup>
                        <m:r>
                          <a:rPr lang="en-US" sz="2400" b="0" i="1" smtClean="0">
                            <a:latin typeface="Cambria Math" panose="02040503050406030204" pitchFamily="18" charset="0"/>
                            <a:cs typeface="Times New Roman" panose="02020603050405020304" pitchFamily="18" charset="0"/>
                          </a:rPr>
                          <m:t>11</m:t>
                        </m:r>
                      </m:sup>
                    </m:sSup>
                  </m:oMath>
                </a14:m>
                <a:r>
                  <a:rPr lang="en-US" sz="2400">
                    <a:latin typeface="Times New Roman" panose="02020603050405020304" pitchFamily="18" charset="0"/>
                    <a:cs typeface="Times New Roman" panose="02020603050405020304" pitchFamily="18" charset="0"/>
                  </a:rPr>
                  <a:t> nơ –ron</a:t>
                </a:r>
              </a:p>
              <a:p>
                <a:pPr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Nơ-ron: </a:t>
                </a:r>
                <a14:m>
                  <m:oMath xmlns:m="http://schemas.openxmlformats.org/officeDocument/2006/math">
                    <m:sSup>
                      <m:sSupPr>
                        <m:ctrlPr>
                          <a:rPr lang="en-US" sz="2400" i="1">
                            <a:latin typeface="Cambria Math" panose="02040503050406030204" pitchFamily="18" charset="0"/>
                            <a:cs typeface="Times New Roman" panose="02020603050405020304" pitchFamily="18" charset="0"/>
                          </a:rPr>
                        </m:ctrlPr>
                      </m:sSupPr>
                      <m:e>
                        <m:r>
                          <a:rPr lang="en-US" sz="2400" i="1">
                            <a:latin typeface="Cambria Math" panose="02040503050406030204" pitchFamily="18" charset="0"/>
                            <a:cs typeface="Times New Roman" panose="02020603050405020304" pitchFamily="18" charset="0"/>
                          </a:rPr>
                          <m:t>10</m:t>
                        </m:r>
                      </m:e>
                      <m:sup>
                        <m:r>
                          <a:rPr lang="en-US" sz="2400" b="0" i="1" smtClean="0">
                            <a:latin typeface="Cambria Math" panose="02040503050406030204" pitchFamily="18" charset="0"/>
                            <a:cs typeface="Times New Roman" panose="02020603050405020304" pitchFamily="18" charset="0"/>
                          </a:rPr>
                          <m:t>4</m:t>
                        </m:r>
                      </m:sup>
                    </m:sSup>
                  </m:oMath>
                </a14:m>
                <a:r>
                  <a:rPr lang="en-US" sz="2400">
                    <a:latin typeface="Times New Roman" panose="02020603050405020304" pitchFamily="18" charset="0"/>
                    <a:cs typeface="Times New Roman" panose="02020603050405020304" pitchFamily="18" charset="0"/>
                  </a:rPr>
                  <a:t> liên kết</a:t>
                </a:r>
              </a:p>
              <a:p>
                <a:pPr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Chức năng của mạng </a:t>
                </a:r>
              </a:p>
              <a:p>
                <a:pPr marL="1257300" lvl="3" indent="0"/>
                <a:r>
                  <a:rPr lang="en-US" sz="2400">
                    <a:latin typeface="Times New Roman" panose="02020603050405020304" pitchFamily="18" charset="0"/>
                    <a:cs typeface="Times New Roman" panose="02020603050405020304" pitchFamily="18" charset="0"/>
                  </a:rPr>
                  <a:t>nơ-ron được hình thành </a:t>
                </a:r>
              </a:p>
              <a:p>
                <a:pPr marL="1257300" lvl="3" indent="0"/>
                <a:r>
                  <a:rPr lang="en-US" sz="2400">
                    <a:latin typeface="Times New Roman" panose="02020603050405020304" pitchFamily="18" charset="0"/>
                    <a:cs typeface="Times New Roman" panose="02020603050405020304" pitchFamily="18" charset="0"/>
                  </a:rPr>
                  <a:t>bởi sự sắp xếp các nơ-ron </a:t>
                </a:r>
              </a:p>
              <a:p>
                <a:pPr marL="1257300" lvl="3" indent="0"/>
                <a:r>
                  <a:rPr lang="en-US" sz="2400">
                    <a:latin typeface="Times New Roman" panose="02020603050405020304" pitchFamily="18" charset="0"/>
                    <a:cs typeface="Times New Roman" panose="02020603050405020304" pitchFamily="18" charset="0"/>
                  </a:rPr>
                  <a:t>và độ lớn của các khớp </a:t>
                </a:r>
              </a:p>
              <a:p>
                <a:pPr marL="1257300" lvl="3" indent="0"/>
                <a:r>
                  <a:rPr lang="en-US" sz="2400">
                    <a:latin typeface="Times New Roman" panose="02020603050405020304" pitchFamily="18" charset="0"/>
                    <a:cs typeface="Times New Roman" panose="02020603050405020304" pitchFamily="18" charset="0"/>
                  </a:rPr>
                  <a:t>thần kinh, gây ra bởi </a:t>
                </a:r>
              </a:p>
              <a:p>
                <a:pPr marL="1257300" lvl="3" indent="0"/>
                <a:r>
                  <a:rPr lang="en-US" sz="2400">
                    <a:latin typeface="Times New Roman" panose="02020603050405020304" pitchFamily="18" charset="0"/>
                    <a:cs typeface="Times New Roman" panose="02020603050405020304" pitchFamily="18" charset="0"/>
                  </a:rPr>
                  <a:t>một quá trình hóa học </a:t>
                </a:r>
              </a:p>
              <a:p>
                <a:pPr marL="1257300" lvl="3" indent="0"/>
                <a:r>
                  <a:rPr lang="en-US" sz="2400">
                    <a:latin typeface="Times New Roman" panose="02020603050405020304" pitchFamily="18" charset="0"/>
                    <a:cs typeface="Times New Roman" panose="02020603050405020304" pitchFamily="18" charset="0"/>
                  </a:rPr>
                  <a:t>phức tạp. </a:t>
                </a:r>
              </a:p>
            </p:txBody>
          </p:sp>
        </mc:Choice>
        <mc:Fallback xmlns="">
          <p:sp>
            <p:nvSpPr>
              <p:cNvPr id="31747" name="Rectangle 3">
                <a:extLst>
                  <a:ext uri="{FF2B5EF4-FFF2-40B4-BE49-F238E27FC236}">
                    <a16:creationId xmlns:a16="http://schemas.microsoft.com/office/drawing/2014/main" id="{9296F804-C88D-1094-7E80-E1EE3D1D9C0A}"/>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2" name="Picture 1" descr="A diagram of a cell body&#10;&#10;AI-generated content may be incorrect.">
            <a:extLst>
              <a:ext uri="{FF2B5EF4-FFF2-40B4-BE49-F238E27FC236}">
                <a16:creationId xmlns:a16="http://schemas.microsoft.com/office/drawing/2014/main" id="{7C7F64C0-C79C-E4E9-4621-BE8FACE0CD06}"/>
              </a:ext>
            </a:extLst>
          </p:cNvPr>
          <p:cNvPicPr>
            <a:picLocks noChangeAspect="1"/>
          </p:cNvPicPr>
          <p:nvPr/>
        </p:nvPicPr>
        <p:blipFill>
          <a:blip r:embed="rId4"/>
          <a:stretch>
            <a:fillRect/>
          </a:stretch>
        </p:blipFill>
        <p:spPr>
          <a:xfrm>
            <a:off x="4598126" y="2152354"/>
            <a:ext cx="4526824" cy="4096046"/>
          </a:xfrm>
          <a:prstGeom prst="rect">
            <a:avLst/>
          </a:prstGeom>
        </p:spPr>
      </p:pic>
    </p:spTree>
    <p:extLst>
      <p:ext uri="{BB962C8B-B14F-4D97-AF65-F5344CB8AC3E}">
        <p14:creationId xmlns:p14="http://schemas.microsoft.com/office/powerpoint/2010/main" val="6021779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EE1E4-CFB9-65B8-F996-9285880D0AE2}"/>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422E524-CB43-79D3-E755-7B910D0147A9}"/>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a:t>
            </a:r>
          </a:p>
        </p:txBody>
      </p:sp>
      <p:sp>
        <p:nvSpPr>
          <p:cNvPr id="31747" name="Rectangle 3">
            <a:extLst>
              <a:ext uri="{FF2B5EF4-FFF2-40B4-BE49-F238E27FC236}">
                <a16:creationId xmlns:a16="http://schemas.microsoft.com/office/drawing/2014/main" id="{5D598D6E-45A5-93EE-D7AC-81FEAA16E60B}"/>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nơ-ron</a:t>
            </a:r>
          </a:p>
          <a:p>
            <a:pPr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Nơ-ron sinh học</a:t>
            </a:r>
            <a:r>
              <a:rPr lang="en-US" sz="2400">
                <a:latin typeface="Times New Roman" panose="02020603050405020304" pitchFamily="18" charset="0"/>
                <a:cs typeface="Times New Roman" panose="02020603050405020304" pitchFamily="18" charset="0"/>
              </a:rPr>
              <a:t>:</a:t>
            </a:r>
          </a:p>
          <a:p>
            <a:pPr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Chức năng của mạng nơ-ron được hình thành bởi sự sắp xếp các nơ-ron và độ lớn của các khớp thần kinh, gây ra bởi một quá trình hóa học phức tạp. </a:t>
            </a:r>
          </a:p>
          <a:p>
            <a:pPr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Một phần của bộ não được hình thành khi sinh ra.</a:t>
            </a:r>
          </a:p>
          <a:p>
            <a:pPr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Những phần khác sẽ phát triển thông qua học, do có những liên kết mới được hình thành và các liên cũ mất đi.</a:t>
            </a:r>
          </a:p>
          <a:p>
            <a:pPr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Cấu trúc mạng nơ-ron tiếp tục thay đổi theo thời gian trong đời. Những thay đổi sau nay có xu hướng chủ yếu làm mạnh hoặc yếu đi các khớp thần kinh</a:t>
            </a:r>
          </a:p>
          <a:p>
            <a:pPr marL="857250" lvl="2" indent="0"/>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07656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4D0F5-622A-15EF-E683-87C5C869A0B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C6669EDB-61A3-F1D9-76DE-AFEF32D84F54}"/>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a:t>
            </a:r>
          </a:p>
        </p:txBody>
      </p:sp>
      <p:sp>
        <p:nvSpPr>
          <p:cNvPr id="31747" name="Rectangle 3">
            <a:extLst>
              <a:ext uri="{FF2B5EF4-FFF2-40B4-BE49-F238E27FC236}">
                <a16:creationId xmlns:a16="http://schemas.microsoft.com/office/drawing/2014/main" id="{D4C52894-5AAA-F6FC-B446-5539F2F26E89}"/>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nơ-ron</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Mạng nơ-ron nhân tạo</a:t>
            </a:r>
            <a:r>
              <a:rPr lang="en-US" sz="2400">
                <a:latin typeface="Times New Roman" panose="02020603050405020304" pitchFamily="18" charset="0"/>
                <a:cs typeface="Times New Roman" panose="02020603050405020304" pitchFamily="18" charset="0"/>
              </a:rPr>
              <a:t> mô phỏng hoạt động của mạng nơ-ron sinh học và:</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Các khối tạo ra mạng nơ-ron là những thiết bị tính toán đơn giản.</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Các liên kết giữa các nơ-ron tạo ra chức năng của mạng.</a:t>
            </a:r>
          </a:p>
        </p:txBody>
      </p:sp>
      <p:pic>
        <p:nvPicPr>
          <p:cNvPr id="4" name="Picture 3">
            <a:extLst>
              <a:ext uri="{FF2B5EF4-FFF2-40B4-BE49-F238E27FC236}">
                <a16:creationId xmlns:a16="http://schemas.microsoft.com/office/drawing/2014/main" id="{70ED89BF-4F28-3804-BFFF-D2FC961D3183}"/>
              </a:ext>
            </a:extLst>
          </p:cNvPr>
          <p:cNvPicPr>
            <a:picLocks noChangeAspect="1"/>
          </p:cNvPicPr>
          <p:nvPr/>
        </p:nvPicPr>
        <p:blipFill>
          <a:blip r:embed="rId3"/>
          <a:stretch>
            <a:fillRect/>
          </a:stretch>
        </p:blipFill>
        <p:spPr>
          <a:xfrm>
            <a:off x="2309812" y="3802652"/>
            <a:ext cx="4524375" cy="2371725"/>
          </a:xfrm>
          <a:prstGeom prst="rect">
            <a:avLst/>
          </a:prstGeom>
        </p:spPr>
      </p:pic>
    </p:spTree>
    <p:extLst>
      <p:ext uri="{BB962C8B-B14F-4D97-AF65-F5344CB8AC3E}">
        <p14:creationId xmlns:p14="http://schemas.microsoft.com/office/powerpoint/2010/main" val="855354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E7E74-B69C-EED4-5E42-180F3C69F819}"/>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525937B-91CA-81B8-871B-36E67ED4582F}"/>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a:t>
            </a:r>
          </a:p>
        </p:txBody>
      </p:sp>
      <p:sp>
        <p:nvSpPr>
          <p:cNvPr id="31747" name="Rectangle 3">
            <a:extLst>
              <a:ext uri="{FF2B5EF4-FFF2-40B4-BE49-F238E27FC236}">
                <a16:creationId xmlns:a16="http://schemas.microsoft.com/office/drawing/2014/main" id="{9EDCA348-15CC-9454-5011-0E9C62FF62C5}"/>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nơ-ron</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Mạng nơ-ron nhân tạo</a:t>
            </a:r>
            <a:endParaRPr lang="en-US" sz="240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21BE17E-7414-7BD1-63B0-2AEC916AD44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52500" y="2286000"/>
            <a:ext cx="7239000" cy="3693051"/>
          </a:xfrm>
          <a:prstGeom prst="rect">
            <a:avLst/>
          </a:prstGeom>
          <a:noFill/>
          <a:ln>
            <a:noFill/>
          </a:ln>
        </p:spPr>
      </p:pic>
    </p:spTree>
    <p:extLst>
      <p:ext uri="{BB962C8B-B14F-4D97-AF65-F5344CB8AC3E}">
        <p14:creationId xmlns:p14="http://schemas.microsoft.com/office/powerpoint/2010/main" val="41973458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469D2-58B1-E233-E997-332E9AC7F7A8}"/>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D5AE65D4-50C1-5D45-3FEA-7F4CE4030DCD}"/>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a:t>
            </a:r>
          </a:p>
        </p:txBody>
      </p:sp>
      <p:sp>
        <p:nvSpPr>
          <p:cNvPr id="31747" name="Rectangle 3">
            <a:extLst>
              <a:ext uri="{FF2B5EF4-FFF2-40B4-BE49-F238E27FC236}">
                <a16:creationId xmlns:a16="http://schemas.microsoft.com/office/drawing/2014/main" id="{1AC1E515-940E-F298-151D-04CF5A93C2B5}"/>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nơ-ron</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Mạng nơ-ron nhân tạo</a:t>
            </a:r>
          </a:p>
          <a:p>
            <a:pPr marL="857250" lvl="2" indent="0"/>
            <a:r>
              <a:rPr lang="en-US" sz="2400">
                <a:latin typeface="Times New Roman" panose="02020603050405020304" pitchFamily="18" charset="0"/>
                <a:cs typeface="Times New Roman" panose="02020603050405020304" pitchFamily="18" charset="0"/>
              </a:rPr>
              <a:t>Hàm truyền còn gọi là hàm kích hoạt</a:t>
            </a:r>
          </a:p>
        </p:txBody>
      </p:sp>
      <p:pic>
        <p:nvPicPr>
          <p:cNvPr id="3" name="Picture 2" descr="A table with math equations&#10;&#10;AI-generated content may be incorrect.">
            <a:extLst>
              <a:ext uri="{FF2B5EF4-FFF2-40B4-BE49-F238E27FC236}">
                <a16:creationId xmlns:a16="http://schemas.microsoft.com/office/drawing/2014/main" id="{C9EEA7E7-E766-9D90-6713-1E00D142D8E4}"/>
              </a:ext>
            </a:extLst>
          </p:cNvPr>
          <p:cNvPicPr>
            <a:picLocks noChangeAspect="1"/>
          </p:cNvPicPr>
          <p:nvPr/>
        </p:nvPicPr>
        <p:blipFill>
          <a:blip r:embed="rId3"/>
          <a:stretch>
            <a:fillRect/>
          </a:stretch>
        </p:blipFill>
        <p:spPr>
          <a:xfrm>
            <a:off x="2291896" y="2438400"/>
            <a:ext cx="5550354" cy="4019641"/>
          </a:xfrm>
          <a:prstGeom prst="rect">
            <a:avLst/>
          </a:prstGeom>
        </p:spPr>
      </p:pic>
    </p:spTree>
    <p:extLst>
      <p:ext uri="{BB962C8B-B14F-4D97-AF65-F5344CB8AC3E}">
        <p14:creationId xmlns:p14="http://schemas.microsoft.com/office/powerpoint/2010/main" val="17205082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6F77E-9DED-CB20-4CA2-1D9E24FA652E}"/>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028E9CE9-5515-F5A9-9C12-354A3429E22B}"/>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a:t>
            </a:r>
          </a:p>
        </p:txBody>
      </p:sp>
      <p:sp>
        <p:nvSpPr>
          <p:cNvPr id="31747" name="Rectangle 3">
            <a:extLst>
              <a:ext uri="{FF2B5EF4-FFF2-40B4-BE49-F238E27FC236}">
                <a16:creationId xmlns:a16="http://schemas.microsoft.com/office/drawing/2014/main" id="{AAD10EBF-187B-D3C4-7FA9-4C472947C49F}"/>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nơ-ron</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Mạng nơ-ron nhân tạo</a:t>
            </a:r>
          </a:p>
        </p:txBody>
      </p:sp>
      <p:pic>
        <p:nvPicPr>
          <p:cNvPr id="2" name="Picture 1" descr="A diagram of a mathematical equation&#10;&#10;AI-generated content may be incorrect.">
            <a:extLst>
              <a:ext uri="{FF2B5EF4-FFF2-40B4-BE49-F238E27FC236}">
                <a16:creationId xmlns:a16="http://schemas.microsoft.com/office/drawing/2014/main" id="{55949074-D186-5968-5EAA-497A1B56841A}"/>
              </a:ext>
            </a:extLst>
          </p:cNvPr>
          <p:cNvPicPr>
            <a:picLocks noChangeAspect="1"/>
          </p:cNvPicPr>
          <p:nvPr/>
        </p:nvPicPr>
        <p:blipFill>
          <a:blip r:embed="rId3"/>
          <a:stretch>
            <a:fillRect/>
          </a:stretch>
        </p:blipFill>
        <p:spPr>
          <a:xfrm>
            <a:off x="838200" y="2133600"/>
            <a:ext cx="6934200" cy="4124960"/>
          </a:xfrm>
          <a:prstGeom prst="rect">
            <a:avLst/>
          </a:prstGeom>
        </p:spPr>
      </p:pic>
    </p:spTree>
    <p:extLst>
      <p:ext uri="{BB962C8B-B14F-4D97-AF65-F5344CB8AC3E}">
        <p14:creationId xmlns:p14="http://schemas.microsoft.com/office/powerpoint/2010/main" val="21032531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E1A2F-A4C4-62F5-539E-F4F12EA86ED2}"/>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42CD490-05C3-D22E-5A3A-B3F29CAE842E}"/>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a:t>
            </a:r>
          </a:p>
        </p:txBody>
      </p:sp>
      <p:sp>
        <p:nvSpPr>
          <p:cNvPr id="31747" name="Rectangle 3">
            <a:extLst>
              <a:ext uri="{FF2B5EF4-FFF2-40B4-BE49-F238E27FC236}">
                <a16:creationId xmlns:a16="http://schemas.microsoft.com/office/drawing/2014/main" id="{101FFB1A-CAC7-BB9C-CB71-CDD13545248E}"/>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nơ-ron</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Mạng nơ-ron nhân tạo</a:t>
            </a:r>
          </a:p>
        </p:txBody>
      </p:sp>
      <p:pic>
        <p:nvPicPr>
          <p:cNvPr id="3" name="Picture 2" descr="A diagram of a machine&#10;&#10;AI-generated content may be incorrect.">
            <a:extLst>
              <a:ext uri="{FF2B5EF4-FFF2-40B4-BE49-F238E27FC236}">
                <a16:creationId xmlns:a16="http://schemas.microsoft.com/office/drawing/2014/main" id="{B7BBF16E-97CF-1187-A2D4-5BA6C3897828}"/>
              </a:ext>
            </a:extLst>
          </p:cNvPr>
          <p:cNvPicPr>
            <a:picLocks noChangeAspect="1"/>
          </p:cNvPicPr>
          <p:nvPr/>
        </p:nvPicPr>
        <p:blipFill>
          <a:blip r:embed="rId3"/>
          <a:stretch>
            <a:fillRect/>
          </a:stretch>
        </p:blipFill>
        <p:spPr>
          <a:xfrm>
            <a:off x="838200" y="2120265"/>
            <a:ext cx="7010400" cy="4150067"/>
          </a:xfrm>
          <a:prstGeom prst="rect">
            <a:avLst/>
          </a:prstGeom>
        </p:spPr>
      </p:pic>
    </p:spTree>
    <p:extLst>
      <p:ext uri="{BB962C8B-B14F-4D97-AF65-F5344CB8AC3E}">
        <p14:creationId xmlns:p14="http://schemas.microsoft.com/office/powerpoint/2010/main" val="34304323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73322-6DBB-4E69-9685-7EE46A039009}"/>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5066EAFF-7B77-3567-568B-19711A01125C}"/>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a:t>
            </a:r>
          </a:p>
        </p:txBody>
      </p:sp>
      <p:sp>
        <p:nvSpPr>
          <p:cNvPr id="31747" name="Rectangle 3">
            <a:extLst>
              <a:ext uri="{FF2B5EF4-FFF2-40B4-BE49-F238E27FC236}">
                <a16:creationId xmlns:a16="http://schemas.microsoft.com/office/drawing/2014/main" id="{628A7119-0BC3-8C15-83D4-B93390047AA0}"/>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nơ-ron</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Mạng nơ-ron nhân tạo</a:t>
            </a:r>
          </a:p>
        </p:txBody>
      </p:sp>
      <p:pic>
        <p:nvPicPr>
          <p:cNvPr id="3" name="Picture 2" descr="A diagram of a machine&#10;&#10;AI-generated content may be incorrect.">
            <a:extLst>
              <a:ext uri="{FF2B5EF4-FFF2-40B4-BE49-F238E27FC236}">
                <a16:creationId xmlns:a16="http://schemas.microsoft.com/office/drawing/2014/main" id="{97D837A2-BACB-37B7-D5A4-B982584A8DF2}"/>
              </a:ext>
            </a:extLst>
          </p:cNvPr>
          <p:cNvPicPr>
            <a:picLocks noChangeAspect="1"/>
          </p:cNvPicPr>
          <p:nvPr/>
        </p:nvPicPr>
        <p:blipFill>
          <a:blip r:embed="rId3"/>
          <a:stretch>
            <a:fillRect/>
          </a:stretch>
        </p:blipFill>
        <p:spPr>
          <a:xfrm>
            <a:off x="838200" y="2120265"/>
            <a:ext cx="7010400" cy="4150067"/>
          </a:xfrm>
          <a:prstGeom prst="rect">
            <a:avLst/>
          </a:prstGeom>
        </p:spPr>
      </p:pic>
    </p:spTree>
    <p:extLst>
      <p:ext uri="{BB962C8B-B14F-4D97-AF65-F5344CB8AC3E}">
        <p14:creationId xmlns:p14="http://schemas.microsoft.com/office/powerpoint/2010/main" val="20276321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2B750-486A-69EB-5258-8CC10431EEB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D8AFB12F-0DE6-F9F5-BEE8-D50C1D0644EF}"/>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a:t>
            </a:r>
          </a:p>
        </p:txBody>
      </p:sp>
      <p:sp>
        <p:nvSpPr>
          <p:cNvPr id="31747" name="Rectangle 3">
            <a:extLst>
              <a:ext uri="{FF2B5EF4-FFF2-40B4-BE49-F238E27FC236}">
                <a16:creationId xmlns:a16="http://schemas.microsoft.com/office/drawing/2014/main" id="{390AA458-49AE-41D8-FB0A-C83976124093}"/>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nơ-ron</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Mạng nơ-ron nhân tạo</a:t>
            </a:r>
          </a:p>
        </p:txBody>
      </p:sp>
      <p:pic>
        <p:nvPicPr>
          <p:cNvPr id="2" name="Picture 1" descr="A diagram of a machine&#10;&#10;AI-generated content may be incorrect.">
            <a:extLst>
              <a:ext uri="{FF2B5EF4-FFF2-40B4-BE49-F238E27FC236}">
                <a16:creationId xmlns:a16="http://schemas.microsoft.com/office/drawing/2014/main" id="{2743297C-479A-4030-5401-F98CE92AAAD4}"/>
              </a:ext>
            </a:extLst>
          </p:cNvPr>
          <p:cNvPicPr>
            <a:picLocks noChangeAspect="1"/>
          </p:cNvPicPr>
          <p:nvPr/>
        </p:nvPicPr>
        <p:blipFill>
          <a:blip r:embed="rId3"/>
          <a:stretch>
            <a:fillRect/>
          </a:stretch>
        </p:blipFill>
        <p:spPr>
          <a:xfrm>
            <a:off x="838200" y="2162680"/>
            <a:ext cx="7010400" cy="3994280"/>
          </a:xfrm>
          <a:prstGeom prst="rect">
            <a:avLst/>
          </a:prstGeom>
        </p:spPr>
      </p:pic>
    </p:spTree>
    <p:extLst>
      <p:ext uri="{BB962C8B-B14F-4D97-AF65-F5344CB8AC3E}">
        <p14:creationId xmlns:p14="http://schemas.microsoft.com/office/powerpoint/2010/main" val="20551229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CFAC5-1CBF-3907-CE4F-BD3A9D527FAB}"/>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6E9E3C68-440A-247E-C57A-0E3E7D86CBCD}"/>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BB51C566-A203-118A-FE70-CE1F0C4ABD77}"/>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nơ-ron</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Huấn luyện (Training): </a:t>
                </a:r>
                <a:r>
                  <a:rPr lang="en-US" sz="2400">
                    <a:latin typeface="Times New Roman" panose="02020603050405020304" pitchFamily="18" charset="0"/>
                    <a:cs typeface="Times New Roman" panose="02020603050405020304" pitchFamily="18" charset="0"/>
                  </a:rPr>
                  <a:t>Là một thủ tục dùng để thay đổi các trọng số và bias nhằm mục đích huấn luyện mạng để thực hiện một số nhiệm vụ.</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Có 3 loại luật học</a:t>
                </a:r>
                <a:r>
                  <a:rPr lang="en-US" sz="2400">
                    <a:latin typeface="Times New Roman" panose="02020603050405020304" pitchFamily="18" charset="0"/>
                    <a:cs typeface="Times New Roman" panose="02020603050405020304" pitchFamily="18" charset="0"/>
                  </a:rPr>
                  <a:t>:</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Học có giám sát</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Học không có giám sát</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Học gia cố</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Học có giám sát</a:t>
                </a:r>
                <a:r>
                  <a:rPr lang="en-US" sz="2400">
                    <a:latin typeface="Times New Roman" panose="02020603050405020304" pitchFamily="18" charset="0"/>
                    <a:cs typeface="Times New Roman" panose="02020603050405020304" pitchFamily="18" charset="0"/>
                  </a:rPr>
                  <a:t>:</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Mẫu huấn luyện {</a:t>
                </a:r>
                <a14:m>
                  <m:oMath xmlns:m="http://schemas.openxmlformats.org/officeDocument/2006/math">
                    <m:sSub>
                      <m:sSubPr>
                        <m:ctrlPr>
                          <a:rPr lang="en-US" sz="2400" i="1" smtClean="0">
                            <a:latin typeface="Cambria Math" panose="02040503050406030204" pitchFamily="18" charset="0"/>
                            <a:cs typeface="Times New Roman" panose="02020603050405020304" pitchFamily="18" charset="0"/>
                          </a:rPr>
                        </m:ctrlPr>
                      </m:sSubPr>
                      <m:e>
                        <m:r>
                          <a:rPr lang="en-US" sz="2400" b="1" i="1" smtClean="0">
                            <a:latin typeface="Cambria Math" panose="02040503050406030204" pitchFamily="18" charset="0"/>
                            <a:cs typeface="Times New Roman" panose="02020603050405020304" pitchFamily="18" charset="0"/>
                          </a:rPr>
                          <m:t>𝒑</m:t>
                        </m:r>
                      </m:e>
                      <m:sub>
                        <m:r>
                          <a:rPr lang="en-US" sz="2400" b="0" i="1" smtClean="0">
                            <a:latin typeface="Cambria Math" panose="02040503050406030204" pitchFamily="18" charset="0"/>
                            <a:cs typeface="Times New Roman" panose="02020603050405020304" pitchFamily="18" charset="0"/>
                          </a:rPr>
                          <m:t>1</m:t>
                        </m:r>
                      </m:sub>
                    </m:sSub>
                  </m:oMath>
                </a14:m>
                <a:r>
                  <a:rPr lang="en-US" sz="240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b="1" i="1" smtClean="0">
                            <a:latin typeface="Cambria Math" panose="02040503050406030204" pitchFamily="18" charset="0"/>
                            <a:cs typeface="Times New Roman" panose="02020603050405020304" pitchFamily="18" charset="0"/>
                          </a:rPr>
                          <m:t>𝒕</m:t>
                        </m:r>
                      </m:e>
                      <m:sub>
                        <m:r>
                          <a:rPr lang="en-US" sz="2400" i="1">
                            <a:latin typeface="Cambria Math" panose="02040503050406030204" pitchFamily="18" charset="0"/>
                            <a:cs typeface="Times New Roman" panose="02020603050405020304" pitchFamily="18" charset="0"/>
                          </a:rPr>
                          <m:t>1</m:t>
                        </m:r>
                      </m:sub>
                    </m:sSub>
                  </m:oMath>
                </a14:m>
                <a:r>
                  <a:rPr lang="en-US" sz="2400">
                    <a:latin typeface="Times New Roman" panose="02020603050405020304" pitchFamily="18" charset="0"/>
                    <a:cs typeface="Times New Roman" panose="02020603050405020304" pitchFamily="18" charset="0"/>
                  </a:rPr>
                  <a:t>} ,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b="1" i="1">
                            <a:latin typeface="Cambria Math" panose="02040503050406030204" pitchFamily="18" charset="0"/>
                            <a:cs typeface="Times New Roman" panose="02020603050405020304" pitchFamily="18" charset="0"/>
                          </a:rPr>
                          <m:t>𝒑</m:t>
                        </m:r>
                      </m:e>
                      <m:sub>
                        <m:r>
                          <a:rPr lang="en-US" sz="2400" b="0" i="1" smtClean="0">
                            <a:latin typeface="Cambria Math" panose="02040503050406030204" pitchFamily="18" charset="0"/>
                            <a:cs typeface="Times New Roman" panose="02020603050405020304" pitchFamily="18" charset="0"/>
                          </a:rPr>
                          <m:t>2</m:t>
                        </m:r>
                      </m:sub>
                    </m:sSub>
                  </m:oMath>
                </a14:m>
                <a:r>
                  <a:rPr lang="en-US" sz="240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b="1" i="1">
                            <a:latin typeface="Cambria Math" panose="02040503050406030204" pitchFamily="18" charset="0"/>
                            <a:cs typeface="Times New Roman" panose="02020603050405020304" pitchFamily="18" charset="0"/>
                          </a:rPr>
                          <m:t>𝒕</m:t>
                        </m:r>
                      </m:e>
                      <m:sub>
                        <m:r>
                          <a:rPr lang="en-US" sz="2400" b="0" i="1" smtClean="0">
                            <a:latin typeface="Cambria Math" panose="02040503050406030204" pitchFamily="18" charset="0"/>
                            <a:cs typeface="Times New Roman" panose="02020603050405020304" pitchFamily="18" charset="0"/>
                          </a:rPr>
                          <m:t>2</m:t>
                        </m:r>
                      </m:sub>
                    </m:sSub>
                  </m:oMath>
                </a14:m>
                <a:r>
                  <a:rPr lang="en-US" sz="2400">
                    <a:latin typeface="Times New Roman" panose="02020603050405020304" pitchFamily="18" charset="0"/>
                    <a:cs typeface="Times New Roman" panose="02020603050405020304" pitchFamily="18" charset="0"/>
                  </a:rPr>
                  <a:t>} , … ,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b="1" i="1">
                            <a:latin typeface="Cambria Math" panose="02040503050406030204" pitchFamily="18" charset="0"/>
                            <a:cs typeface="Times New Roman" panose="02020603050405020304" pitchFamily="18" charset="0"/>
                          </a:rPr>
                          <m:t>𝒑</m:t>
                        </m:r>
                      </m:e>
                      <m:sub>
                        <m:r>
                          <a:rPr lang="en-US" sz="2400" b="0" i="1" smtClean="0">
                            <a:latin typeface="Cambria Math" panose="02040503050406030204" pitchFamily="18" charset="0"/>
                            <a:cs typeface="Times New Roman" panose="02020603050405020304" pitchFamily="18" charset="0"/>
                          </a:rPr>
                          <m:t>𝑄</m:t>
                        </m:r>
                      </m:sub>
                    </m:sSub>
                  </m:oMath>
                </a14:m>
                <a:r>
                  <a:rPr lang="en-US" sz="240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b="1" i="1">
                            <a:latin typeface="Cambria Math" panose="02040503050406030204" pitchFamily="18" charset="0"/>
                            <a:cs typeface="Times New Roman" panose="02020603050405020304" pitchFamily="18" charset="0"/>
                          </a:rPr>
                          <m:t>𝒕</m:t>
                        </m:r>
                      </m:e>
                      <m:sub>
                        <m:r>
                          <a:rPr lang="en-US" sz="2400" b="0" i="1" smtClean="0">
                            <a:latin typeface="Cambria Math" panose="02040503050406030204" pitchFamily="18" charset="0"/>
                            <a:cs typeface="Times New Roman" panose="02020603050405020304" pitchFamily="18" charset="0"/>
                          </a:rPr>
                          <m:t>𝑄</m:t>
                        </m:r>
                      </m:sub>
                    </m:sSub>
                  </m:oMath>
                </a14:m>
                <a:r>
                  <a:rPr lang="en-US" sz="2400">
                    <a:latin typeface="Times New Roman" panose="02020603050405020304" pitchFamily="18" charset="0"/>
                    <a:cs typeface="Times New Roman" panose="02020603050405020304" pitchFamily="18" charset="0"/>
                  </a:rPr>
                  <a:t>} </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Điều chỉnh các trọng số và bias sao cho đầu ra của mạng nơ-ron bám lấy đầu ra mẫu.</a:t>
                </a:r>
              </a:p>
              <a:p>
                <a:pPr marL="800100" lvl="1" indent="-342900">
                  <a:buFont typeface="Arial" panose="020B0604020202020204" pitchFamily="34" charset="0"/>
                  <a:buChar char="•"/>
                </a:pPr>
                <a:endParaRPr lang="en-US" sz="2400" b="1">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BB51C566-A203-118A-FE70-CE1F0C4ABD77}"/>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2706182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C67A7-20B0-C3E5-4C5C-27652B9F9D05}"/>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C326BA3-2403-23D8-D42A-9F9DCF6F0D82}"/>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17823790-FC00-BD3A-6D93-DAC691895D66}"/>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nơ-ron</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Huấn luyện (Training):</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Xét mạng có </a:t>
                </a:r>
                <a:r>
                  <a:rPr lang="en-US" sz="2400" i="1">
                    <a:latin typeface="Times New Roman" panose="02020603050405020304" pitchFamily="18" charset="0"/>
                    <a:cs typeface="Times New Roman" panose="02020603050405020304" pitchFamily="18" charset="0"/>
                  </a:rPr>
                  <a:t>M </a:t>
                </a:r>
                <a:r>
                  <a:rPr lang="en-US" sz="2400">
                    <a:latin typeface="Times New Roman" panose="02020603050405020304" pitchFamily="18" charset="0"/>
                    <a:cs typeface="Times New Roman" panose="02020603050405020304" pitchFamily="18" charset="0"/>
                  </a:rPr>
                  <a:t>lớp, </a:t>
                </a:r>
                <a:r>
                  <a:rPr lang="en-US" sz="2400" i="1">
                    <a:latin typeface="Times New Roman" panose="02020603050405020304" pitchFamily="18" charset="0"/>
                    <a:cs typeface="Times New Roman" panose="02020603050405020304" pitchFamily="18" charset="0"/>
                  </a:rPr>
                  <a:t>R </a:t>
                </a:r>
                <a:r>
                  <a:rPr lang="en-US" sz="2400">
                    <a:latin typeface="Times New Roman" panose="02020603050405020304" pitchFamily="18" charset="0"/>
                    <a:cs typeface="Times New Roman" panose="02020603050405020304" pitchFamily="18" charset="0"/>
                  </a:rPr>
                  <a:t>đầu vào và </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𝑆</m:t>
                        </m:r>
                      </m:e>
                      <m:sup>
                        <m:r>
                          <a:rPr lang="en-US" sz="2400" b="0" i="1" smtClean="0">
                            <a:latin typeface="Cambria Math" panose="02040503050406030204" pitchFamily="18" charset="0"/>
                          </a:rPr>
                          <m:t>𝑀</m:t>
                        </m:r>
                      </m:sup>
                    </m:sSup>
                  </m:oMath>
                </a14:m>
                <a:r>
                  <a:rPr lang="en-US" sz="2400">
                    <a:latin typeface="Times New Roman" panose="02020603050405020304" pitchFamily="18" charset="0"/>
                    <a:cs typeface="Times New Roman" panose="02020603050405020304" pitchFamily="18" charset="0"/>
                  </a:rPr>
                  <a:t>đầu ra. </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Tập mẫu: </a:t>
                </a:r>
                <a:r>
                  <a:rPr lang="el-GR" sz="2400">
                    <a:latin typeface="Times New Roman" panose="02020603050405020304" pitchFamily="18" charset="0"/>
                    <a:cs typeface="Times New Roman" panose="02020603050405020304" pitchFamily="18" charset="0"/>
                  </a:rPr>
                  <a:t>Ω = </a:t>
                </a:r>
                <a:r>
                  <a:rPr lang="en-US" sz="2400" i="1">
                    <a:latin typeface="Times New Roman" panose="02020603050405020304" pitchFamily="18" charset="0"/>
                    <a:cs typeface="Times New Roman" panose="02020603050405020304" pitchFamily="18" charset="0"/>
                  </a:rPr>
                  <a:t>{</a:t>
                </a:r>
                <a:r>
                  <a:rPr lang="en-US" sz="2400">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b="1" i="1">
                            <a:latin typeface="Cambria Math" panose="02040503050406030204" pitchFamily="18" charset="0"/>
                            <a:cs typeface="Times New Roman" panose="02020603050405020304" pitchFamily="18" charset="0"/>
                          </a:rPr>
                          <m:t>𝒑</m:t>
                        </m:r>
                      </m:e>
                      <m:sub>
                        <m:r>
                          <a:rPr lang="en-US" sz="2400" b="0" i="1" smtClean="0">
                            <a:latin typeface="Cambria Math" panose="02040503050406030204" pitchFamily="18" charset="0"/>
                            <a:cs typeface="Times New Roman" panose="02020603050405020304" pitchFamily="18" charset="0"/>
                          </a:rPr>
                          <m:t>𝑖</m:t>
                        </m:r>
                      </m:sub>
                    </m:sSub>
                  </m:oMath>
                </a14:m>
                <a:r>
                  <a:rPr lang="en-US" sz="240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b="1" i="1">
                            <a:latin typeface="Cambria Math" panose="02040503050406030204" pitchFamily="18" charset="0"/>
                            <a:cs typeface="Times New Roman" panose="02020603050405020304" pitchFamily="18" charset="0"/>
                          </a:rPr>
                          <m:t>𝒕</m:t>
                        </m:r>
                      </m:e>
                      <m:sub>
                        <m:r>
                          <a:rPr lang="en-US" sz="2400" b="0" i="1" smtClean="0">
                            <a:latin typeface="Cambria Math" panose="02040503050406030204" pitchFamily="18" charset="0"/>
                            <a:cs typeface="Times New Roman" panose="02020603050405020304" pitchFamily="18" charset="0"/>
                          </a:rPr>
                          <m:t>𝑖</m:t>
                        </m:r>
                      </m:sub>
                    </m:sSub>
                  </m:oMath>
                </a14:m>
                <a:r>
                  <a:rPr lang="en-US" sz="2400">
                    <a:latin typeface="Times New Roman" panose="02020603050405020304" pitchFamily="18" charset="0"/>
                    <a:cs typeface="Times New Roman" panose="02020603050405020304" pitchFamily="18" charset="0"/>
                  </a:rPr>
                  <a:t>}: i = 1, …, Q</a:t>
                </a:r>
                <a:r>
                  <a:rPr lang="en-US" sz="2400" i="1">
                    <a:latin typeface="Times New Roman" panose="02020603050405020304" pitchFamily="18" charset="0"/>
                    <a:cs typeface="Times New Roman" panose="02020603050405020304" pitchFamily="18" charset="0"/>
                  </a:rPr>
                  <a:t>}</a:t>
                </a:r>
                <a:r>
                  <a:rPr lang="en-US" sz="240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b="1" i="1">
                            <a:latin typeface="Cambria Math" panose="02040503050406030204" pitchFamily="18" charset="0"/>
                            <a:cs typeface="Times New Roman" panose="02020603050405020304" pitchFamily="18" charset="0"/>
                          </a:rPr>
                          <m:t>𝒑</m:t>
                        </m:r>
                      </m:e>
                      <m:sub>
                        <m:r>
                          <a:rPr lang="en-US" sz="2400" i="1">
                            <a:latin typeface="Cambria Math" panose="02040503050406030204" pitchFamily="18" charset="0"/>
                            <a:cs typeface="Times New Roman" panose="02020603050405020304" pitchFamily="18" charset="0"/>
                          </a:rPr>
                          <m:t>𝑖</m:t>
                        </m:r>
                      </m:sub>
                    </m:sSub>
                  </m:oMath>
                </a14:m>
                <a:r>
                  <a:rPr lang="en-US" sz="2400" i="1">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 đầu vào mẫu và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b="1" i="1">
                            <a:latin typeface="Cambria Math" panose="02040503050406030204" pitchFamily="18" charset="0"/>
                            <a:cs typeface="Times New Roman" panose="02020603050405020304" pitchFamily="18" charset="0"/>
                          </a:rPr>
                          <m:t>𝒕</m:t>
                        </m:r>
                      </m:e>
                      <m:sub>
                        <m:r>
                          <a:rPr lang="en-US" sz="2400" i="1">
                            <a:latin typeface="Cambria Math" panose="02040503050406030204" pitchFamily="18" charset="0"/>
                            <a:cs typeface="Times New Roman" panose="02020603050405020304" pitchFamily="18" charset="0"/>
                          </a:rPr>
                          <m:t>𝑖</m:t>
                        </m:r>
                      </m:sub>
                    </m:sSub>
                  </m:oMath>
                </a14:m>
                <a:r>
                  <a:rPr lang="en-US" sz="2400" i="1">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 đầu ra mẫu (đích).</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Hàm mục tiêu: </a:t>
                </a:r>
                <a:br>
                  <a:rPr lang="en-US" sz="2400">
                    <a:latin typeface="Times New Roman" panose="02020603050405020304" pitchFamily="18" charset="0"/>
                    <a:cs typeface="Times New Roman" panose="02020603050405020304" pitchFamily="18" charset="0"/>
                  </a:rPr>
                </a:br>
                <a:endParaRPr lang="en-US" sz="2400" b="1">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17823790-FC00-BD3A-6D93-DAC691895D66}"/>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3" name="Picture 2">
            <a:extLst>
              <a:ext uri="{FF2B5EF4-FFF2-40B4-BE49-F238E27FC236}">
                <a16:creationId xmlns:a16="http://schemas.microsoft.com/office/drawing/2014/main" id="{F5705D6E-BFE1-39ED-8C5A-8374DF38624E}"/>
              </a:ext>
            </a:extLst>
          </p:cNvPr>
          <p:cNvPicPr>
            <a:picLocks noChangeAspect="1"/>
          </p:cNvPicPr>
          <p:nvPr/>
        </p:nvPicPr>
        <p:blipFill>
          <a:blip r:embed="rId4"/>
          <a:stretch>
            <a:fillRect/>
          </a:stretch>
        </p:blipFill>
        <p:spPr>
          <a:xfrm>
            <a:off x="3124200" y="3308706"/>
            <a:ext cx="2831778" cy="1068432"/>
          </a:xfrm>
          <a:prstGeom prst="rect">
            <a:avLst/>
          </a:prstGeom>
        </p:spPr>
      </p:pic>
      <p:pic>
        <p:nvPicPr>
          <p:cNvPr id="5" name="Picture 4">
            <a:extLst>
              <a:ext uri="{FF2B5EF4-FFF2-40B4-BE49-F238E27FC236}">
                <a16:creationId xmlns:a16="http://schemas.microsoft.com/office/drawing/2014/main" id="{8BEF0615-41DD-C32A-662E-3443B687A500}"/>
              </a:ext>
            </a:extLst>
          </p:cNvPr>
          <p:cNvPicPr>
            <a:picLocks noChangeAspect="1"/>
          </p:cNvPicPr>
          <p:nvPr/>
        </p:nvPicPr>
        <p:blipFill>
          <a:blip r:embed="rId5"/>
          <a:stretch>
            <a:fillRect/>
          </a:stretch>
        </p:blipFill>
        <p:spPr>
          <a:xfrm>
            <a:off x="2068286" y="4474791"/>
            <a:ext cx="1219200" cy="451556"/>
          </a:xfrm>
          <a:prstGeom prst="rect">
            <a:avLst/>
          </a:prstGeom>
        </p:spPr>
      </p:pic>
      <p:pic>
        <p:nvPicPr>
          <p:cNvPr id="7" name="Picture 6">
            <a:extLst>
              <a:ext uri="{FF2B5EF4-FFF2-40B4-BE49-F238E27FC236}">
                <a16:creationId xmlns:a16="http://schemas.microsoft.com/office/drawing/2014/main" id="{B3CDCB49-6711-4036-8580-9AE1F660F579}"/>
              </a:ext>
            </a:extLst>
          </p:cNvPr>
          <p:cNvPicPr>
            <a:picLocks noChangeAspect="1"/>
          </p:cNvPicPr>
          <p:nvPr/>
        </p:nvPicPr>
        <p:blipFill>
          <a:blip r:embed="rId6"/>
          <a:stretch>
            <a:fillRect/>
          </a:stretch>
        </p:blipFill>
        <p:spPr>
          <a:xfrm>
            <a:off x="2057400" y="4909540"/>
            <a:ext cx="1624013" cy="472717"/>
          </a:xfrm>
          <a:prstGeom prst="rect">
            <a:avLst/>
          </a:prstGeom>
        </p:spPr>
      </p:pic>
      <p:pic>
        <p:nvPicPr>
          <p:cNvPr id="9" name="Picture 8">
            <a:extLst>
              <a:ext uri="{FF2B5EF4-FFF2-40B4-BE49-F238E27FC236}">
                <a16:creationId xmlns:a16="http://schemas.microsoft.com/office/drawing/2014/main" id="{8C1CA2E8-695B-0280-52BE-9DF037044F89}"/>
              </a:ext>
            </a:extLst>
          </p:cNvPr>
          <p:cNvPicPr>
            <a:picLocks noChangeAspect="1"/>
          </p:cNvPicPr>
          <p:nvPr/>
        </p:nvPicPr>
        <p:blipFill>
          <a:blip r:embed="rId7"/>
          <a:stretch>
            <a:fillRect/>
          </a:stretch>
        </p:blipFill>
        <p:spPr>
          <a:xfrm>
            <a:off x="1928949" y="5448977"/>
            <a:ext cx="4419600" cy="399189"/>
          </a:xfrm>
          <a:prstGeom prst="rect">
            <a:avLst/>
          </a:prstGeom>
        </p:spPr>
      </p:pic>
    </p:spTree>
    <p:extLst>
      <p:ext uri="{BB962C8B-B14F-4D97-AF65-F5344CB8AC3E}">
        <p14:creationId xmlns:p14="http://schemas.microsoft.com/office/powerpoint/2010/main" val="28720994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AB3F2-9B8E-F787-BE57-8D7311FDBDBF}"/>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43DEC27-4FF6-8757-C3F5-551ABD9D7692}"/>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8F62974F-D3CA-95AE-D997-B40C9A8EE2B6}"/>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nơ-ron</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Huấn luyện (Training):</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Phương pháp gradient:</a:t>
                </a:r>
              </a:p>
              <a:p>
                <a:pPr marL="1314450" lvl="3" indent="0"/>
                <a:r>
                  <a:rPr lang="en-US" sz="2400">
                    <a:latin typeface="Times New Roman" panose="02020603050405020304" pitchFamily="18" charset="0"/>
                    <a:cs typeface="Times New Roman" panose="02020603050405020304" pitchFamily="18" charset="0"/>
                  </a:rPr>
                  <a:t>For k = 1:K </a:t>
                </a:r>
              </a:p>
              <a:p>
                <a:pPr marL="1771650" lvl="4" indent="0"/>
                <a:r>
                  <a:rPr lang="en-US" sz="2400">
                    <a:latin typeface="Times New Roman" panose="02020603050405020304" pitchFamily="18" charset="0"/>
                    <a:cs typeface="Times New Roman" panose="02020603050405020304" pitchFamily="18" charset="0"/>
                  </a:rPr>
                  <a:t>For q </a:t>
                </a:r>
                <a14:m>
                  <m:oMath xmlns:m="http://schemas.openxmlformats.org/officeDocument/2006/math">
                    <m:r>
                      <a:rPr lang="en-US" sz="240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𝑚𝑖𝑛𝑖</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𝑏𝑎𝑡𝑐h</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𝑠𝑎𝑚𝑝𝑙𝑒𝑠</m:t>
                    </m:r>
                  </m:oMath>
                </a14:m>
                <a:endParaRPr lang="en-US" sz="24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8F62974F-D3CA-95AE-D997-B40C9A8EE2B6}"/>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4" name="Picture 3">
            <a:extLst>
              <a:ext uri="{FF2B5EF4-FFF2-40B4-BE49-F238E27FC236}">
                <a16:creationId xmlns:a16="http://schemas.microsoft.com/office/drawing/2014/main" id="{4AABE402-DD8B-2851-FDE0-16FADC4AF3FB}"/>
              </a:ext>
            </a:extLst>
          </p:cNvPr>
          <p:cNvPicPr>
            <a:picLocks noChangeAspect="1"/>
          </p:cNvPicPr>
          <p:nvPr/>
        </p:nvPicPr>
        <p:blipFill>
          <a:blip r:embed="rId4"/>
          <a:stretch>
            <a:fillRect/>
          </a:stretch>
        </p:blipFill>
        <p:spPr>
          <a:xfrm>
            <a:off x="2438400" y="3141172"/>
            <a:ext cx="6590999" cy="3137390"/>
          </a:xfrm>
          <a:prstGeom prst="rect">
            <a:avLst/>
          </a:prstGeom>
        </p:spPr>
      </p:pic>
    </p:spTree>
    <p:extLst>
      <p:ext uri="{BB962C8B-B14F-4D97-AF65-F5344CB8AC3E}">
        <p14:creationId xmlns:p14="http://schemas.microsoft.com/office/powerpoint/2010/main" val="31257687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0E60A-A61E-A15D-3CCC-7C38A6411E4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60BF479-897F-832C-7262-6202060B76F4}"/>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a:t>
            </a:r>
          </a:p>
        </p:txBody>
      </p:sp>
      <p:sp>
        <p:nvSpPr>
          <p:cNvPr id="31747" name="Rectangle 3">
            <a:extLst>
              <a:ext uri="{FF2B5EF4-FFF2-40B4-BE49-F238E27FC236}">
                <a16:creationId xmlns:a16="http://schemas.microsoft.com/office/drawing/2014/main" id="{34B1D5F2-37C2-570C-3974-81F80B150494}"/>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nơ-ron</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Huấn luyện (Training):</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Tính gradient dựa trên quy tắc chuỗi</a:t>
            </a:r>
          </a:p>
        </p:txBody>
      </p:sp>
      <p:pic>
        <p:nvPicPr>
          <p:cNvPr id="3" name="Picture 2">
            <a:extLst>
              <a:ext uri="{FF2B5EF4-FFF2-40B4-BE49-F238E27FC236}">
                <a16:creationId xmlns:a16="http://schemas.microsoft.com/office/drawing/2014/main" id="{7B9C70F6-FC2F-478C-5FB3-100336A18CBF}"/>
              </a:ext>
            </a:extLst>
          </p:cNvPr>
          <p:cNvPicPr>
            <a:picLocks noChangeAspect="1"/>
          </p:cNvPicPr>
          <p:nvPr/>
        </p:nvPicPr>
        <p:blipFill>
          <a:blip r:embed="rId3"/>
          <a:stretch>
            <a:fillRect/>
          </a:stretch>
        </p:blipFill>
        <p:spPr>
          <a:xfrm>
            <a:off x="2424113" y="2572383"/>
            <a:ext cx="2909888" cy="3271204"/>
          </a:xfrm>
          <a:prstGeom prst="rect">
            <a:avLst/>
          </a:prstGeom>
        </p:spPr>
      </p:pic>
    </p:spTree>
    <p:extLst>
      <p:ext uri="{BB962C8B-B14F-4D97-AF65-F5344CB8AC3E}">
        <p14:creationId xmlns:p14="http://schemas.microsoft.com/office/powerpoint/2010/main" val="26374604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B826C-9C5D-8F6E-89E1-3F14A3A0C7F2}"/>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C331A902-2CD7-6328-CEA6-F4D93006A1DC}"/>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a:t>
            </a:r>
          </a:p>
        </p:txBody>
      </p:sp>
      <p:sp>
        <p:nvSpPr>
          <p:cNvPr id="31747" name="Rectangle 3">
            <a:extLst>
              <a:ext uri="{FF2B5EF4-FFF2-40B4-BE49-F238E27FC236}">
                <a16:creationId xmlns:a16="http://schemas.microsoft.com/office/drawing/2014/main" id="{9F7731AF-8935-2A04-F6A0-88D4CA11AE95}"/>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nơ-ron</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Huấn luyện (Training):</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Tính gradient dựa trên quy tắc chuỗi</a:t>
            </a:r>
          </a:p>
          <a:p>
            <a:pPr marL="1314450" lvl="3" indent="0"/>
            <a:r>
              <a:rPr lang="en-US" sz="2400">
                <a:latin typeface="Times New Roman" panose="02020603050405020304" pitchFamily="18" charset="0"/>
                <a:cs typeface="Times New Roman" panose="02020603050405020304" pitchFamily="18" charset="0"/>
              </a:rPr>
              <a:t>Ký hiệu: </a:t>
            </a:r>
          </a:p>
        </p:txBody>
      </p:sp>
      <p:pic>
        <p:nvPicPr>
          <p:cNvPr id="4" name="Picture 3">
            <a:extLst>
              <a:ext uri="{FF2B5EF4-FFF2-40B4-BE49-F238E27FC236}">
                <a16:creationId xmlns:a16="http://schemas.microsoft.com/office/drawing/2014/main" id="{6019E8A2-47DD-B642-F07F-20B6C6CFEC1D}"/>
              </a:ext>
            </a:extLst>
          </p:cNvPr>
          <p:cNvPicPr>
            <a:picLocks noChangeAspect="1"/>
          </p:cNvPicPr>
          <p:nvPr/>
        </p:nvPicPr>
        <p:blipFill>
          <a:blip r:embed="rId3"/>
          <a:stretch>
            <a:fillRect/>
          </a:stretch>
        </p:blipFill>
        <p:spPr>
          <a:xfrm>
            <a:off x="3048000" y="2514600"/>
            <a:ext cx="1209675" cy="681311"/>
          </a:xfrm>
          <a:prstGeom prst="rect">
            <a:avLst/>
          </a:prstGeom>
        </p:spPr>
      </p:pic>
      <p:pic>
        <p:nvPicPr>
          <p:cNvPr id="6" name="Picture 5">
            <a:extLst>
              <a:ext uri="{FF2B5EF4-FFF2-40B4-BE49-F238E27FC236}">
                <a16:creationId xmlns:a16="http://schemas.microsoft.com/office/drawing/2014/main" id="{C715B9A6-4569-239F-45C9-9C8581FB757F}"/>
              </a:ext>
            </a:extLst>
          </p:cNvPr>
          <p:cNvPicPr>
            <a:picLocks noChangeAspect="1"/>
          </p:cNvPicPr>
          <p:nvPr/>
        </p:nvPicPr>
        <p:blipFill>
          <a:blip r:embed="rId4"/>
          <a:stretch>
            <a:fillRect/>
          </a:stretch>
        </p:blipFill>
        <p:spPr>
          <a:xfrm>
            <a:off x="2971800" y="3195911"/>
            <a:ext cx="4586288" cy="735608"/>
          </a:xfrm>
          <a:prstGeom prst="rect">
            <a:avLst/>
          </a:prstGeom>
        </p:spPr>
      </p:pic>
      <p:pic>
        <p:nvPicPr>
          <p:cNvPr id="8" name="Picture 7">
            <a:extLst>
              <a:ext uri="{FF2B5EF4-FFF2-40B4-BE49-F238E27FC236}">
                <a16:creationId xmlns:a16="http://schemas.microsoft.com/office/drawing/2014/main" id="{D730D05A-2638-F2DC-B3FD-B3583EA4774A}"/>
              </a:ext>
            </a:extLst>
          </p:cNvPr>
          <p:cNvPicPr>
            <a:picLocks noChangeAspect="1"/>
          </p:cNvPicPr>
          <p:nvPr/>
        </p:nvPicPr>
        <p:blipFill>
          <a:blip r:embed="rId5"/>
          <a:stretch>
            <a:fillRect/>
          </a:stretch>
        </p:blipFill>
        <p:spPr>
          <a:xfrm>
            <a:off x="2315369" y="4001791"/>
            <a:ext cx="5715000" cy="1725737"/>
          </a:xfrm>
          <a:prstGeom prst="rect">
            <a:avLst/>
          </a:prstGeom>
        </p:spPr>
      </p:pic>
    </p:spTree>
    <p:extLst>
      <p:ext uri="{BB962C8B-B14F-4D97-AF65-F5344CB8AC3E}">
        <p14:creationId xmlns:p14="http://schemas.microsoft.com/office/powerpoint/2010/main" val="25458028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54CA4-8F04-A170-1E4A-8B255DF5788E}"/>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537CF2CB-B1D2-E0AC-AC06-450DBD47DDF3}"/>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a:t>
            </a:r>
          </a:p>
        </p:txBody>
      </p:sp>
      <p:sp>
        <p:nvSpPr>
          <p:cNvPr id="31747" name="Rectangle 3">
            <a:extLst>
              <a:ext uri="{FF2B5EF4-FFF2-40B4-BE49-F238E27FC236}">
                <a16:creationId xmlns:a16="http://schemas.microsoft.com/office/drawing/2014/main" id="{007509CD-DAE2-1157-3D54-2548C2D06104}"/>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nơ-ron</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Huấn luyện (Training):</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Tính gradient dựa trên quy tắc chuỗi</a:t>
            </a:r>
          </a:p>
          <a:p>
            <a:pPr marL="1314450" lvl="3" indent="0"/>
            <a:r>
              <a:rPr lang="en-US" sz="2400">
                <a:latin typeface="Times New Roman" panose="02020603050405020304" pitchFamily="18" charset="0"/>
                <a:cs typeface="Times New Roman" panose="02020603050405020304" pitchFamily="18" charset="0"/>
              </a:rPr>
              <a:t>Các bước tính toán trung gian</a:t>
            </a:r>
          </a:p>
        </p:txBody>
      </p:sp>
      <p:pic>
        <p:nvPicPr>
          <p:cNvPr id="3" name="Picture 2">
            <a:extLst>
              <a:ext uri="{FF2B5EF4-FFF2-40B4-BE49-F238E27FC236}">
                <a16:creationId xmlns:a16="http://schemas.microsoft.com/office/drawing/2014/main" id="{532368B0-F11D-E16E-029F-938D1292586E}"/>
              </a:ext>
            </a:extLst>
          </p:cNvPr>
          <p:cNvPicPr>
            <a:picLocks noChangeAspect="1"/>
          </p:cNvPicPr>
          <p:nvPr/>
        </p:nvPicPr>
        <p:blipFill>
          <a:blip r:embed="rId3"/>
          <a:stretch>
            <a:fillRect/>
          </a:stretch>
        </p:blipFill>
        <p:spPr>
          <a:xfrm>
            <a:off x="3124200" y="2825387"/>
            <a:ext cx="3970686" cy="3333750"/>
          </a:xfrm>
          <a:prstGeom prst="rect">
            <a:avLst/>
          </a:prstGeom>
        </p:spPr>
      </p:pic>
    </p:spTree>
    <p:extLst>
      <p:ext uri="{BB962C8B-B14F-4D97-AF65-F5344CB8AC3E}">
        <p14:creationId xmlns:p14="http://schemas.microsoft.com/office/powerpoint/2010/main" val="1009210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AF05B-51F6-908B-DDBC-DC6C9BA75AB2}"/>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2D35499-15B8-6BB2-2B2E-DCD65D795827}"/>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a:t>
            </a:r>
          </a:p>
        </p:txBody>
      </p:sp>
      <p:sp>
        <p:nvSpPr>
          <p:cNvPr id="31747" name="Rectangle 3">
            <a:extLst>
              <a:ext uri="{FF2B5EF4-FFF2-40B4-BE49-F238E27FC236}">
                <a16:creationId xmlns:a16="http://schemas.microsoft.com/office/drawing/2014/main" id="{0D521C35-0F2C-9503-BB41-799096B05C10}"/>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nơ-ron</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Huấn luyện (Training):</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Tính gradient dựa trên quy tắc chuỗi</a:t>
            </a:r>
          </a:p>
          <a:p>
            <a:pPr marL="1314450" lvl="3" indent="0"/>
            <a:r>
              <a:rPr lang="en-US" sz="2400">
                <a:latin typeface="Times New Roman" panose="02020603050405020304" pitchFamily="18" charset="0"/>
                <a:cs typeface="Times New Roman" panose="02020603050405020304" pitchFamily="18" charset="0"/>
              </a:rPr>
              <a:t>Các bước tính toán trung gian</a:t>
            </a:r>
          </a:p>
        </p:txBody>
      </p:sp>
      <p:pic>
        <p:nvPicPr>
          <p:cNvPr id="4" name="Picture 3">
            <a:extLst>
              <a:ext uri="{FF2B5EF4-FFF2-40B4-BE49-F238E27FC236}">
                <a16:creationId xmlns:a16="http://schemas.microsoft.com/office/drawing/2014/main" id="{B9A0C412-B6B7-AB39-68B7-80A2F9373805}"/>
              </a:ext>
            </a:extLst>
          </p:cNvPr>
          <p:cNvPicPr>
            <a:picLocks noChangeAspect="1"/>
          </p:cNvPicPr>
          <p:nvPr/>
        </p:nvPicPr>
        <p:blipFill>
          <a:blip r:embed="rId3"/>
          <a:stretch>
            <a:fillRect/>
          </a:stretch>
        </p:blipFill>
        <p:spPr>
          <a:xfrm>
            <a:off x="914400" y="2990578"/>
            <a:ext cx="8117330" cy="2676525"/>
          </a:xfrm>
          <a:prstGeom prst="rect">
            <a:avLst/>
          </a:prstGeom>
        </p:spPr>
      </p:pic>
    </p:spTree>
    <p:extLst>
      <p:ext uri="{BB962C8B-B14F-4D97-AF65-F5344CB8AC3E}">
        <p14:creationId xmlns:p14="http://schemas.microsoft.com/office/powerpoint/2010/main" val="18489919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F4CCD-3C6C-F661-D577-63B0A7561C1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84F3163-0846-B252-2649-8FE72F8207F8}"/>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a:t>
            </a:r>
          </a:p>
        </p:txBody>
      </p:sp>
      <p:sp>
        <p:nvSpPr>
          <p:cNvPr id="31747" name="Rectangle 3">
            <a:extLst>
              <a:ext uri="{FF2B5EF4-FFF2-40B4-BE49-F238E27FC236}">
                <a16:creationId xmlns:a16="http://schemas.microsoft.com/office/drawing/2014/main" id="{B4451AC2-6112-5479-3B8E-552B15248F12}"/>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nơ-ron</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Huấn luyện (Training):</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Tính gradient dựa trên quy tắc chuỗi</a:t>
            </a:r>
          </a:p>
        </p:txBody>
      </p:sp>
      <p:pic>
        <p:nvPicPr>
          <p:cNvPr id="3" name="Picture 2">
            <a:extLst>
              <a:ext uri="{FF2B5EF4-FFF2-40B4-BE49-F238E27FC236}">
                <a16:creationId xmlns:a16="http://schemas.microsoft.com/office/drawing/2014/main" id="{B3F66869-8F3D-F543-0159-C10825223F69}"/>
              </a:ext>
            </a:extLst>
          </p:cNvPr>
          <p:cNvPicPr>
            <a:picLocks noChangeAspect="1"/>
          </p:cNvPicPr>
          <p:nvPr/>
        </p:nvPicPr>
        <p:blipFill>
          <a:blip r:embed="rId3"/>
          <a:stretch>
            <a:fillRect/>
          </a:stretch>
        </p:blipFill>
        <p:spPr>
          <a:xfrm>
            <a:off x="4190999" y="3959054"/>
            <a:ext cx="3563983" cy="2733910"/>
          </a:xfrm>
          <a:prstGeom prst="rect">
            <a:avLst/>
          </a:prstGeom>
        </p:spPr>
      </p:pic>
      <p:pic>
        <p:nvPicPr>
          <p:cNvPr id="6" name="Picture 5">
            <a:extLst>
              <a:ext uri="{FF2B5EF4-FFF2-40B4-BE49-F238E27FC236}">
                <a16:creationId xmlns:a16="http://schemas.microsoft.com/office/drawing/2014/main" id="{56394ED7-D087-6173-A623-52C9A4938868}"/>
              </a:ext>
            </a:extLst>
          </p:cNvPr>
          <p:cNvPicPr>
            <a:picLocks noChangeAspect="1"/>
          </p:cNvPicPr>
          <p:nvPr/>
        </p:nvPicPr>
        <p:blipFill>
          <a:blip r:embed="rId4"/>
          <a:stretch>
            <a:fillRect/>
          </a:stretch>
        </p:blipFill>
        <p:spPr>
          <a:xfrm>
            <a:off x="2362200" y="2443496"/>
            <a:ext cx="3810000" cy="495220"/>
          </a:xfrm>
          <a:prstGeom prst="rect">
            <a:avLst/>
          </a:prstGeom>
        </p:spPr>
      </p:pic>
      <p:pic>
        <p:nvPicPr>
          <p:cNvPr id="8" name="Picture 7">
            <a:extLst>
              <a:ext uri="{FF2B5EF4-FFF2-40B4-BE49-F238E27FC236}">
                <a16:creationId xmlns:a16="http://schemas.microsoft.com/office/drawing/2014/main" id="{9A16A112-8C63-D4E4-AC00-8F9CC8C86F4E}"/>
              </a:ext>
            </a:extLst>
          </p:cNvPr>
          <p:cNvPicPr>
            <a:picLocks noChangeAspect="1"/>
          </p:cNvPicPr>
          <p:nvPr/>
        </p:nvPicPr>
        <p:blipFill>
          <a:blip r:embed="rId5"/>
          <a:stretch>
            <a:fillRect/>
          </a:stretch>
        </p:blipFill>
        <p:spPr>
          <a:xfrm>
            <a:off x="4191000" y="3429000"/>
            <a:ext cx="3385360" cy="495220"/>
          </a:xfrm>
          <a:prstGeom prst="rect">
            <a:avLst/>
          </a:prstGeom>
        </p:spPr>
      </p:pic>
      <p:pic>
        <p:nvPicPr>
          <p:cNvPr id="10" name="Picture 9">
            <a:extLst>
              <a:ext uri="{FF2B5EF4-FFF2-40B4-BE49-F238E27FC236}">
                <a16:creationId xmlns:a16="http://schemas.microsoft.com/office/drawing/2014/main" id="{48F0A63A-0C06-1F8E-6254-E3DEEF3F96B8}"/>
              </a:ext>
            </a:extLst>
          </p:cNvPr>
          <p:cNvPicPr>
            <a:picLocks noChangeAspect="1"/>
          </p:cNvPicPr>
          <p:nvPr/>
        </p:nvPicPr>
        <p:blipFill>
          <a:blip r:embed="rId6"/>
          <a:stretch>
            <a:fillRect/>
          </a:stretch>
        </p:blipFill>
        <p:spPr>
          <a:xfrm>
            <a:off x="304799" y="3045078"/>
            <a:ext cx="2860299" cy="2898522"/>
          </a:xfrm>
          <a:prstGeom prst="rect">
            <a:avLst/>
          </a:prstGeom>
          <a:ln>
            <a:solidFill>
              <a:schemeClr val="accent1"/>
            </a:solidFill>
          </a:ln>
        </p:spPr>
      </p:pic>
      <p:sp>
        <p:nvSpPr>
          <p:cNvPr id="11" name="Arrow: Right 10">
            <a:extLst>
              <a:ext uri="{FF2B5EF4-FFF2-40B4-BE49-F238E27FC236}">
                <a16:creationId xmlns:a16="http://schemas.microsoft.com/office/drawing/2014/main" id="{29E1CCB3-4204-5098-3CF4-169B97978C77}"/>
              </a:ext>
            </a:extLst>
          </p:cNvPr>
          <p:cNvSpPr/>
          <p:nvPr/>
        </p:nvSpPr>
        <p:spPr>
          <a:xfrm>
            <a:off x="3234362" y="3478776"/>
            <a:ext cx="804238" cy="44050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19459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3B988-72EF-3045-BA4A-231487D63B89}"/>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F6C078EF-2708-C79E-1A42-5AC00C6BC3C2}"/>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a:t>
            </a:r>
          </a:p>
        </p:txBody>
      </p:sp>
      <p:sp>
        <p:nvSpPr>
          <p:cNvPr id="31747" name="Rectangle 3">
            <a:extLst>
              <a:ext uri="{FF2B5EF4-FFF2-40B4-BE49-F238E27FC236}">
                <a16:creationId xmlns:a16="http://schemas.microsoft.com/office/drawing/2014/main" id="{96400971-FE3B-B687-64AA-B3B5AAF5CE16}"/>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nơ-ron</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Huấn luyện (Training): tóm tắt</a:t>
            </a:r>
          </a:p>
        </p:txBody>
      </p:sp>
      <p:pic>
        <p:nvPicPr>
          <p:cNvPr id="4" name="Picture 3">
            <a:extLst>
              <a:ext uri="{FF2B5EF4-FFF2-40B4-BE49-F238E27FC236}">
                <a16:creationId xmlns:a16="http://schemas.microsoft.com/office/drawing/2014/main" id="{CDA9C992-AC57-E104-06E1-44CC42AD0E4B}"/>
              </a:ext>
            </a:extLst>
          </p:cNvPr>
          <p:cNvPicPr>
            <a:picLocks noChangeAspect="1"/>
          </p:cNvPicPr>
          <p:nvPr/>
        </p:nvPicPr>
        <p:blipFill>
          <a:blip r:embed="rId3"/>
          <a:stretch>
            <a:fillRect/>
          </a:stretch>
        </p:blipFill>
        <p:spPr>
          <a:xfrm>
            <a:off x="990600" y="2133600"/>
            <a:ext cx="6105778" cy="4038600"/>
          </a:xfrm>
          <a:prstGeom prst="rect">
            <a:avLst/>
          </a:prstGeom>
        </p:spPr>
      </p:pic>
    </p:spTree>
    <p:extLst>
      <p:ext uri="{BB962C8B-B14F-4D97-AF65-F5344CB8AC3E}">
        <p14:creationId xmlns:p14="http://schemas.microsoft.com/office/powerpoint/2010/main" val="31862216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36108-B159-3E63-F569-EDF4DA91A4D7}"/>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831A3D6-0E3E-5A45-4140-8C5259023031}"/>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a:t>
            </a:r>
          </a:p>
        </p:txBody>
      </p:sp>
      <p:sp>
        <p:nvSpPr>
          <p:cNvPr id="31747" name="Rectangle 3">
            <a:extLst>
              <a:ext uri="{FF2B5EF4-FFF2-40B4-BE49-F238E27FC236}">
                <a16:creationId xmlns:a16="http://schemas.microsoft.com/office/drawing/2014/main" id="{A2E4AE73-3C10-230B-3442-CC41CA67FF5C}"/>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nơ-ron</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Mạng chuyển tiếp (Feed Forward Networks)</a:t>
            </a:r>
          </a:p>
        </p:txBody>
      </p:sp>
      <p:pic>
        <p:nvPicPr>
          <p:cNvPr id="2" name="Picture 1" descr="A diagram of a block diagram&#10;&#10;AI-generated content may be incorrect.">
            <a:extLst>
              <a:ext uri="{FF2B5EF4-FFF2-40B4-BE49-F238E27FC236}">
                <a16:creationId xmlns:a16="http://schemas.microsoft.com/office/drawing/2014/main" id="{B5A67644-9944-2F1D-F36D-E34074006C00}"/>
              </a:ext>
            </a:extLst>
          </p:cNvPr>
          <p:cNvPicPr>
            <a:picLocks noChangeAspect="1"/>
          </p:cNvPicPr>
          <p:nvPr/>
        </p:nvPicPr>
        <p:blipFill>
          <a:blip r:embed="rId3"/>
          <a:stretch>
            <a:fillRect/>
          </a:stretch>
        </p:blipFill>
        <p:spPr>
          <a:xfrm>
            <a:off x="152400" y="2362200"/>
            <a:ext cx="8477693" cy="3505200"/>
          </a:xfrm>
          <a:prstGeom prst="rect">
            <a:avLst/>
          </a:prstGeom>
        </p:spPr>
      </p:pic>
    </p:spTree>
    <p:extLst>
      <p:ext uri="{BB962C8B-B14F-4D97-AF65-F5344CB8AC3E}">
        <p14:creationId xmlns:p14="http://schemas.microsoft.com/office/powerpoint/2010/main" val="16324277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F7856-900E-BA26-F49A-D7C035D4EA9F}"/>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CE82726-FFE1-5474-8BDC-C43619E1E82A}"/>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a:t>
            </a:r>
          </a:p>
        </p:txBody>
      </p:sp>
      <p:sp>
        <p:nvSpPr>
          <p:cNvPr id="31747" name="Rectangle 3">
            <a:extLst>
              <a:ext uri="{FF2B5EF4-FFF2-40B4-BE49-F238E27FC236}">
                <a16:creationId xmlns:a16="http://schemas.microsoft.com/office/drawing/2014/main" id="{E95E80C9-FD10-C81E-3019-9C5FA4A46175}"/>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nơ-ron</a:t>
            </a:r>
          </a:p>
          <a:p>
            <a:pPr marL="800100" lvl="1" indent="-3429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Mạng chuyển tiếp (Feed Forward Networks)</a:t>
            </a:r>
          </a:p>
          <a:p>
            <a:pPr marL="1257300" lvl="2" indent="-3429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Mạng truyền thẳng có khả năng song song hóa cao, nghĩa là chúng có hiệu suất khá tốt (tính toán nó rất nhanh).</a:t>
            </a:r>
          </a:p>
          <a:p>
            <a:pPr marL="1257300" lvl="2" indent="-3429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Mạng truyền thẳng là một phép thử tốt để xác định xem chuỗi của bạn có thực sự tồn tại động lực theo thời gian phức tạp hay không. </a:t>
            </a:r>
          </a:p>
          <a:p>
            <a:pPr marL="1257300" lvl="2" indent="-3429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Các thành phần mạng truyền thẳng thường được tích hợp vào các kiến ​​trúc học sâu chuỗi thời gian lớn hơn và phức tạp hơn. </a:t>
            </a:r>
            <a:endParaRPr lang="en-US" sz="28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11088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6A303-918C-0FFF-438C-38DA86DF22D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C456D31F-1E49-64F1-9C71-7C7E58D1209E}"/>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a:t>
            </a:r>
          </a:p>
        </p:txBody>
      </p:sp>
      <p:sp>
        <p:nvSpPr>
          <p:cNvPr id="31747" name="Rectangle 3">
            <a:extLst>
              <a:ext uri="{FF2B5EF4-FFF2-40B4-BE49-F238E27FC236}">
                <a16:creationId xmlns:a16="http://schemas.microsoft.com/office/drawing/2014/main" id="{F7A23559-E023-4042-8EAF-6C99818F5160}"/>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nơ-ron</a:t>
            </a:r>
          </a:p>
          <a:p>
            <a:pPr marL="800100" lvl="1" indent="-3429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Mạng chuyển tiếp (Feed Forward Networks)</a:t>
            </a:r>
          </a:p>
          <a:p>
            <a:pPr marL="1257300" lvl="2" indent="-3429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Cơ chế Chú ý (Attention Mechanism)</a:t>
            </a:r>
            <a:r>
              <a:rPr lang="en-US" sz="2400">
                <a:latin typeface="Times New Roman" panose="02020603050405020304" pitchFamily="18" charset="0"/>
                <a:cs typeface="Times New Roman" panose="02020603050405020304" pitchFamily="18" charset="0"/>
              </a:rPr>
              <a:t> được sử dụng để tạo ra các biến thể kiến trúc cho mạng truyền thẳng sao cho có thể nâng cao hiệu suất của chúng trên dữ liệu tuần tự. </a:t>
            </a:r>
          </a:p>
          <a:p>
            <a:pPr marL="1714500" lvl="3" indent="-342900">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Sự chú ý (</a:t>
            </a:r>
            <a:r>
              <a:rPr lang="en-US" sz="2000" b="1">
                <a:latin typeface="Times New Roman" panose="02020603050405020304" pitchFamily="18" charset="0"/>
                <a:cs typeface="Times New Roman" panose="02020603050405020304" pitchFamily="18" charset="0"/>
              </a:rPr>
              <a:t>Attention)</a:t>
            </a:r>
            <a:r>
              <a:rPr lang="en-US" sz="2000">
                <a:latin typeface="Times New Roman" panose="02020603050405020304" pitchFamily="18" charset="0"/>
                <a:cs typeface="Times New Roman" panose="02020603050405020304" pitchFamily="18" charset="0"/>
              </a:rPr>
              <a:t> mô tả các cơ chế được thêm vào mạng nơ-ron cho phép nó học được phần nào của chuỗi cần tập trung vào và phần nào của chuỗi đầu vào có thể liên quan đến đầu ra mong muốn.</a:t>
            </a:r>
          </a:p>
          <a:p>
            <a:pPr marL="1714500" lvl="3" indent="-342900">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Ý tưởng về sự chú ý là kiến ​​trúc mạng nơ-ron nên cung cấp một cơ chế để mô hình học được thông tin nào là quan trọng vào thời điểm nào. Điều này được thực hiện thông qua các trọng số chú ý, phù hợp với từng bước thời gian để mô hình học được cách kết hợp thông tin từ các bước thời gian khác nhau. </a:t>
            </a:r>
            <a:endParaRPr lang="en-US" sz="20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95171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3989D-D705-4EB9-FF53-0AEF945F1ED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1E2581C3-B517-4366-D824-3D41DB82AFF3}"/>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a:t>
            </a:r>
          </a:p>
        </p:txBody>
      </p:sp>
      <p:sp>
        <p:nvSpPr>
          <p:cNvPr id="31747" name="Rectangle 3">
            <a:extLst>
              <a:ext uri="{FF2B5EF4-FFF2-40B4-BE49-F238E27FC236}">
                <a16:creationId xmlns:a16="http://schemas.microsoft.com/office/drawing/2014/main" id="{14472152-A091-22CB-B2F9-C98BB4075A5B}"/>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hình nơ-ron</a:t>
            </a:r>
          </a:p>
          <a:p>
            <a:pPr marL="800100" lvl="1" indent="-3429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Mạng chuyển tiếp (Feed Forward Networks)</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Sử dụng </a:t>
            </a:r>
            <a:r>
              <a:rPr lang="en-US" sz="2400" b="1">
                <a:latin typeface="Times New Roman" panose="02020603050405020304" pitchFamily="18" charset="0"/>
                <a:cs typeface="Times New Roman" panose="02020603050405020304" pitchFamily="18" charset="0"/>
              </a:rPr>
              <a:t>Cơ chế Chú ý (Attention Mechanism)</a:t>
            </a:r>
            <a:r>
              <a:rPr lang="en-US" sz="2400">
                <a:latin typeface="Times New Roman" panose="02020603050405020304" pitchFamily="18" charset="0"/>
                <a:cs typeface="Times New Roman" panose="02020603050405020304" pitchFamily="18" charset="0"/>
              </a:rPr>
              <a:t>  để giúp mạng truyền thẳng nhận thức thời gian tốt hơn</a:t>
            </a:r>
            <a:endParaRPr lang="en-US" sz="2400" b="1">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16BC7D1C-2795-F77E-A68C-37705113A8F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2895600"/>
            <a:ext cx="3981450" cy="3803650"/>
          </a:xfrm>
          <a:prstGeom prst="rect">
            <a:avLst/>
          </a:prstGeom>
          <a:noFill/>
          <a:ln>
            <a:noFill/>
          </a:ln>
        </p:spPr>
      </p:pic>
    </p:spTree>
    <p:extLst>
      <p:ext uri="{BB962C8B-B14F-4D97-AF65-F5344CB8AC3E}">
        <p14:creationId xmlns:p14="http://schemas.microsoft.com/office/powerpoint/2010/main" val="6764194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10DA2-77DA-CAAF-FCC9-E0C48FEE224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DDEBF7A0-4215-6E9B-44B4-6C431379879C}"/>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 tích chập</a:t>
            </a:r>
          </a:p>
        </p:txBody>
      </p:sp>
      <p:sp>
        <p:nvSpPr>
          <p:cNvPr id="31747" name="Rectangle 3">
            <a:extLst>
              <a:ext uri="{FF2B5EF4-FFF2-40B4-BE49-F238E27FC236}">
                <a16:creationId xmlns:a16="http://schemas.microsoft.com/office/drawing/2014/main" id="{C0503703-4A96-FC74-C0CE-358D7B9821A1}"/>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q"/>
            </a:pPr>
            <a:r>
              <a:rPr lang="en-US" sz="2200">
                <a:latin typeface="Times New Roman" panose="02020603050405020304" pitchFamily="18" charset="0"/>
                <a:cs typeface="Times New Roman" panose="02020603050405020304" pitchFamily="18" charset="0"/>
              </a:rPr>
              <a:t>Hầu hết các chức năng đáng kinh ngạc, phá kỷ lục, giống con người mà máy tính đạt được trong những năm gần đây đều là nhờ các kiến ​​trúc tích chập cực kỳ tinh vi và phức tạp. </a:t>
            </a:r>
          </a:p>
          <a:p>
            <a:pPr>
              <a:buFont typeface="Wingdings" panose="05000000000000000000" pitchFamily="2" charset="2"/>
              <a:buChar char="q"/>
            </a:pPr>
            <a:r>
              <a:rPr lang="en-US" sz="2200">
                <a:latin typeface="Times New Roman" panose="02020603050405020304" pitchFamily="18" charset="0"/>
                <a:cs typeface="Times New Roman" panose="02020603050405020304" pitchFamily="18" charset="0"/>
              </a:rPr>
              <a:t>Ý tưởng về tích chập khá trực quan và đã có từ rất lâu trước khi học sâu ra đời. Tích chập từ lâu đã được sử dụng trong các hình thức xử lý hình ảnh và nhận dạng hình ảnh, bắt đầu với một thứ đơn giản như phép làm mờ Gauss.</a:t>
            </a:r>
          </a:p>
          <a:p>
            <a:pPr>
              <a:buFont typeface="Wingdings" panose="05000000000000000000" pitchFamily="2" charset="2"/>
              <a:buChar char="q"/>
            </a:pPr>
            <a:r>
              <a:rPr lang="en-US" sz="2200">
                <a:latin typeface="Times New Roman" panose="02020603050405020304" pitchFamily="18" charset="0"/>
                <a:cs typeface="Times New Roman" panose="02020603050405020304" pitchFamily="18" charset="0"/>
              </a:rPr>
              <a:t>Vì nhiều lý do, tích chập truyền thống không phù hợp với chuỗi thời gian. Nguyên nhân chủ yếu là do một đặc điểm chính của tích chập, tất cả các không gian đều được xử lý như nhau. Điều này có ý nghĩa đối với hình ảnh, nhưng không đúng với chuỗi thời gian, trong đó một số điểm thời gian nhất thiết phải gần nhau hơn những điểm khác.</a:t>
            </a:r>
          </a:p>
          <a:p>
            <a:pPr>
              <a:buFont typeface="Wingdings" panose="05000000000000000000" pitchFamily="2" charset="2"/>
              <a:buChar char="q"/>
            </a:pPr>
            <a:r>
              <a:rPr lang="en-US" sz="2200">
                <a:latin typeface="Times New Roman" panose="02020603050405020304" pitchFamily="18" charset="0"/>
                <a:cs typeface="Times New Roman" panose="02020603050405020304" pitchFamily="18" charset="0"/>
              </a:rPr>
              <a:t>Tích chập thường được sử dụng như một thành phần của mạng để phân tích chuỗi thời gian hơn là toàn bộ mạng. Ngoài ra, điều này dẫn đến việc chúng được nghiên cứu thường xuyên hơn cho mục đích phân loại hơn là dự báo.</a:t>
            </a:r>
          </a:p>
          <a:p>
            <a:pPr>
              <a:buFont typeface="Wingdings" panose="05000000000000000000" pitchFamily="2" charset="2"/>
              <a:buChar char="q"/>
            </a:pPr>
            <a:endParaRPr lang="en-US"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31688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58D17-EECF-A354-6568-66919B1191A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7DCBDB26-3262-6F7B-8A90-B43E014523F0}"/>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 tích chập</a:t>
            </a:r>
          </a:p>
        </p:txBody>
      </p:sp>
      <p:sp>
        <p:nvSpPr>
          <p:cNvPr id="31747" name="Rectangle 3">
            <a:extLst>
              <a:ext uri="{FF2B5EF4-FFF2-40B4-BE49-F238E27FC236}">
                <a16:creationId xmlns:a16="http://schemas.microsoft.com/office/drawing/2014/main" id="{E7E59BD1-48F9-9423-42E6-BBBF532461BE}"/>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Mạng nơ-ron tích chập (Convolutional neural networks - CNNs)</a:t>
            </a:r>
          </a:p>
          <a:p>
            <a:pPr marL="400050" lvl="1" indent="0"/>
            <a:r>
              <a:rPr lang="en-US" sz="2400">
                <a:latin typeface="Times New Roman" panose="02020603050405020304" pitchFamily="18" charset="0"/>
                <a:cs typeface="Times New Roman" panose="02020603050405020304" pitchFamily="18" charset="0"/>
              </a:rPr>
              <a:t>Cấu trúc bao gồm:</a:t>
            </a:r>
          </a:p>
          <a:p>
            <a:pPr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Các tầng tích chập</a:t>
            </a:r>
          </a:p>
          <a:p>
            <a:pPr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Lớp tích chập (Convolution)</a:t>
            </a:r>
          </a:p>
          <a:p>
            <a:pPr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Lớp ReLU</a:t>
            </a:r>
          </a:p>
          <a:p>
            <a:pPr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Lớp tổng hợp (Pooling)</a:t>
            </a:r>
          </a:p>
          <a:p>
            <a:pPr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Lớp làm phẳng (Flatten)</a:t>
            </a:r>
          </a:p>
          <a:p>
            <a:pPr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Lớp đầy đủ cho đầu ra (Output)</a:t>
            </a:r>
            <a:br>
              <a:rPr lang="en-US" sz="2400"/>
            </a:br>
            <a:endParaRPr lang="en-US" sz="2200">
              <a:latin typeface="Times New Roman" panose="02020603050405020304" pitchFamily="18" charset="0"/>
              <a:cs typeface="Times New Roman" panose="02020603050405020304" pitchFamily="18" charset="0"/>
            </a:endParaRPr>
          </a:p>
          <a:p>
            <a:pPr>
              <a:buFont typeface="Wingdings" panose="05000000000000000000" pitchFamily="2" charset="2"/>
              <a:buChar char="q"/>
            </a:pPr>
            <a:endParaRPr lang="en-US"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19270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D898B-A302-BDDC-2686-D3600D0BD767}"/>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9F3E6E33-0FDB-59BB-1BD2-6B4939D0C817}"/>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 tích chập</a:t>
            </a:r>
          </a:p>
        </p:txBody>
      </p:sp>
      <p:sp>
        <p:nvSpPr>
          <p:cNvPr id="31747" name="Rectangle 3">
            <a:extLst>
              <a:ext uri="{FF2B5EF4-FFF2-40B4-BE49-F238E27FC236}">
                <a16:creationId xmlns:a16="http://schemas.microsoft.com/office/drawing/2014/main" id="{AE53E5C3-74F6-6629-6F10-025DE1453856}"/>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Mạng nơ-ron tích chập (Convolutional neural networks - CNNs)</a:t>
            </a:r>
          </a:p>
          <a:p>
            <a:pPr marL="400050" lvl="1" indent="0"/>
            <a:r>
              <a:rPr lang="en-US" sz="2400">
                <a:latin typeface="Times New Roman" panose="02020603050405020304" pitchFamily="18" charset="0"/>
                <a:cs typeface="Times New Roman" panose="02020603050405020304" pitchFamily="18" charset="0"/>
              </a:rPr>
              <a:t>Các mô hình tích chập có ít tham số vì các bộ lọc giống nhau được lặp đi lặp lại, nghĩa là không có quá nhiều trọng số để huấn luyện. Và cuối cùng, phần lớn các mô hình tích chập có thể được tính toán song song, nghĩa là chúng có thể rất nhanh cho mục đích suy luận.</a:t>
            </a:r>
          </a:p>
          <a:p>
            <a:pPr marL="400050" lvl="1" indent="0"/>
            <a:br>
              <a:rPr lang="en-US" sz="2400"/>
            </a:br>
            <a:endParaRPr lang="en-US" sz="2200">
              <a:latin typeface="Times New Roman" panose="02020603050405020304" pitchFamily="18" charset="0"/>
              <a:cs typeface="Times New Roman" panose="02020603050405020304" pitchFamily="18" charset="0"/>
            </a:endParaRPr>
          </a:p>
          <a:p>
            <a:pPr>
              <a:buFont typeface="Wingdings" panose="05000000000000000000" pitchFamily="2" charset="2"/>
              <a:buChar char="q"/>
            </a:pPr>
            <a:endParaRPr lang="en-US" sz="2400" b="1">
              <a:latin typeface="Times New Roman" panose="02020603050405020304" pitchFamily="18" charset="0"/>
              <a:cs typeface="Times New Roman" panose="02020603050405020304" pitchFamily="18" charset="0"/>
            </a:endParaRPr>
          </a:p>
        </p:txBody>
      </p:sp>
      <p:pic>
        <p:nvPicPr>
          <p:cNvPr id="2" name="Picture 1" descr="A diagram of a rectangular object&#10;&#10;AI-generated content may be incorrect.">
            <a:extLst>
              <a:ext uri="{FF2B5EF4-FFF2-40B4-BE49-F238E27FC236}">
                <a16:creationId xmlns:a16="http://schemas.microsoft.com/office/drawing/2014/main" id="{64EF0A81-6BAC-9DAE-7346-0DEBBFFF5CEC}"/>
              </a:ext>
            </a:extLst>
          </p:cNvPr>
          <p:cNvPicPr>
            <a:picLocks noChangeAspect="1"/>
          </p:cNvPicPr>
          <p:nvPr/>
        </p:nvPicPr>
        <p:blipFill>
          <a:blip r:embed="rId3"/>
          <a:stretch>
            <a:fillRect/>
          </a:stretch>
        </p:blipFill>
        <p:spPr>
          <a:xfrm>
            <a:off x="47625" y="3276600"/>
            <a:ext cx="9048750" cy="2663388"/>
          </a:xfrm>
          <a:prstGeom prst="rect">
            <a:avLst/>
          </a:prstGeom>
        </p:spPr>
      </p:pic>
    </p:spTree>
    <p:extLst>
      <p:ext uri="{BB962C8B-B14F-4D97-AF65-F5344CB8AC3E}">
        <p14:creationId xmlns:p14="http://schemas.microsoft.com/office/powerpoint/2010/main" val="15474452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8616E-A085-3D82-1F5A-7CF2532003B9}"/>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FBDF3D18-8D68-EBFA-B730-9E86248C8CA4}"/>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 tích chập</a:t>
            </a:r>
          </a:p>
        </p:txBody>
      </p:sp>
      <p:sp>
        <p:nvSpPr>
          <p:cNvPr id="31747" name="Rectangle 3">
            <a:extLst>
              <a:ext uri="{FF2B5EF4-FFF2-40B4-BE49-F238E27FC236}">
                <a16:creationId xmlns:a16="http://schemas.microsoft.com/office/drawing/2014/main" id="{8AB88C85-4323-4B01-A204-09D82C541E2E}"/>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Mạng nơ-ron tích chập (Convolutional neural networks - CNNs)</a:t>
            </a:r>
          </a:p>
          <a:p>
            <a:pPr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Các tầng tích chập</a:t>
            </a:r>
          </a:p>
          <a:p>
            <a:pPr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Lớp tích chập (Convolution)</a:t>
            </a:r>
          </a:p>
          <a:p>
            <a:pPr marL="1657350" lvl="3" indent="-28575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Tích chập nghĩa là áp dụng một hạt nhân (có dạng một ma trận) vào một ma trận lớn hơn (dữ liệu cần xử lý như hình ảnh) bằng cách trượt nó qua ma trận lớn hơn, tạo thành một ma trận mới. </a:t>
            </a:r>
          </a:p>
          <a:p>
            <a:pPr marL="1657350" lvl="3" indent="-28575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Mỗi phần tử của ma trận mới là tổng của phép nhân từng phần tử của hạt nhân và một phần con của ma trận lớn hơn. Hạt nhân này được áp dụng lặp đi lặp lại khi nó trượt qua ma trận/ảnh. </a:t>
            </a:r>
          </a:p>
          <a:p>
            <a:pPr marL="1657350" lvl="3" indent="-28575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Điều này được thực hiện với số lượng hạt nhân được chỉ định trước để các đặc điểm khác nhau có thể xuất hiện. </a:t>
            </a:r>
          </a:p>
          <a:p>
            <a:pPr lvl="2" indent="-3429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0" indent="0"/>
            <a:endParaRPr lang="en-US"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4996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9D3C0-BDDC-B8B3-F506-C224CA2BD9C5}"/>
            </a:ext>
          </a:extLst>
        </p:cNvPr>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083D0A00-62D8-7C90-ACEC-EF67D0BCCB77}"/>
              </a:ext>
            </a:extLst>
          </p:cNvPr>
          <p:cNvPicPr>
            <a:picLocks noChangeAspect="1"/>
          </p:cNvPicPr>
          <p:nvPr/>
        </p:nvPicPr>
        <p:blipFill>
          <a:blip r:embed="rId3"/>
          <a:stretch>
            <a:fillRect/>
          </a:stretch>
        </p:blipFill>
        <p:spPr>
          <a:xfrm>
            <a:off x="152400" y="2307862"/>
            <a:ext cx="8915400" cy="3972877"/>
          </a:xfrm>
          <a:prstGeom prst="rect">
            <a:avLst/>
          </a:prstGeom>
        </p:spPr>
      </p:pic>
      <p:sp>
        <p:nvSpPr>
          <p:cNvPr id="31746" name="Title 1">
            <a:extLst>
              <a:ext uri="{FF2B5EF4-FFF2-40B4-BE49-F238E27FC236}">
                <a16:creationId xmlns:a16="http://schemas.microsoft.com/office/drawing/2014/main" id="{362E72FF-4057-BD25-B47A-284A8D9863DB}"/>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 tích chập</a:t>
            </a:r>
          </a:p>
        </p:txBody>
      </p:sp>
      <p:sp>
        <p:nvSpPr>
          <p:cNvPr id="31747" name="Rectangle 3">
            <a:extLst>
              <a:ext uri="{FF2B5EF4-FFF2-40B4-BE49-F238E27FC236}">
                <a16:creationId xmlns:a16="http://schemas.microsoft.com/office/drawing/2014/main" id="{0606766F-7FA0-A29E-3473-BF2965BFF212}"/>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Mạng nơ-ron tích chập (Convolutional neural networks - CNNs)</a:t>
            </a:r>
          </a:p>
          <a:p>
            <a:pPr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Các tầng tích chập</a:t>
            </a:r>
          </a:p>
          <a:p>
            <a:pPr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Lớp tích chập (Convolution)</a:t>
            </a:r>
          </a:p>
          <a:p>
            <a:pPr lvl="2" indent="-3429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0" indent="0"/>
            <a:endParaRPr lang="en-US"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16922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C17BC-F55A-A196-169B-9D3C543EB917}"/>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47AA97D-42B0-CC43-6E5D-1E2B1DDA8231}"/>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 tích chập</a:t>
            </a:r>
          </a:p>
        </p:txBody>
      </p:sp>
      <p:sp>
        <p:nvSpPr>
          <p:cNvPr id="31747" name="Rectangle 3">
            <a:extLst>
              <a:ext uri="{FF2B5EF4-FFF2-40B4-BE49-F238E27FC236}">
                <a16:creationId xmlns:a16="http://schemas.microsoft.com/office/drawing/2014/main" id="{829E961C-2095-EE9A-3E03-595BF19F1716}"/>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Mạng nơ-ron tích chập (Convolutional neural networks - CNNs)</a:t>
            </a:r>
          </a:p>
          <a:p>
            <a:pPr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Các tầng tích chập</a:t>
            </a:r>
          </a:p>
          <a:p>
            <a:pPr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Lớp tích chập (Convolution)</a:t>
            </a:r>
          </a:p>
          <a:p>
            <a:pPr marL="1657350" lvl="3" indent="-28575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Hạt nhân có thể di chuyển nhiều hơn 1 bước</a:t>
            </a:r>
          </a:p>
          <a:p>
            <a:pPr lvl="2" indent="-3429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0" indent="0"/>
            <a:endParaRPr lang="en-US" sz="2400" b="1">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88B8AFC-65CB-65CC-1547-B26029041CB2}"/>
              </a:ext>
            </a:extLst>
          </p:cNvPr>
          <p:cNvPicPr>
            <a:picLocks noChangeAspect="1"/>
          </p:cNvPicPr>
          <p:nvPr/>
        </p:nvPicPr>
        <p:blipFill>
          <a:blip r:embed="rId3"/>
          <a:stretch>
            <a:fillRect/>
          </a:stretch>
        </p:blipFill>
        <p:spPr>
          <a:xfrm>
            <a:off x="1828800" y="2832498"/>
            <a:ext cx="5867400" cy="3446064"/>
          </a:xfrm>
          <a:prstGeom prst="rect">
            <a:avLst/>
          </a:prstGeom>
        </p:spPr>
      </p:pic>
    </p:spTree>
    <p:extLst>
      <p:ext uri="{BB962C8B-B14F-4D97-AF65-F5344CB8AC3E}">
        <p14:creationId xmlns:p14="http://schemas.microsoft.com/office/powerpoint/2010/main" val="34478922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417B7-48FE-DE82-55CA-6B4623EA4AB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5AFFDC6E-DC17-E94C-3E2B-063DD58D65DD}"/>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 tích chập</a:t>
            </a:r>
          </a:p>
        </p:txBody>
      </p:sp>
      <p:sp>
        <p:nvSpPr>
          <p:cNvPr id="31747" name="Rectangle 3">
            <a:extLst>
              <a:ext uri="{FF2B5EF4-FFF2-40B4-BE49-F238E27FC236}">
                <a16:creationId xmlns:a16="http://schemas.microsoft.com/office/drawing/2014/main" id="{CE93EB90-70D4-A413-45CA-10B3B19F4D2B}"/>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Mạng nơ-ron tích chập (Convolutional neural networks - CNNs)</a:t>
            </a:r>
          </a:p>
          <a:p>
            <a:pPr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Các tầng tích chập</a:t>
            </a:r>
          </a:p>
          <a:p>
            <a:pPr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Lớp tích chập (Convolution)</a:t>
            </a:r>
          </a:p>
          <a:p>
            <a:pPr marL="1657350" lvl="3" indent="-28575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Trong quá trình di chuyển có thể tại 1 số vị trí bị thiếu dữ liệu cho việc tính tích chập. Khi đó cần thêm (padding).</a:t>
            </a:r>
          </a:p>
          <a:p>
            <a:pPr lvl="2" indent="-3429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0" indent="0"/>
            <a:endParaRPr lang="en-US" sz="2400" b="1">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E8B0066-54BC-00EC-BD1F-036E396BB097}"/>
              </a:ext>
            </a:extLst>
          </p:cNvPr>
          <p:cNvPicPr>
            <a:picLocks noChangeAspect="1"/>
          </p:cNvPicPr>
          <p:nvPr/>
        </p:nvPicPr>
        <p:blipFill>
          <a:blip r:embed="rId3"/>
          <a:stretch>
            <a:fillRect/>
          </a:stretch>
        </p:blipFill>
        <p:spPr>
          <a:xfrm>
            <a:off x="3124201" y="3194397"/>
            <a:ext cx="2895600" cy="3407030"/>
          </a:xfrm>
          <a:prstGeom prst="rect">
            <a:avLst/>
          </a:prstGeom>
        </p:spPr>
      </p:pic>
    </p:spTree>
    <p:extLst>
      <p:ext uri="{BB962C8B-B14F-4D97-AF65-F5344CB8AC3E}">
        <p14:creationId xmlns:p14="http://schemas.microsoft.com/office/powerpoint/2010/main" val="20506687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240D5-488D-4A98-1A5C-2A74F18676A2}"/>
            </a:ext>
          </a:extLst>
        </p:cNvPr>
        <p:cNvGrpSpPr/>
        <p:nvPr/>
      </p:nvGrpSpPr>
      <p:grpSpPr>
        <a:xfrm>
          <a:off x="0" y="0"/>
          <a:ext cx="0" cy="0"/>
          <a:chOff x="0" y="0"/>
          <a:chExt cx="0" cy="0"/>
        </a:xfrm>
      </p:grpSpPr>
      <p:pic>
        <p:nvPicPr>
          <p:cNvPr id="2" name="Picture 1" descr="A screenshot of a diagram&#10;&#10;AI-generated content may be incorrect.">
            <a:extLst>
              <a:ext uri="{FF2B5EF4-FFF2-40B4-BE49-F238E27FC236}">
                <a16:creationId xmlns:a16="http://schemas.microsoft.com/office/drawing/2014/main" id="{EA82FA45-6A21-2B65-1F3A-0A1B2E434E53}"/>
              </a:ext>
            </a:extLst>
          </p:cNvPr>
          <p:cNvPicPr>
            <a:picLocks noChangeAspect="1"/>
          </p:cNvPicPr>
          <p:nvPr/>
        </p:nvPicPr>
        <p:blipFill>
          <a:blip r:embed="rId3"/>
          <a:stretch>
            <a:fillRect/>
          </a:stretch>
        </p:blipFill>
        <p:spPr>
          <a:xfrm>
            <a:off x="915126" y="2713038"/>
            <a:ext cx="8228874" cy="3611562"/>
          </a:xfrm>
          <a:prstGeom prst="rect">
            <a:avLst/>
          </a:prstGeom>
        </p:spPr>
      </p:pic>
      <p:sp>
        <p:nvSpPr>
          <p:cNvPr id="31746" name="Title 1">
            <a:extLst>
              <a:ext uri="{FF2B5EF4-FFF2-40B4-BE49-F238E27FC236}">
                <a16:creationId xmlns:a16="http://schemas.microsoft.com/office/drawing/2014/main" id="{ED617892-E1C7-BD36-E315-674015DA1A6B}"/>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 tích chập</a:t>
            </a:r>
          </a:p>
        </p:txBody>
      </p:sp>
      <p:sp>
        <p:nvSpPr>
          <p:cNvPr id="31747" name="Rectangle 3">
            <a:extLst>
              <a:ext uri="{FF2B5EF4-FFF2-40B4-BE49-F238E27FC236}">
                <a16:creationId xmlns:a16="http://schemas.microsoft.com/office/drawing/2014/main" id="{4F77CC69-467E-1319-1662-EB8D2F977FD2}"/>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Mạng nơ-ron tích chập (Convolutional neural networks - CNNs)</a:t>
            </a:r>
          </a:p>
          <a:p>
            <a:pPr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Các tầng tích chập</a:t>
            </a:r>
          </a:p>
          <a:p>
            <a:pPr lvl="2">
              <a:buFont typeface="Courier New" panose="02070309020205020404" pitchFamily="49" charset="0"/>
              <a:buChar char="o"/>
            </a:pPr>
            <a:r>
              <a:rPr lang="en-US" sz="2000">
                <a:latin typeface="Times New Roman" panose="02020603050405020304" pitchFamily="18" charset="0"/>
                <a:cs typeface="Times New Roman" panose="02020603050405020304" pitchFamily="18" charset="0"/>
              </a:rPr>
              <a:t>Lớp ReLU: Kết quả của phép tính tích chập là đầu vào cho hàm kích hoạt. Duyệt qua từng giá trị của khối dữ liệu đầu vào và áp dụng hàm ReLU</a:t>
            </a:r>
          </a:p>
          <a:p>
            <a:pPr lvl="2">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br>
              <a:rPr lang="en-US" sz="3600"/>
            </a:br>
            <a:endParaRPr lang="en-US" sz="3600">
              <a:latin typeface="Times New Roman" panose="02020603050405020304" pitchFamily="18" charset="0"/>
              <a:cs typeface="Times New Roman" panose="02020603050405020304" pitchFamily="18" charset="0"/>
            </a:endParaRPr>
          </a:p>
          <a:p>
            <a:pPr>
              <a:buFont typeface="Wingdings" panose="05000000000000000000" pitchFamily="2" charset="2"/>
              <a:buChar char="q"/>
            </a:pPr>
            <a:endParaRPr lang="en-US"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73349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D573F-0175-65B1-37D3-0C01754CECAF}"/>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ABC22BF0-BA45-34F9-C800-6BA083929360}"/>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 tích chập</a:t>
            </a:r>
          </a:p>
        </p:txBody>
      </p:sp>
      <p:sp>
        <p:nvSpPr>
          <p:cNvPr id="31747" name="Rectangle 3">
            <a:extLst>
              <a:ext uri="{FF2B5EF4-FFF2-40B4-BE49-F238E27FC236}">
                <a16:creationId xmlns:a16="http://schemas.microsoft.com/office/drawing/2014/main" id="{2B7164C7-4127-A66B-60DB-51410E7BFECE}"/>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Mạng nơ-ron tích chập (Convolutional neural networks - CNNs)</a:t>
            </a:r>
          </a:p>
          <a:p>
            <a:pPr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Các tầng tích chập</a:t>
            </a:r>
          </a:p>
          <a:p>
            <a:pPr lvl="2" indent="-342900">
              <a:buFont typeface="Courier New" panose="02070309020205020404" pitchFamily="49" charset="0"/>
              <a:buChar char="o"/>
            </a:pPr>
            <a:r>
              <a:rPr lang="en-US" sz="2000">
                <a:latin typeface="Times New Roman" panose="02020603050405020304" pitchFamily="18" charset="0"/>
                <a:cs typeface="Times New Roman" panose="02020603050405020304" pitchFamily="18" charset="0"/>
              </a:rPr>
              <a:t>Lớp tổng hợp (Pooling): Làm giảm kích thước đầu vào. Chia đầu vào thành các vùng có dạng hình chữ nhật và lấy giá trị trung bình hoặc cực đại mỗi vùng.</a:t>
            </a:r>
          </a:p>
          <a:p>
            <a:pPr lvl="2" indent="-3429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a:buFont typeface="Wingdings" panose="05000000000000000000" pitchFamily="2" charset="2"/>
              <a:buChar char="q"/>
            </a:pPr>
            <a:endParaRPr lang="en-US" sz="2400" b="1">
              <a:latin typeface="Times New Roman" panose="02020603050405020304" pitchFamily="18" charset="0"/>
              <a:cs typeface="Times New Roman" panose="02020603050405020304" pitchFamily="18" charset="0"/>
            </a:endParaRPr>
          </a:p>
        </p:txBody>
      </p:sp>
      <p:pic>
        <p:nvPicPr>
          <p:cNvPr id="2" name="Picture 1" descr="A colorful squares with black lines&#10;&#10;AI-generated content may be incorrect.">
            <a:extLst>
              <a:ext uri="{FF2B5EF4-FFF2-40B4-BE49-F238E27FC236}">
                <a16:creationId xmlns:a16="http://schemas.microsoft.com/office/drawing/2014/main" id="{3247183E-BCFF-CB39-FE1F-8447161E4635}"/>
              </a:ext>
            </a:extLst>
          </p:cNvPr>
          <p:cNvPicPr>
            <a:picLocks noChangeAspect="1"/>
          </p:cNvPicPr>
          <p:nvPr/>
        </p:nvPicPr>
        <p:blipFill>
          <a:blip r:embed="rId3"/>
          <a:stretch>
            <a:fillRect/>
          </a:stretch>
        </p:blipFill>
        <p:spPr>
          <a:xfrm>
            <a:off x="838200" y="3048000"/>
            <a:ext cx="8205715" cy="3230562"/>
          </a:xfrm>
          <a:prstGeom prst="rect">
            <a:avLst/>
          </a:prstGeom>
        </p:spPr>
      </p:pic>
    </p:spTree>
    <p:extLst>
      <p:ext uri="{BB962C8B-B14F-4D97-AF65-F5344CB8AC3E}">
        <p14:creationId xmlns:p14="http://schemas.microsoft.com/office/powerpoint/2010/main" val="18490767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39D6F-C706-0240-F60C-2967A31CB73B}"/>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48A24B0-A882-ED79-655B-AD8178A3A1C4}"/>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 tích chập</a:t>
            </a:r>
          </a:p>
        </p:txBody>
      </p:sp>
      <p:sp>
        <p:nvSpPr>
          <p:cNvPr id="31747" name="Rectangle 3">
            <a:extLst>
              <a:ext uri="{FF2B5EF4-FFF2-40B4-BE49-F238E27FC236}">
                <a16:creationId xmlns:a16="http://schemas.microsoft.com/office/drawing/2014/main" id="{BF5C030E-93F2-594C-022A-5D52242D58E6}"/>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Mạng nơ-ron tích chập (Convolutional neural networks - CNNs)</a:t>
            </a:r>
          </a:p>
          <a:p>
            <a:pPr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Lớp làm phẳng (Flatten): làm phẳng dữ liệu đầu ra của tầng tích chập cuối cùng để làm đầu vào mạng đầy đủ phía sau. </a:t>
            </a:r>
          </a:p>
          <a:p>
            <a:pPr>
              <a:buFont typeface="Wingdings" panose="05000000000000000000" pitchFamily="2" charset="2"/>
              <a:buChar char="q"/>
            </a:pPr>
            <a:endParaRPr lang="en-US" sz="2400" b="1">
              <a:latin typeface="Times New Roman" panose="02020603050405020304" pitchFamily="18" charset="0"/>
              <a:cs typeface="Times New Roman" panose="02020603050405020304" pitchFamily="18" charset="0"/>
            </a:endParaRPr>
          </a:p>
        </p:txBody>
      </p:sp>
      <p:pic>
        <p:nvPicPr>
          <p:cNvPr id="2" name="Picture 1" descr="A diagram of a diagram&#10;&#10;AI-generated content may be incorrect.">
            <a:extLst>
              <a:ext uri="{FF2B5EF4-FFF2-40B4-BE49-F238E27FC236}">
                <a16:creationId xmlns:a16="http://schemas.microsoft.com/office/drawing/2014/main" id="{76124EDA-E69C-CE46-7B68-1A379F9E9BC1}"/>
              </a:ext>
            </a:extLst>
          </p:cNvPr>
          <p:cNvPicPr>
            <a:picLocks noChangeAspect="1"/>
          </p:cNvPicPr>
          <p:nvPr/>
        </p:nvPicPr>
        <p:blipFill>
          <a:blip r:embed="rId3"/>
          <a:stretch>
            <a:fillRect/>
          </a:stretch>
        </p:blipFill>
        <p:spPr>
          <a:xfrm>
            <a:off x="304800" y="2486660"/>
            <a:ext cx="8836798" cy="3595142"/>
          </a:xfrm>
          <a:prstGeom prst="rect">
            <a:avLst/>
          </a:prstGeom>
        </p:spPr>
      </p:pic>
    </p:spTree>
    <p:extLst>
      <p:ext uri="{BB962C8B-B14F-4D97-AF65-F5344CB8AC3E}">
        <p14:creationId xmlns:p14="http://schemas.microsoft.com/office/powerpoint/2010/main" val="16093187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9850C-E0E2-6C6E-ED12-E95DF69298D9}"/>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512C92B5-A7B4-EA1D-E470-92B36BCBAEE1}"/>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 tích chập</a:t>
            </a:r>
          </a:p>
        </p:txBody>
      </p:sp>
      <p:sp>
        <p:nvSpPr>
          <p:cNvPr id="31747" name="Rectangle 3">
            <a:extLst>
              <a:ext uri="{FF2B5EF4-FFF2-40B4-BE49-F238E27FC236}">
                <a16:creationId xmlns:a16="http://schemas.microsoft.com/office/drawing/2014/main" id="{F253942F-45B1-C63B-C241-57B7395C69B8}"/>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Mạng nơ-ron tích chập (Convolutional neural networks - CNNs)</a:t>
            </a:r>
          </a:p>
          <a:p>
            <a:pPr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Lớp đầy đủ cho đầu ra (Output)</a:t>
            </a:r>
            <a:br>
              <a:rPr lang="en-US" sz="2400"/>
            </a:br>
            <a:endParaRPr lang="en-US" sz="2200">
              <a:latin typeface="Times New Roman" panose="02020603050405020304" pitchFamily="18" charset="0"/>
              <a:cs typeface="Times New Roman" panose="02020603050405020304" pitchFamily="18" charset="0"/>
            </a:endParaRPr>
          </a:p>
          <a:p>
            <a:pPr>
              <a:buFont typeface="Wingdings" panose="05000000000000000000" pitchFamily="2" charset="2"/>
              <a:buChar char="q"/>
            </a:pPr>
            <a:endParaRPr lang="en-US" sz="2400" b="1">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61A0FE12-4B88-6F7D-76B5-BD6D0D55DC24}"/>
              </a:ext>
            </a:extLst>
          </p:cNvPr>
          <p:cNvPicPr>
            <a:picLocks noChangeAspect="1"/>
          </p:cNvPicPr>
          <p:nvPr/>
        </p:nvPicPr>
        <p:blipFill>
          <a:blip r:embed="rId3"/>
          <a:stretch>
            <a:fillRect/>
          </a:stretch>
        </p:blipFill>
        <p:spPr>
          <a:xfrm>
            <a:off x="1447800" y="2099536"/>
            <a:ext cx="5876925" cy="4152900"/>
          </a:xfrm>
          <a:prstGeom prst="rect">
            <a:avLst/>
          </a:prstGeom>
        </p:spPr>
      </p:pic>
    </p:spTree>
    <p:extLst>
      <p:ext uri="{BB962C8B-B14F-4D97-AF65-F5344CB8AC3E}">
        <p14:creationId xmlns:p14="http://schemas.microsoft.com/office/powerpoint/2010/main" val="3550006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0FCD1-AD0E-831B-3C2A-E4A9641D4E7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A3EC9C84-24F3-AE25-710F-28DCB7C2E921}"/>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 tích chập</a:t>
            </a:r>
          </a:p>
        </p:txBody>
      </p:sp>
      <p:sp>
        <p:nvSpPr>
          <p:cNvPr id="31747" name="Rectangle 3">
            <a:extLst>
              <a:ext uri="{FF2B5EF4-FFF2-40B4-BE49-F238E27FC236}">
                <a16:creationId xmlns:a16="http://schemas.microsoft.com/office/drawing/2014/main" id="{AE2032F5-FFEF-C697-9F53-2E36890DA485}"/>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Mạng nơ-ron tích chập (Convolutional neural networks - CNNs)</a:t>
            </a:r>
          </a:p>
          <a:p>
            <a:pPr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Lớp đầy đủ cho đầu ra (Output): đóng vai trò bộ phân loại</a:t>
            </a:r>
          </a:p>
          <a:p>
            <a:pPr lvl="2">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Hàm softmax còn được gọi là hàm mũ chuẩn hóa, được dùng để tính toán đầu ra của mạng nơ-ron. Hàm này có hai mục đích:</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Tổng các giá trị đầu ra lúc này sẽ bằng , giống như một tập hợp đầy đủ các xác suất. </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Lưu ý đến hình dạng chung của hàm mũ, các đầu vào lớn hơn có xu hướng trở nên lớn hơn nữa, trong khi các đầu vào nhỏ hơn có xu hướng trở nên tương đối nhỏ hơn. Điều này làm nổi bật các kích hoạt/trọng số mạnh và làm giảm các tín hiệu yếu hơn.</a:t>
            </a:r>
            <a:br>
              <a:rPr lang="en-US" sz="2400"/>
            </a:br>
            <a:endParaRPr lang="en-US" sz="2200">
              <a:latin typeface="Times New Roman" panose="02020603050405020304" pitchFamily="18" charset="0"/>
              <a:cs typeface="Times New Roman" panose="02020603050405020304" pitchFamily="18" charset="0"/>
            </a:endParaRPr>
          </a:p>
          <a:p>
            <a:pPr>
              <a:buFont typeface="Wingdings" panose="05000000000000000000" pitchFamily="2" charset="2"/>
              <a:buChar char="q"/>
            </a:pPr>
            <a:endParaRPr lang="en-US"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06238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F2942-010A-DA35-155D-9F39E033B76B}"/>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0D6C0BDC-CD3C-86CD-92A6-61A06DC2CFA7}"/>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 tích chập</a:t>
            </a:r>
          </a:p>
        </p:txBody>
      </p:sp>
      <p:sp>
        <p:nvSpPr>
          <p:cNvPr id="31747" name="Rectangle 3">
            <a:extLst>
              <a:ext uri="{FF2B5EF4-FFF2-40B4-BE49-F238E27FC236}">
                <a16:creationId xmlns:a16="http://schemas.microsoft.com/office/drawing/2014/main" id="{5B613101-D7FE-EC06-ED68-F0AA24230A28}"/>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Mạng nơ-ron tích chập (Convolutional neural networks - CNNs)</a:t>
            </a:r>
          </a:p>
          <a:p>
            <a:pPr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Lớp đầy đủ cho đầu ra (Output): đóng vai trò bộ phân loại</a:t>
            </a:r>
          </a:p>
          <a:p>
            <a:pPr lvl="2">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Hàm softmax</a:t>
            </a:r>
            <a:endParaRPr lang="en-US" sz="2400" b="1">
              <a:latin typeface="Times New Roman" panose="02020603050405020304" pitchFamily="18" charset="0"/>
              <a:cs typeface="Times New Roman" panose="02020603050405020304" pitchFamily="18" charset="0"/>
            </a:endParaRPr>
          </a:p>
        </p:txBody>
      </p:sp>
      <p:pic>
        <p:nvPicPr>
          <p:cNvPr id="2" name="Picture 1" descr="A screenshot of a graph&#10;&#10;AI-generated content may be incorrect.">
            <a:extLst>
              <a:ext uri="{FF2B5EF4-FFF2-40B4-BE49-F238E27FC236}">
                <a16:creationId xmlns:a16="http://schemas.microsoft.com/office/drawing/2014/main" id="{26D690A0-3D02-FCD2-6714-8D528A750D9A}"/>
              </a:ext>
            </a:extLst>
          </p:cNvPr>
          <p:cNvPicPr>
            <a:picLocks noChangeAspect="1"/>
          </p:cNvPicPr>
          <p:nvPr/>
        </p:nvPicPr>
        <p:blipFill>
          <a:blip r:embed="rId3"/>
          <a:stretch>
            <a:fillRect/>
          </a:stretch>
        </p:blipFill>
        <p:spPr>
          <a:xfrm>
            <a:off x="914400" y="2438400"/>
            <a:ext cx="7821926" cy="3733800"/>
          </a:xfrm>
          <a:prstGeom prst="rect">
            <a:avLst/>
          </a:prstGeom>
        </p:spPr>
      </p:pic>
    </p:spTree>
    <p:extLst>
      <p:ext uri="{BB962C8B-B14F-4D97-AF65-F5344CB8AC3E}">
        <p14:creationId xmlns:p14="http://schemas.microsoft.com/office/powerpoint/2010/main" val="17204186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F7E4F-E0BF-FBE0-637A-FCE178DE91F5}"/>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D8C098D-EAC8-7007-BADF-1D9829F3D0C7}"/>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 tích chập</a:t>
            </a:r>
          </a:p>
        </p:txBody>
      </p:sp>
      <p:sp>
        <p:nvSpPr>
          <p:cNvPr id="31747" name="Rectangle 3">
            <a:extLst>
              <a:ext uri="{FF2B5EF4-FFF2-40B4-BE49-F238E27FC236}">
                <a16:creationId xmlns:a16="http://schemas.microsoft.com/office/drawing/2014/main" id="{6C760948-BDBD-603A-5C8F-8C9B5F9CA4B9}"/>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Mạng nơ-ron tích chập (Convolutional neural networks - CNNs)</a:t>
            </a:r>
          </a:p>
          <a:p>
            <a:pPr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Tích chập nhân quả </a:t>
            </a:r>
            <a:r>
              <a:rPr lang="en-US" sz="2400">
                <a:latin typeface="Times New Roman" panose="02020603050405020304" pitchFamily="18" charset="0"/>
                <a:cs typeface="Times New Roman" panose="02020603050405020304" pitchFamily="18" charset="0"/>
              </a:rPr>
              <a:t>được minh họa thông qua hình ảnh dưới. Tích chập được điều chỉnh để tạo ra tính nhân quả và cảm giác về thời gian. </a:t>
            </a:r>
            <a:endParaRPr lang="en-US" sz="2400" b="1">
              <a:latin typeface="Times New Roman" panose="02020603050405020304" pitchFamily="18" charset="0"/>
              <a:cs typeface="Times New Roman" panose="02020603050405020304" pitchFamily="18" charset="0"/>
            </a:endParaRPr>
          </a:p>
        </p:txBody>
      </p:sp>
      <p:pic>
        <p:nvPicPr>
          <p:cNvPr id="3" name="Picture 2" descr="A diagram of a network&#10;&#10;AI-generated content may be incorrect.">
            <a:extLst>
              <a:ext uri="{FF2B5EF4-FFF2-40B4-BE49-F238E27FC236}">
                <a16:creationId xmlns:a16="http://schemas.microsoft.com/office/drawing/2014/main" id="{0ECFF39D-C098-67EE-C046-251093A1F464}"/>
              </a:ext>
            </a:extLst>
          </p:cNvPr>
          <p:cNvPicPr>
            <a:picLocks noChangeAspect="1"/>
          </p:cNvPicPr>
          <p:nvPr/>
        </p:nvPicPr>
        <p:blipFill>
          <a:blip r:embed="rId3"/>
          <a:stretch>
            <a:fillRect/>
          </a:stretch>
        </p:blipFill>
        <p:spPr>
          <a:xfrm>
            <a:off x="2057400" y="2850832"/>
            <a:ext cx="5943600" cy="3427730"/>
          </a:xfrm>
          <a:prstGeom prst="rect">
            <a:avLst/>
          </a:prstGeom>
        </p:spPr>
      </p:pic>
    </p:spTree>
    <p:extLst>
      <p:ext uri="{BB962C8B-B14F-4D97-AF65-F5344CB8AC3E}">
        <p14:creationId xmlns:p14="http://schemas.microsoft.com/office/powerpoint/2010/main" val="96376487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6492B-00BE-C196-6185-C2C6B28317C6}"/>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18514396-077D-97D2-A8E0-E0F8166EE65F}"/>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 tích chập</a:t>
            </a:r>
          </a:p>
        </p:txBody>
      </p:sp>
      <p:sp>
        <p:nvSpPr>
          <p:cNvPr id="31747" name="Rectangle 3">
            <a:extLst>
              <a:ext uri="{FF2B5EF4-FFF2-40B4-BE49-F238E27FC236}">
                <a16:creationId xmlns:a16="http://schemas.microsoft.com/office/drawing/2014/main" id="{EA7DB898-2B78-B224-D9BF-2117A2B263AD}"/>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Mạng nơ-ron tích chập (Convolutional neural networks - CNNs)</a:t>
            </a:r>
          </a:p>
          <a:p>
            <a:pPr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Tích chập nhân quả </a:t>
            </a:r>
            <a:r>
              <a:rPr lang="en-US" sz="2400">
                <a:latin typeface="Times New Roman" panose="02020603050405020304" pitchFamily="18" charset="0"/>
                <a:cs typeface="Times New Roman" panose="02020603050405020304" pitchFamily="18" charset="0"/>
              </a:rPr>
              <a:t>được điều chỉnh để tạo ra tính nhân quả và cảm giác về thời gian.</a:t>
            </a:r>
          </a:p>
          <a:p>
            <a:pPr marL="1200150" lvl="2" indent="-28575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Phần nhân quả đề cập đến thực tế rằng chỉ những điểm trước đó mới đi vào bất kỳ bộ lọc tích chập nào. Các điểm trước đó sẽ chảy vào các tích chập được sử dụng ở thời điểm sau, nhưng không phải ngược lại.</a:t>
            </a:r>
          </a:p>
          <a:p>
            <a:pPr marL="1200150" lvl="2" indent="-28575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Phần giãn nở đề cập đến việc các điểm bị bỏ qua trong quá trình sắp xếp các bộ lọc tích chập, sao cho bất kỳ điểm nào cũng chỉ đi vào một bộ lọc tích chập ở mỗi cấp độ phân lớp. </a:t>
            </a:r>
          </a:p>
          <a:p>
            <a:pPr marL="1200150" lvl="2" indent="-28575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Điều này thúc đẩy tính thưa thớt của mô hình và giảm thiểu các tích chập dư thừa hoặc chồng chéo, cho phép mô hình nhìn xa hơn về quá khứ trong khi vẫn giữ cho tổng thể tính toán được giới hạn hợp lý.</a:t>
            </a:r>
          </a:p>
          <a:p>
            <a:pPr lvl="1" indent="-342900">
              <a:buFont typeface="Arial" panose="020B0604020202020204" pitchFamily="34" charset="0"/>
              <a:buChar char="•"/>
            </a:pPr>
            <a:endParaRPr lang="en-US"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00479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5B475-2E42-FC06-8659-E952B525B906}"/>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714DABB-A42C-02AE-7D76-7937973A76C3}"/>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 tích chập</a:t>
            </a:r>
          </a:p>
        </p:txBody>
      </p:sp>
      <p:sp>
        <p:nvSpPr>
          <p:cNvPr id="31747" name="Rectangle 3">
            <a:extLst>
              <a:ext uri="{FF2B5EF4-FFF2-40B4-BE49-F238E27FC236}">
                <a16:creationId xmlns:a16="http://schemas.microsoft.com/office/drawing/2014/main" id="{ED1DFED1-43C0-713C-6987-18AB63DA02ED}"/>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Mạng nơ-ron tích chập (Convolutional neural networks - CNNs)</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Chuyển đổi chuỗi thời gian thành hình ảnh</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Bản thân tích chập không hẳn là phù hợp để áp dụng cho chuỗi thời gian đơn biến. Chuỗi thời gian đa kênh có thể phù hợp hơn vì khi đó chúng ta có thể phát triển hình ảnh 2D (hoặc thậm chí 3D) trong đó thời gian chỉ là một trục.</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Các mô hình tích chập được biết là hoạt động rất tốt trong phân tích hình ảnh, vì vậy, một ý tưởng hay để áp dụng chúng vào chuỗi thời gian là tìm cách chuyển đổi chuỗi thời gian thành hình ảnh. Có nhiều cách để thực hiện việc này, một trong số đó rất thú vị vì nó có thể chuyển đổi ngay cả một chuỗi thời gian đơn biến thành hình ảnh: xây dựng biểu đồ hồi quy.</a:t>
            </a:r>
          </a:p>
          <a:p>
            <a:pPr lvl="1" indent="-342900">
              <a:buFont typeface="Arial" panose="020B0604020202020204" pitchFamily="34" charset="0"/>
              <a:buChar char="•"/>
            </a:pPr>
            <a:endParaRPr lang="en-US"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40700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7FD7E-4F97-0988-EF5D-3447B12D34B7}"/>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B034E93-A771-191E-93FD-1505F85FFDA1}"/>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 tích chập</a:t>
            </a:r>
          </a:p>
        </p:txBody>
      </p:sp>
      <p:sp>
        <p:nvSpPr>
          <p:cNvPr id="31747" name="Rectangle 3">
            <a:extLst>
              <a:ext uri="{FF2B5EF4-FFF2-40B4-BE49-F238E27FC236}">
                <a16:creationId xmlns:a16="http://schemas.microsoft.com/office/drawing/2014/main" id="{9855CDED-5ECB-29C7-3AB3-F04C72047DD3}"/>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Mạng nơ-ron tích chập (Convolutional neural networks - CNNs)</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Chuyển đổi chuỗi thời gian thành hình ảnh</a:t>
            </a:r>
          </a:p>
          <a:p>
            <a:pPr lvl="2">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Biểu đồ hồi quy là một cách mô tả, trong không gian pha-trạng thái, khi một chuỗi thời gian trở lại gần đúng pha và trạng thái mà nó đã ở tại một thời điểm trước đó trong thời gian. Điều này được xác định thông qua hàm hồi quy nhị phân. </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Hồi quy được định nghĩa là R(i,j) = 1 nếu f(i) – f(j) đủ nhỏ; nếu không thì bằng 0. </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Điều này dẫn đến một ảnh nhị phân đen trắng, ví dụ như những ảnh chúng ta thấy trong hình minh họa ở slide sau. </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Lưu ý rằng i và j đều tham chiếu đến các giá trị thời gian, và trục thời gian không bị giới hạn hoặc bị hạn chế theo bất kỳ cách nào.</a:t>
            </a:r>
          </a:p>
          <a:p>
            <a:pPr lvl="1" indent="-342900">
              <a:buFont typeface="Arial" panose="020B0604020202020204" pitchFamily="34" charset="0"/>
              <a:buChar char="•"/>
            </a:pPr>
            <a:endParaRPr lang="en-US"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061885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0A359-DF8B-1375-D493-AB3F03FA87D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678B0B1-CE56-470B-66E3-F4A541800047}"/>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 tích chập</a:t>
            </a:r>
          </a:p>
        </p:txBody>
      </p:sp>
      <p:sp>
        <p:nvSpPr>
          <p:cNvPr id="31747" name="Rectangle 3">
            <a:extLst>
              <a:ext uri="{FF2B5EF4-FFF2-40B4-BE49-F238E27FC236}">
                <a16:creationId xmlns:a16="http://schemas.microsoft.com/office/drawing/2014/main" id="{E3B2692E-0999-1BC3-CDF7-1FB2C44C8D80}"/>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Mạng nơ-ron tích chập (Convolutional neural networks - CNNs)</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Chuyển đổi chuỗi thời gian thành hình ảnh</a:t>
            </a:r>
          </a:p>
          <a:p>
            <a:pPr lvl="2">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Biểu đồ hồi quy</a:t>
            </a:r>
            <a:endParaRPr lang="en-US" sz="2400" b="1">
              <a:latin typeface="Times New Roman" panose="02020603050405020304" pitchFamily="18" charset="0"/>
              <a:cs typeface="Times New Roman" panose="02020603050405020304" pitchFamily="18" charset="0"/>
            </a:endParaRPr>
          </a:p>
        </p:txBody>
      </p:sp>
      <p:pic>
        <p:nvPicPr>
          <p:cNvPr id="2" name="Picture 1" descr="A close-up of several different types of lines&#10;&#10;AI-generated content may be incorrect.">
            <a:extLst>
              <a:ext uri="{FF2B5EF4-FFF2-40B4-BE49-F238E27FC236}">
                <a16:creationId xmlns:a16="http://schemas.microsoft.com/office/drawing/2014/main" id="{D5BAECF8-867D-59FF-D895-81BD9767FF28}"/>
              </a:ext>
            </a:extLst>
          </p:cNvPr>
          <p:cNvPicPr>
            <a:picLocks noChangeAspect="1"/>
          </p:cNvPicPr>
          <p:nvPr/>
        </p:nvPicPr>
        <p:blipFill>
          <a:blip r:embed="rId3"/>
          <a:stretch>
            <a:fillRect/>
          </a:stretch>
        </p:blipFill>
        <p:spPr>
          <a:xfrm>
            <a:off x="19050" y="2438400"/>
            <a:ext cx="9126449" cy="3048000"/>
          </a:xfrm>
          <a:prstGeom prst="rect">
            <a:avLst/>
          </a:prstGeom>
        </p:spPr>
      </p:pic>
    </p:spTree>
    <p:extLst>
      <p:ext uri="{BB962C8B-B14F-4D97-AF65-F5344CB8AC3E}">
        <p14:creationId xmlns:p14="http://schemas.microsoft.com/office/powerpoint/2010/main" val="268284526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F10B3-1F7C-58B5-4634-052493E7664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9FA1297C-EDA9-5DD9-9F47-10C2834E3D54}"/>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 hồi quy</a:t>
            </a:r>
          </a:p>
        </p:txBody>
      </p:sp>
      <p:sp>
        <p:nvSpPr>
          <p:cNvPr id="31747" name="Rectangle 3">
            <a:extLst>
              <a:ext uri="{FF2B5EF4-FFF2-40B4-BE49-F238E27FC236}">
                <a16:creationId xmlns:a16="http://schemas.microsoft.com/office/drawing/2014/main" id="{9546B13A-EB96-8E33-5BAB-C0014AC5765F}"/>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Mạng nơ-ron hồi quy (Recurrent neural networks - RNNs) </a:t>
            </a:r>
            <a:r>
              <a:rPr lang="en-US" sz="2400">
                <a:latin typeface="Times New Roman" panose="02020603050405020304" pitchFamily="18" charset="0"/>
                <a:cs typeface="Times New Roman" panose="02020603050405020304" pitchFamily="18" charset="0"/>
              </a:rPr>
              <a:t>là một lớp mạng rộng, trong đó các tham số giống nhau được áp dụng lặp đi lặp lại ngay cả khi các đầu vào thay đổi theo thời gian. Những điểm khác biệt quan trọng giữa RNN và mạng truyền thẳng là:</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RNN nhìn thấy từng bước thời gian một, theo thứ tự.</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RNN có trạng thái mà nó bảo toàn từ bước thời gian này sang bước thời gian khác, và chính trạng thái này cũng như các tham số tĩnh của nó quyết định các cập nhật phản hồi của nó đối với mỗi thông tin mới tại mỗi bước.</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Do đó, RNN có các tham số giúp nó "cập nhật" trạng thái của mình, bao gồm cả trạng thái ẩn, từ bước thời gian này sang bước thời gian khác.</a:t>
            </a:r>
          </a:p>
          <a:p>
            <a:pPr lvl="2">
              <a:buFont typeface="Courier New" panose="02070309020205020404" pitchFamily="49" charset="0"/>
              <a:buChar char="o"/>
            </a:pPr>
            <a:endParaRPr lang="en-US"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239331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51881-DDDB-027F-2CCC-086D8D140C0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24847BF-880E-5EC8-5B94-D2E2EC00E281}"/>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 hồi quy</a:t>
            </a:r>
          </a:p>
        </p:txBody>
      </p:sp>
      <p:sp>
        <p:nvSpPr>
          <p:cNvPr id="31747" name="Rectangle 3">
            <a:extLst>
              <a:ext uri="{FF2B5EF4-FFF2-40B4-BE49-F238E27FC236}">
                <a16:creationId xmlns:a16="http://schemas.microsoft.com/office/drawing/2014/main" id="{E48262F1-AACE-875E-B0C3-CB159EE43AA5}"/>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Mạng nơ-ron hồi quy (Recurrent neural networks - RNNs)</a:t>
            </a:r>
          </a:p>
        </p:txBody>
      </p:sp>
      <p:pic>
        <p:nvPicPr>
          <p:cNvPr id="3" name="Picture 2">
            <a:extLst>
              <a:ext uri="{FF2B5EF4-FFF2-40B4-BE49-F238E27FC236}">
                <a16:creationId xmlns:a16="http://schemas.microsoft.com/office/drawing/2014/main" id="{E3A9B62B-FB61-D834-7910-9A2CC2378A3B}"/>
              </a:ext>
            </a:extLst>
          </p:cNvPr>
          <p:cNvPicPr>
            <a:picLocks noChangeAspect="1"/>
          </p:cNvPicPr>
          <p:nvPr/>
        </p:nvPicPr>
        <p:blipFill>
          <a:blip r:embed="rId3"/>
          <a:stretch>
            <a:fillRect/>
          </a:stretch>
        </p:blipFill>
        <p:spPr>
          <a:xfrm>
            <a:off x="685800" y="1981200"/>
            <a:ext cx="7738282" cy="3657600"/>
          </a:xfrm>
          <a:prstGeom prst="rect">
            <a:avLst/>
          </a:prstGeom>
        </p:spPr>
      </p:pic>
    </p:spTree>
    <p:extLst>
      <p:ext uri="{BB962C8B-B14F-4D97-AF65-F5344CB8AC3E}">
        <p14:creationId xmlns:p14="http://schemas.microsoft.com/office/powerpoint/2010/main" val="362406637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41722-3175-1B66-10BE-74301FD2EB5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63CFEB58-C2A2-DE51-7B33-B6D4713BF134}"/>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 hồi quy</a:t>
            </a:r>
          </a:p>
        </p:txBody>
      </p:sp>
      <p:sp>
        <p:nvSpPr>
          <p:cNvPr id="31747" name="Rectangle 3">
            <a:extLst>
              <a:ext uri="{FF2B5EF4-FFF2-40B4-BE49-F238E27FC236}">
                <a16:creationId xmlns:a16="http://schemas.microsoft.com/office/drawing/2014/main" id="{B7B814B4-11C3-81ED-BE32-E0D3DB5C90E1}"/>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Mạng nơ-ron hồi quy (Recurrent neural networks - RNNs) </a:t>
            </a:r>
            <a:r>
              <a:rPr lang="en-US" sz="2400">
                <a:latin typeface="Times New Roman" panose="02020603050405020304" pitchFamily="18" charset="0"/>
                <a:cs typeface="Times New Roman" panose="02020603050405020304" pitchFamily="18" charset="0"/>
              </a:rPr>
              <a:t>thường được trình bày theo mô hình "mở cuộn" vì kiến ​​trúc hồi quy dựa trên tế bào. Điều này mô tả cách các tham số giống nhau được sử dụng lặp đi lặp lại, do đó số lượng tham số khá nhỏ ngay cả đối với các chuỗi thời gian rất dài.</a:t>
            </a:r>
          </a:p>
          <a:p>
            <a:pPr lvl="2">
              <a:buFont typeface="Courier New" panose="02070309020205020404" pitchFamily="49" charset="0"/>
              <a:buChar char="o"/>
            </a:pPr>
            <a:endParaRPr lang="en-US" sz="2400" b="1">
              <a:latin typeface="Times New Roman" panose="02020603050405020304" pitchFamily="18" charset="0"/>
              <a:cs typeface="Times New Roman" panose="02020603050405020304" pitchFamily="18" charset="0"/>
            </a:endParaRPr>
          </a:p>
        </p:txBody>
      </p:sp>
      <p:pic>
        <p:nvPicPr>
          <p:cNvPr id="2" name="Picture 1" descr="A diagram of a diagram&#10;&#10;AI-generated content may be incorrect.">
            <a:extLst>
              <a:ext uri="{FF2B5EF4-FFF2-40B4-BE49-F238E27FC236}">
                <a16:creationId xmlns:a16="http://schemas.microsoft.com/office/drawing/2014/main" id="{E46325CA-FF08-4FD0-8BD6-1B41C1D12223}"/>
              </a:ext>
            </a:extLst>
          </p:cNvPr>
          <p:cNvPicPr>
            <a:picLocks noChangeAspect="1"/>
          </p:cNvPicPr>
          <p:nvPr/>
        </p:nvPicPr>
        <p:blipFill>
          <a:blip r:embed="rId3"/>
          <a:stretch>
            <a:fillRect/>
          </a:stretch>
        </p:blipFill>
        <p:spPr>
          <a:xfrm>
            <a:off x="1752600" y="3276600"/>
            <a:ext cx="5950559" cy="2590800"/>
          </a:xfrm>
          <a:prstGeom prst="rect">
            <a:avLst/>
          </a:prstGeom>
        </p:spPr>
      </p:pic>
    </p:spTree>
    <p:extLst>
      <p:ext uri="{BB962C8B-B14F-4D97-AF65-F5344CB8AC3E}">
        <p14:creationId xmlns:p14="http://schemas.microsoft.com/office/powerpoint/2010/main" val="319923445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FCA88-557E-A3D9-83B9-B9AEF3F3B5F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1783EF9-2936-17A5-7113-48A9A85ECDF1}"/>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 hồi quy</a:t>
            </a:r>
          </a:p>
        </p:txBody>
      </p:sp>
      <p:sp>
        <p:nvSpPr>
          <p:cNvPr id="31747" name="Rectangle 3">
            <a:extLst>
              <a:ext uri="{FF2B5EF4-FFF2-40B4-BE49-F238E27FC236}">
                <a16:creationId xmlns:a16="http://schemas.microsoft.com/office/drawing/2014/main" id="{3D44EE82-8C85-3122-156E-B8F89760530B}"/>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Mạng nơ-ron hồi quy (Recurrent neural networks - RNNs)</a:t>
            </a:r>
            <a:endParaRPr lang="en-US" sz="24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Long Short-Term Memory (LSTM) </a:t>
            </a:r>
            <a:r>
              <a:rPr lang="en-US" sz="2400">
                <a:latin typeface="Times New Roman" panose="02020603050405020304" pitchFamily="18" charset="0"/>
                <a:cs typeface="Times New Roman" panose="02020603050405020304" pitchFamily="18" charset="0"/>
              </a:rPr>
              <a:t>được tạo ra để khắc phục việc RNN nhanh quên quá khứ. LSTM thêm một bộ nhớ dài hạn (cell state) và 3 cái “cổng” để điều khiển nó.</a:t>
            </a:r>
          </a:p>
          <a:p>
            <a:pPr marL="800100" lvl="1" indent="-342900">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pPr lvl="2">
              <a:buFont typeface="Courier New" panose="02070309020205020404" pitchFamily="49" charset="0"/>
              <a:buChar char="o"/>
            </a:pPr>
            <a:endParaRPr lang="en-US" sz="2400" b="1">
              <a:latin typeface="Times New Roman" panose="02020603050405020304" pitchFamily="18" charset="0"/>
              <a:cs typeface="Times New Roman" panose="02020603050405020304" pitchFamily="18" charset="0"/>
            </a:endParaRPr>
          </a:p>
        </p:txBody>
      </p:sp>
      <p:pic>
        <p:nvPicPr>
          <p:cNvPr id="2" name="Picture 1" descr="A diagram of a machine&#10;&#10;AI-generated content may be incorrect.">
            <a:extLst>
              <a:ext uri="{FF2B5EF4-FFF2-40B4-BE49-F238E27FC236}">
                <a16:creationId xmlns:a16="http://schemas.microsoft.com/office/drawing/2014/main" id="{2EFDCB16-6990-90D5-4FBC-16DB8B78534F}"/>
              </a:ext>
            </a:extLst>
          </p:cNvPr>
          <p:cNvPicPr>
            <a:picLocks noChangeAspect="1"/>
          </p:cNvPicPr>
          <p:nvPr/>
        </p:nvPicPr>
        <p:blipFill>
          <a:blip r:embed="rId3"/>
          <a:stretch>
            <a:fillRect/>
          </a:stretch>
        </p:blipFill>
        <p:spPr>
          <a:xfrm>
            <a:off x="1371600" y="2819400"/>
            <a:ext cx="6689876" cy="3352800"/>
          </a:xfrm>
          <a:prstGeom prst="rect">
            <a:avLst/>
          </a:prstGeom>
        </p:spPr>
      </p:pic>
    </p:spTree>
    <p:extLst>
      <p:ext uri="{BB962C8B-B14F-4D97-AF65-F5344CB8AC3E}">
        <p14:creationId xmlns:p14="http://schemas.microsoft.com/office/powerpoint/2010/main" val="300956795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AF207-FBA0-DC25-F475-DD5F39BCBB6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7766696-0CAC-6C67-6669-EF38008875DB}"/>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 hồi quy</a:t>
            </a:r>
          </a:p>
        </p:txBody>
      </p:sp>
      <mc:AlternateContent xmlns:mc="http://schemas.openxmlformats.org/markup-compatibility/2006">
        <mc:Choice xmlns:a14="http://schemas.microsoft.com/office/drawing/2010/main" Requires="a14">
          <p:sp>
            <p:nvSpPr>
              <p:cNvPr id="31747" name="Rectangle 3">
                <a:extLst>
                  <a:ext uri="{FF2B5EF4-FFF2-40B4-BE49-F238E27FC236}">
                    <a16:creationId xmlns:a16="http://schemas.microsoft.com/office/drawing/2014/main" id="{4FE6649E-8410-1B0C-0F06-55AA7EF11E41}"/>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Mạng nơ-ron hồi quy (Recurrent neural networks - RNNs)</a:t>
                </a:r>
                <a:endParaRPr lang="en-US" sz="240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Long Short-Term Memory (LSTM) có c</a:t>
                </a:r>
                <a:r>
                  <a:rPr lang="en-US" b="1"/>
                  <a:t>ấu trúc chính như sau:</a:t>
                </a:r>
                <a:endParaRPr lang="en-US"/>
              </a:p>
              <a:p>
                <a:pPr marL="1200150" lvl="2" indent="-28575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Cell state </a:t>
                </a:r>
                <a14:m>
                  <m:oMath xmlns:m="http://schemas.openxmlformats.org/officeDocument/2006/math">
                    <m:sSub>
                      <m:sSubPr>
                        <m:ctrlPr>
                          <a:rPr lang="en-US" sz="2400" b="1" i="1"/>
                        </m:ctrlPr>
                      </m:sSubPr>
                      <m:e>
                        <m:r>
                          <a:rPr lang="en-US" sz="2400" b="1" i="1"/>
                          <m:t>𝑪</m:t>
                        </m:r>
                      </m:e>
                      <m:sub>
                        <m:r>
                          <a:rPr lang="en-US" sz="2400" b="1" i="1"/>
                          <m:t>𝒕</m:t>
                        </m:r>
                      </m:sub>
                    </m:sSub>
                  </m:oMath>
                </a14:m>
                <a:r>
                  <a:rPr lang="en-US" sz="2400">
                    <a:latin typeface="Times New Roman" panose="02020603050405020304" pitchFamily="18" charset="0"/>
                    <a:cs typeface="Times New Roman" panose="02020603050405020304" pitchFamily="18" charset="0"/>
                  </a:rPr>
                  <a:t>: “Băng chuyền trí nhớ” chạy xuyên suốt thời gian → giúp không bị quên.</a:t>
                </a:r>
              </a:p>
              <a:p>
                <a:pPr marL="1200150" lvl="2" indent="-28575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Các cổng điều khiển (gates)</a:t>
                </a:r>
                <a:endParaRPr lang="en-US" sz="2400">
                  <a:latin typeface="Times New Roman" panose="02020603050405020304" pitchFamily="18" charset="0"/>
                  <a:cs typeface="Times New Roman" panose="02020603050405020304" pitchFamily="18" charset="0"/>
                </a:endParaRPr>
              </a:p>
              <a:p>
                <a:pPr marL="1657350" lvl="3" indent="-285750">
                  <a:buFont typeface="Wingdings" panose="05000000000000000000" pitchFamily="2" charset="2"/>
                  <a:buChar char="§"/>
                </a:pPr>
                <a:r>
                  <a:rPr lang="en-US" sz="2400" b="1">
                    <a:latin typeface="Times New Roman" panose="02020603050405020304" pitchFamily="18" charset="0"/>
                    <a:cs typeface="Times New Roman" panose="02020603050405020304" pitchFamily="18" charset="0"/>
                  </a:rPr>
                  <a:t>Forget gate — cổng quên: </a:t>
                </a:r>
                <a:r>
                  <a:rPr lang="en-US" sz="2400">
                    <a:latin typeface="Times New Roman" panose="02020603050405020304" pitchFamily="18" charset="0"/>
                    <a:cs typeface="Times New Roman" panose="02020603050405020304" pitchFamily="18" charset="0"/>
                  </a:rPr>
                  <a:t>Quyết định quên bao nhiêu thông tin quá khứ: </a:t>
                </a:r>
                <a14:m>
                  <m:oMath xmlns:m="http://schemas.openxmlformats.org/officeDocument/2006/math">
                    <m:sSub>
                      <m:sSubPr>
                        <m:ctrlPr>
                          <a:rPr lang="en-US" sz="2400" i="1"/>
                        </m:ctrlPr>
                      </m:sSubPr>
                      <m:e>
                        <m:r>
                          <a:rPr lang="en-US" sz="2400" i="1"/>
                          <m:t>𝑓</m:t>
                        </m:r>
                      </m:e>
                      <m:sub>
                        <m:r>
                          <a:rPr lang="en-US" sz="2400" i="1"/>
                          <m:t>𝑡</m:t>
                        </m:r>
                      </m:sub>
                    </m:sSub>
                    <m:r>
                      <a:rPr lang="en-US" sz="2400" i="1"/>
                      <m:t>=</m:t>
                    </m:r>
                    <m:r>
                      <a:rPr lang="en-US" sz="2400" i="1"/>
                      <m:t>𝜎</m:t>
                    </m:r>
                    <m:r>
                      <a:rPr lang="en-US" sz="2400" i="1"/>
                      <m:t>(</m:t>
                    </m:r>
                    <m:sSub>
                      <m:sSubPr>
                        <m:ctrlPr>
                          <a:rPr lang="en-US" sz="2400" i="1"/>
                        </m:ctrlPr>
                      </m:sSubPr>
                      <m:e>
                        <m:r>
                          <a:rPr lang="en-US" sz="2400" i="1"/>
                          <m:t>𝑊</m:t>
                        </m:r>
                      </m:e>
                      <m:sub>
                        <m:r>
                          <a:rPr lang="en-US" sz="2400" i="1"/>
                          <m:t>𝑓</m:t>
                        </m:r>
                      </m:sub>
                    </m:sSub>
                    <m:sSub>
                      <m:sSubPr>
                        <m:ctrlPr>
                          <a:rPr lang="en-US" sz="2400" i="1"/>
                        </m:ctrlPr>
                      </m:sSubPr>
                      <m:e>
                        <m:r>
                          <a:rPr lang="en-US" sz="2400" i="1"/>
                          <m:t>𝑥</m:t>
                        </m:r>
                      </m:e>
                      <m:sub>
                        <m:r>
                          <a:rPr lang="en-US" sz="2400" i="1"/>
                          <m:t>𝑡</m:t>
                        </m:r>
                      </m:sub>
                    </m:sSub>
                    <m:r>
                      <a:rPr lang="en-US" sz="2400" i="1"/>
                      <m:t>+</m:t>
                    </m:r>
                    <m:sSub>
                      <m:sSubPr>
                        <m:ctrlPr>
                          <a:rPr lang="en-US" sz="2400" i="1"/>
                        </m:ctrlPr>
                      </m:sSubPr>
                      <m:e>
                        <m:r>
                          <a:rPr lang="en-US" sz="2400" i="1"/>
                          <m:t>𝑈</m:t>
                        </m:r>
                      </m:e>
                      <m:sub>
                        <m:r>
                          <a:rPr lang="en-US" sz="2400" i="1"/>
                          <m:t>𝑓</m:t>
                        </m:r>
                      </m:sub>
                    </m:sSub>
                    <m:sSub>
                      <m:sSubPr>
                        <m:ctrlPr>
                          <a:rPr lang="en-US" sz="2400" i="1"/>
                        </m:ctrlPr>
                      </m:sSubPr>
                      <m:e>
                        <m:r>
                          <a:rPr lang="en-US" sz="2400" i="1"/>
                          <m:t>h</m:t>
                        </m:r>
                      </m:e>
                      <m:sub>
                        <m:r>
                          <a:rPr lang="en-US" sz="2400" i="1"/>
                          <m:t>𝑡</m:t>
                        </m:r>
                        <m:r>
                          <a:rPr lang="en-US" sz="2400" i="1"/>
                          <m:t>−1</m:t>
                        </m:r>
                      </m:sub>
                    </m:sSub>
                    <m:r>
                      <a:rPr lang="en-US" sz="2400" i="1"/>
                      <m:t>+</m:t>
                    </m:r>
                    <m:sSub>
                      <m:sSubPr>
                        <m:ctrlPr>
                          <a:rPr lang="en-US" sz="2400" i="1"/>
                        </m:ctrlPr>
                      </m:sSubPr>
                      <m:e>
                        <m:r>
                          <a:rPr lang="en-US" sz="2400" i="1"/>
                          <m:t>𝑏</m:t>
                        </m:r>
                      </m:e>
                      <m:sub>
                        <m:r>
                          <a:rPr lang="en-US" sz="2400" i="1"/>
                          <m:t>𝑓</m:t>
                        </m:r>
                      </m:sub>
                    </m:sSub>
                    <m:r>
                      <a:rPr lang="en-US" sz="2400" i="1"/>
                      <m:t>)</m:t>
                    </m:r>
                  </m:oMath>
                </a14:m>
                <a:endParaRPr lang="en-US" sz="2400">
                  <a:latin typeface="Times New Roman" panose="02020603050405020304" pitchFamily="18" charset="0"/>
                  <a:cs typeface="Times New Roman" panose="02020603050405020304" pitchFamily="18" charset="0"/>
                </a:endParaRPr>
              </a:p>
              <a:p>
                <a:pPr marL="1657350" lvl="3" indent="-285750">
                  <a:buFont typeface="Wingdings" panose="05000000000000000000" pitchFamily="2" charset="2"/>
                  <a:buChar char="§"/>
                </a:pPr>
                <a:r>
                  <a:rPr lang="en-US" sz="2400" b="1">
                    <a:latin typeface="Times New Roman" panose="02020603050405020304" pitchFamily="18" charset="0"/>
                    <a:cs typeface="Times New Roman" panose="02020603050405020304" pitchFamily="18" charset="0"/>
                  </a:rPr>
                  <a:t>Input gate — cổng ghi nhớ mới: </a:t>
                </a:r>
                <a:r>
                  <a:rPr lang="en-US" sz="2400">
                    <a:latin typeface="Times New Roman" panose="02020603050405020304" pitchFamily="18" charset="0"/>
                    <a:cs typeface="Times New Roman" panose="02020603050405020304" pitchFamily="18" charset="0"/>
                  </a:rPr>
                  <a:t>Quyết định ghi bao nhiêu thông tin mới: </a:t>
                </a:r>
                <a14:m>
                  <m:oMath xmlns:m="http://schemas.openxmlformats.org/officeDocument/2006/math">
                    <m:sSub>
                      <m:sSubPr>
                        <m:ctrlPr>
                          <a:rPr lang="en-US" sz="2400" i="1"/>
                        </m:ctrlPr>
                      </m:sSubPr>
                      <m:e>
                        <m:r>
                          <a:rPr lang="en-US" sz="2400" i="1"/>
                          <m:t>𝑖</m:t>
                        </m:r>
                      </m:e>
                      <m:sub>
                        <m:r>
                          <a:rPr lang="en-US" sz="2400" i="1"/>
                          <m:t>𝑡</m:t>
                        </m:r>
                      </m:sub>
                    </m:sSub>
                    <m:r>
                      <a:rPr lang="en-US" sz="2400" i="1"/>
                      <m:t>=</m:t>
                    </m:r>
                    <m:r>
                      <a:rPr lang="en-US" sz="2400" i="1"/>
                      <m:t>𝜎</m:t>
                    </m:r>
                    <m:r>
                      <a:rPr lang="en-US" sz="2400" i="1"/>
                      <m:t>(</m:t>
                    </m:r>
                    <m:sSub>
                      <m:sSubPr>
                        <m:ctrlPr>
                          <a:rPr lang="en-US" sz="2400" i="1"/>
                        </m:ctrlPr>
                      </m:sSubPr>
                      <m:e>
                        <m:r>
                          <a:rPr lang="en-US" sz="2400" i="1"/>
                          <m:t>𝑊</m:t>
                        </m:r>
                      </m:e>
                      <m:sub>
                        <m:r>
                          <a:rPr lang="en-US" sz="2400" i="1"/>
                          <m:t>𝑖</m:t>
                        </m:r>
                      </m:sub>
                    </m:sSub>
                    <m:sSub>
                      <m:sSubPr>
                        <m:ctrlPr>
                          <a:rPr lang="en-US" sz="2400" i="1"/>
                        </m:ctrlPr>
                      </m:sSubPr>
                      <m:e>
                        <m:r>
                          <a:rPr lang="en-US" sz="2400" i="1"/>
                          <m:t>𝑥</m:t>
                        </m:r>
                      </m:e>
                      <m:sub>
                        <m:r>
                          <a:rPr lang="en-US" sz="2400" i="1"/>
                          <m:t>𝑡</m:t>
                        </m:r>
                      </m:sub>
                    </m:sSub>
                    <m:r>
                      <a:rPr lang="en-US" sz="2400" i="1"/>
                      <m:t>+</m:t>
                    </m:r>
                    <m:sSub>
                      <m:sSubPr>
                        <m:ctrlPr>
                          <a:rPr lang="en-US" sz="2400" i="1"/>
                        </m:ctrlPr>
                      </m:sSubPr>
                      <m:e>
                        <m:r>
                          <a:rPr lang="en-US" sz="2400" i="1"/>
                          <m:t>𝑈</m:t>
                        </m:r>
                      </m:e>
                      <m:sub>
                        <m:r>
                          <a:rPr lang="en-US" sz="2400" i="1"/>
                          <m:t>𝑖</m:t>
                        </m:r>
                      </m:sub>
                    </m:sSub>
                    <m:sSub>
                      <m:sSubPr>
                        <m:ctrlPr>
                          <a:rPr lang="en-US" sz="2400" i="1"/>
                        </m:ctrlPr>
                      </m:sSubPr>
                      <m:e>
                        <m:r>
                          <a:rPr lang="en-US" sz="2400" i="1"/>
                          <m:t>h</m:t>
                        </m:r>
                      </m:e>
                      <m:sub>
                        <m:r>
                          <a:rPr lang="en-US" sz="2400" i="1"/>
                          <m:t>𝑡</m:t>
                        </m:r>
                        <m:r>
                          <a:rPr lang="en-US" sz="2400" i="1"/>
                          <m:t>−1</m:t>
                        </m:r>
                      </m:sub>
                    </m:sSub>
                    <m:r>
                      <a:rPr lang="en-US" sz="2400" i="1"/>
                      <m:t>+</m:t>
                    </m:r>
                    <m:sSub>
                      <m:sSubPr>
                        <m:ctrlPr>
                          <a:rPr lang="en-US" sz="2400" i="1"/>
                        </m:ctrlPr>
                      </m:sSubPr>
                      <m:e>
                        <m:r>
                          <a:rPr lang="en-US" sz="2400" i="1"/>
                          <m:t>𝑏</m:t>
                        </m:r>
                      </m:e>
                      <m:sub>
                        <m:r>
                          <a:rPr lang="en-US" sz="2400" i="1"/>
                          <m:t>𝑖</m:t>
                        </m:r>
                      </m:sub>
                    </m:sSub>
                    <m:r>
                      <a:rPr lang="en-US" sz="2400" i="1"/>
                      <m:t>)</m:t>
                    </m:r>
                  </m:oMath>
                </a14:m>
                <a:endParaRPr lang="en-US" sz="2400">
                  <a:latin typeface="Times New Roman" panose="02020603050405020304" pitchFamily="18" charset="0"/>
                  <a:cs typeface="Times New Roman" panose="02020603050405020304" pitchFamily="18" charset="0"/>
                </a:endParaRPr>
              </a:p>
              <a:p>
                <a:pPr lvl="4"/>
                <a:r>
                  <a:rPr lang="en-US" sz="2400">
                    <a:latin typeface="Times New Roman" panose="02020603050405020304" pitchFamily="18" charset="0"/>
                    <a:cs typeface="Times New Roman" panose="02020603050405020304" pitchFamily="18" charset="0"/>
                  </a:rPr>
                  <a:t>Thông tin mới: </a:t>
                </a:r>
                <a14:m>
                  <m:oMath xmlns:m="http://schemas.openxmlformats.org/officeDocument/2006/math">
                    <m:sSub>
                      <m:sSubPr>
                        <m:ctrlPr>
                          <a:rPr lang="en-US" sz="2400" i="1"/>
                        </m:ctrlPr>
                      </m:sSubPr>
                      <m:e>
                        <m:acc>
                          <m:accPr>
                            <m:chr m:val="̃"/>
                            <m:ctrlPr>
                              <a:rPr lang="en-US" sz="2400" i="1"/>
                            </m:ctrlPr>
                          </m:accPr>
                          <m:e>
                            <m:r>
                              <a:rPr lang="en-US" sz="2400" i="1"/>
                              <m:t>𝐶</m:t>
                            </m:r>
                          </m:e>
                        </m:acc>
                      </m:e>
                      <m:sub>
                        <m:r>
                          <a:rPr lang="en-US" sz="2400" i="1"/>
                          <m:t>𝑡</m:t>
                        </m:r>
                      </m:sub>
                    </m:sSub>
                    <m:r>
                      <a:rPr lang="en-US" sz="2400" i="1"/>
                      <m:t>=</m:t>
                    </m:r>
                    <m:r>
                      <m:rPr>
                        <m:sty m:val="p"/>
                      </m:rPr>
                      <a:rPr lang="en-US" sz="2400"/>
                      <m:t>tanh</m:t>
                    </m:r>
                    <m:r>
                      <a:rPr lang="en-US" sz="2400" b="0" i="1" smtClean="0">
                        <a:latin typeface="Cambria Math" panose="02040503050406030204" pitchFamily="18" charset="0"/>
                      </a:rPr>
                      <m:t> </m:t>
                    </m:r>
                    <m:r>
                      <a:rPr lang="en-US" sz="2400" i="1"/>
                      <m:t>(</m:t>
                    </m:r>
                    <m:sSub>
                      <m:sSubPr>
                        <m:ctrlPr>
                          <a:rPr lang="en-US" sz="2400" i="1"/>
                        </m:ctrlPr>
                      </m:sSubPr>
                      <m:e>
                        <m:r>
                          <a:rPr lang="en-US" sz="2400" i="1"/>
                          <m:t>𝑊</m:t>
                        </m:r>
                      </m:e>
                      <m:sub>
                        <m:r>
                          <a:rPr lang="en-US" sz="2400" i="1"/>
                          <m:t>𝑐</m:t>
                        </m:r>
                      </m:sub>
                    </m:sSub>
                    <m:sSub>
                      <m:sSubPr>
                        <m:ctrlPr>
                          <a:rPr lang="en-US" sz="2400" i="1"/>
                        </m:ctrlPr>
                      </m:sSubPr>
                      <m:e>
                        <m:r>
                          <a:rPr lang="en-US" sz="2400" i="1"/>
                          <m:t>𝑥</m:t>
                        </m:r>
                      </m:e>
                      <m:sub>
                        <m:r>
                          <a:rPr lang="en-US" sz="2400" i="1"/>
                          <m:t>𝑡</m:t>
                        </m:r>
                      </m:sub>
                    </m:sSub>
                    <m:r>
                      <a:rPr lang="en-US" sz="2400" i="1"/>
                      <m:t>+</m:t>
                    </m:r>
                    <m:sSub>
                      <m:sSubPr>
                        <m:ctrlPr>
                          <a:rPr lang="en-US" sz="2400" i="1"/>
                        </m:ctrlPr>
                      </m:sSubPr>
                      <m:e>
                        <m:r>
                          <a:rPr lang="en-US" sz="2400" i="1"/>
                          <m:t>𝑈</m:t>
                        </m:r>
                      </m:e>
                      <m:sub>
                        <m:r>
                          <a:rPr lang="en-US" sz="2400" i="1"/>
                          <m:t>𝑐</m:t>
                        </m:r>
                      </m:sub>
                    </m:sSub>
                    <m:sSub>
                      <m:sSubPr>
                        <m:ctrlPr>
                          <a:rPr lang="en-US" sz="2400" i="1"/>
                        </m:ctrlPr>
                      </m:sSubPr>
                      <m:e>
                        <m:r>
                          <a:rPr lang="en-US" sz="2400" i="1"/>
                          <m:t>h</m:t>
                        </m:r>
                      </m:e>
                      <m:sub>
                        <m:r>
                          <a:rPr lang="en-US" sz="2400" i="1"/>
                          <m:t>𝑡</m:t>
                        </m:r>
                        <m:r>
                          <a:rPr lang="en-US" sz="2400" i="1"/>
                          <m:t>−1</m:t>
                        </m:r>
                      </m:sub>
                    </m:sSub>
                    <m:r>
                      <a:rPr lang="en-US" sz="2400" i="1"/>
                      <m:t>+</m:t>
                    </m:r>
                    <m:sSub>
                      <m:sSubPr>
                        <m:ctrlPr>
                          <a:rPr lang="en-US" sz="2400" i="1"/>
                        </m:ctrlPr>
                      </m:sSubPr>
                      <m:e>
                        <m:r>
                          <a:rPr lang="en-US" sz="2400" i="1"/>
                          <m:t>𝑏</m:t>
                        </m:r>
                      </m:e>
                      <m:sub>
                        <m:r>
                          <a:rPr lang="en-US" sz="2400" i="1"/>
                          <m:t>𝑐</m:t>
                        </m:r>
                      </m:sub>
                    </m:sSub>
                    <m:r>
                      <a:rPr lang="en-US" sz="2400" i="1"/>
                      <m:t>)</m:t>
                    </m:r>
                  </m:oMath>
                </a14:m>
                <a:endParaRPr lang="en-US" sz="2400">
                  <a:latin typeface="Times New Roman" panose="02020603050405020304" pitchFamily="18" charset="0"/>
                  <a:cs typeface="Times New Roman" panose="02020603050405020304" pitchFamily="18" charset="0"/>
                </a:endParaRPr>
              </a:p>
              <a:p>
                <a:pPr marL="1657350" lvl="3" indent="-285750">
                  <a:buFont typeface="Wingdings" panose="05000000000000000000" pitchFamily="2" charset="2"/>
                  <a:buChar char="§"/>
                </a:pPr>
                <a:r>
                  <a:rPr lang="en-US" sz="2400" b="1">
                    <a:latin typeface="Times New Roman" panose="02020603050405020304" pitchFamily="18" charset="0"/>
                    <a:cs typeface="Times New Roman" panose="02020603050405020304" pitchFamily="18" charset="0"/>
                  </a:rPr>
                  <a:t>Output gate — cổng xuất: </a:t>
                </a:r>
                <a:r>
                  <a:rPr lang="en-US" sz="2400">
                    <a:latin typeface="Times New Roman" panose="02020603050405020304" pitchFamily="18" charset="0"/>
                    <a:cs typeface="Times New Roman" panose="02020603050405020304" pitchFamily="18" charset="0"/>
                  </a:rPr>
                  <a:t>Điều khiển trạng thái ẩn </a:t>
                </a:r>
                <a14:m>
                  <m:oMath xmlns:m="http://schemas.openxmlformats.org/officeDocument/2006/math">
                    <m:sSub>
                      <m:sSubPr>
                        <m:ctrlPr>
                          <a:rPr lang="en-US" sz="2400" i="1"/>
                        </m:ctrlPr>
                      </m:sSubPr>
                      <m:e>
                        <m:r>
                          <a:rPr lang="en-US" sz="2400" i="1"/>
                          <m:t>h</m:t>
                        </m:r>
                      </m:e>
                      <m:sub>
                        <m:r>
                          <a:rPr lang="en-US" sz="2400" i="1"/>
                          <m:t>𝑡</m:t>
                        </m:r>
                      </m:sub>
                    </m:sSub>
                  </m:oMath>
                </a14:m>
                <a:endParaRPr lang="en-US" sz="2400">
                  <a:latin typeface="Times New Roman" panose="02020603050405020304" pitchFamily="18" charset="0"/>
                  <a:cs typeface="Times New Roman" panose="02020603050405020304" pitchFamily="18" charset="0"/>
                </a:endParaRPr>
              </a:p>
              <a:p>
                <a:pPr algn="ctr"/>
                <a14:m>
                  <m:oMath xmlns:m="http://schemas.openxmlformats.org/officeDocument/2006/math">
                    <m:sSub>
                      <m:sSubPr>
                        <m:ctrlPr>
                          <a:rPr lang="en-US" sz="2400" i="1"/>
                        </m:ctrlPr>
                      </m:sSubPr>
                      <m:e>
                        <m:r>
                          <a:rPr lang="en-US" sz="2400" i="1"/>
                          <m:t>𝑜</m:t>
                        </m:r>
                      </m:e>
                      <m:sub>
                        <m:r>
                          <a:rPr lang="en-US" sz="2400" i="1"/>
                          <m:t>𝑡</m:t>
                        </m:r>
                      </m:sub>
                    </m:sSub>
                    <m:r>
                      <a:rPr lang="en-US" sz="2400" i="1"/>
                      <m:t>=</m:t>
                    </m:r>
                    <m:r>
                      <a:rPr lang="en-US" sz="2400" i="1"/>
                      <m:t>𝜎</m:t>
                    </m:r>
                    <m:r>
                      <a:rPr lang="en-US" sz="2400" i="1"/>
                      <m:t>(</m:t>
                    </m:r>
                    <m:sSub>
                      <m:sSubPr>
                        <m:ctrlPr>
                          <a:rPr lang="en-US" sz="2400" i="1"/>
                        </m:ctrlPr>
                      </m:sSubPr>
                      <m:e>
                        <m:r>
                          <a:rPr lang="en-US" sz="2400" i="1"/>
                          <m:t>𝑊</m:t>
                        </m:r>
                      </m:e>
                      <m:sub>
                        <m:r>
                          <a:rPr lang="en-US" sz="2400" i="1"/>
                          <m:t>𝑜</m:t>
                        </m:r>
                      </m:sub>
                    </m:sSub>
                    <m:sSub>
                      <m:sSubPr>
                        <m:ctrlPr>
                          <a:rPr lang="en-US" sz="2400" i="1"/>
                        </m:ctrlPr>
                      </m:sSubPr>
                      <m:e>
                        <m:r>
                          <a:rPr lang="en-US" sz="2400" i="1"/>
                          <m:t>𝑥</m:t>
                        </m:r>
                      </m:e>
                      <m:sub>
                        <m:r>
                          <a:rPr lang="en-US" sz="2400" i="1"/>
                          <m:t>𝑡</m:t>
                        </m:r>
                      </m:sub>
                    </m:sSub>
                    <m:r>
                      <a:rPr lang="en-US" sz="2400" i="1"/>
                      <m:t>+</m:t>
                    </m:r>
                    <m:sSub>
                      <m:sSubPr>
                        <m:ctrlPr>
                          <a:rPr lang="en-US" sz="2400" i="1"/>
                        </m:ctrlPr>
                      </m:sSubPr>
                      <m:e>
                        <m:r>
                          <a:rPr lang="en-US" sz="2400" i="1"/>
                          <m:t>𝑈</m:t>
                        </m:r>
                      </m:e>
                      <m:sub>
                        <m:r>
                          <a:rPr lang="en-US" sz="2400" i="1"/>
                          <m:t>𝑜</m:t>
                        </m:r>
                      </m:sub>
                    </m:sSub>
                    <m:sSub>
                      <m:sSubPr>
                        <m:ctrlPr>
                          <a:rPr lang="en-US" sz="2400" i="1"/>
                        </m:ctrlPr>
                      </m:sSubPr>
                      <m:e>
                        <m:r>
                          <a:rPr lang="en-US" sz="2400" i="1"/>
                          <m:t>h</m:t>
                        </m:r>
                      </m:e>
                      <m:sub>
                        <m:r>
                          <a:rPr lang="en-US" sz="2400" i="1"/>
                          <m:t>𝑡</m:t>
                        </m:r>
                        <m:r>
                          <a:rPr lang="en-US" sz="2400" i="1"/>
                          <m:t>−1</m:t>
                        </m:r>
                      </m:sub>
                    </m:sSub>
                    <m:r>
                      <a:rPr lang="en-US" sz="2400" i="1"/>
                      <m:t>+</m:t>
                    </m:r>
                    <m:sSub>
                      <m:sSubPr>
                        <m:ctrlPr>
                          <a:rPr lang="en-US" sz="2400" i="1"/>
                        </m:ctrlPr>
                      </m:sSubPr>
                      <m:e>
                        <m:r>
                          <a:rPr lang="en-US" sz="2400" i="1"/>
                          <m:t>𝑏</m:t>
                        </m:r>
                      </m:e>
                      <m:sub>
                        <m:r>
                          <a:rPr lang="en-US" sz="2400" i="1"/>
                          <m:t>𝑜</m:t>
                        </m:r>
                      </m:sub>
                    </m:sSub>
                    <m:r>
                      <a:rPr lang="en-US" sz="2400" i="1"/>
                      <m:t>)</m:t>
                    </m:r>
                  </m:oMath>
                </a14:m>
                <a:r>
                  <a:rPr lang="en-US" sz="2400">
                    <a:latin typeface="Times New Roman" panose="02020603050405020304" pitchFamily="18" charset="0"/>
                    <a:cs typeface="Times New Roman" panose="02020603050405020304" pitchFamily="18" charset="0"/>
                  </a:rPr>
                  <a:t>.</a:t>
                </a:r>
              </a:p>
              <a:p>
                <a:pPr marL="800100" lvl="1" indent="-342900">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pPr lvl="2">
                  <a:buFont typeface="Courier New" panose="02070309020205020404" pitchFamily="49" charset="0"/>
                  <a:buChar char="o"/>
                </a:pPr>
                <a:endParaRPr lang="en-US" sz="2400" b="1">
                  <a:latin typeface="Times New Roman" panose="02020603050405020304" pitchFamily="18" charset="0"/>
                  <a:cs typeface="Times New Roman" panose="02020603050405020304" pitchFamily="18" charset="0"/>
                </a:endParaRPr>
              </a:p>
            </p:txBody>
          </p:sp>
        </mc:Choice>
        <mc:Fallback>
          <p:sp>
            <p:nvSpPr>
              <p:cNvPr id="31747" name="Rectangle 3">
                <a:extLst>
                  <a:ext uri="{FF2B5EF4-FFF2-40B4-BE49-F238E27FC236}">
                    <a16:creationId xmlns:a16="http://schemas.microsoft.com/office/drawing/2014/main" id="{4FE6649E-8410-1B0C-0F06-55AA7EF11E41}"/>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868" t="-984" r="-153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246778351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57F32-8706-5849-D409-9BD5F864B10E}"/>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7A0877F1-32F4-FBB4-2D82-AC01CA3A5B27}"/>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 hồi quy</a:t>
            </a:r>
          </a:p>
        </p:txBody>
      </p:sp>
      <p:sp>
        <p:nvSpPr>
          <p:cNvPr id="31747" name="Rectangle 3">
            <a:extLst>
              <a:ext uri="{FF2B5EF4-FFF2-40B4-BE49-F238E27FC236}">
                <a16:creationId xmlns:a16="http://schemas.microsoft.com/office/drawing/2014/main" id="{AF051280-B06F-0938-F88C-EE066757C9D6}"/>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Mạng nơ-ron hồi quy (Recurrent neural networks - RNNs)</a:t>
            </a:r>
            <a:endParaRPr lang="en-US" sz="240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Đơn vị hồi quy có cổng (Gated Recurrent Unit - GRU) hiện là một trong những phần của RNN được sử dụng rộng rãi nhất. Nó là phiên bản đơn giản hơn của ô Bộ nhớ Dài Ngắn hạn (Long Short-Term Memory - LSTM), hoạt động theo cách tương tự. </a:t>
            </a:r>
          </a:p>
          <a:p>
            <a:pPr marL="1200150" lvl="2" indent="-28575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GRU</a:t>
            </a:r>
            <a:r>
              <a:rPr lang="en-US" sz="2400">
                <a:latin typeface="Times New Roman" panose="02020603050405020304" pitchFamily="18" charset="0"/>
                <a:cs typeface="Times New Roman" panose="02020603050405020304" pitchFamily="18" charset="0"/>
              </a:rPr>
              <a:t> là phiên bản </a:t>
            </a:r>
            <a:r>
              <a:rPr lang="en-US" sz="2400" b="1">
                <a:latin typeface="Times New Roman" panose="02020603050405020304" pitchFamily="18" charset="0"/>
                <a:cs typeface="Times New Roman" panose="02020603050405020304" pitchFamily="18" charset="0"/>
              </a:rPr>
              <a:t>nhẹ hơn</a:t>
            </a:r>
            <a:r>
              <a:rPr lang="en-US" sz="2400">
                <a:latin typeface="Times New Roman" panose="02020603050405020304" pitchFamily="18" charset="0"/>
                <a:cs typeface="Times New Roman" panose="02020603050405020304" pitchFamily="18" charset="0"/>
              </a:rPr>
              <a:t> của LSTM, giảm số cổng từ 3 còn 2.</a:t>
            </a:r>
          </a:p>
          <a:p>
            <a:pPr lvl="2">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pPr lvl="2">
              <a:buFont typeface="Courier New" panose="02070309020205020404" pitchFamily="49" charset="0"/>
              <a:buChar char="o"/>
            </a:pPr>
            <a:endParaRPr lang="en-US" sz="2400" b="1">
              <a:latin typeface="Times New Roman" panose="02020603050405020304" pitchFamily="18" charset="0"/>
              <a:cs typeface="Times New Roman" panose="02020603050405020304" pitchFamily="18" charset="0"/>
            </a:endParaRPr>
          </a:p>
        </p:txBody>
      </p:sp>
      <p:pic>
        <p:nvPicPr>
          <p:cNvPr id="2" name="Picture 1" descr="A diagram of a computer system&#10;&#10;AI-generated content may be incorrect.">
            <a:extLst>
              <a:ext uri="{FF2B5EF4-FFF2-40B4-BE49-F238E27FC236}">
                <a16:creationId xmlns:a16="http://schemas.microsoft.com/office/drawing/2014/main" id="{C40B0A04-C8D0-0944-43C6-2EE9EF4AB589}"/>
              </a:ext>
            </a:extLst>
          </p:cNvPr>
          <p:cNvPicPr>
            <a:picLocks noChangeAspect="1"/>
          </p:cNvPicPr>
          <p:nvPr/>
        </p:nvPicPr>
        <p:blipFill>
          <a:blip r:embed="rId3"/>
          <a:stretch>
            <a:fillRect/>
          </a:stretch>
        </p:blipFill>
        <p:spPr>
          <a:xfrm>
            <a:off x="3505200" y="3480495"/>
            <a:ext cx="4458018" cy="3212899"/>
          </a:xfrm>
          <a:prstGeom prst="rect">
            <a:avLst/>
          </a:prstGeom>
        </p:spPr>
      </p:pic>
    </p:spTree>
    <p:extLst>
      <p:ext uri="{BB962C8B-B14F-4D97-AF65-F5344CB8AC3E}">
        <p14:creationId xmlns:p14="http://schemas.microsoft.com/office/powerpoint/2010/main" val="198008199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83CA4-F96C-81D3-334D-D8E166AE4A89}"/>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67E8D7CD-7C4C-4EF4-FC00-42B24E780F80}"/>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 hồi quy</a:t>
            </a:r>
          </a:p>
        </p:txBody>
      </p:sp>
      <p:sp>
        <p:nvSpPr>
          <p:cNvPr id="31747" name="Rectangle 3">
            <a:extLst>
              <a:ext uri="{FF2B5EF4-FFF2-40B4-BE49-F238E27FC236}">
                <a16:creationId xmlns:a16="http://schemas.microsoft.com/office/drawing/2014/main" id="{68FFF071-182D-5282-367D-90E47763A939}"/>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Mạng nơ-ron hồi quy (Recurrent neural networks - RNNs)</a:t>
            </a:r>
            <a:endParaRPr lang="en-US" sz="24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Sự khác biệt giữa GRU và LSTM như sau:</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GRU có hai "cổng", trong khi LSTM có ba. Các cổng này được sử dụng để xác định lượng thông tin mới được phép đưa vào, lượng thông tin cũ được bảo tồn, v.v. Vì LSTM có nhiều cổng hơn, nên nó có nhiều tham số hơn.</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LSTM có xu hướng có hiệu suất tốt hơn, nhưng GRU được huấn luyện nhanh hơn (do số lượng tham số). Tuy nhiên, có những kết quả nghiên cứu đã công bố cho thấy GRU vượt trội hơn LSTM. GRU đặc biệt có khả năng vượt trội hơn LSTM đối với các nhiệm vụ phi ngôn ngữ.</a:t>
            </a:r>
          </a:p>
          <a:p>
            <a:pPr lvl="2">
              <a:buFont typeface="Courier New" panose="02070309020205020404" pitchFamily="49" charset="0"/>
              <a:buChar char="o"/>
            </a:pPr>
            <a:endParaRPr lang="en-US"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014218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98BB2-6DAB-0842-8138-AD658B52D26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1412B4A3-F5EF-87D5-D546-81C37BCC2950}"/>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 hồi quy</a:t>
            </a:r>
          </a:p>
        </p:txBody>
      </p:sp>
      <p:sp>
        <p:nvSpPr>
          <p:cNvPr id="31747" name="Rectangle 3">
            <a:extLst>
              <a:ext uri="{FF2B5EF4-FFF2-40B4-BE49-F238E27FC236}">
                <a16:creationId xmlns:a16="http://schemas.microsoft.com/office/drawing/2014/main" id="{2B20871C-969E-5639-24B2-340AE79B88D8}"/>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Mạng nơ-ron hồi quy (Recurrent neural networks - RNNs)</a:t>
            </a:r>
            <a:endParaRPr lang="en-US" sz="24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Atoencoder</a:t>
            </a:r>
            <a:r>
              <a:rPr lang="en-US" sz="2400">
                <a:latin typeface="Times New Roman" panose="02020603050405020304" pitchFamily="18" charset="0"/>
                <a:cs typeface="Times New Roman" panose="02020603050405020304" pitchFamily="18" charset="0"/>
              </a:rPr>
              <a:t>, hoặc còn gọi là mô hình seq2seq, đây là một mô hình được sử dụng rất phổ biến và là một phần không thể thiếu trong bộ công cụ học sâu chuỗi thời gian</a:t>
            </a:r>
            <a:endParaRPr lang="en-US" sz="2400" b="1">
              <a:latin typeface="Times New Roman" panose="02020603050405020304" pitchFamily="18" charset="0"/>
              <a:cs typeface="Times New Roman" panose="02020603050405020304" pitchFamily="18" charset="0"/>
            </a:endParaRPr>
          </a:p>
        </p:txBody>
      </p:sp>
      <p:pic>
        <p:nvPicPr>
          <p:cNvPr id="2" name="Picture 1" descr="A diagram of a decoder and a decoder&#10;&#10;AI-generated content may be incorrect.">
            <a:extLst>
              <a:ext uri="{FF2B5EF4-FFF2-40B4-BE49-F238E27FC236}">
                <a16:creationId xmlns:a16="http://schemas.microsoft.com/office/drawing/2014/main" id="{25C73013-666D-9BCB-4C61-3BD7774AA376}"/>
              </a:ext>
            </a:extLst>
          </p:cNvPr>
          <p:cNvPicPr>
            <a:picLocks noChangeAspect="1"/>
          </p:cNvPicPr>
          <p:nvPr/>
        </p:nvPicPr>
        <p:blipFill>
          <a:blip r:embed="rId3"/>
          <a:stretch>
            <a:fillRect/>
          </a:stretch>
        </p:blipFill>
        <p:spPr>
          <a:xfrm>
            <a:off x="3124200" y="2862353"/>
            <a:ext cx="3048000" cy="3381375"/>
          </a:xfrm>
          <a:prstGeom prst="rect">
            <a:avLst/>
          </a:prstGeom>
        </p:spPr>
      </p:pic>
    </p:spTree>
    <p:extLst>
      <p:ext uri="{BB962C8B-B14F-4D97-AF65-F5344CB8AC3E}">
        <p14:creationId xmlns:p14="http://schemas.microsoft.com/office/powerpoint/2010/main" val="35542989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0EE8B-C6C8-4C9F-8C02-346C95C8BA0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9CBE65C5-4D46-DCB6-1C55-9047B0821E10}"/>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 hồi quy</a:t>
            </a:r>
          </a:p>
        </p:txBody>
      </p:sp>
      <p:sp>
        <p:nvSpPr>
          <p:cNvPr id="31747" name="Rectangle 3">
            <a:extLst>
              <a:ext uri="{FF2B5EF4-FFF2-40B4-BE49-F238E27FC236}">
                <a16:creationId xmlns:a16="http://schemas.microsoft.com/office/drawing/2014/main" id="{782905A9-5398-1846-ED69-E7796FE0B5E7}"/>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Mạng nơ-ron hồi quy (Recurrent neural networks - RNNs)</a:t>
            </a:r>
            <a:endParaRPr lang="en-US" sz="24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Atoencoder</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Bộ mã hóa tự động gồm hai lớp tuần hoàn, nhưng không theo nghĩa truyền thống, trong đó mỗi lớp xử lý từng đầu vào một cách tuần tự. Thay vào đó, lớp đầu tiên chạy cho đến khi hoàn tất. Trạng thái ẩn của nó sau đó được chuyển sang lớp thứ hai, lớp này lấy trạng thái ẩn này và đầu ra của chính nó làm đầu vào mới cho bước tiếp theo. </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Mô hình này được xây dựng đặc biệt dựa trên ý tưởng về dịch máy, theo đó việc đưa ra dự đoán tại mỗi bước thời gian là không có ý nghĩa vì trong các ngôn ngữ khác nhau, thứ tự từ và khái niệm có thể rất khác nhau và diễn đạt cùng một điều.</a:t>
            </a:r>
          </a:p>
          <a:p>
            <a:pPr marL="1200150" lvl="2" indent="-342900">
              <a:buFont typeface="Courier New" panose="02070309020205020404" pitchFamily="49" charset="0"/>
              <a:buChar char="o"/>
            </a:pPr>
            <a:endParaRPr lang="en-US"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185996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8A91E-9C7D-2DE6-DAEA-453095EB42C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5D11A58F-AC83-24AE-2CC2-8323E46D4673}"/>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Mạng nơ-ron hồi quy</a:t>
            </a:r>
          </a:p>
        </p:txBody>
      </p:sp>
      <p:sp>
        <p:nvSpPr>
          <p:cNvPr id="31747" name="Rectangle 3">
            <a:extLst>
              <a:ext uri="{FF2B5EF4-FFF2-40B4-BE49-F238E27FC236}">
                <a16:creationId xmlns:a16="http://schemas.microsoft.com/office/drawing/2014/main" id="{12305C8E-BF03-1531-18E3-5B2F55AA91B2}"/>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Mạng nơ-ron hồi quy (Recurrent neural networks - RNNs)</a:t>
            </a:r>
            <a:endParaRPr lang="en-US" sz="24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Atoencoder</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Ý tưởng là sau khi lớp đầu tiên xử lý hoàn toàn chuỗi thời gian, trạng thái ẩn của nó có thể có một loại chức năng tóm tắt. Bản tóm tắt này sau đó sẽ được đưa vào mô hình mới, mô hình này sẽ dần dần mở rộng ý nghĩa sang ngôn ngữ mới bằng cách kết hợp bản tóm tắt này với đầu ra của chính nó tại mỗi bước thời gian để nó có thể biết được những gì nó đã nói nó cũng hữu ích cho các tác vụ chuỗi thời gian truyền thống hơn, chẳng hạn như dự đoán chuỗi thời gian đơn biến hoặc đa biến.</a:t>
            </a:r>
            <a:endParaRPr lang="en-US"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50543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3D094-5569-D869-3BD9-E385FE0616A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D15751EF-E4E9-9AE5-BBF4-805583139D42}"/>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Kiến trúc kết hợp</a:t>
            </a:r>
          </a:p>
        </p:txBody>
      </p:sp>
      <p:sp>
        <p:nvSpPr>
          <p:cNvPr id="31747" name="Rectangle 3">
            <a:extLst>
              <a:ext uri="{FF2B5EF4-FFF2-40B4-BE49-F238E27FC236}">
                <a16:creationId xmlns:a16="http://schemas.microsoft.com/office/drawing/2014/main" id="{F330F781-0DA7-8FFC-A89B-223C7CBC0B7D}"/>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Người ta nhận ra rằng nhiều chuỗi thời gian có xu hướng không được mô hình hóa tốt bởi các mô hình học sâu phi tuyến tính. Điều này có nghĩa là một mô hình học sâu đơn lẻ sẽ không thể hiện được những thay đổi đáng kể về quy mô theo thời gian mà một số tập dữ liệu chuỗi thời gian thể hiện. </a:t>
            </a:r>
          </a:p>
        </p:txBody>
      </p:sp>
      <p:pic>
        <p:nvPicPr>
          <p:cNvPr id="2" name="Picture 1" descr="A diagram of a layer of light&#10;&#10;AI-generated content may be incorrect.">
            <a:extLst>
              <a:ext uri="{FF2B5EF4-FFF2-40B4-BE49-F238E27FC236}">
                <a16:creationId xmlns:a16="http://schemas.microsoft.com/office/drawing/2014/main" id="{408B71A4-BA40-F1B1-D425-D0965A228009}"/>
              </a:ext>
            </a:extLst>
          </p:cNvPr>
          <p:cNvPicPr>
            <a:picLocks noChangeAspect="1"/>
          </p:cNvPicPr>
          <p:nvPr/>
        </p:nvPicPr>
        <p:blipFill>
          <a:blip r:embed="rId3"/>
          <a:stretch>
            <a:fillRect/>
          </a:stretch>
        </p:blipFill>
        <p:spPr>
          <a:xfrm>
            <a:off x="1676400" y="3313430"/>
            <a:ext cx="5943600" cy="2858770"/>
          </a:xfrm>
          <a:prstGeom prst="rect">
            <a:avLst/>
          </a:prstGeom>
        </p:spPr>
      </p:pic>
    </p:spTree>
    <p:extLst>
      <p:ext uri="{BB962C8B-B14F-4D97-AF65-F5344CB8AC3E}">
        <p14:creationId xmlns:p14="http://schemas.microsoft.com/office/powerpoint/2010/main" val="387713772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55505-EF25-8F18-CD01-166E6BA501B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FD9ED83-38D0-A3F8-A9B6-8F9DD3DEAF52}"/>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Đánh giá</a:t>
            </a:r>
          </a:p>
        </p:txBody>
      </p:sp>
      <p:sp>
        <p:nvSpPr>
          <p:cNvPr id="31747" name="Rectangle 3">
            <a:extLst>
              <a:ext uri="{FF2B5EF4-FFF2-40B4-BE49-F238E27FC236}">
                <a16:creationId xmlns:a16="http://schemas.microsoft.com/office/drawing/2014/main" id="{C700D559-AA82-38D7-77B0-3A2B7702D6BC}"/>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Vấn đề</a:t>
            </a:r>
            <a:r>
              <a:rPr lang="en-US" sz="2400" b="1">
                <a:latin typeface="Times New Roman" panose="02020603050405020304" pitchFamily="18" charset="0"/>
                <a:cs typeface="Times New Roman" panose="02020603050405020304" pitchFamily="18" charset="0"/>
              </a:rPr>
              <a:t> đánh giá (evaluation)</a:t>
            </a:r>
            <a:r>
              <a:rPr lang="en-US" sz="2400">
                <a:latin typeface="Times New Roman" panose="02020603050405020304" pitchFamily="18" charset="0"/>
                <a:cs typeface="Times New Roman" panose="02020603050405020304" pitchFamily="18" charset="0"/>
              </a:rPr>
              <a:t> trong machine learning và deep learning cho phân tích chuỗi thời gian vô cùng quan trọng, dùng để kiểm tra xem mô hình có bị đánh giá sai hay không: </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mô hình “ảo tưởng”, </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không tổng quát </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và nhất là bị leakage thời gian (một lỗi rất phổ biến).</a:t>
            </a:r>
          </a:p>
          <a:p>
            <a:pPr>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Đối với dự báo, việc chọn metric cực kỳ quan trọng. </a:t>
            </a:r>
            <a:r>
              <a:rPr lang="en-US" sz="2400" b="1">
                <a:latin typeface="Times New Roman" panose="02020603050405020304" pitchFamily="18" charset="0"/>
                <a:cs typeface="Times New Roman" panose="02020603050405020304" pitchFamily="18" charset="0"/>
              </a:rPr>
              <a:t>Các loại sai số (metrics) </a:t>
            </a:r>
            <a:r>
              <a:rPr lang="en-US" sz="2400">
                <a:latin typeface="Times New Roman" panose="02020603050405020304" pitchFamily="18" charset="0"/>
                <a:cs typeface="Times New Roman" panose="02020603050405020304" pitchFamily="18" charset="0"/>
              </a:rPr>
              <a:t>trong dự báo time series</a:t>
            </a:r>
          </a:p>
          <a:p>
            <a:pPr lvl="1">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Sai số cho dự báo giá trị (Forecasting Regression)</a:t>
            </a:r>
          </a:p>
          <a:p>
            <a:pPr lvl="1">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Metric cho mô hình classification trên chuỗi thời gian</a:t>
            </a:r>
          </a:p>
          <a:p>
            <a:pPr>
              <a:buFont typeface="Wingdings" panose="05000000000000000000" pitchFamily="2" charset="2"/>
              <a:buChar char="Ø"/>
            </a:pP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968194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750D9-1762-1FE9-1F28-2D8E8C7B6F16}"/>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07BCB3DC-9A86-9277-7102-92397B31D2F1}"/>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Đánh giá</a:t>
            </a:r>
          </a:p>
        </p:txBody>
      </p:sp>
      <p:sp>
        <p:nvSpPr>
          <p:cNvPr id="31747" name="Rectangle 3">
            <a:extLst>
              <a:ext uri="{FF2B5EF4-FFF2-40B4-BE49-F238E27FC236}">
                <a16:creationId xmlns:a16="http://schemas.microsoft.com/office/drawing/2014/main" id="{6A4420FA-40B2-946A-FA57-8BB704C7984A}"/>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Khác với dữ liệu thông thường (tabular), time series có trật tự thời gian và phụ thuộc vào quá khứ. Điều này gây ra 4 vấn đề lớn:</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Không được xáo trộn dữ liệu (no shuffling): Nếu trộn train/test → mô hình nhìn thấy tương lai → đánh giá sai hoàn toàn.</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Mối quan hệ giữa các điểm không độc lập: Dữ liệu time series có autocorrelation → lỗi không độc lập → metric cần cẩn trọng.</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Xu hướng (trend) và mùa vụ (seasonality) khiến dự báo ngắn và dự báo dài khác nhau → phải đánh giá theo nhiều horizon.</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Dữ liệu drift theo thời gian → cần đánh giá theo windows, không phải một lần duy nhất.</a:t>
            </a:r>
          </a:p>
          <a:p>
            <a:pPr>
              <a:buFont typeface="Wingdings" panose="05000000000000000000" pitchFamily="2" charset="2"/>
              <a:buChar char="Ø"/>
            </a:pP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432512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56809-4A25-831C-01A4-6C6CE797475E}"/>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55D6090D-3C64-E88D-803E-753F6D320D7D}"/>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Đánh giá</a:t>
            </a:r>
          </a:p>
        </p:txBody>
      </p:sp>
      <mc:AlternateContent xmlns:mc="http://schemas.openxmlformats.org/markup-compatibility/2006">
        <mc:Choice xmlns:a14="http://schemas.microsoft.com/office/drawing/2010/main" Requires="a14">
          <p:sp>
            <p:nvSpPr>
              <p:cNvPr id="31747" name="Rectangle 3">
                <a:extLst>
                  <a:ext uri="{FF2B5EF4-FFF2-40B4-BE49-F238E27FC236}">
                    <a16:creationId xmlns:a16="http://schemas.microsoft.com/office/drawing/2014/main" id="{A58413DF-6C87-54D0-4BE4-D6835BBB0D5E}"/>
                  </a:ext>
                </a:extLst>
              </p:cNvPr>
              <p:cNvSpPr>
                <a:spLocks noChangeArrowheads="1"/>
              </p:cNvSpPr>
              <p:nvPr/>
            </p:nvSpPr>
            <p:spPr bwMode="auto">
              <a:xfrm>
                <a:off x="0" y="9906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Sai số cho dự báo giá trị (Forecasting Regression)</a:t>
                </a:r>
                <a:endParaRPr lang="en-US" sz="24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MAE – Mean Absolute Error</a:t>
                </a:r>
              </a:p>
              <a:p>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𝑀𝐴𝐸</m:t>
                      </m:r>
                      <m:r>
                        <a:rPr lang="en-US" sz="2400" b="0" i="1" smtClean="0">
                          <a:latin typeface="Cambria Math" panose="02040503050406030204" pitchFamily="18" charset="0"/>
                        </a:rPr>
                        <m:t>=</m:t>
                      </m:r>
                      <m:f>
                        <m:fPr>
                          <m:ctrlPr>
                            <a:rPr lang="en-US" sz="2400" i="1"/>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𝑛</m:t>
                          </m:r>
                        </m:den>
                      </m:f>
                      <m:r>
                        <a:rPr lang="en-US" sz="2400" b="0" i="1" smtClean="0">
                          <a:latin typeface="Cambria Math" panose="02040503050406030204" pitchFamily="18" charset="0"/>
                        </a:rPr>
                        <m:t>∑</m:t>
                      </m:r>
                      <m:r>
                        <a:rPr lang="en-US" sz="2400" b="0" smtClean="0">
                          <a:latin typeface="Cambria Math" panose="02040503050406030204" pitchFamily="18" charset="0"/>
                        </a:rPr>
                        <m:t>∣</m:t>
                      </m:r>
                      <m:sSub>
                        <m:sSubPr>
                          <m:ctrlPr>
                            <a:rPr lang="en-US" sz="2400" i="1"/>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𝑡</m:t>
                          </m:r>
                        </m:sub>
                      </m:sSub>
                      <m:r>
                        <a:rPr lang="en-US" sz="2400" b="0" i="1" smtClean="0">
                          <a:latin typeface="Cambria Math" panose="02040503050406030204" pitchFamily="18" charset="0"/>
                        </a:rPr>
                        <m:t>−</m:t>
                      </m:r>
                      <m:sSub>
                        <m:sSubPr>
                          <m:ctrlPr>
                            <a:rPr lang="en-US" sz="2400" i="1"/>
                          </m:ctrlPr>
                        </m:sSubPr>
                        <m:e>
                          <m:acc>
                            <m:accPr>
                              <m:chr m:val="̂"/>
                              <m:ctrlPr>
                                <a:rPr lang="en-US" sz="2400" i="1"/>
                              </m:ctrlPr>
                            </m:accPr>
                            <m:e>
                              <m:r>
                                <a:rPr lang="en-US" sz="2400" b="0" i="1" smtClean="0">
                                  <a:latin typeface="Cambria Math" panose="02040503050406030204" pitchFamily="18" charset="0"/>
                                </a:rPr>
                                <m:t>𝑦</m:t>
                              </m:r>
                            </m:e>
                          </m:acc>
                        </m:e>
                        <m:sub>
                          <m:r>
                            <a:rPr lang="en-US" sz="2400" b="0" i="1" smtClean="0">
                              <a:latin typeface="Cambria Math" panose="02040503050406030204" pitchFamily="18" charset="0"/>
                            </a:rPr>
                            <m:t>𝑡</m:t>
                          </m:r>
                        </m:sub>
                      </m:sSub>
                      <m:r>
                        <a:rPr lang="en-US" sz="2400" b="0" smtClean="0">
                          <a:latin typeface="Cambria Math" panose="02040503050406030204" pitchFamily="18" charset="0"/>
                        </a:rPr>
                        <m:t>∣</m:t>
                      </m:r>
                    </m:oMath>
                  </m:oMathPara>
                </a14:m>
                <a:endParaRPr lang="en-US"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Dễ hiểu, ít nhạy cảm với outlier.</a:t>
                </a:r>
              </a:p>
              <a:p>
                <a:pPr lvl="1">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 RMSE – Root Mean Squared Error</a:t>
                </a:r>
              </a:p>
              <a:p>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𝑅𝑀𝑆𝐸</m:t>
                      </m:r>
                      <m:r>
                        <a:rPr lang="en-US" sz="2400" b="0" i="1" smtClean="0">
                          <a:latin typeface="Cambria Math" panose="02040503050406030204" pitchFamily="18" charset="0"/>
                        </a:rPr>
                        <m:t>=</m:t>
                      </m:r>
                      <m:rad>
                        <m:radPr>
                          <m:degHide m:val="on"/>
                          <m:ctrlPr>
                            <a:rPr lang="en-US" sz="2400" i="1"/>
                          </m:ctrlPr>
                        </m:radPr>
                        <m:deg/>
                        <m:e>
                          <m:f>
                            <m:fPr>
                              <m:ctrlPr>
                                <a:rPr lang="en-US" sz="2400" i="1"/>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𝑛</m:t>
                              </m:r>
                            </m:den>
                          </m:f>
                          <m:r>
                            <a:rPr lang="en-US" sz="2400" b="0" i="1" smtClean="0">
                              <a:latin typeface="Cambria Math" panose="02040503050406030204" pitchFamily="18" charset="0"/>
                            </a:rPr>
                            <m:t>∑(</m:t>
                          </m:r>
                          <m:sSub>
                            <m:sSubPr>
                              <m:ctrlPr>
                                <a:rPr lang="en-US" sz="2400" i="1"/>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𝑡</m:t>
                              </m:r>
                            </m:sub>
                          </m:sSub>
                          <m:r>
                            <a:rPr lang="en-US" sz="2400" b="0" i="1" smtClean="0">
                              <a:latin typeface="Cambria Math" panose="02040503050406030204" pitchFamily="18" charset="0"/>
                            </a:rPr>
                            <m:t>−</m:t>
                          </m:r>
                          <m:sSub>
                            <m:sSubPr>
                              <m:ctrlPr>
                                <a:rPr lang="en-US" sz="2400" i="1"/>
                              </m:ctrlPr>
                            </m:sSubPr>
                            <m:e>
                              <m:acc>
                                <m:accPr>
                                  <m:chr m:val="̂"/>
                                  <m:ctrlPr>
                                    <a:rPr lang="en-US" sz="2400" i="1"/>
                                  </m:ctrlPr>
                                </m:accPr>
                                <m:e>
                                  <m:r>
                                    <a:rPr lang="en-US" sz="2400" b="0" i="1" smtClean="0">
                                      <a:latin typeface="Cambria Math" panose="02040503050406030204" pitchFamily="18" charset="0"/>
                                    </a:rPr>
                                    <m:t>𝑦</m:t>
                                  </m:r>
                                </m:e>
                              </m:acc>
                            </m:e>
                            <m:sub>
                              <m:r>
                                <a:rPr lang="en-US" sz="2400" b="0" i="1" smtClean="0">
                                  <a:latin typeface="Cambria Math" panose="02040503050406030204" pitchFamily="18" charset="0"/>
                                </a:rPr>
                                <m:t>𝑡</m:t>
                              </m:r>
                            </m:sub>
                          </m:sSub>
                          <m:sSup>
                            <m:sSupPr>
                              <m:ctrlPr>
                                <a:rPr lang="en-US" sz="2400" i="1"/>
                              </m:ctrlPr>
                            </m:sSupPr>
                            <m:e>
                              <m:r>
                                <a:rPr lang="en-US" sz="2400" b="0" i="1" smtClean="0">
                                  <a:latin typeface="Cambria Math" panose="02040503050406030204" pitchFamily="18" charset="0"/>
                                </a:rPr>
                                <m:t>)</m:t>
                              </m:r>
                            </m:e>
                            <m:sup>
                              <m:r>
                                <a:rPr lang="en-US" sz="2400" b="0" i="1" smtClean="0">
                                  <a:latin typeface="Cambria Math" panose="02040503050406030204" pitchFamily="18" charset="0"/>
                                </a:rPr>
                                <m:t>2</m:t>
                              </m:r>
                            </m:sup>
                          </m:sSup>
                        </m:e>
                      </m:rad>
                    </m:oMath>
                  </m:oMathPara>
                </a14:m>
                <a:endParaRPr lang="en-US"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Phạt nặng các lỗi lớn.</a:t>
                </a:r>
              </a:p>
              <a:p>
                <a:pPr lvl="1">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MAPE – Mean Absolute Percentage Error</a:t>
                </a:r>
              </a:p>
              <a:p>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𝑀𝐴𝑃𝐸</m:t>
                      </m:r>
                      <m:r>
                        <a:rPr lang="en-US" sz="2400" b="0" i="1" smtClean="0">
                          <a:latin typeface="Cambria Math" panose="02040503050406030204" pitchFamily="18" charset="0"/>
                        </a:rPr>
                        <m:t>=</m:t>
                      </m:r>
                      <m:f>
                        <m:fPr>
                          <m:ctrlPr>
                            <a:rPr lang="en-US" sz="2400" i="1"/>
                          </m:ctrlPr>
                        </m:fPr>
                        <m:num>
                          <m:r>
                            <a:rPr lang="en-US" sz="2400" b="0" i="1" smtClean="0">
                              <a:latin typeface="Cambria Math" panose="02040503050406030204" pitchFamily="18" charset="0"/>
                            </a:rPr>
                            <m:t>100</m:t>
                          </m:r>
                        </m:num>
                        <m:den>
                          <m:r>
                            <a:rPr lang="en-US" sz="2400" b="0" i="1" smtClean="0">
                              <a:latin typeface="Cambria Math" panose="02040503050406030204" pitchFamily="18" charset="0"/>
                            </a:rPr>
                            <m:t>𝑛</m:t>
                          </m:r>
                        </m:den>
                      </m:f>
                      <m:r>
                        <a:rPr lang="en-US" sz="2400" b="0" i="1" smtClean="0">
                          <a:latin typeface="Cambria Math" panose="02040503050406030204" pitchFamily="18" charset="0"/>
                        </a:rPr>
                        <m:t>∑∣</m:t>
                      </m:r>
                      <m:f>
                        <m:fPr>
                          <m:ctrlPr>
                            <a:rPr lang="en-US" sz="2400" i="1"/>
                          </m:ctrlPr>
                        </m:fPr>
                        <m:num>
                          <m:sSub>
                            <m:sSubPr>
                              <m:ctrlPr>
                                <a:rPr lang="en-US" sz="2400" i="1"/>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𝑡</m:t>
                              </m:r>
                            </m:sub>
                          </m:sSub>
                          <m:r>
                            <a:rPr lang="en-US" sz="2400" b="0" i="1" smtClean="0">
                              <a:latin typeface="Cambria Math" panose="02040503050406030204" pitchFamily="18" charset="0"/>
                            </a:rPr>
                            <m:t>−</m:t>
                          </m:r>
                          <m:sSub>
                            <m:sSubPr>
                              <m:ctrlPr>
                                <a:rPr lang="en-US" sz="2400" i="1"/>
                              </m:ctrlPr>
                            </m:sSubPr>
                            <m:e>
                              <m:acc>
                                <m:accPr>
                                  <m:chr m:val="̂"/>
                                  <m:ctrlPr>
                                    <a:rPr lang="en-US" sz="2400" i="1"/>
                                  </m:ctrlPr>
                                </m:accPr>
                                <m:e>
                                  <m:r>
                                    <a:rPr lang="en-US" sz="2400" b="0" i="1" smtClean="0">
                                      <a:latin typeface="Cambria Math" panose="02040503050406030204" pitchFamily="18" charset="0"/>
                                    </a:rPr>
                                    <m:t>𝑦</m:t>
                                  </m:r>
                                </m:e>
                              </m:acc>
                            </m:e>
                            <m:sub>
                              <m:r>
                                <a:rPr lang="en-US" sz="2400" b="0" i="1" smtClean="0">
                                  <a:latin typeface="Cambria Math" panose="02040503050406030204" pitchFamily="18" charset="0"/>
                                </a:rPr>
                                <m:t>𝑡</m:t>
                              </m:r>
                            </m:sub>
                          </m:sSub>
                        </m:num>
                        <m:den>
                          <m:sSub>
                            <m:sSubPr>
                              <m:ctrlPr>
                                <a:rPr lang="en-US" sz="2400" i="1"/>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𝑡</m:t>
                              </m:r>
                            </m:sub>
                          </m:sSub>
                        </m:den>
                      </m:f>
                      <m:r>
                        <a:rPr lang="en-US" sz="2400" b="0" i="1" smtClean="0">
                          <a:latin typeface="Cambria Math" panose="02040503050406030204" pitchFamily="18" charset="0"/>
                        </a:rPr>
                        <m:t>∣</m:t>
                      </m:r>
                    </m:oMath>
                  </m:oMathPara>
                </a14:m>
                <a:endParaRPr lang="en-US"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Đo theo phần trăm, trực quan. Lưu ý tránh khi y_t = 0.</a:t>
                </a:r>
              </a:p>
              <a:p>
                <a:pPr>
                  <a:buFont typeface="Wingdings" panose="05000000000000000000" pitchFamily="2" charset="2"/>
                  <a:buChar char="Ø"/>
                </a:pPr>
                <a:endParaRPr lang="en-US" sz="2400">
                  <a:latin typeface="Times New Roman" panose="02020603050405020304" pitchFamily="18" charset="0"/>
                  <a:cs typeface="Times New Roman" panose="02020603050405020304" pitchFamily="18" charset="0"/>
                </a:endParaRPr>
              </a:p>
            </p:txBody>
          </p:sp>
        </mc:Choice>
        <mc:Fallback>
          <p:sp>
            <p:nvSpPr>
              <p:cNvPr id="31747" name="Rectangle 3">
                <a:extLst>
                  <a:ext uri="{FF2B5EF4-FFF2-40B4-BE49-F238E27FC236}">
                    <a16:creationId xmlns:a16="http://schemas.microsoft.com/office/drawing/2014/main" id="{A58413DF-6C87-54D0-4BE4-D6835BBB0D5E}"/>
                  </a:ext>
                </a:extLst>
              </p:cNvPr>
              <p:cNvSpPr>
                <a:spLocks noRot="1" noChangeAspect="1" noMove="1" noResize="1" noEditPoints="1" noAdjustHandles="1" noChangeArrowheads="1" noChangeShapeType="1" noTextEdit="1"/>
              </p:cNvSpPr>
              <p:nvPr/>
            </p:nvSpPr>
            <p:spPr bwMode="auto">
              <a:xfrm>
                <a:off x="0" y="990600"/>
                <a:ext cx="9124950" cy="4953000"/>
              </a:xfrm>
              <a:prstGeom prst="rect">
                <a:avLst/>
              </a:prstGeom>
              <a:blipFill>
                <a:blip r:embed="rId3"/>
                <a:stretch>
                  <a:fillRect l="-868" t="-985" b="-763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43237697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8BB44-C22A-9FD0-070C-DCDCB5005A29}"/>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F9DC6560-1A8D-8D38-E6AF-932F100BFE14}"/>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Đánh giá</a:t>
            </a:r>
          </a:p>
        </p:txBody>
      </p:sp>
      <p:sp>
        <p:nvSpPr>
          <p:cNvPr id="31747" name="Rectangle 3">
            <a:extLst>
              <a:ext uri="{FF2B5EF4-FFF2-40B4-BE49-F238E27FC236}">
                <a16:creationId xmlns:a16="http://schemas.microsoft.com/office/drawing/2014/main" id="{E6246556-5F93-77AD-3282-E58149D352D2}"/>
              </a:ext>
            </a:extLst>
          </p:cNvPr>
          <p:cNvSpPr>
            <a:spLocks noChangeArrowheads="1"/>
          </p:cNvSpPr>
          <p:nvPr/>
        </p:nvSpPr>
        <p:spPr bwMode="auto">
          <a:xfrm>
            <a:off x="0" y="9906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Sai số cho phân loại trong chuỗi thời gian</a:t>
            </a:r>
            <a:endParaRPr lang="en-US" sz="24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Một số kí hiệu:</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TP – True Positive: Mô hình dự đoán Positive, thực tế đúng là Positive</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TN – True Negative: Mô hình dự đoán Negative, thực tế đúng là Negative</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FP – False Positive (lỗi loại I, Dự đoán nhầm dương tính): Mô hình dự đoán Positive, thực tế là Negative</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FN – False Negative (lỗi loại II, Dự đoán nhầm âm tính): Mô hình dự đoán Negative, thực tế là Positive</a:t>
            </a:r>
          </a:p>
          <a:p>
            <a:pPr marL="857250" lvl="1" indent="-342900">
              <a:buFont typeface="Arial" panose="020B0604020202020204" pitchFamily="34" charset="0"/>
              <a:buChar char="•"/>
            </a:pPr>
            <a:r>
              <a:rPr lang="en-US"/>
              <a:t>Bảng Confusion Matrix</a:t>
            </a:r>
            <a:endParaRPr lang="en-US" sz="240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240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7EC0CF5D-5680-E7B1-EDC9-9E44388F8B56}"/>
              </a:ext>
            </a:extLst>
          </p:cNvPr>
          <p:cNvGraphicFramePr>
            <a:graphicFrameLocks noGrp="1"/>
          </p:cNvGraphicFramePr>
          <p:nvPr>
            <p:extLst>
              <p:ext uri="{D42A27DB-BD31-4B8C-83A1-F6EECF244321}">
                <p14:modId xmlns:p14="http://schemas.microsoft.com/office/powerpoint/2010/main" val="2459636551"/>
              </p:ext>
            </p:extLst>
          </p:nvPr>
        </p:nvGraphicFramePr>
        <p:xfrm>
          <a:off x="1828800" y="5105400"/>
          <a:ext cx="7142163" cy="1217868"/>
        </p:xfrm>
        <a:graphic>
          <a:graphicData uri="http://schemas.openxmlformats.org/drawingml/2006/table">
            <a:tbl>
              <a:tblPr firstRow="1" firstCol="1" bandRow="1">
                <a:tableStyleId>{5C22544A-7EE6-4342-B048-85BDC9FD1C3A}</a:tableStyleId>
              </a:tblPr>
              <a:tblGrid>
                <a:gridCol w="2765280">
                  <a:extLst>
                    <a:ext uri="{9D8B030D-6E8A-4147-A177-3AD203B41FA5}">
                      <a16:colId xmlns:a16="http://schemas.microsoft.com/office/drawing/2014/main" val="2487106914"/>
                    </a:ext>
                  </a:extLst>
                </a:gridCol>
                <a:gridCol w="2127138">
                  <a:extLst>
                    <a:ext uri="{9D8B030D-6E8A-4147-A177-3AD203B41FA5}">
                      <a16:colId xmlns:a16="http://schemas.microsoft.com/office/drawing/2014/main" val="2871069506"/>
                    </a:ext>
                  </a:extLst>
                </a:gridCol>
                <a:gridCol w="2249745">
                  <a:extLst>
                    <a:ext uri="{9D8B030D-6E8A-4147-A177-3AD203B41FA5}">
                      <a16:colId xmlns:a16="http://schemas.microsoft.com/office/drawing/2014/main" val="2899182355"/>
                    </a:ext>
                  </a:extLst>
                </a:gridCol>
              </a:tblGrid>
              <a:tr h="0">
                <a:tc>
                  <a:txBody>
                    <a:bodyPr/>
                    <a:lstStyle/>
                    <a:p>
                      <a:pPr>
                        <a:lnSpc>
                          <a:spcPct val="115000"/>
                        </a:lnSpc>
                        <a:buNone/>
                      </a:pPr>
                      <a:endParaRPr lang="en-US" sz="2400" kern="100">
                        <a:effectLst/>
                        <a:latin typeface="Times New Roman" panose="02020603050405020304" pitchFamily="18"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Thực tế Positive</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Thực tế Negative</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05521740"/>
                  </a:ext>
                </a:extLst>
              </a:tr>
              <a:tr h="0">
                <a:tc>
                  <a:txBody>
                    <a:bodyPr/>
                    <a:lstStyle/>
                    <a:p>
                      <a:pPr marL="0" marR="0">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Dự đoán Positive</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TP</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FP</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304018692"/>
                  </a:ext>
                </a:extLst>
              </a:tr>
              <a:tr h="0">
                <a:tc>
                  <a:txBody>
                    <a:bodyPr/>
                    <a:lstStyle/>
                    <a:p>
                      <a:pPr marL="0" marR="0">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Dự đoán Negative</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FN</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TN</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20247980"/>
                  </a:ext>
                </a:extLst>
              </a:tr>
            </a:tbl>
          </a:graphicData>
        </a:graphic>
      </p:graphicFrame>
    </p:spTree>
    <p:extLst>
      <p:ext uri="{BB962C8B-B14F-4D97-AF65-F5344CB8AC3E}">
        <p14:creationId xmlns:p14="http://schemas.microsoft.com/office/powerpoint/2010/main" val="325129221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27FFA-A2DD-7BA9-7A24-3F115AA20252}"/>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AAE3F945-9C4B-6DAE-658B-3000BBACB3AD}"/>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Đánh giá</a:t>
            </a:r>
          </a:p>
        </p:txBody>
      </p:sp>
      <p:sp>
        <p:nvSpPr>
          <p:cNvPr id="31747" name="Rectangle 3">
            <a:extLst>
              <a:ext uri="{FF2B5EF4-FFF2-40B4-BE49-F238E27FC236}">
                <a16:creationId xmlns:a16="http://schemas.microsoft.com/office/drawing/2014/main" id="{54126BEA-8C82-7C4D-F46B-D70559CF1EDD}"/>
              </a:ext>
            </a:extLst>
          </p:cNvPr>
          <p:cNvSpPr>
            <a:spLocks noChangeArrowheads="1"/>
          </p:cNvSpPr>
          <p:nvPr/>
        </p:nvSpPr>
        <p:spPr bwMode="auto">
          <a:xfrm>
            <a:off x="0" y="9906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Sai số cho phân loại trong chuỗi thời gian</a:t>
            </a:r>
            <a:endParaRPr lang="en-US" sz="24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Ví dụ TP, TN, FP, FN</a:t>
            </a:r>
          </a:p>
          <a:p>
            <a:pPr lvl="2"/>
            <a:r>
              <a:rPr lang="en-US" sz="2400">
                <a:latin typeface="Times New Roman" panose="02020603050405020304" pitchFamily="18" charset="0"/>
                <a:cs typeface="Times New Roman" panose="02020603050405020304" pitchFamily="18" charset="0"/>
              </a:rPr>
              <a:t>Giả sử có 10 mẫu:</a:t>
            </a:r>
          </a:p>
          <a:p>
            <a:pPr marL="1714500" lvl="3"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Thực tế:   	1 1 0 0 1 0 1 0 1 0</a:t>
            </a:r>
          </a:p>
          <a:p>
            <a:pPr marL="1714500" lvl="3"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Dự đoán: 	1 0 0 0 1 1 1 0 0 0</a:t>
            </a:r>
          </a:p>
          <a:p>
            <a:pPr lvl="2"/>
            <a:r>
              <a:rPr lang="en-US" sz="2400">
                <a:latin typeface="Times New Roman" panose="02020603050405020304" pitchFamily="18" charset="0"/>
                <a:cs typeface="Times New Roman" panose="02020603050405020304" pitchFamily="18" charset="0"/>
              </a:rPr>
              <a:t>Ta có:</a:t>
            </a:r>
          </a:p>
          <a:p>
            <a:pPr marL="1714500" lvl="3"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TP = 3 (3 trường hợp thực tế 1, dự đoán 1)</a:t>
            </a:r>
          </a:p>
          <a:p>
            <a:pPr marL="1714500" lvl="3"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TN = 4 (4 trường hợp thực tế 0, dự đoán 0)</a:t>
            </a:r>
          </a:p>
          <a:p>
            <a:pPr marL="1714500" lvl="3"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FP = 1 (thực tế 0 nhưng dự đoán 1)</a:t>
            </a:r>
          </a:p>
          <a:p>
            <a:pPr marL="1714500" lvl="3"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FN = 2 (thực tế 1 nhưng dự đoán 0)</a:t>
            </a:r>
          </a:p>
        </p:txBody>
      </p:sp>
    </p:spTree>
    <p:extLst>
      <p:ext uri="{BB962C8B-B14F-4D97-AF65-F5344CB8AC3E}">
        <p14:creationId xmlns:p14="http://schemas.microsoft.com/office/powerpoint/2010/main" val="84838809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71B25-7CB9-9537-EBEB-72729A79F037}"/>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82C15C8-7A8B-AEDB-F559-1EF8F159110F}"/>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Đánh giá</a:t>
            </a:r>
          </a:p>
        </p:txBody>
      </p:sp>
      <mc:AlternateContent xmlns:mc="http://schemas.openxmlformats.org/markup-compatibility/2006">
        <mc:Choice xmlns:a14="http://schemas.microsoft.com/office/drawing/2010/main" Requires="a14">
          <p:sp>
            <p:nvSpPr>
              <p:cNvPr id="31747" name="Rectangle 3">
                <a:extLst>
                  <a:ext uri="{FF2B5EF4-FFF2-40B4-BE49-F238E27FC236}">
                    <a16:creationId xmlns:a16="http://schemas.microsoft.com/office/drawing/2014/main" id="{2F820C71-04E2-A5A4-8FA7-4AC25F9EEB4F}"/>
                  </a:ext>
                </a:extLst>
              </p:cNvPr>
              <p:cNvSpPr>
                <a:spLocks noChangeArrowheads="1"/>
              </p:cNvSpPr>
              <p:nvPr/>
            </p:nvSpPr>
            <p:spPr bwMode="auto">
              <a:xfrm>
                <a:off x="0" y="9906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Sai số cho phân loại trong chuỗi thời gian</a:t>
                </a:r>
                <a:endParaRPr lang="en-US" sz="24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200">
                    <a:latin typeface="Times New Roman" panose="02020603050405020304" pitchFamily="18" charset="0"/>
                    <a:cs typeface="Times New Roman" panose="02020603050405020304" pitchFamily="18" charset="0"/>
                  </a:rPr>
                  <a:t>Accuracy - Tỷ lệ dự đoán đúng.</a:t>
                </a:r>
              </a:p>
              <a:p>
                <a14:m>
                  <m:oMathPara xmlns:m="http://schemas.openxmlformats.org/officeDocument/2006/math">
                    <m:oMathParaPr>
                      <m:jc m:val="centerGroup"/>
                    </m:oMathParaPr>
                    <m:oMath xmlns:m="http://schemas.openxmlformats.org/officeDocument/2006/math">
                      <m:r>
                        <m:rPr>
                          <m:nor/>
                        </m:rPr>
                        <a:rPr lang="en-US" sz="2200">
                          <a:latin typeface="Times New Roman" panose="02020603050405020304" pitchFamily="18" charset="0"/>
                          <a:cs typeface="Times New Roman" panose="02020603050405020304" pitchFamily="18" charset="0"/>
                        </a:rPr>
                        <m:t>Accuracy</m:t>
                      </m:r>
                      <m:r>
                        <a:rPr lang="en-US" sz="2200" i="1"/>
                        <m:t>=</m:t>
                      </m:r>
                      <m:f>
                        <m:fPr>
                          <m:ctrlPr>
                            <a:rPr lang="en-US" sz="2200" i="1"/>
                          </m:ctrlPr>
                        </m:fPr>
                        <m:num>
                          <m:r>
                            <a:rPr lang="en-US" sz="2200" i="1"/>
                            <m:t>𝑇𝑃</m:t>
                          </m:r>
                          <m:r>
                            <a:rPr lang="en-US" sz="2200" i="1"/>
                            <m:t>+</m:t>
                          </m:r>
                          <m:r>
                            <a:rPr lang="en-US" sz="2200" i="1"/>
                            <m:t>𝑇𝑁</m:t>
                          </m:r>
                        </m:num>
                        <m:den>
                          <m:r>
                            <a:rPr lang="en-US" sz="2200" i="1"/>
                            <m:t>𝑇𝑃</m:t>
                          </m:r>
                          <m:r>
                            <a:rPr lang="en-US" sz="2200" i="1"/>
                            <m:t>+</m:t>
                          </m:r>
                          <m:r>
                            <a:rPr lang="en-US" sz="2200" i="1"/>
                            <m:t>𝑇𝑁</m:t>
                          </m:r>
                          <m:r>
                            <a:rPr lang="en-US" sz="2200" i="1"/>
                            <m:t>+</m:t>
                          </m:r>
                          <m:r>
                            <a:rPr lang="en-US" sz="2200" i="1"/>
                            <m:t>𝐹𝑃</m:t>
                          </m:r>
                          <m:r>
                            <a:rPr lang="en-US" sz="2200" i="1"/>
                            <m:t>+</m:t>
                          </m:r>
                          <m:r>
                            <a:rPr lang="en-US" sz="2200" i="1"/>
                            <m:t>𝐹𝑁</m:t>
                          </m:r>
                        </m:den>
                      </m:f>
                    </m:oMath>
                  </m:oMathPara>
                </a14:m>
                <a:br>
                  <a:rPr lang="en-US" sz="2200">
                    <a:latin typeface="Times New Roman" panose="02020603050405020304" pitchFamily="18" charset="0"/>
                    <a:cs typeface="Times New Roman" panose="02020603050405020304" pitchFamily="18" charset="0"/>
                  </a:rPr>
                </a:br>
                <a:endParaRPr lang="en-US" sz="22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200">
                    <a:latin typeface="Times New Roman" panose="02020603050405020304" pitchFamily="18" charset="0"/>
                    <a:cs typeface="Times New Roman" panose="02020603050405020304" pitchFamily="18" charset="0"/>
                  </a:rPr>
                  <a:t>Precision - Trong tất cả các dự đoán là positive, bao nhiêu phần trăm là đúng.</a:t>
                </a:r>
              </a:p>
              <a:p>
                <a:pPr marL="457200" lvl="1" indent="0"/>
                <a14:m>
                  <m:oMathPara xmlns:m="http://schemas.openxmlformats.org/officeDocument/2006/math">
                    <m:oMathParaPr>
                      <m:jc m:val="centerGroup"/>
                    </m:oMathParaPr>
                    <m:oMath xmlns:m="http://schemas.openxmlformats.org/officeDocument/2006/math">
                      <m:r>
                        <m:rPr>
                          <m:nor/>
                        </m:rPr>
                        <a:rPr lang="en-US" sz="2200">
                          <a:latin typeface="Times New Roman" panose="02020603050405020304" pitchFamily="18" charset="0"/>
                          <a:cs typeface="Times New Roman" panose="02020603050405020304" pitchFamily="18" charset="0"/>
                        </a:rPr>
                        <m:t>Precision</m:t>
                      </m:r>
                      <m:r>
                        <a:rPr lang="en-US" sz="2200" i="1"/>
                        <m:t>=</m:t>
                      </m:r>
                      <m:f>
                        <m:fPr>
                          <m:ctrlPr>
                            <a:rPr lang="en-US" sz="2200" i="1"/>
                          </m:ctrlPr>
                        </m:fPr>
                        <m:num>
                          <m:r>
                            <a:rPr lang="en-US" sz="2200" i="1"/>
                            <m:t>𝑇𝑃</m:t>
                          </m:r>
                        </m:num>
                        <m:den>
                          <m:r>
                            <a:rPr lang="en-US" sz="2200" i="1"/>
                            <m:t>𝑇𝑃</m:t>
                          </m:r>
                          <m:r>
                            <a:rPr lang="en-US" sz="2200" i="1"/>
                            <m:t>+</m:t>
                          </m:r>
                          <m:r>
                            <a:rPr lang="en-US" sz="2200" i="1"/>
                            <m:t>𝐹𝑃</m:t>
                          </m:r>
                        </m:den>
                      </m:f>
                    </m:oMath>
                  </m:oMathPara>
                </a14:m>
                <a:br>
                  <a:rPr lang="en-US" sz="2200">
                    <a:latin typeface="Times New Roman" panose="02020603050405020304" pitchFamily="18" charset="0"/>
                    <a:cs typeface="Times New Roman" panose="02020603050405020304" pitchFamily="18" charset="0"/>
                  </a:rPr>
                </a:br>
                <a:endParaRPr lang="en-US" sz="22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200">
                    <a:latin typeface="Times New Roman" panose="02020603050405020304" pitchFamily="18" charset="0"/>
                    <a:cs typeface="Times New Roman" panose="02020603050405020304" pitchFamily="18" charset="0"/>
                  </a:rPr>
                  <a:t>Recall / Sensitivity / TPR - Trong tất cả positive thật, mô hình tìm được bao nhiêu.</a:t>
                </a:r>
              </a:p>
              <a:p>
                <a14:m>
                  <m:oMathPara xmlns:m="http://schemas.openxmlformats.org/officeDocument/2006/math">
                    <m:oMathParaPr>
                      <m:jc m:val="centerGroup"/>
                    </m:oMathParaPr>
                    <m:oMath xmlns:m="http://schemas.openxmlformats.org/officeDocument/2006/math">
                      <m:r>
                        <m:rPr>
                          <m:nor/>
                        </m:rPr>
                        <a:rPr lang="en-US" sz="2200">
                          <a:latin typeface="Times New Roman" panose="02020603050405020304" pitchFamily="18" charset="0"/>
                          <a:cs typeface="Times New Roman" panose="02020603050405020304" pitchFamily="18" charset="0"/>
                        </a:rPr>
                        <m:t>Recall</m:t>
                      </m:r>
                      <m:r>
                        <a:rPr lang="en-US" sz="2200" i="1"/>
                        <m:t>=</m:t>
                      </m:r>
                      <m:f>
                        <m:fPr>
                          <m:ctrlPr>
                            <a:rPr lang="en-US" sz="2200" i="1"/>
                          </m:ctrlPr>
                        </m:fPr>
                        <m:num>
                          <m:r>
                            <a:rPr lang="en-US" sz="2200" i="1"/>
                            <m:t>𝑇𝑃</m:t>
                          </m:r>
                        </m:num>
                        <m:den>
                          <m:r>
                            <a:rPr lang="en-US" sz="2200" i="1"/>
                            <m:t>𝑇𝑃</m:t>
                          </m:r>
                          <m:r>
                            <a:rPr lang="en-US" sz="2200" i="1"/>
                            <m:t>+</m:t>
                          </m:r>
                          <m:r>
                            <a:rPr lang="en-US" sz="2200" i="1"/>
                            <m:t>𝐹𝑁</m:t>
                          </m:r>
                        </m:den>
                      </m:f>
                    </m:oMath>
                  </m:oMathPara>
                </a14:m>
                <a:br>
                  <a:rPr lang="en-US" sz="2200">
                    <a:latin typeface="Times New Roman" panose="02020603050405020304" pitchFamily="18" charset="0"/>
                    <a:cs typeface="Times New Roman" panose="02020603050405020304" pitchFamily="18" charset="0"/>
                  </a:rPr>
                </a:br>
                <a:endParaRPr lang="en-US" sz="220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200">
                    <a:latin typeface="Times New Roman" panose="02020603050405020304" pitchFamily="18" charset="0"/>
                    <a:cs typeface="Times New Roman" panose="02020603050405020304" pitchFamily="18" charset="0"/>
                  </a:rPr>
                  <a:t>F1-score - Hòa hợp giữa Precision và Recall.</a:t>
                </a:r>
              </a:p>
              <a:p>
                <a14:m>
                  <m:oMathPara xmlns:m="http://schemas.openxmlformats.org/officeDocument/2006/math">
                    <m:oMathParaPr>
                      <m:jc m:val="centerGroup"/>
                    </m:oMathParaPr>
                    <m:oMath xmlns:m="http://schemas.openxmlformats.org/officeDocument/2006/math">
                      <m:r>
                        <a:rPr lang="en-US" sz="2200" i="1"/>
                        <m:t>𝐹</m:t>
                      </m:r>
                      <m:r>
                        <a:rPr lang="en-US" sz="2200" i="1"/>
                        <m:t>1=2⋅</m:t>
                      </m:r>
                      <m:f>
                        <m:fPr>
                          <m:ctrlPr>
                            <a:rPr lang="en-US" sz="2200" i="1"/>
                          </m:ctrlPr>
                        </m:fPr>
                        <m:num>
                          <m:r>
                            <a:rPr lang="en-US" sz="2200" i="1"/>
                            <m:t>𝑃𝑟𝑒𝑐𝑖𝑠𝑖𝑜𝑛</m:t>
                          </m:r>
                          <m:r>
                            <a:rPr lang="en-US" sz="2200" i="1"/>
                            <m:t>⋅</m:t>
                          </m:r>
                          <m:r>
                            <a:rPr lang="en-US" sz="2200" i="1"/>
                            <m:t>𝑅𝑒𝑐𝑎𝑙𝑙</m:t>
                          </m:r>
                        </m:num>
                        <m:den>
                          <m:r>
                            <a:rPr lang="en-US" sz="2200" i="1"/>
                            <m:t>𝑃𝑟𝑒𝑐𝑖𝑠𝑖𝑜𝑛</m:t>
                          </m:r>
                          <m:r>
                            <a:rPr lang="en-US" sz="2200" i="1"/>
                            <m:t>+</m:t>
                          </m:r>
                          <m:r>
                            <a:rPr lang="en-US" sz="2200" i="1"/>
                            <m:t>𝑅𝑒𝑐𝑎𝑙𝑙</m:t>
                          </m:r>
                        </m:den>
                      </m:f>
                    </m:oMath>
                  </m:oMathPara>
                </a14:m>
                <a:endParaRPr lang="en-US" sz="2200">
                  <a:latin typeface="Times New Roman" panose="02020603050405020304" pitchFamily="18" charset="0"/>
                  <a:cs typeface="Times New Roman" panose="02020603050405020304" pitchFamily="18" charset="0"/>
                </a:endParaRPr>
              </a:p>
            </p:txBody>
          </p:sp>
        </mc:Choice>
        <mc:Fallback>
          <p:sp>
            <p:nvSpPr>
              <p:cNvPr id="31747" name="Rectangle 3">
                <a:extLst>
                  <a:ext uri="{FF2B5EF4-FFF2-40B4-BE49-F238E27FC236}">
                    <a16:creationId xmlns:a16="http://schemas.microsoft.com/office/drawing/2014/main" id="{2F820C71-04E2-A5A4-8FA7-4AC25F9EEB4F}"/>
                  </a:ext>
                </a:extLst>
              </p:cNvPr>
              <p:cNvSpPr>
                <a:spLocks noRot="1" noChangeAspect="1" noMove="1" noResize="1" noEditPoints="1" noAdjustHandles="1" noChangeArrowheads="1" noChangeShapeType="1" noTextEdit="1"/>
              </p:cNvSpPr>
              <p:nvPr/>
            </p:nvSpPr>
            <p:spPr bwMode="auto">
              <a:xfrm>
                <a:off x="0" y="990600"/>
                <a:ext cx="9124950" cy="4953000"/>
              </a:xfrm>
              <a:prstGeom prst="rect">
                <a:avLst/>
              </a:prstGeom>
              <a:blipFill>
                <a:blip r:embed="rId3"/>
                <a:stretch>
                  <a:fillRect l="-868" t="-985" r="-67" b="-36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37041496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805B9-F134-879E-0534-B8A97A54AACE}"/>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1F684E16-C843-F5FA-D03F-4B90B3374B5E}"/>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Đánh giá</a:t>
            </a:r>
          </a:p>
        </p:txBody>
      </p:sp>
      <mc:AlternateContent xmlns:mc="http://schemas.openxmlformats.org/markup-compatibility/2006">
        <mc:Choice xmlns:a14="http://schemas.microsoft.com/office/drawing/2010/main" Requires="a14">
          <p:sp>
            <p:nvSpPr>
              <p:cNvPr id="31747" name="Rectangle 3">
                <a:extLst>
                  <a:ext uri="{FF2B5EF4-FFF2-40B4-BE49-F238E27FC236}">
                    <a16:creationId xmlns:a16="http://schemas.microsoft.com/office/drawing/2014/main" id="{0185B400-C9EF-0BB9-196A-DEAF20013A35}"/>
                  </a:ext>
                </a:extLst>
              </p:cNvPr>
              <p:cNvSpPr>
                <a:spLocks noChangeArrowheads="1"/>
              </p:cNvSpPr>
              <p:nvPr/>
            </p:nvSpPr>
            <p:spPr bwMode="auto">
              <a:xfrm>
                <a:off x="0" y="9906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Sai số cho phân loại trong chuỗi thời gian</a:t>
                </a:r>
                <a:endParaRPr lang="en-US" sz="240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Huber Loss</a:t>
                </a:r>
                <a:r>
                  <a:rPr lang="en-US" sz="2400">
                    <a:latin typeface="Times New Roman" panose="02020603050405020304" pitchFamily="18" charset="0"/>
                    <a:cs typeface="Times New Roman" panose="02020603050405020304" pitchFamily="18" charset="0"/>
                  </a:rPr>
                  <a:t> là một hàm loss “lai” giữa </a:t>
                </a:r>
                <a:r>
                  <a:rPr lang="en-US" sz="2400" b="1">
                    <a:latin typeface="Times New Roman" panose="02020603050405020304" pitchFamily="18" charset="0"/>
                    <a:cs typeface="Times New Roman" panose="02020603050405020304" pitchFamily="18" charset="0"/>
                  </a:rPr>
                  <a:t>MSE</a:t>
                </a:r>
                <a:r>
                  <a:rPr lang="en-US" sz="2400">
                    <a:latin typeface="Times New Roman" panose="02020603050405020304" pitchFamily="18" charset="0"/>
                    <a:cs typeface="Times New Roman" panose="02020603050405020304" pitchFamily="18" charset="0"/>
                  </a:rPr>
                  <a:t> và </a:t>
                </a:r>
                <a:r>
                  <a:rPr lang="en-US" sz="2400" b="1">
                    <a:latin typeface="Times New Roman" panose="02020603050405020304" pitchFamily="18" charset="0"/>
                    <a:cs typeface="Times New Roman" panose="02020603050405020304" pitchFamily="18" charset="0"/>
                  </a:rPr>
                  <a:t>MAE</a:t>
                </a:r>
                <a:r>
                  <a:rPr lang="en-US" sz="2400">
                    <a:latin typeface="Times New Roman" panose="02020603050405020304" pitchFamily="18" charset="0"/>
                    <a:cs typeface="Times New Roman" panose="02020603050405020304" pitchFamily="18" charset="0"/>
                  </a:rPr>
                  <a:t>:</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Gần 0 thì giống </a:t>
                </a:r>
                <a:r>
                  <a:rPr lang="en-US" sz="2400" b="1">
                    <a:latin typeface="Times New Roman" panose="02020603050405020304" pitchFamily="18" charset="0"/>
                    <a:cs typeface="Times New Roman" panose="02020603050405020304" pitchFamily="18" charset="0"/>
                  </a:rPr>
                  <a:t>MSE</a:t>
                </a:r>
                <a:r>
                  <a:rPr lang="en-US" sz="2400">
                    <a:latin typeface="Times New Roman" panose="02020603050405020304" pitchFamily="18" charset="0"/>
                    <a:cs typeface="Times New Roman" panose="02020603050405020304" pitchFamily="18" charset="0"/>
                  </a:rPr>
                  <a:t> (nhạy, mượt, dễ tối ưu)</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Xa 0 thì giống </a:t>
                </a:r>
                <a:r>
                  <a:rPr lang="en-US" sz="2400" b="1">
                    <a:latin typeface="Times New Roman" panose="02020603050405020304" pitchFamily="18" charset="0"/>
                    <a:cs typeface="Times New Roman" panose="02020603050405020304" pitchFamily="18" charset="0"/>
                  </a:rPr>
                  <a:t>MAE</a:t>
                </a:r>
                <a:r>
                  <a:rPr lang="en-US" sz="2400">
                    <a:latin typeface="Times New Roman" panose="02020603050405020304" pitchFamily="18" charset="0"/>
                    <a:cs typeface="Times New Roman" panose="02020603050405020304" pitchFamily="18" charset="0"/>
                  </a:rPr>
                  <a:t> (ít bị ảnh hưởng bởi outlier)</a:t>
                </a:r>
              </a:p>
              <a:p>
                <a:pPr marL="1257300" lvl="2" indent="-3429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Công thức Huber Loss</a:t>
                </a:r>
                <a:endParaRPr lang="en-US"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Cho sai số:</a:t>
                </a:r>
              </a:p>
              <a:p>
                <a14:m>
                  <m:oMathPara xmlns:m="http://schemas.openxmlformats.org/officeDocument/2006/math">
                    <m:oMathParaPr>
                      <m:jc m:val="centerGroup"/>
                    </m:oMathParaPr>
                    <m:oMath xmlns:m="http://schemas.openxmlformats.org/officeDocument/2006/math">
                      <m:r>
                        <a:rPr lang="en-US" sz="2400" i="1"/>
                        <m:t>𝑟</m:t>
                      </m:r>
                      <m:r>
                        <a:rPr lang="en-US" sz="2400" i="1"/>
                        <m:t>=</m:t>
                      </m:r>
                      <m:r>
                        <a:rPr lang="en-US" sz="2400" i="1"/>
                        <m:t>𝑦</m:t>
                      </m:r>
                      <m:r>
                        <a:rPr lang="en-US" sz="2400" i="1"/>
                        <m:t>−</m:t>
                      </m:r>
                      <m:acc>
                        <m:accPr>
                          <m:chr m:val="̂"/>
                          <m:ctrlPr>
                            <a:rPr lang="en-US" sz="2400" i="1"/>
                          </m:ctrlPr>
                        </m:accPr>
                        <m:e>
                          <m:r>
                            <a:rPr lang="en-US" sz="2400" i="1"/>
                            <m:t>𝑦</m:t>
                          </m:r>
                        </m:e>
                      </m:acc>
                    </m:oMath>
                  </m:oMathPara>
                </a14:m>
                <a:br>
                  <a:rPr lang="en-US" sz="2400">
                    <a:latin typeface="Times New Roman" panose="02020603050405020304" pitchFamily="18" charset="0"/>
                    <a:cs typeface="Times New Roman" panose="02020603050405020304" pitchFamily="18" charset="0"/>
                  </a:rPr>
                </a:br>
                <a:endParaRPr lang="en-US"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Huber Loss với tham số </a:t>
                </a:r>
                <a14:m>
                  <m:oMath xmlns:m="http://schemas.openxmlformats.org/officeDocument/2006/math">
                    <m:r>
                      <a:rPr lang="en-US" sz="2400" i="1"/>
                      <m:t>𝛿</m:t>
                    </m:r>
                  </m:oMath>
                </a14:m>
                <a:r>
                  <a:rPr lang="en-US" sz="2400">
                    <a:latin typeface="Times New Roman" panose="02020603050405020304" pitchFamily="18" charset="0"/>
                    <a:cs typeface="Times New Roman" panose="02020603050405020304" pitchFamily="18" charset="0"/>
                  </a:rPr>
                  <a:t>:</a:t>
                </a:r>
              </a:p>
              <a:p>
                <a14:m>
                  <m:oMathPara xmlns:m="http://schemas.openxmlformats.org/officeDocument/2006/math">
                    <m:oMathParaPr>
                      <m:jc m:val="centerGroup"/>
                    </m:oMathParaPr>
                    <m:oMath xmlns:m="http://schemas.openxmlformats.org/officeDocument/2006/math">
                      <m:sSub>
                        <m:sSubPr>
                          <m:ctrlPr>
                            <a:rPr lang="en-US" sz="2400" i="1"/>
                          </m:ctrlPr>
                        </m:sSubPr>
                        <m:e>
                          <m:r>
                            <a:rPr lang="en-US" sz="2400" i="1"/>
                            <m:t>𝐿</m:t>
                          </m:r>
                        </m:e>
                        <m:sub>
                          <m:r>
                            <a:rPr lang="en-US" sz="2400" i="1"/>
                            <m:t>𝛿</m:t>
                          </m:r>
                        </m:sub>
                      </m:sSub>
                      <m:r>
                        <a:rPr lang="es-ES" sz="2400" i="1"/>
                        <m:t>(</m:t>
                      </m:r>
                      <m:r>
                        <a:rPr lang="en-US" sz="2400" i="1"/>
                        <m:t>𝑟</m:t>
                      </m:r>
                      <m:r>
                        <a:rPr lang="es-ES" sz="2400" i="1"/>
                        <m:t>)=</m:t>
                      </m:r>
                      <m:d>
                        <m:dPr>
                          <m:begChr m:val="{"/>
                          <m:endChr m:val=""/>
                          <m:ctrlPr>
                            <a:rPr lang="es-ES" sz="2400" i="1" smtClean="0">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f>
                                  <m:fPr>
                                    <m:ctrlPr>
                                      <a:rPr lang="en-US" sz="2400" i="1">
                                        <a:latin typeface="Cambria Math" panose="02040503050406030204" pitchFamily="18" charset="0"/>
                                      </a:rPr>
                                    </m:ctrlPr>
                                  </m:fPr>
                                  <m:num>
                                    <m:r>
                                      <a:rPr lang="es-ES" sz="2400" i="1">
                                        <a:latin typeface="Cambria Math" panose="02040503050406030204" pitchFamily="18" charset="0"/>
                                      </a:rPr>
                                      <m:t>1</m:t>
                                    </m:r>
                                  </m:num>
                                  <m:den>
                                    <m:r>
                                      <a:rPr lang="es-ES" sz="2400" i="1">
                                        <a:latin typeface="Cambria Math" panose="02040503050406030204" pitchFamily="18" charset="0"/>
                                      </a:rPr>
                                      <m:t>2</m:t>
                                    </m:r>
                                  </m:den>
                                </m:f>
                                <m:sSup>
                                  <m:sSupPr>
                                    <m:ctrlPr>
                                      <a:rPr lang="en-US" sz="2400" i="1">
                                        <a:latin typeface="Cambria Math" panose="02040503050406030204" pitchFamily="18" charset="0"/>
                                      </a:rPr>
                                    </m:ctrlPr>
                                  </m:sSupPr>
                                  <m:e>
                                    <m:r>
                                      <a:rPr lang="en-US" sz="2400" i="1">
                                        <a:latin typeface="Cambria Math" panose="02040503050406030204" pitchFamily="18" charset="0"/>
                                      </a:rPr>
                                      <m:t>𝑟</m:t>
                                    </m:r>
                                  </m:e>
                                  <m:sup>
                                    <m:r>
                                      <a:rPr lang="es-ES" sz="2400" i="1">
                                        <a:latin typeface="Cambria Math" panose="02040503050406030204" pitchFamily="18" charset="0"/>
                                      </a:rPr>
                                      <m:t>2</m:t>
                                    </m:r>
                                  </m:sup>
                                </m:sSup>
                              </m:e>
                              <m:e>
                                <m:r>
                                  <m:rPr>
                                    <m:nor/>
                                  </m:rPr>
                                  <a:rPr lang="es-ES" sz="2400">
                                    <a:latin typeface="Times New Roman" panose="02020603050405020304" pitchFamily="18" charset="0"/>
                                    <a:cs typeface="Times New Roman" panose="02020603050405020304" pitchFamily="18" charset="0"/>
                                  </a:rPr>
                                  <m:t>n</m:t>
                                </m:r>
                                <m:acc>
                                  <m:accPr>
                                    <m:chr m:val="ˊ"/>
                                    <m:ctrlPr>
                                      <a:rPr lang="en-US" sz="2400" i="1">
                                        <a:latin typeface="Cambria Math" panose="02040503050406030204" pitchFamily="18" charset="0"/>
                                      </a:rPr>
                                    </m:ctrlPr>
                                  </m:accPr>
                                  <m:e>
                                    <m:acc>
                                      <m:accPr>
                                        <m:chr m:val="ˆ"/>
                                        <m:ctrlPr>
                                          <a:rPr lang="en-US" sz="2400" i="1">
                                            <a:latin typeface="Cambria Math" panose="02040503050406030204" pitchFamily="18" charset="0"/>
                                          </a:rPr>
                                        </m:ctrlPr>
                                      </m:accPr>
                                      <m:e>
                                        <m:r>
                                          <m:rPr>
                                            <m:nor/>
                                          </m:rPr>
                                          <a:rPr lang="es-ES" sz="2400">
                                            <a:latin typeface="Times New Roman" panose="02020603050405020304" pitchFamily="18" charset="0"/>
                                            <a:cs typeface="Times New Roman" panose="02020603050405020304" pitchFamily="18" charset="0"/>
                                          </a:rPr>
                                          <m:t>e</m:t>
                                        </m:r>
                                      </m:e>
                                    </m:acc>
                                  </m:e>
                                </m:acc>
                                <m:r>
                                  <m:rPr>
                                    <m:nor/>
                                  </m:rPr>
                                  <a:rPr lang="es-ES" sz="2400">
                                    <a:latin typeface="Times New Roman" panose="02020603050405020304" pitchFamily="18" charset="0"/>
                                    <a:cs typeface="Times New Roman" panose="02020603050405020304" pitchFamily="18" charset="0"/>
                                  </a:rPr>
                                  <m:t>u</m:t>
                                </m:r>
                                <m:r>
                                  <m:rPr>
                                    <m:nor/>
                                  </m:rPr>
                                  <a:rPr lang="es-ES" sz="2400">
                                    <a:latin typeface="Times New Roman" panose="02020603050405020304" pitchFamily="18" charset="0"/>
                                    <a:cs typeface="Times New Roman" panose="02020603050405020304" pitchFamily="18" charset="0"/>
                                  </a:rPr>
                                  <m:t> </m:t>
                                </m:r>
                                <m:r>
                                  <a:rPr lang="es-ES" sz="2400">
                                    <a:latin typeface="Cambria Math" panose="02040503050406030204" pitchFamily="18" charset="0"/>
                                  </a:rPr>
                                  <m:t>∣</m:t>
                                </m:r>
                                <m:r>
                                  <a:rPr lang="en-US" sz="2400" i="1">
                                    <a:latin typeface="Cambria Math" panose="02040503050406030204" pitchFamily="18" charset="0"/>
                                  </a:rPr>
                                  <m:t>𝑟</m:t>
                                </m:r>
                                <m:r>
                                  <a:rPr lang="es-ES" sz="2400">
                                    <a:latin typeface="Cambria Math" panose="02040503050406030204" pitchFamily="18" charset="0"/>
                                  </a:rPr>
                                  <m:t>∣</m:t>
                                </m:r>
                                <m:r>
                                  <a:rPr lang="es-ES" sz="2400" i="1">
                                    <a:latin typeface="Cambria Math" panose="02040503050406030204" pitchFamily="18" charset="0"/>
                                  </a:rPr>
                                  <m:t>≤</m:t>
                                </m:r>
                                <m:r>
                                  <a:rPr lang="en-US" sz="2400" i="1">
                                    <a:latin typeface="Cambria Math" panose="02040503050406030204" pitchFamily="18" charset="0"/>
                                  </a:rPr>
                                  <m:t>𝛿</m:t>
                                </m:r>
                              </m:e>
                            </m:mr>
                            <m:mr>
                              <m:e>
                                <m:r>
                                  <a:rPr lang="en-US" sz="2400" i="1">
                                    <a:latin typeface="Cambria Math" panose="02040503050406030204" pitchFamily="18" charset="0"/>
                                  </a:rPr>
                                  <m:t>𝛿</m:t>
                                </m:r>
                                <m:r>
                                  <a:rPr lang="es-ES" sz="2400" i="1">
                                    <a:latin typeface="Cambria Math" panose="02040503050406030204" pitchFamily="18" charset="0"/>
                                  </a:rPr>
                                  <m:t>(</m:t>
                                </m:r>
                                <m:r>
                                  <a:rPr lang="es-ES" sz="2400">
                                    <a:latin typeface="Cambria Math" panose="02040503050406030204" pitchFamily="18" charset="0"/>
                                  </a:rPr>
                                  <m:t>∣</m:t>
                                </m:r>
                                <m:r>
                                  <a:rPr lang="en-US" sz="2400" i="1">
                                    <a:latin typeface="Cambria Math" panose="02040503050406030204" pitchFamily="18" charset="0"/>
                                  </a:rPr>
                                  <m:t>𝑟</m:t>
                                </m:r>
                                <m:r>
                                  <a:rPr lang="es-ES" sz="2400">
                                    <a:latin typeface="Cambria Math" panose="02040503050406030204" pitchFamily="18" charset="0"/>
                                  </a:rPr>
                                  <m:t>∣</m:t>
                                </m:r>
                                <m:r>
                                  <a:rPr lang="es-ES" sz="2400" i="1">
                                    <a:latin typeface="Cambria Math" panose="02040503050406030204" pitchFamily="18" charset="0"/>
                                  </a:rPr>
                                  <m:t>−</m:t>
                                </m:r>
                                <m:f>
                                  <m:fPr>
                                    <m:ctrlPr>
                                      <a:rPr lang="en-US" sz="2400" i="1">
                                        <a:latin typeface="Cambria Math" panose="02040503050406030204" pitchFamily="18" charset="0"/>
                                      </a:rPr>
                                    </m:ctrlPr>
                                  </m:fPr>
                                  <m:num>
                                    <m:r>
                                      <a:rPr lang="es-ES" sz="2400" i="1">
                                        <a:latin typeface="Cambria Math" panose="02040503050406030204" pitchFamily="18" charset="0"/>
                                      </a:rPr>
                                      <m:t>1</m:t>
                                    </m:r>
                                  </m:num>
                                  <m:den>
                                    <m:r>
                                      <a:rPr lang="es-ES" sz="2400" i="1">
                                        <a:latin typeface="Cambria Math" panose="02040503050406030204" pitchFamily="18" charset="0"/>
                                      </a:rPr>
                                      <m:t>2</m:t>
                                    </m:r>
                                  </m:den>
                                </m:f>
                                <m:r>
                                  <a:rPr lang="en-US" sz="2400" i="1">
                                    <a:latin typeface="Cambria Math" panose="02040503050406030204" pitchFamily="18" charset="0"/>
                                  </a:rPr>
                                  <m:t>𝛿</m:t>
                                </m:r>
                                <m:r>
                                  <a:rPr lang="es-ES" sz="2400" i="1">
                                    <a:latin typeface="Cambria Math" panose="02040503050406030204" pitchFamily="18" charset="0"/>
                                  </a:rPr>
                                  <m:t>)</m:t>
                                </m:r>
                              </m:e>
                              <m:e>
                                <m:r>
                                  <m:rPr>
                                    <m:nor/>
                                  </m:rPr>
                                  <a:rPr lang="es-ES" sz="2400">
                                    <a:latin typeface="Times New Roman" panose="02020603050405020304" pitchFamily="18" charset="0"/>
                                    <a:cs typeface="Times New Roman" panose="02020603050405020304" pitchFamily="18" charset="0"/>
                                  </a:rPr>
                                  <m:t>n</m:t>
                                </m:r>
                                <m:acc>
                                  <m:accPr>
                                    <m:chr m:val="ˊ"/>
                                    <m:ctrlPr>
                                      <a:rPr lang="en-US" sz="2400" i="1">
                                        <a:latin typeface="Cambria Math" panose="02040503050406030204" pitchFamily="18" charset="0"/>
                                      </a:rPr>
                                    </m:ctrlPr>
                                  </m:accPr>
                                  <m:e>
                                    <m:acc>
                                      <m:accPr>
                                        <m:chr m:val="ˆ"/>
                                        <m:ctrlPr>
                                          <a:rPr lang="en-US" sz="2400" i="1">
                                            <a:latin typeface="Cambria Math" panose="02040503050406030204" pitchFamily="18" charset="0"/>
                                          </a:rPr>
                                        </m:ctrlPr>
                                      </m:accPr>
                                      <m:e>
                                        <m:r>
                                          <m:rPr>
                                            <m:nor/>
                                          </m:rPr>
                                          <a:rPr lang="es-ES" sz="2400">
                                            <a:latin typeface="Times New Roman" panose="02020603050405020304" pitchFamily="18" charset="0"/>
                                            <a:cs typeface="Times New Roman" panose="02020603050405020304" pitchFamily="18" charset="0"/>
                                          </a:rPr>
                                          <m:t>e</m:t>
                                        </m:r>
                                      </m:e>
                                    </m:acc>
                                  </m:e>
                                </m:acc>
                                <m:r>
                                  <m:rPr>
                                    <m:nor/>
                                  </m:rPr>
                                  <a:rPr lang="es-ES" sz="2400">
                                    <a:latin typeface="Times New Roman" panose="02020603050405020304" pitchFamily="18" charset="0"/>
                                    <a:cs typeface="Times New Roman" panose="02020603050405020304" pitchFamily="18" charset="0"/>
                                  </a:rPr>
                                  <m:t>u</m:t>
                                </m:r>
                                <m:r>
                                  <m:rPr>
                                    <m:nor/>
                                  </m:rPr>
                                  <a:rPr lang="es-ES" sz="2400">
                                    <a:latin typeface="Times New Roman" panose="02020603050405020304" pitchFamily="18" charset="0"/>
                                    <a:cs typeface="Times New Roman" panose="02020603050405020304" pitchFamily="18" charset="0"/>
                                  </a:rPr>
                                  <m:t> </m:t>
                                </m:r>
                                <m:r>
                                  <a:rPr lang="es-ES" sz="2400">
                                    <a:latin typeface="Cambria Math" panose="02040503050406030204" pitchFamily="18" charset="0"/>
                                  </a:rPr>
                                  <m:t>∣</m:t>
                                </m:r>
                                <m:r>
                                  <a:rPr lang="en-US" sz="2400" i="1">
                                    <a:latin typeface="Cambria Math" panose="02040503050406030204" pitchFamily="18" charset="0"/>
                                  </a:rPr>
                                  <m:t>𝑟</m:t>
                                </m:r>
                                <m:r>
                                  <a:rPr lang="es-ES" sz="2400">
                                    <a:latin typeface="Cambria Math" panose="02040503050406030204" pitchFamily="18" charset="0"/>
                                  </a:rPr>
                                  <m:t>∣</m:t>
                                </m:r>
                                <m:r>
                                  <a:rPr lang="es-ES" sz="2400" i="1">
                                    <a:latin typeface="Cambria Math" panose="02040503050406030204" pitchFamily="18" charset="0"/>
                                  </a:rPr>
                                  <m:t>&gt;</m:t>
                                </m:r>
                                <m:r>
                                  <a:rPr lang="en-US" sz="2400" i="1">
                                    <a:latin typeface="Cambria Math" panose="02040503050406030204" pitchFamily="18" charset="0"/>
                                  </a:rPr>
                                  <m:t>𝛿</m:t>
                                </m:r>
                              </m:e>
                            </m:mr>
                          </m:m>
                        </m:e>
                      </m:d>
                    </m:oMath>
                  </m:oMathPara>
                </a14:m>
                <a:br>
                  <a:rPr lang="es-ES"/>
                </a:br>
                <a:endParaRPr lang="en-US"/>
              </a:p>
              <a:p>
                <a:endParaRPr lang="en-US" sz="2200">
                  <a:latin typeface="Times New Roman" panose="02020603050405020304" pitchFamily="18" charset="0"/>
                  <a:cs typeface="Times New Roman" panose="02020603050405020304" pitchFamily="18" charset="0"/>
                </a:endParaRPr>
              </a:p>
            </p:txBody>
          </p:sp>
        </mc:Choice>
        <mc:Fallback>
          <p:sp>
            <p:nvSpPr>
              <p:cNvPr id="31747" name="Rectangle 3">
                <a:extLst>
                  <a:ext uri="{FF2B5EF4-FFF2-40B4-BE49-F238E27FC236}">
                    <a16:creationId xmlns:a16="http://schemas.microsoft.com/office/drawing/2014/main" id="{0185B400-C9EF-0BB9-196A-DEAF20013A35}"/>
                  </a:ext>
                </a:extLst>
              </p:cNvPr>
              <p:cNvSpPr>
                <a:spLocks noRot="1" noChangeAspect="1" noMove="1" noResize="1" noEditPoints="1" noAdjustHandles="1" noChangeArrowheads="1" noChangeShapeType="1" noTextEdit="1"/>
              </p:cNvSpPr>
              <p:nvPr/>
            </p:nvSpPr>
            <p:spPr bwMode="auto">
              <a:xfrm>
                <a:off x="0" y="990600"/>
                <a:ext cx="9124950" cy="4953000"/>
              </a:xfrm>
              <a:prstGeom prst="rect">
                <a:avLst/>
              </a:prstGeom>
              <a:blipFill>
                <a:blip r:embed="rId3"/>
                <a:stretch>
                  <a:fillRect l="-868" t="-98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86888872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3505E-FD9B-F875-91C7-5515E3F8AED3}"/>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053AD892-119B-1FA6-781F-3AA102E14244}"/>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Đánh giá</a:t>
            </a:r>
          </a:p>
        </p:txBody>
      </p:sp>
      <mc:AlternateContent xmlns:mc="http://schemas.openxmlformats.org/markup-compatibility/2006">
        <mc:Choice xmlns:a14="http://schemas.microsoft.com/office/drawing/2010/main" Requires="a14">
          <p:sp>
            <p:nvSpPr>
              <p:cNvPr id="31747" name="Rectangle 3">
                <a:extLst>
                  <a:ext uri="{FF2B5EF4-FFF2-40B4-BE49-F238E27FC236}">
                    <a16:creationId xmlns:a16="http://schemas.microsoft.com/office/drawing/2014/main" id="{1003A9B8-6212-787A-45FC-65D45357A9D8}"/>
                  </a:ext>
                </a:extLst>
              </p:cNvPr>
              <p:cNvSpPr>
                <a:spLocks noChangeArrowheads="1"/>
              </p:cNvSpPr>
              <p:nvPr/>
            </p:nvSpPr>
            <p:spPr bwMode="auto">
              <a:xfrm>
                <a:off x="0" y="9906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rPr>
                  <a:t>Sai số cho phân loại trong chuỗi thời gian</a:t>
                </a:r>
                <a:endParaRPr lang="en-US" sz="24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Quantile Loss (Pinball Loss) </a:t>
                </a:r>
                <a:r>
                  <a:rPr lang="en-US" sz="2400">
                    <a:latin typeface="Times New Roman" panose="02020603050405020304" pitchFamily="18" charset="0"/>
                    <a:cs typeface="Times New Roman" panose="02020603050405020304" pitchFamily="18" charset="0"/>
                  </a:rPr>
                  <a:t>dùng trong </a:t>
                </a:r>
                <a:r>
                  <a:rPr lang="en-US" sz="2400" b="1">
                    <a:latin typeface="Times New Roman" panose="02020603050405020304" pitchFamily="18" charset="0"/>
                    <a:cs typeface="Times New Roman" panose="02020603050405020304" pitchFamily="18" charset="0"/>
                  </a:rPr>
                  <a:t>Quantile Regression</a:t>
                </a:r>
                <a:r>
                  <a:rPr lang="en-US" sz="2400">
                    <a:latin typeface="Times New Roman" panose="02020603050405020304" pitchFamily="18" charset="0"/>
                    <a:cs typeface="Times New Roman" panose="02020603050405020304" pitchFamily="18" charset="0"/>
                  </a:rPr>
                  <a:t>, mục tiêu là dự đoán </a:t>
                </a:r>
                <a:r>
                  <a:rPr lang="en-US" sz="2400" b="1">
                    <a:latin typeface="Times New Roman" panose="02020603050405020304" pitchFamily="18" charset="0"/>
                    <a:cs typeface="Times New Roman" panose="02020603050405020304" pitchFamily="18" charset="0"/>
                  </a:rPr>
                  <a:t>một phân vị (quantile)</a:t>
                </a:r>
                <a:r>
                  <a:rPr lang="en-US" sz="2400">
                    <a:latin typeface="Times New Roman" panose="02020603050405020304" pitchFamily="18" charset="0"/>
                    <a:cs typeface="Times New Roman" panose="02020603050405020304" pitchFamily="18" charset="0"/>
                  </a:rPr>
                  <a:t>, ví dụ:</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0.1 quantile → mức thấp nhất</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0.5 quantile → median</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0.9 quantile → mức cao nhất</a:t>
                </a:r>
              </a:p>
              <a:p>
                <a:pPr marL="1257300" lvl="2" indent="-3429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Công thức Quantile Loss</a:t>
                </a:r>
                <a:endParaRPr lang="en-US" sz="2400">
                  <a:latin typeface="Times New Roman" panose="02020603050405020304" pitchFamily="18" charset="0"/>
                  <a:cs typeface="Times New Roman" panose="02020603050405020304" pitchFamily="18" charset="0"/>
                </a:endParaRPr>
              </a:p>
              <a:p>
                <a:pPr lvl="3"/>
                <a:r>
                  <a:rPr lang="en-US" sz="2400">
                    <a:latin typeface="Times New Roman" panose="02020603050405020304" pitchFamily="18" charset="0"/>
                    <a:cs typeface="Times New Roman" panose="02020603050405020304" pitchFamily="18" charset="0"/>
                  </a:rPr>
                  <a:t>Với residual </a:t>
                </a:r>
                <a14:m>
                  <m:oMath xmlns:m="http://schemas.openxmlformats.org/officeDocument/2006/math">
                    <m:r>
                      <a:rPr lang="en-US" sz="2400" i="1"/>
                      <m:t>𝑟</m:t>
                    </m:r>
                    <m:r>
                      <a:rPr lang="en-US" sz="2400" i="1"/>
                      <m:t>=</m:t>
                    </m:r>
                    <m:r>
                      <a:rPr lang="en-US" sz="2400" i="1"/>
                      <m:t>𝑦</m:t>
                    </m:r>
                    <m:r>
                      <a:rPr lang="en-US" sz="2400" i="1"/>
                      <m:t>−</m:t>
                    </m:r>
                    <m:acc>
                      <m:accPr>
                        <m:chr m:val="̂"/>
                        <m:ctrlPr>
                          <a:rPr lang="en-US" sz="2400" i="1"/>
                        </m:ctrlPr>
                      </m:accPr>
                      <m:e>
                        <m:r>
                          <a:rPr lang="en-US" sz="2400" i="1"/>
                          <m:t>𝑦</m:t>
                        </m:r>
                      </m:e>
                    </m:acc>
                  </m:oMath>
                </a14:m>
                <a:r>
                  <a:rPr lang="en-US" sz="2400">
                    <a:latin typeface="Times New Roman" panose="02020603050405020304" pitchFamily="18" charset="0"/>
                    <a:cs typeface="Times New Roman" panose="02020603050405020304" pitchFamily="18" charset="0"/>
                  </a:rPr>
                  <a:t>, và quantile </a:t>
                </a:r>
                <a14:m>
                  <m:oMath xmlns:m="http://schemas.openxmlformats.org/officeDocument/2006/math">
                    <m:r>
                      <a:rPr lang="en-US" sz="2400" i="1"/>
                      <m:t>𝑞</m:t>
                    </m:r>
                    <m:r>
                      <a:rPr lang="en-US" sz="2400" i="1"/>
                      <m:t>∈(0,1)</m:t>
                    </m:r>
                  </m:oMath>
                </a14:m>
                <a:r>
                  <a:rPr lang="en-US" sz="2400">
                    <a:latin typeface="Times New Roman" panose="02020603050405020304" pitchFamily="18" charset="0"/>
                    <a:cs typeface="Times New Roman" panose="02020603050405020304" pitchFamily="18" charset="0"/>
                  </a:rPr>
                  <a:t>:</a:t>
                </a:r>
              </a:p>
              <a:p>
                <a:pPr lvl="3"/>
                <a:endParaRPr lang="en-US" sz="2400">
                  <a:latin typeface="Times New Roman" panose="02020603050405020304" pitchFamily="18"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2400" i="1"/>
                          </m:ctrlPr>
                        </m:sSubPr>
                        <m:e>
                          <m:r>
                            <a:rPr lang="en-US" sz="2400" i="1"/>
                            <m:t>𝐿</m:t>
                          </m:r>
                        </m:e>
                        <m:sub>
                          <m:r>
                            <a:rPr lang="en-US" sz="2400" b="0" i="1" smtClean="0">
                              <a:latin typeface="Cambria Math" panose="02040503050406030204" pitchFamily="18" charset="0"/>
                            </a:rPr>
                            <m:t>𝑞</m:t>
                          </m:r>
                        </m:sub>
                      </m:sSub>
                      <m:r>
                        <a:rPr lang="es-ES" sz="2400" i="1"/>
                        <m:t>(</m:t>
                      </m:r>
                      <m:r>
                        <a:rPr lang="en-US" sz="2400" i="1"/>
                        <m:t>𝑟</m:t>
                      </m:r>
                      <m:r>
                        <a:rPr lang="es-ES" sz="2400" i="1"/>
                        <m:t>)=</m:t>
                      </m:r>
                      <m:d>
                        <m:dPr>
                          <m:begChr m:val="{"/>
                          <m:endChr m:val=""/>
                          <m:ctrlPr>
                            <a:rPr lang="es-ES" sz="2400" i="1" smtClean="0">
                              <a:latin typeface="Cambria Math" panose="02040503050406030204" pitchFamily="18" charset="0"/>
                            </a:rPr>
                          </m:ctrlPr>
                        </m:dPr>
                        <m:e>
                          <m:m>
                            <m:mPr>
                              <m:plcHide m:val="on"/>
                              <m:mcs>
                                <m:mc>
                                  <m:mcPr>
                                    <m:count m:val="2"/>
                                    <m:mcJc m:val="center"/>
                                  </m:mcPr>
                                </m:mc>
                              </m:mcs>
                              <m:ctrlPr>
                                <a:rPr lang="en-US" sz="2400" i="1"/>
                              </m:ctrlPr>
                            </m:mPr>
                            <m:mr>
                              <m:e>
                                <m:r>
                                  <a:rPr lang="en-US" sz="2400" i="1"/>
                                  <m:t>𝑞</m:t>
                                </m:r>
                                <m:r>
                                  <a:rPr lang="es-ES" sz="2400" i="1"/>
                                  <m:t>⋅</m:t>
                                </m:r>
                                <m:r>
                                  <a:rPr lang="en-US" sz="2400" i="1"/>
                                  <m:t>𝑟</m:t>
                                </m:r>
                              </m:e>
                              <m:e>
                                <m:r>
                                  <m:rPr>
                                    <m:nor/>
                                  </m:rPr>
                                  <a:rPr lang="es-ES" sz="2400">
                                    <a:latin typeface="Times New Roman" panose="02020603050405020304" pitchFamily="18" charset="0"/>
                                    <a:cs typeface="Times New Roman" panose="02020603050405020304" pitchFamily="18" charset="0"/>
                                  </a:rPr>
                                  <m:t>n</m:t>
                                </m:r>
                                <m:acc>
                                  <m:accPr>
                                    <m:chr m:val="ˊ"/>
                                    <m:ctrlPr>
                                      <a:rPr lang="en-US" sz="2400" i="1"/>
                                    </m:ctrlPr>
                                  </m:accPr>
                                  <m:e>
                                    <m:acc>
                                      <m:accPr>
                                        <m:chr m:val="ˆ"/>
                                        <m:ctrlPr>
                                          <a:rPr lang="en-US" sz="2400" i="1"/>
                                        </m:ctrlPr>
                                      </m:accPr>
                                      <m:e>
                                        <m:r>
                                          <m:rPr>
                                            <m:nor/>
                                          </m:rPr>
                                          <a:rPr lang="es-ES" sz="2400">
                                            <a:latin typeface="Times New Roman" panose="02020603050405020304" pitchFamily="18" charset="0"/>
                                            <a:cs typeface="Times New Roman" panose="02020603050405020304" pitchFamily="18" charset="0"/>
                                          </a:rPr>
                                          <m:t>e</m:t>
                                        </m:r>
                                      </m:e>
                                    </m:acc>
                                  </m:e>
                                </m:acc>
                                <m:r>
                                  <m:rPr>
                                    <m:nor/>
                                  </m:rPr>
                                  <a:rPr lang="es-ES" sz="2400">
                                    <a:latin typeface="Times New Roman" panose="02020603050405020304" pitchFamily="18" charset="0"/>
                                    <a:cs typeface="Times New Roman" panose="02020603050405020304" pitchFamily="18" charset="0"/>
                                  </a:rPr>
                                  <m:t>u</m:t>
                                </m:r>
                                <m:r>
                                  <m:rPr>
                                    <m:nor/>
                                  </m:rPr>
                                  <a:rPr lang="es-ES" sz="2400">
                                    <a:latin typeface="Times New Roman" panose="02020603050405020304" pitchFamily="18" charset="0"/>
                                    <a:cs typeface="Times New Roman" panose="02020603050405020304" pitchFamily="18" charset="0"/>
                                  </a:rPr>
                                  <m:t> </m:t>
                                </m:r>
                                <m:r>
                                  <a:rPr lang="en-US" sz="2400" i="1"/>
                                  <m:t>𝑟</m:t>
                                </m:r>
                                <m:r>
                                  <a:rPr lang="es-ES" sz="2400" i="1"/>
                                  <m:t>≥0</m:t>
                                </m:r>
                              </m:e>
                            </m:mr>
                            <m:mr>
                              <m:e>
                                <m:r>
                                  <a:rPr lang="es-ES" sz="2400" i="1"/>
                                  <m:t>(</m:t>
                                </m:r>
                                <m:r>
                                  <a:rPr lang="en-US" sz="2400" i="1"/>
                                  <m:t>𝑞</m:t>
                                </m:r>
                                <m:r>
                                  <a:rPr lang="es-ES" sz="2400" i="1"/>
                                  <m:t>−1)⋅</m:t>
                                </m:r>
                                <m:r>
                                  <a:rPr lang="en-US" sz="2400" i="1"/>
                                  <m:t>𝑟</m:t>
                                </m:r>
                              </m:e>
                              <m:e>
                                <m:r>
                                  <m:rPr>
                                    <m:nor/>
                                  </m:rPr>
                                  <a:rPr lang="es-ES" sz="2400">
                                    <a:latin typeface="Times New Roman" panose="02020603050405020304" pitchFamily="18" charset="0"/>
                                    <a:cs typeface="Times New Roman" panose="02020603050405020304" pitchFamily="18" charset="0"/>
                                  </a:rPr>
                                  <m:t>n</m:t>
                                </m:r>
                                <m:acc>
                                  <m:accPr>
                                    <m:chr m:val="ˊ"/>
                                    <m:ctrlPr>
                                      <a:rPr lang="en-US" sz="2400" i="1"/>
                                    </m:ctrlPr>
                                  </m:accPr>
                                  <m:e>
                                    <m:acc>
                                      <m:accPr>
                                        <m:chr m:val="ˆ"/>
                                        <m:ctrlPr>
                                          <a:rPr lang="en-US" sz="2400" i="1"/>
                                        </m:ctrlPr>
                                      </m:accPr>
                                      <m:e>
                                        <m:r>
                                          <m:rPr>
                                            <m:nor/>
                                          </m:rPr>
                                          <a:rPr lang="es-ES" sz="2400">
                                            <a:latin typeface="Times New Roman" panose="02020603050405020304" pitchFamily="18" charset="0"/>
                                            <a:cs typeface="Times New Roman" panose="02020603050405020304" pitchFamily="18" charset="0"/>
                                          </a:rPr>
                                          <m:t>e</m:t>
                                        </m:r>
                                      </m:e>
                                    </m:acc>
                                  </m:e>
                                </m:acc>
                                <m:r>
                                  <m:rPr>
                                    <m:nor/>
                                  </m:rPr>
                                  <a:rPr lang="es-ES" sz="2400">
                                    <a:latin typeface="Times New Roman" panose="02020603050405020304" pitchFamily="18" charset="0"/>
                                    <a:cs typeface="Times New Roman" panose="02020603050405020304" pitchFamily="18" charset="0"/>
                                  </a:rPr>
                                  <m:t>u</m:t>
                                </m:r>
                                <m:r>
                                  <m:rPr>
                                    <m:nor/>
                                  </m:rPr>
                                  <a:rPr lang="es-ES" sz="2400">
                                    <a:latin typeface="Times New Roman" panose="02020603050405020304" pitchFamily="18" charset="0"/>
                                    <a:cs typeface="Times New Roman" panose="02020603050405020304" pitchFamily="18" charset="0"/>
                                  </a:rPr>
                                  <m:t> </m:t>
                                </m:r>
                                <m:r>
                                  <a:rPr lang="en-US" sz="2400" i="1"/>
                                  <m:t>𝑟</m:t>
                                </m:r>
                                <m:r>
                                  <a:rPr lang="es-ES" sz="2400" i="1"/>
                                  <m:t>&lt;0</m:t>
                                </m:r>
                              </m:e>
                            </m:mr>
                          </m:m>
                        </m:e>
                      </m:d>
                    </m:oMath>
                  </m:oMathPara>
                </a14:m>
                <a:br>
                  <a:rPr lang="es-ES"/>
                </a:br>
                <a:endParaRPr lang="en-US"/>
              </a:p>
              <a:p>
                <a:endParaRPr lang="en-US" sz="2200">
                  <a:latin typeface="Times New Roman" panose="02020603050405020304" pitchFamily="18" charset="0"/>
                  <a:cs typeface="Times New Roman" panose="02020603050405020304" pitchFamily="18" charset="0"/>
                </a:endParaRPr>
              </a:p>
            </p:txBody>
          </p:sp>
        </mc:Choice>
        <mc:Fallback>
          <p:sp>
            <p:nvSpPr>
              <p:cNvPr id="31747" name="Rectangle 3">
                <a:extLst>
                  <a:ext uri="{FF2B5EF4-FFF2-40B4-BE49-F238E27FC236}">
                    <a16:creationId xmlns:a16="http://schemas.microsoft.com/office/drawing/2014/main" id="{1003A9B8-6212-787A-45FC-65D45357A9D8}"/>
                  </a:ext>
                </a:extLst>
              </p:cNvPr>
              <p:cNvSpPr>
                <a:spLocks noRot="1" noChangeAspect="1" noMove="1" noResize="1" noEditPoints="1" noAdjustHandles="1" noChangeArrowheads="1" noChangeShapeType="1" noTextEdit="1"/>
              </p:cNvSpPr>
              <p:nvPr/>
            </p:nvSpPr>
            <p:spPr bwMode="auto">
              <a:xfrm>
                <a:off x="0" y="990600"/>
                <a:ext cx="9124950" cy="4953000"/>
              </a:xfrm>
              <a:prstGeom prst="rect">
                <a:avLst/>
              </a:prstGeom>
              <a:blipFill>
                <a:blip r:embed="rId3"/>
                <a:stretch>
                  <a:fillRect l="-868" t="-98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86176546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3"/>
  <p:tag name="MMPROD_UIDATA" val="&lt;database version=&quot;7.0&quot;&gt;&lt;object type=&quot;1&quot; unique_id=&quot;10001&quot;&gt;&lt;object type=&quot;2&quot; unique_id=&quot;10002&quot;&gt;&lt;object type=&quot;3&quot; unique_id=&quot;10005&quot;&gt;&lt;property id=&quot;20148&quot; value=&quot;5&quot;/&gt;&lt;property id=&quot;20300&quot; value=&quot;Slide 1 - &amp;quot;LẬP TRÌNH C&amp;quot;&quot;/&gt;&lt;property id=&quot;20307&quot; value=&quot;256&quot;/&gt;&lt;/object&gt;&lt;object type=&quot;3&quot; unique_id=&quot;10006&quot;&gt;&lt;property id=&quot;20148&quot; value=&quot;5&quot;/&gt;&lt;property id=&quot;20300&quot; value=&quot;Slide 2&quot;/&gt;&lt;property id=&quot;20307&quot; value=&quot;268&quot;/&gt;&lt;/object&gt;&lt;object type=&quot;3&quot; unique_id=&quot;10008&quot;&gt;&lt;property id=&quot;20148&quot; value=&quot;5&quot;/&gt;&lt;property id=&quot;20300&quot; value=&quot;Slide 3 - &amp;quot;Tài liệu tham khảo&amp;quot;&quot;/&gt;&lt;property id=&quot;20307&quot; value=&quot;269&quot;/&gt;&lt;/object&gt;&lt;object type=&quot;3&quot; unique_id=&quot;10010&quot;&gt;&lt;property id=&quot;20148&quot; value=&quot;5&quot;/&gt;&lt;property id=&quot;20300&quot; value=&quot;Slide 4 - &amp;quot;Nội dung&amp;quot;&quot;/&gt;&lt;property id=&quot;20307&quot; value=&quot;270&quot;/&gt;&lt;/object&gt;&lt;/object&gt;&lt;object type=&quot;8&quot; unique_id=&quot;10004&quot;&gt;&lt;/object&gt;&lt;/object&gt;&lt;/database&gt;"/>
  <p:tag name="SECTOMILLISECCONVERTED" val="1"/>
</p:tagLst>
</file>

<file path=ppt/theme/theme1.xml><?xml version="1.0" encoding="utf-8"?>
<a:theme xmlns:a="http://schemas.openxmlformats.org/drawingml/2006/main" name="naver">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_Sapxep_Timkiem.ppt [Compatibility Mode]" id="{B707B5FC-A659-45EA-9DE3-9BC6EA58FB7A}" vid="{611DF4EE-429F-4A10-BE83-07AB208EB37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T1</Template>
  <TotalTime>4940</TotalTime>
  <Words>9450</Words>
  <Application>Microsoft Office PowerPoint</Application>
  <PresentationFormat>On-screen Show (4:3)</PresentationFormat>
  <Paragraphs>530</Paragraphs>
  <Slides>84</Slides>
  <Notes>84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84</vt:i4>
      </vt:variant>
    </vt:vector>
  </HeadingPairs>
  <TitlesOfParts>
    <vt:vector size="92" baseType="lpstr">
      <vt:lpstr>Arial</vt:lpstr>
      <vt:lpstr>Calibri</vt:lpstr>
      <vt:lpstr>Cambria Math</vt:lpstr>
      <vt:lpstr>Corbel</vt:lpstr>
      <vt:lpstr>Courier New</vt:lpstr>
      <vt:lpstr>Times New Roman</vt:lpstr>
      <vt:lpstr>Wingdings</vt:lpstr>
      <vt:lpstr>naver</vt:lpstr>
      <vt:lpstr>Phân tích dữ liệu chuỗi thời gian</vt:lpstr>
      <vt:lpstr>Giới thiệu</vt:lpstr>
      <vt:lpstr>Giới thiệu</vt:lpstr>
      <vt:lpstr>Giới thiệu</vt:lpstr>
      <vt:lpstr>Nội dung</vt:lpstr>
      <vt:lpstr>Phân loại chuỗi thời gian</vt:lpstr>
      <vt:lpstr>Phân loại chuỗi thời gian</vt:lpstr>
      <vt:lpstr>Phân loại chuỗi thời gian</vt:lpstr>
      <vt:lpstr>Phân loại chuỗi thời gian</vt:lpstr>
      <vt:lpstr>Phân loại chuỗi thời gian</vt:lpstr>
      <vt:lpstr>Phân loại chuỗi thời gian</vt:lpstr>
      <vt:lpstr>Phân loại chuỗi thời gian</vt:lpstr>
      <vt:lpstr>Phân loại chuỗi thời gian</vt:lpstr>
      <vt:lpstr>Phân loại chuỗi thời gian</vt:lpstr>
      <vt:lpstr>Phân loại chuỗi thời gian</vt:lpstr>
      <vt:lpstr>Phân cụm</vt:lpstr>
      <vt:lpstr>Phân cụm</vt:lpstr>
      <vt:lpstr>Phân cụm</vt:lpstr>
      <vt:lpstr>Phân cụm</vt:lpstr>
      <vt:lpstr>Phân cụm</vt:lpstr>
      <vt:lpstr>Phân cụm</vt:lpstr>
      <vt:lpstr>Phân cụm</vt:lpstr>
      <vt:lpstr>Phân cụm</vt:lpstr>
      <vt:lpstr>Mạng nơ-ron</vt:lpstr>
      <vt:lpstr>Mạng nơ-ron</vt:lpstr>
      <vt:lpstr>Mạng nơ-ron</vt:lpstr>
      <vt:lpstr>Mạng nơ-ron</vt:lpstr>
      <vt:lpstr>Mạng nơ-ron</vt:lpstr>
      <vt:lpstr>Mạng nơ-ron</vt:lpstr>
      <vt:lpstr>Mạng nơ-ron</vt:lpstr>
      <vt:lpstr>Mạng nơ-ron</vt:lpstr>
      <vt:lpstr>Mạng nơ-ron</vt:lpstr>
      <vt:lpstr>Mạng nơ-ron</vt:lpstr>
      <vt:lpstr>Mạng nơ-ron</vt:lpstr>
      <vt:lpstr>Mạng nơ-ron</vt:lpstr>
      <vt:lpstr>Mạng nơ-ron</vt:lpstr>
      <vt:lpstr>Mạng nơ-ron</vt:lpstr>
      <vt:lpstr>Mạng nơ-ron</vt:lpstr>
      <vt:lpstr>Mạng nơ-ron</vt:lpstr>
      <vt:lpstr>Mạng nơ-ron</vt:lpstr>
      <vt:lpstr>Mạng nơ-ron</vt:lpstr>
      <vt:lpstr>Mạng nơ-ron</vt:lpstr>
      <vt:lpstr>Mạng nơ-ron</vt:lpstr>
      <vt:lpstr>Mạng nơ-ron</vt:lpstr>
      <vt:lpstr>Mạng nơ-ron</vt:lpstr>
      <vt:lpstr>Mạng nơ-ron</vt:lpstr>
      <vt:lpstr>Mạng nơ-ron</vt:lpstr>
      <vt:lpstr>Mạng nơ-ron tích chập</vt:lpstr>
      <vt:lpstr>Mạng nơ-ron tích chập</vt:lpstr>
      <vt:lpstr>Mạng nơ-ron tích chập</vt:lpstr>
      <vt:lpstr>Mạng nơ-ron tích chập</vt:lpstr>
      <vt:lpstr>Mạng nơ-ron tích chập</vt:lpstr>
      <vt:lpstr>Mạng nơ-ron tích chập</vt:lpstr>
      <vt:lpstr>Mạng nơ-ron tích chập</vt:lpstr>
      <vt:lpstr>Mạng nơ-ron tích chập</vt:lpstr>
      <vt:lpstr>Mạng nơ-ron tích chập</vt:lpstr>
      <vt:lpstr>Mạng nơ-ron tích chập</vt:lpstr>
      <vt:lpstr>Mạng nơ-ron tích chập</vt:lpstr>
      <vt:lpstr>Mạng nơ-ron tích chập</vt:lpstr>
      <vt:lpstr>Mạng nơ-ron tích chập</vt:lpstr>
      <vt:lpstr>Mạng nơ-ron tích chập</vt:lpstr>
      <vt:lpstr>Mạng nơ-ron tích chập</vt:lpstr>
      <vt:lpstr>Mạng nơ-ron tích chập</vt:lpstr>
      <vt:lpstr>Mạng nơ-ron tích chập</vt:lpstr>
      <vt:lpstr>Mạng nơ-ron tích chập</vt:lpstr>
      <vt:lpstr>Mạng nơ-ron hồi quy</vt:lpstr>
      <vt:lpstr>Mạng nơ-ron hồi quy</vt:lpstr>
      <vt:lpstr>Mạng nơ-ron hồi quy</vt:lpstr>
      <vt:lpstr>Mạng nơ-ron hồi quy</vt:lpstr>
      <vt:lpstr>Mạng nơ-ron hồi quy</vt:lpstr>
      <vt:lpstr>Mạng nơ-ron hồi quy</vt:lpstr>
      <vt:lpstr>Mạng nơ-ron hồi quy</vt:lpstr>
      <vt:lpstr>Mạng nơ-ron hồi quy</vt:lpstr>
      <vt:lpstr>Mạng nơ-ron hồi quy</vt:lpstr>
      <vt:lpstr>Mạng nơ-ron hồi quy</vt:lpstr>
      <vt:lpstr>Kiến trúc kết hợp</vt:lpstr>
      <vt:lpstr>Đánh giá</vt:lpstr>
      <vt:lpstr>Đánh giá</vt:lpstr>
      <vt:lpstr>Đánh giá</vt:lpstr>
      <vt:lpstr>Đánh giá</vt:lpstr>
      <vt:lpstr>Đánh giá</vt:lpstr>
      <vt:lpstr>Đánh giá</vt:lpstr>
      <vt:lpstr>Đánh giá</vt:lpstr>
      <vt:lpstr>Đánh giá</vt:lpstr>
    </vt:vector>
  </TitlesOfParts>
  <Company>BABYDUCK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Manh Son</dc:creator>
  <cp:lastModifiedBy>Viet Pham Hoang</cp:lastModifiedBy>
  <cp:revision>427</cp:revision>
  <dcterms:created xsi:type="dcterms:W3CDTF">2007-09-05T08:24:33Z</dcterms:created>
  <dcterms:modified xsi:type="dcterms:W3CDTF">2025-11-28T15:41:16Z</dcterms:modified>
</cp:coreProperties>
</file>