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60" r:id="rId1"/>
  </p:sldMasterIdLst>
  <p:notesMasterIdLst>
    <p:notesMasterId r:id="rId41"/>
  </p:notesMasterIdLst>
  <p:handoutMasterIdLst>
    <p:handoutMasterId r:id="rId42"/>
  </p:handoutMasterIdLst>
  <p:sldIdLst>
    <p:sldId id="271" r:id="rId2"/>
    <p:sldId id="324" r:id="rId3"/>
    <p:sldId id="322" r:id="rId4"/>
    <p:sldId id="328" r:id="rId5"/>
    <p:sldId id="329" r:id="rId6"/>
    <p:sldId id="330" r:id="rId7"/>
    <p:sldId id="331" r:id="rId8"/>
    <p:sldId id="332" r:id="rId9"/>
    <p:sldId id="334" r:id="rId10"/>
    <p:sldId id="333" r:id="rId11"/>
    <p:sldId id="335" r:id="rId12"/>
    <p:sldId id="336" r:id="rId13"/>
    <p:sldId id="337" r:id="rId14"/>
    <p:sldId id="339" r:id="rId15"/>
    <p:sldId id="338" r:id="rId16"/>
    <p:sldId id="340" r:id="rId17"/>
    <p:sldId id="341" r:id="rId18"/>
    <p:sldId id="325" r:id="rId19"/>
    <p:sldId id="342" r:id="rId20"/>
    <p:sldId id="343" r:id="rId21"/>
    <p:sldId id="344" r:id="rId22"/>
    <p:sldId id="326" r:id="rId23"/>
    <p:sldId id="345" r:id="rId24"/>
    <p:sldId id="346" r:id="rId25"/>
    <p:sldId id="347" r:id="rId26"/>
    <p:sldId id="348" r:id="rId27"/>
    <p:sldId id="349" r:id="rId28"/>
    <p:sldId id="350" r:id="rId29"/>
    <p:sldId id="352" r:id="rId30"/>
    <p:sldId id="351" r:id="rId31"/>
    <p:sldId id="353" r:id="rId32"/>
    <p:sldId id="327" r:id="rId33"/>
    <p:sldId id="354" r:id="rId34"/>
    <p:sldId id="355" r:id="rId35"/>
    <p:sldId id="356" r:id="rId36"/>
    <p:sldId id="357" r:id="rId37"/>
    <p:sldId id="358" r:id="rId38"/>
    <p:sldId id="359" r:id="rId39"/>
    <p:sldId id="360" r:id="rId40"/>
  </p:sldIdLst>
  <p:sldSz cx="9144000" cy="6858000" type="screen4x3"/>
  <p:notesSz cx="6858000" cy="9144000"/>
  <p:custDataLst>
    <p:tags r:id="rId43"/>
  </p:custDataLst>
  <p:defaultTextStyle>
    <a:defPPr>
      <a:defRPr lang="e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ADFF"/>
    <a:srgbClr val="FFCC66"/>
    <a:srgbClr val="FFCC00"/>
    <a:srgbClr val="FF99FF"/>
    <a:srgbClr val="FF66FF"/>
    <a:srgbClr val="FFCCFF"/>
    <a:srgbClr val="CCCC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8CFB57-1B70-47E6-8083-11137FD9B1BF}" v="143" dt="2025-11-29T15:26:29.1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51" autoAdjust="0"/>
    <p:restoredTop sz="66448" autoAdjust="0"/>
  </p:normalViewPr>
  <p:slideViewPr>
    <p:cSldViewPr>
      <p:cViewPr varScale="1">
        <p:scale>
          <a:sx n="73" d="100"/>
          <a:sy n="73" d="100"/>
        </p:scale>
        <p:origin x="604" y="44"/>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53" d="100"/>
          <a:sy n="53" d="100"/>
        </p:scale>
        <p:origin x="282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et Pham Hoang" userId="daff2273dfcb736e" providerId="LiveId" clId="{7864E128-F8E5-4C3B-B427-8C25E8C185A6}"/>
    <pc:docChg chg="undo redo custSel addSld delSld modSld sldOrd">
      <pc:chgData name="Viet Pham Hoang" userId="daff2273dfcb736e" providerId="LiveId" clId="{7864E128-F8E5-4C3B-B427-8C25E8C185A6}" dt="2025-11-29T15:26:35.161" v="10193" actId="255"/>
      <pc:docMkLst>
        <pc:docMk/>
      </pc:docMkLst>
      <pc:sldChg chg="modSp mod modNotesTx">
        <pc:chgData name="Viet Pham Hoang" userId="daff2273dfcb736e" providerId="LiveId" clId="{7864E128-F8E5-4C3B-B427-8C25E8C185A6}" dt="2025-11-03T14:43:43.828" v="1052" actId="20577"/>
        <pc:sldMkLst>
          <pc:docMk/>
          <pc:sldMk cId="0" sldId="271"/>
        </pc:sldMkLst>
        <pc:spChg chg="mod">
          <ac:chgData name="Viet Pham Hoang" userId="daff2273dfcb736e" providerId="LiveId" clId="{7864E128-F8E5-4C3B-B427-8C25E8C185A6}" dt="2025-11-03T14:43:43.828" v="1052" actId="20577"/>
          <ac:spMkLst>
            <pc:docMk/>
            <pc:sldMk cId="0" sldId="271"/>
            <ac:spMk id="5" creationId="{16EA7369-B7A3-44EE-9408-C24AA67B81B7}"/>
          </ac:spMkLst>
        </pc:spChg>
      </pc:sldChg>
      <pc:sldChg chg="addSp modSp mod modNotes modNotesTx">
        <pc:chgData name="Viet Pham Hoang" userId="daff2273dfcb736e" providerId="LiveId" clId="{7864E128-F8E5-4C3B-B427-8C25E8C185A6}" dt="2025-11-29T13:14:07.587" v="9220" actId="20577"/>
        <pc:sldMkLst>
          <pc:docMk/>
          <pc:sldMk cId="3251836067" sldId="322"/>
        </pc:sldMkLst>
        <pc:spChg chg="add mod">
          <ac:chgData name="Viet Pham Hoang" userId="daff2273dfcb736e" providerId="LiveId" clId="{7864E128-F8E5-4C3B-B427-8C25E8C185A6}" dt="2025-11-29T13:14:07.587" v="9220" actId="20577"/>
          <ac:spMkLst>
            <pc:docMk/>
            <pc:sldMk cId="3251836067" sldId="322"/>
            <ac:spMk id="2" creationId="{DFB54ECB-C1D2-20F8-9969-C16C9810D877}"/>
          </ac:spMkLst>
        </pc:spChg>
        <pc:spChg chg="mod">
          <ac:chgData name="Viet Pham Hoang" userId="daff2273dfcb736e" providerId="LiveId" clId="{7864E128-F8E5-4C3B-B427-8C25E8C185A6}" dt="2025-11-29T13:04:58.430" v="9135"/>
          <ac:spMkLst>
            <pc:docMk/>
            <pc:sldMk cId="3251836067" sldId="322"/>
            <ac:spMk id="31746" creationId="{F51F956D-5318-F9AC-3B24-30A42176D4FF}"/>
          </ac:spMkLst>
        </pc:spChg>
        <pc:spChg chg="mod">
          <ac:chgData name="Viet Pham Hoang" userId="daff2273dfcb736e" providerId="LiveId" clId="{7864E128-F8E5-4C3B-B427-8C25E8C185A6}" dt="2025-11-29T13:05:01.129" v="9136" actId="20577"/>
          <ac:spMkLst>
            <pc:docMk/>
            <pc:sldMk cId="3251836067" sldId="322"/>
            <ac:spMk id="31747" creationId="{C7982FA6-6BA3-F6CC-BD72-99C3A7BE95B9}"/>
          </ac:spMkLst>
        </pc:spChg>
      </pc:sldChg>
      <pc:sldChg chg="delSp modSp mod modNotes modNotesTx">
        <pc:chgData name="Viet Pham Hoang" userId="daff2273dfcb736e" providerId="LiveId" clId="{7864E128-F8E5-4C3B-B427-8C25E8C185A6}" dt="2025-11-29T13:04:45.582" v="9133" actId="20577"/>
        <pc:sldMkLst>
          <pc:docMk/>
          <pc:sldMk cId="2610563880" sldId="324"/>
        </pc:sldMkLst>
        <pc:spChg chg="mod">
          <ac:chgData name="Viet Pham Hoang" userId="daff2273dfcb736e" providerId="LiveId" clId="{7864E128-F8E5-4C3B-B427-8C25E8C185A6}" dt="2025-11-29T13:04:39.787" v="9132" actId="2711"/>
          <ac:spMkLst>
            <pc:docMk/>
            <pc:sldMk cId="2610563880" sldId="324"/>
            <ac:spMk id="5" creationId="{BB1D7740-926A-3DCE-3F06-3714AC5C4E65}"/>
          </ac:spMkLst>
        </pc:spChg>
      </pc:sldChg>
      <pc:sldChg chg="addSp delSp modSp add del mod modNotesTx">
        <pc:chgData name="Viet Pham Hoang" userId="daff2273dfcb736e" providerId="LiveId" clId="{7864E128-F8E5-4C3B-B427-8C25E8C185A6}" dt="2025-11-29T13:00:02.937" v="9126" actId="47"/>
        <pc:sldMkLst>
          <pc:docMk/>
          <pc:sldMk cId="1545660310" sldId="325"/>
        </pc:sldMkLst>
      </pc:sldChg>
      <pc:sldChg chg="addSp modSp add mod">
        <pc:chgData name="Viet Pham Hoang" userId="daff2273dfcb736e" providerId="LiveId" clId="{7864E128-F8E5-4C3B-B427-8C25E8C185A6}" dt="2025-11-29T14:10:05.110" v="9645" actId="12"/>
        <pc:sldMkLst>
          <pc:docMk/>
          <pc:sldMk cId="2617066078" sldId="325"/>
        </pc:sldMkLst>
        <pc:spChg chg="add mod">
          <ac:chgData name="Viet Pham Hoang" userId="daff2273dfcb736e" providerId="LiveId" clId="{7864E128-F8E5-4C3B-B427-8C25E8C185A6}" dt="2025-11-29T14:10:05.110" v="9645" actId="12"/>
          <ac:spMkLst>
            <pc:docMk/>
            <pc:sldMk cId="2617066078" sldId="325"/>
            <ac:spMk id="2" creationId="{01542B79-F4CA-D1C8-9BD8-E287ADFB4A7C}"/>
          </ac:spMkLst>
        </pc:spChg>
        <pc:spChg chg="mod">
          <ac:chgData name="Viet Pham Hoang" userId="daff2273dfcb736e" providerId="LiveId" clId="{7864E128-F8E5-4C3B-B427-8C25E8C185A6}" dt="2025-11-29T13:05:12.646" v="9138"/>
          <ac:spMkLst>
            <pc:docMk/>
            <pc:sldMk cId="2617066078" sldId="325"/>
            <ac:spMk id="31746" creationId="{DD1E64A9-EB1C-1B67-4F1A-671A3710BEAC}"/>
          </ac:spMkLst>
        </pc:spChg>
      </pc:sldChg>
      <pc:sldChg chg="delSp modSp add del mod ord">
        <pc:chgData name="Viet Pham Hoang" userId="daff2273dfcb736e" providerId="LiveId" clId="{7864E128-F8E5-4C3B-B427-8C25E8C185A6}" dt="2025-11-29T13:00:02.937" v="9126" actId="47"/>
        <pc:sldMkLst>
          <pc:docMk/>
          <pc:sldMk cId="990896935" sldId="326"/>
        </pc:sldMkLst>
      </pc:sldChg>
      <pc:sldChg chg="addSp modSp add mod">
        <pc:chgData name="Viet Pham Hoang" userId="daff2273dfcb736e" providerId="LiveId" clId="{7864E128-F8E5-4C3B-B427-8C25E8C185A6}" dt="2025-11-29T14:28:33.656" v="9730" actId="255"/>
        <pc:sldMkLst>
          <pc:docMk/>
          <pc:sldMk cId="1028759003" sldId="326"/>
        </pc:sldMkLst>
        <pc:spChg chg="add mod">
          <ac:chgData name="Viet Pham Hoang" userId="daff2273dfcb736e" providerId="LiveId" clId="{7864E128-F8E5-4C3B-B427-8C25E8C185A6}" dt="2025-11-29T14:28:33.656" v="9730" actId="255"/>
          <ac:spMkLst>
            <pc:docMk/>
            <pc:sldMk cId="1028759003" sldId="326"/>
            <ac:spMk id="2" creationId="{DDFAAD6E-E909-1152-A1A5-E4BF03C09148}"/>
          </ac:spMkLst>
        </pc:spChg>
        <pc:spChg chg="mod">
          <ac:chgData name="Viet Pham Hoang" userId="daff2273dfcb736e" providerId="LiveId" clId="{7864E128-F8E5-4C3B-B427-8C25E8C185A6}" dt="2025-11-29T13:05:23.344" v="9140"/>
          <ac:spMkLst>
            <pc:docMk/>
            <pc:sldMk cId="1028759003" sldId="326"/>
            <ac:spMk id="31746" creationId="{3BDB2708-EC83-F905-5AD0-86873BD60664}"/>
          </ac:spMkLst>
        </pc:spChg>
      </pc:sldChg>
      <pc:sldChg chg="addSp modSp add mod">
        <pc:chgData name="Viet Pham Hoang" userId="daff2273dfcb736e" providerId="LiveId" clId="{7864E128-F8E5-4C3B-B427-8C25E8C185A6}" dt="2025-11-29T15:06:53.131" v="9983" actId="5793"/>
        <pc:sldMkLst>
          <pc:docMk/>
          <pc:sldMk cId="898071090" sldId="327"/>
        </pc:sldMkLst>
        <pc:spChg chg="add mod">
          <ac:chgData name="Viet Pham Hoang" userId="daff2273dfcb736e" providerId="LiveId" clId="{7864E128-F8E5-4C3B-B427-8C25E8C185A6}" dt="2025-11-29T15:06:53.131" v="9983" actId="5793"/>
          <ac:spMkLst>
            <pc:docMk/>
            <pc:sldMk cId="898071090" sldId="327"/>
            <ac:spMk id="2" creationId="{37A78C5F-B7D6-4CAC-4098-A8C7003AB924}"/>
          </ac:spMkLst>
        </pc:spChg>
        <pc:spChg chg="mod">
          <ac:chgData name="Viet Pham Hoang" userId="daff2273dfcb736e" providerId="LiveId" clId="{7864E128-F8E5-4C3B-B427-8C25E8C185A6}" dt="2025-11-29T13:05:33.934" v="9142"/>
          <ac:spMkLst>
            <pc:docMk/>
            <pc:sldMk cId="898071090" sldId="327"/>
            <ac:spMk id="31746" creationId="{25DE8A1B-E13B-5C7A-F91B-F42A7C79B351}"/>
          </ac:spMkLst>
        </pc:spChg>
      </pc:sldChg>
      <pc:sldChg chg="modSp add del mod ord">
        <pc:chgData name="Viet Pham Hoang" userId="daff2273dfcb736e" providerId="LiveId" clId="{7864E128-F8E5-4C3B-B427-8C25E8C185A6}" dt="2025-11-29T13:00:02.937" v="9126" actId="47"/>
        <pc:sldMkLst>
          <pc:docMk/>
          <pc:sldMk cId="1599711686" sldId="327"/>
        </pc:sldMkLst>
      </pc:sldChg>
      <pc:sldChg chg="addSp modSp add mod">
        <pc:chgData name="Viet Pham Hoang" userId="daff2273dfcb736e" providerId="LiveId" clId="{7864E128-F8E5-4C3B-B427-8C25E8C185A6}" dt="2025-11-29T13:16:33.326" v="9235" actId="14100"/>
        <pc:sldMkLst>
          <pc:docMk/>
          <pc:sldMk cId="902825261" sldId="328"/>
        </pc:sldMkLst>
        <pc:spChg chg="mod">
          <ac:chgData name="Viet Pham Hoang" userId="daff2273dfcb736e" providerId="LiveId" clId="{7864E128-F8E5-4C3B-B427-8C25E8C185A6}" dt="2025-11-29T13:16:17.570" v="9230" actId="20577"/>
          <ac:spMkLst>
            <pc:docMk/>
            <pc:sldMk cId="902825261" sldId="328"/>
            <ac:spMk id="2" creationId="{5EC85A99-9D98-A870-888A-59C22BB8AED2}"/>
          </ac:spMkLst>
        </pc:spChg>
        <pc:picChg chg="add mod">
          <ac:chgData name="Viet Pham Hoang" userId="daff2273dfcb736e" providerId="LiveId" clId="{7864E128-F8E5-4C3B-B427-8C25E8C185A6}" dt="2025-11-29T13:16:33.326" v="9235" actId="14100"/>
          <ac:picMkLst>
            <pc:docMk/>
            <pc:sldMk cId="902825261" sldId="328"/>
            <ac:picMk id="3" creationId="{BAC9FB0F-6371-28E3-61D2-669894CD4AD5}"/>
          </ac:picMkLst>
        </pc:picChg>
      </pc:sldChg>
      <pc:sldChg chg="modSp add del mod">
        <pc:chgData name="Viet Pham Hoang" userId="daff2273dfcb736e" providerId="LiveId" clId="{7864E128-F8E5-4C3B-B427-8C25E8C185A6}" dt="2025-11-29T13:00:02.937" v="9126" actId="47"/>
        <pc:sldMkLst>
          <pc:docMk/>
          <pc:sldMk cId="2064161027" sldId="328"/>
        </pc:sldMkLst>
      </pc:sldChg>
      <pc:sldChg chg="addSp modSp add del mod ord">
        <pc:chgData name="Viet Pham Hoang" userId="daff2273dfcb736e" providerId="LiveId" clId="{7864E128-F8E5-4C3B-B427-8C25E8C185A6}" dt="2025-11-29T13:00:02.937" v="9126" actId="47"/>
        <pc:sldMkLst>
          <pc:docMk/>
          <pc:sldMk cId="194266679" sldId="329"/>
        </pc:sldMkLst>
      </pc:sldChg>
      <pc:sldChg chg="delSp modSp add mod modNotesTx">
        <pc:chgData name="Viet Pham Hoang" userId="daff2273dfcb736e" providerId="LiveId" clId="{7864E128-F8E5-4C3B-B427-8C25E8C185A6}" dt="2025-11-29T13:19:30.103" v="9259" actId="14"/>
        <pc:sldMkLst>
          <pc:docMk/>
          <pc:sldMk cId="1227043398" sldId="329"/>
        </pc:sldMkLst>
        <pc:spChg chg="mod">
          <ac:chgData name="Viet Pham Hoang" userId="daff2273dfcb736e" providerId="LiveId" clId="{7864E128-F8E5-4C3B-B427-8C25E8C185A6}" dt="2025-11-29T13:19:30.103" v="9259" actId="14"/>
          <ac:spMkLst>
            <pc:docMk/>
            <pc:sldMk cId="1227043398" sldId="329"/>
            <ac:spMk id="2" creationId="{503038D6-1227-0C25-25DE-9F65138D5D54}"/>
          </ac:spMkLst>
        </pc:spChg>
        <pc:picChg chg="del">
          <ac:chgData name="Viet Pham Hoang" userId="daff2273dfcb736e" providerId="LiveId" clId="{7864E128-F8E5-4C3B-B427-8C25E8C185A6}" dt="2025-11-29T13:17:41.912" v="9237" actId="478"/>
          <ac:picMkLst>
            <pc:docMk/>
            <pc:sldMk cId="1227043398" sldId="329"/>
            <ac:picMk id="3" creationId="{DE6D6D49-AA01-3299-B54E-9EE47EDB554C}"/>
          </ac:picMkLst>
        </pc:picChg>
      </pc:sldChg>
      <pc:sldChg chg="modSp add mod">
        <pc:chgData name="Viet Pham Hoang" userId="daff2273dfcb736e" providerId="LiveId" clId="{7864E128-F8E5-4C3B-B427-8C25E8C185A6}" dt="2025-11-29T13:38:05.572" v="9377" actId="255"/>
        <pc:sldMkLst>
          <pc:docMk/>
          <pc:sldMk cId="1129639170" sldId="330"/>
        </pc:sldMkLst>
        <pc:spChg chg="mod">
          <ac:chgData name="Viet Pham Hoang" userId="daff2273dfcb736e" providerId="LiveId" clId="{7864E128-F8E5-4C3B-B427-8C25E8C185A6}" dt="2025-11-29T13:38:05.572" v="9377" actId="255"/>
          <ac:spMkLst>
            <pc:docMk/>
            <pc:sldMk cId="1129639170" sldId="330"/>
            <ac:spMk id="2" creationId="{C74BF5E1-EAD6-663E-BCC3-1E43C6D38130}"/>
          </ac:spMkLst>
        </pc:spChg>
      </pc:sldChg>
      <pc:sldChg chg="modSp add del mod">
        <pc:chgData name="Viet Pham Hoang" userId="daff2273dfcb736e" providerId="LiveId" clId="{7864E128-F8E5-4C3B-B427-8C25E8C185A6}" dt="2025-11-29T13:00:02.937" v="9126" actId="47"/>
        <pc:sldMkLst>
          <pc:docMk/>
          <pc:sldMk cId="3516399052" sldId="330"/>
        </pc:sldMkLst>
      </pc:sldChg>
      <pc:sldChg chg="modSp add del mod modNotesTx">
        <pc:chgData name="Viet Pham Hoang" userId="daff2273dfcb736e" providerId="LiveId" clId="{7864E128-F8E5-4C3B-B427-8C25E8C185A6}" dt="2025-11-29T13:00:02.937" v="9126" actId="47"/>
        <pc:sldMkLst>
          <pc:docMk/>
          <pc:sldMk cId="591861586" sldId="331"/>
        </pc:sldMkLst>
      </pc:sldChg>
      <pc:sldChg chg="addSp modSp add mod modNotesTx">
        <pc:chgData name="Viet Pham Hoang" userId="daff2273dfcb736e" providerId="LiveId" clId="{7864E128-F8E5-4C3B-B427-8C25E8C185A6}" dt="2025-11-29T13:37:55.777" v="9376" actId="255"/>
        <pc:sldMkLst>
          <pc:docMk/>
          <pc:sldMk cId="3732026043" sldId="331"/>
        </pc:sldMkLst>
        <pc:spChg chg="mod">
          <ac:chgData name="Viet Pham Hoang" userId="daff2273dfcb736e" providerId="LiveId" clId="{7864E128-F8E5-4C3B-B427-8C25E8C185A6}" dt="2025-11-29T13:37:55.777" v="9376" actId="255"/>
          <ac:spMkLst>
            <pc:docMk/>
            <pc:sldMk cId="3732026043" sldId="331"/>
            <ac:spMk id="2" creationId="{292F1858-8E53-E825-A87A-310C0DE0EA71}"/>
          </ac:spMkLst>
        </pc:spChg>
        <pc:picChg chg="add mod">
          <ac:chgData name="Viet Pham Hoang" userId="daff2273dfcb736e" providerId="LiveId" clId="{7864E128-F8E5-4C3B-B427-8C25E8C185A6}" dt="2025-11-29T13:26:29.637" v="9327" actId="14100"/>
          <ac:picMkLst>
            <pc:docMk/>
            <pc:sldMk cId="3732026043" sldId="331"/>
            <ac:picMk id="3" creationId="{6947FBA6-B3FF-8B7A-49FC-A920C120A980}"/>
          </ac:picMkLst>
        </pc:picChg>
      </pc:sldChg>
      <pc:sldChg chg="modSp add del mod modNotesTx">
        <pc:chgData name="Viet Pham Hoang" userId="daff2273dfcb736e" providerId="LiveId" clId="{7864E128-F8E5-4C3B-B427-8C25E8C185A6}" dt="2025-11-29T13:00:02.937" v="9126" actId="47"/>
        <pc:sldMkLst>
          <pc:docMk/>
          <pc:sldMk cId="3042493525" sldId="332"/>
        </pc:sldMkLst>
      </pc:sldChg>
      <pc:sldChg chg="modSp add mod">
        <pc:chgData name="Viet Pham Hoang" userId="daff2273dfcb736e" providerId="LiveId" clId="{7864E128-F8E5-4C3B-B427-8C25E8C185A6}" dt="2025-11-29T13:30:32.050" v="9346" actId="255"/>
        <pc:sldMkLst>
          <pc:docMk/>
          <pc:sldMk cId="3242152476" sldId="332"/>
        </pc:sldMkLst>
        <pc:spChg chg="mod">
          <ac:chgData name="Viet Pham Hoang" userId="daff2273dfcb736e" providerId="LiveId" clId="{7864E128-F8E5-4C3B-B427-8C25E8C185A6}" dt="2025-11-29T13:30:32.050" v="9346" actId="255"/>
          <ac:spMkLst>
            <pc:docMk/>
            <pc:sldMk cId="3242152476" sldId="332"/>
            <ac:spMk id="2" creationId="{943D1CC7-8B26-EEEE-C894-892168F46940}"/>
          </ac:spMkLst>
        </pc:spChg>
      </pc:sldChg>
      <pc:sldChg chg="addSp modSp add mod">
        <pc:chgData name="Viet Pham Hoang" userId="daff2273dfcb736e" providerId="LiveId" clId="{7864E128-F8E5-4C3B-B427-8C25E8C185A6}" dt="2025-11-29T13:35:10.381" v="9366" actId="1076"/>
        <pc:sldMkLst>
          <pc:docMk/>
          <pc:sldMk cId="3301653601" sldId="333"/>
        </pc:sldMkLst>
        <pc:spChg chg="mod">
          <ac:chgData name="Viet Pham Hoang" userId="daff2273dfcb736e" providerId="LiveId" clId="{7864E128-F8E5-4C3B-B427-8C25E8C185A6}" dt="2025-11-29T13:33:31.591" v="9352" actId="5793"/>
          <ac:spMkLst>
            <pc:docMk/>
            <pc:sldMk cId="3301653601" sldId="333"/>
            <ac:spMk id="2" creationId="{D36D1C1B-58EF-0287-ED0A-75B593D442B6}"/>
          </ac:spMkLst>
        </pc:spChg>
        <pc:picChg chg="add mod">
          <ac:chgData name="Viet Pham Hoang" userId="daff2273dfcb736e" providerId="LiveId" clId="{7864E128-F8E5-4C3B-B427-8C25E8C185A6}" dt="2025-11-29T13:35:10.381" v="9366" actId="1076"/>
          <ac:picMkLst>
            <pc:docMk/>
            <pc:sldMk cId="3301653601" sldId="333"/>
            <ac:picMk id="3" creationId="{92C51DDE-E8D5-3755-F420-9F26C5CF99DF}"/>
          </ac:picMkLst>
        </pc:picChg>
      </pc:sldChg>
      <pc:sldChg chg="addSp modSp add del mod ord">
        <pc:chgData name="Viet Pham Hoang" userId="daff2273dfcb736e" providerId="LiveId" clId="{7864E128-F8E5-4C3B-B427-8C25E8C185A6}" dt="2025-11-29T13:00:02.937" v="9126" actId="47"/>
        <pc:sldMkLst>
          <pc:docMk/>
          <pc:sldMk cId="1443074317" sldId="334"/>
        </pc:sldMkLst>
      </pc:sldChg>
      <pc:sldChg chg="modSp add mod">
        <pc:chgData name="Viet Pham Hoang" userId="daff2273dfcb736e" providerId="LiveId" clId="{7864E128-F8E5-4C3B-B427-8C25E8C185A6}" dt="2025-11-29T13:37:46.032" v="9375" actId="255"/>
        <pc:sldMkLst>
          <pc:docMk/>
          <pc:sldMk cId="3779047004" sldId="334"/>
        </pc:sldMkLst>
        <pc:spChg chg="mod">
          <ac:chgData name="Viet Pham Hoang" userId="daff2273dfcb736e" providerId="LiveId" clId="{7864E128-F8E5-4C3B-B427-8C25E8C185A6}" dt="2025-11-29T13:37:46.032" v="9375" actId="255"/>
          <ac:spMkLst>
            <pc:docMk/>
            <pc:sldMk cId="3779047004" sldId="334"/>
            <ac:spMk id="2" creationId="{2CA1253B-8E79-3FA7-338D-A6A9D7F16394}"/>
          </ac:spMkLst>
        </pc:spChg>
      </pc:sldChg>
      <pc:sldChg chg="modSp add del mod modNotesTx">
        <pc:chgData name="Viet Pham Hoang" userId="daff2273dfcb736e" providerId="LiveId" clId="{7864E128-F8E5-4C3B-B427-8C25E8C185A6}" dt="2025-11-29T13:00:02.937" v="9126" actId="47"/>
        <pc:sldMkLst>
          <pc:docMk/>
          <pc:sldMk cId="17802413" sldId="335"/>
        </pc:sldMkLst>
      </pc:sldChg>
      <pc:sldChg chg="add del">
        <pc:chgData name="Viet Pham Hoang" userId="daff2273dfcb736e" providerId="LiveId" clId="{7864E128-F8E5-4C3B-B427-8C25E8C185A6}" dt="2025-11-29T13:36:24.945" v="9368" actId="47"/>
        <pc:sldMkLst>
          <pc:docMk/>
          <pc:sldMk cId="786632124" sldId="335"/>
        </pc:sldMkLst>
      </pc:sldChg>
      <pc:sldChg chg="delSp modSp add mod modNotesTx">
        <pc:chgData name="Viet Pham Hoang" userId="daff2273dfcb736e" providerId="LiveId" clId="{7864E128-F8E5-4C3B-B427-8C25E8C185A6}" dt="2025-11-29T13:43:35.946" v="9425" actId="113"/>
        <pc:sldMkLst>
          <pc:docMk/>
          <pc:sldMk cId="2787787122" sldId="335"/>
        </pc:sldMkLst>
        <pc:spChg chg="mod">
          <ac:chgData name="Viet Pham Hoang" userId="daff2273dfcb736e" providerId="LiveId" clId="{7864E128-F8E5-4C3B-B427-8C25E8C185A6}" dt="2025-11-29T13:43:35.946" v="9425" actId="113"/>
          <ac:spMkLst>
            <pc:docMk/>
            <pc:sldMk cId="2787787122" sldId="335"/>
            <ac:spMk id="2" creationId="{B414F504-9C00-4F56-AC47-C150D442E4D1}"/>
          </ac:spMkLst>
        </pc:spChg>
        <pc:picChg chg="del">
          <ac:chgData name="Viet Pham Hoang" userId="daff2273dfcb736e" providerId="LiveId" clId="{7864E128-F8E5-4C3B-B427-8C25E8C185A6}" dt="2025-11-29T13:36:30.754" v="9370" actId="478"/>
          <ac:picMkLst>
            <pc:docMk/>
            <pc:sldMk cId="2787787122" sldId="335"/>
            <ac:picMk id="3" creationId="{8EB92F8C-113F-03EE-A706-7EADFF34ABC5}"/>
          </ac:picMkLst>
        </pc:picChg>
      </pc:sldChg>
      <pc:sldChg chg="modSp add mod">
        <pc:chgData name="Viet Pham Hoang" userId="daff2273dfcb736e" providerId="LiveId" clId="{7864E128-F8E5-4C3B-B427-8C25E8C185A6}" dt="2025-11-29T13:41:50.479" v="9406" actId="255"/>
        <pc:sldMkLst>
          <pc:docMk/>
          <pc:sldMk cId="729326566" sldId="336"/>
        </pc:sldMkLst>
        <pc:spChg chg="mod">
          <ac:chgData name="Viet Pham Hoang" userId="daff2273dfcb736e" providerId="LiveId" clId="{7864E128-F8E5-4C3B-B427-8C25E8C185A6}" dt="2025-11-29T13:41:50.479" v="9406" actId="255"/>
          <ac:spMkLst>
            <pc:docMk/>
            <pc:sldMk cId="729326566" sldId="336"/>
            <ac:spMk id="2" creationId="{B7D0797C-59DF-DA69-6AD8-85CC5466F750}"/>
          </ac:spMkLst>
        </pc:spChg>
      </pc:sldChg>
      <pc:sldChg chg="modSp add mod">
        <pc:chgData name="Viet Pham Hoang" userId="daff2273dfcb736e" providerId="LiveId" clId="{7864E128-F8E5-4C3B-B427-8C25E8C185A6}" dt="2025-11-29T13:56:05.648" v="9451" actId="5793"/>
        <pc:sldMkLst>
          <pc:docMk/>
          <pc:sldMk cId="1653636569" sldId="337"/>
        </pc:sldMkLst>
        <pc:spChg chg="mod">
          <ac:chgData name="Viet Pham Hoang" userId="daff2273dfcb736e" providerId="LiveId" clId="{7864E128-F8E5-4C3B-B427-8C25E8C185A6}" dt="2025-11-29T13:56:05.648" v="9451" actId="5793"/>
          <ac:spMkLst>
            <pc:docMk/>
            <pc:sldMk cId="1653636569" sldId="337"/>
            <ac:spMk id="2" creationId="{55A969D2-EAB0-BD89-19A8-45707529ED42}"/>
          </ac:spMkLst>
        </pc:spChg>
      </pc:sldChg>
      <pc:sldChg chg="modSp add del mod ord modNotesTx">
        <pc:chgData name="Viet Pham Hoang" userId="daff2273dfcb736e" providerId="LiveId" clId="{7864E128-F8E5-4C3B-B427-8C25E8C185A6}" dt="2025-11-29T13:00:02.937" v="9126" actId="47"/>
        <pc:sldMkLst>
          <pc:docMk/>
          <pc:sldMk cId="1688685438" sldId="337"/>
        </pc:sldMkLst>
      </pc:sldChg>
      <pc:sldChg chg="modSp add del mod">
        <pc:chgData name="Viet Pham Hoang" userId="daff2273dfcb736e" providerId="LiveId" clId="{7864E128-F8E5-4C3B-B427-8C25E8C185A6}" dt="2025-11-29T13:00:02.937" v="9126" actId="47"/>
        <pc:sldMkLst>
          <pc:docMk/>
          <pc:sldMk cId="2541845907" sldId="338"/>
        </pc:sldMkLst>
      </pc:sldChg>
      <pc:sldChg chg="addSp modSp add mod">
        <pc:chgData name="Viet Pham Hoang" userId="daff2273dfcb736e" providerId="LiveId" clId="{7864E128-F8E5-4C3B-B427-8C25E8C185A6}" dt="2025-11-29T14:00:22.271" v="9544" actId="1038"/>
        <pc:sldMkLst>
          <pc:docMk/>
          <pc:sldMk cId="3298366323" sldId="338"/>
        </pc:sldMkLst>
        <pc:spChg chg="mod">
          <ac:chgData name="Viet Pham Hoang" userId="daff2273dfcb736e" providerId="LiveId" clId="{7864E128-F8E5-4C3B-B427-8C25E8C185A6}" dt="2025-11-29T13:58:42.235" v="9534" actId="20577"/>
          <ac:spMkLst>
            <pc:docMk/>
            <pc:sldMk cId="3298366323" sldId="338"/>
            <ac:spMk id="2" creationId="{E5E13AE4-B1AA-B496-DCF7-33ECBDDA270C}"/>
          </ac:spMkLst>
        </pc:spChg>
        <pc:picChg chg="add mod">
          <ac:chgData name="Viet Pham Hoang" userId="daff2273dfcb736e" providerId="LiveId" clId="{7864E128-F8E5-4C3B-B427-8C25E8C185A6}" dt="2025-11-29T13:59:33.869" v="9537" actId="1076"/>
          <ac:picMkLst>
            <pc:docMk/>
            <pc:sldMk cId="3298366323" sldId="338"/>
            <ac:picMk id="4" creationId="{BE609BB7-EADE-B659-47DE-E58EBFFA0507}"/>
          </ac:picMkLst>
        </pc:picChg>
        <pc:picChg chg="add mod">
          <ac:chgData name="Viet Pham Hoang" userId="daff2273dfcb736e" providerId="LiveId" clId="{7864E128-F8E5-4C3B-B427-8C25E8C185A6}" dt="2025-11-29T13:59:54.429" v="9540" actId="1076"/>
          <ac:picMkLst>
            <pc:docMk/>
            <pc:sldMk cId="3298366323" sldId="338"/>
            <ac:picMk id="6" creationId="{88C5CC03-9709-029D-5749-6C9CD589A292}"/>
          </ac:picMkLst>
        </pc:picChg>
        <pc:picChg chg="add mod">
          <ac:chgData name="Viet Pham Hoang" userId="daff2273dfcb736e" providerId="LiveId" clId="{7864E128-F8E5-4C3B-B427-8C25E8C185A6}" dt="2025-11-29T14:00:22.271" v="9544" actId="1038"/>
          <ac:picMkLst>
            <pc:docMk/>
            <pc:sldMk cId="3298366323" sldId="338"/>
            <ac:picMk id="8" creationId="{EC6C23D3-D68A-9154-2BD3-5B08C473B01B}"/>
          </ac:picMkLst>
        </pc:picChg>
      </pc:sldChg>
      <pc:sldChg chg="modSp add del mod modNotesTx">
        <pc:chgData name="Viet Pham Hoang" userId="daff2273dfcb736e" providerId="LiveId" clId="{7864E128-F8E5-4C3B-B427-8C25E8C185A6}" dt="2025-11-29T13:00:02.937" v="9126" actId="47"/>
        <pc:sldMkLst>
          <pc:docMk/>
          <pc:sldMk cId="2084232891" sldId="339"/>
        </pc:sldMkLst>
      </pc:sldChg>
      <pc:sldChg chg="modSp add mod ord">
        <pc:chgData name="Viet Pham Hoang" userId="daff2273dfcb736e" providerId="LiveId" clId="{7864E128-F8E5-4C3B-B427-8C25E8C185A6}" dt="2025-11-29T13:58:31.355" v="9530"/>
        <pc:sldMkLst>
          <pc:docMk/>
          <pc:sldMk cId="2330074516" sldId="339"/>
        </pc:sldMkLst>
        <pc:spChg chg="mod">
          <ac:chgData name="Viet Pham Hoang" userId="daff2273dfcb736e" providerId="LiveId" clId="{7864E128-F8E5-4C3B-B427-8C25E8C185A6}" dt="2025-11-29T13:58:26.969" v="9528" actId="113"/>
          <ac:spMkLst>
            <pc:docMk/>
            <pc:sldMk cId="2330074516" sldId="339"/>
            <ac:spMk id="2" creationId="{86A9E0DD-2246-6632-FBF7-3AD3EDF4206A}"/>
          </ac:spMkLst>
        </pc:spChg>
      </pc:sldChg>
      <pc:sldChg chg="delSp modSp add mod">
        <pc:chgData name="Viet Pham Hoang" userId="daff2273dfcb736e" providerId="LiveId" clId="{7864E128-F8E5-4C3B-B427-8C25E8C185A6}" dt="2025-11-29T14:04:10.585" v="9606" actId="12"/>
        <pc:sldMkLst>
          <pc:docMk/>
          <pc:sldMk cId="2742247165" sldId="340"/>
        </pc:sldMkLst>
        <pc:spChg chg="mod">
          <ac:chgData name="Viet Pham Hoang" userId="daff2273dfcb736e" providerId="LiveId" clId="{7864E128-F8E5-4C3B-B427-8C25E8C185A6}" dt="2025-11-29T14:04:10.585" v="9606" actId="12"/>
          <ac:spMkLst>
            <pc:docMk/>
            <pc:sldMk cId="2742247165" sldId="340"/>
            <ac:spMk id="2" creationId="{93CED377-E8BB-7729-4277-D81031822664}"/>
          </ac:spMkLst>
        </pc:spChg>
        <pc:picChg chg="del">
          <ac:chgData name="Viet Pham Hoang" userId="daff2273dfcb736e" providerId="LiveId" clId="{7864E128-F8E5-4C3B-B427-8C25E8C185A6}" dt="2025-11-29T14:01:27.357" v="9576" actId="478"/>
          <ac:picMkLst>
            <pc:docMk/>
            <pc:sldMk cId="2742247165" sldId="340"/>
            <ac:picMk id="4" creationId="{6A292A6E-4041-8192-2EE9-A71FD286F5AE}"/>
          </ac:picMkLst>
        </pc:picChg>
        <pc:picChg chg="del">
          <ac:chgData name="Viet Pham Hoang" userId="daff2273dfcb736e" providerId="LiveId" clId="{7864E128-F8E5-4C3B-B427-8C25E8C185A6}" dt="2025-11-29T14:01:28.575" v="9578" actId="478"/>
          <ac:picMkLst>
            <pc:docMk/>
            <pc:sldMk cId="2742247165" sldId="340"/>
            <ac:picMk id="6" creationId="{438A1B32-36DD-63EA-65C9-A212EF76B0EB}"/>
          </ac:picMkLst>
        </pc:picChg>
        <pc:picChg chg="del">
          <ac:chgData name="Viet Pham Hoang" userId="daff2273dfcb736e" providerId="LiveId" clId="{7864E128-F8E5-4C3B-B427-8C25E8C185A6}" dt="2025-11-29T14:01:27.973" v="9577" actId="478"/>
          <ac:picMkLst>
            <pc:docMk/>
            <pc:sldMk cId="2742247165" sldId="340"/>
            <ac:picMk id="8" creationId="{58C9015A-3B30-5D4B-47BC-99BF33F55D90}"/>
          </ac:picMkLst>
        </pc:picChg>
      </pc:sldChg>
      <pc:sldChg chg="modSp add del mod">
        <pc:chgData name="Viet Pham Hoang" userId="daff2273dfcb736e" providerId="LiveId" clId="{7864E128-F8E5-4C3B-B427-8C25E8C185A6}" dt="2025-11-29T13:00:02.937" v="9126" actId="47"/>
        <pc:sldMkLst>
          <pc:docMk/>
          <pc:sldMk cId="4049721665" sldId="340"/>
        </pc:sldMkLst>
      </pc:sldChg>
      <pc:sldChg chg="modSp add del mod">
        <pc:chgData name="Viet Pham Hoang" userId="daff2273dfcb736e" providerId="LiveId" clId="{7864E128-F8E5-4C3B-B427-8C25E8C185A6}" dt="2025-11-29T13:00:02.937" v="9126" actId="47"/>
        <pc:sldMkLst>
          <pc:docMk/>
          <pc:sldMk cId="488795110" sldId="341"/>
        </pc:sldMkLst>
      </pc:sldChg>
      <pc:sldChg chg="modSp add mod">
        <pc:chgData name="Viet Pham Hoang" userId="daff2273dfcb736e" providerId="LiveId" clId="{7864E128-F8E5-4C3B-B427-8C25E8C185A6}" dt="2025-11-29T14:06:56.864" v="9631" actId="6549"/>
        <pc:sldMkLst>
          <pc:docMk/>
          <pc:sldMk cId="953777842" sldId="341"/>
        </pc:sldMkLst>
        <pc:spChg chg="mod">
          <ac:chgData name="Viet Pham Hoang" userId="daff2273dfcb736e" providerId="LiveId" clId="{7864E128-F8E5-4C3B-B427-8C25E8C185A6}" dt="2025-11-29T14:06:56.864" v="9631" actId="6549"/>
          <ac:spMkLst>
            <pc:docMk/>
            <pc:sldMk cId="953777842" sldId="341"/>
            <ac:spMk id="2" creationId="{323C5DEE-958B-9F14-A386-5A637306D5CA}"/>
          </ac:spMkLst>
        </pc:spChg>
      </pc:sldChg>
      <pc:sldChg chg="modSp add mod">
        <pc:chgData name="Viet Pham Hoang" userId="daff2273dfcb736e" providerId="LiveId" clId="{7864E128-F8E5-4C3B-B427-8C25E8C185A6}" dt="2025-11-29T14:18:45.272" v="9692" actId="12"/>
        <pc:sldMkLst>
          <pc:docMk/>
          <pc:sldMk cId="710633165" sldId="342"/>
        </pc:sldMkLst>
        <pc:spChg chg="mod">
          <ac:chgData name="Viet Pham Hoang" userId="daff2273dfcb736e" providerId="LiveId" clId="{7864E128-F8E5-4C3B-B427-8C25E8C185A6}" dt="2025-11-29T14:18:45.272" v="9692" actId="12"/>
          <ac:spMkLst>
            <pc:docMk/>
            <pc:sldMk cId="710633165" sldId="342"/>
            <ac:spMk id="2" creationId="{F26C00BD-B308-027E-C008-5E07CA27349B}"/>
          </ac:spMkLst>
        </pc:spChg>
      </pc:sldChg>
      <pc:sldChg chg="modSp add del mod ord">
        <pc:chgData name="Viet Pham Hoang" userId="daff2273dfcb736e" providerId="LiveId" clId="{7864E128-F8E5-4C3B-B427-8C25E8C185A6}" dt="2025-11-29T13:00:02.937" v="9126" actId="47"/>
        <pc:sldMkLst>
          <pc:docMk/>
          <pc:sldMk cId="2618953026" sldId="342"/>
        </pc:sldMkLst>
      </pc:sldChg>
      <pc:sldChg chg="modSp add mod">
        <pc:chgData name="Viet Pham Hoang" userId="daff2273dfcb736e" providerId="LiveId" clId="{7864E128-F8E5-4C3B-B427-8C25E8C185A6}" dt="2025-11-29T14:20:38.970" v="9703" actId="12"/>
        <pc:sldMkLst>
          <pc:docMk/>
          <pc:sldMk cId="2456710497" sldId="343"/>
        </pc:sldMkLst>
        <pc:spChg chg="mod">
          <ac:chgData name="Viet Pham Hoang" userId="daff2273dfcb736e" providerId="LiveId" clId="{7864E128-F8E5-4C3B-B427-8C25E8C185A6}" dt="2025-11-29T14:20:38.970" v="9703" actId="12"/>
          <ac:spMkLst>
            <pc:docMk/>
            <pc:sldMk cId="2456710497" sldId="343"/>
            <ac:spMk id="2" creationId="{5DFB54CD-D7E4-F46B-6E82-9F3E3EE419A8}"/>
          </ac:spMkLst>
        </pc:spChg>
      </pc:sldChg>
      <pc:sldChg chg="addSp modSp add mod">
        <pc:chgData name="Viet Pham Hoang" userId="daff2273dfcb736e" providerId="LiveId" clId="{7864E128-F8E5-4C3B-B427-8C25E8C185A6}" dt="2025-11-29T14:21:44.500" v="9716" actId="14100"/>
        <pc:sldMkLst>
          <pc:docMk/>
          <pc:sldMk cId="1475580542" sldId="344"/>
        </pc:sldMkLst>
        <pc:spChg chg="mod">
          <ac:chgData name="Viet Pham Hoang" userId="daff2273dfcb736e" providerId="LiveId" clId="{7864E128-F8E5-4C3B-B427-8C25E8C185A6}" dt="2025-11-29T14:21:16.824" v="9709" actId="20577"/>
          <ac:spMkLst>
            <pc:docMk/>
            <pc:sldMk cId="1475580542" sldId="344"/>
            <ac:spMk id="2" creationId="{A99F5073-106A-CB56-1D61-2824A02CA3D5}"/>
          </ac:spMkLst>
        </pc:spChg>
        <pc:picChg chg="add mod">
          <ac:chgData name="Viet Pham Hoang" userId="daff2273dfcb736e" providerId="LiveId" clId="{7864E128-F8E5-4C3B-B427-8C25E8C185A6}" dt="2025-11-29T14:21:44.500" v="9716" actId="14100"/>
          <ac:picMkLst>
            <pc:docMk/>
            <pc:sldMk cId="1475580542" sldId="344"/>
            <ac:picMk id="3" creationId="{35AA94F3-3692-2CC3-8705-3184499D1D2F}"/>
          </ac:picMkLst>
        </pc:picChg>
      </pc:sldChg>
      <pc:sldChg chg="modSp add del mod modNotesTx">
        <pc:chgData name="Viet Pham Hoang" userId="daff2273dfcb736e" providerId="LiveId" clId="{7864E128-F8E5-4C3B-B427-8C25E8C185A6}" dt="2025-11-29T13:00:02.937" v="9126" actId="47"/>
        <pc:sldMkLst>
          <pc:docMk/>
          <pc:sldMk cId="541842084" sldId="345"/>
        </pc:sldMkLst>
      </pc:sldChg>
      <pc:sldChg chg="modSp add mod">
        <pc:chgData name="Viet Pham Hoang" userId="daff2273dfcb736e" providerId="LiveId" clId="{7864E128-F8E5-4C3B-B427-8C25E8C185A6}" dt="2025-11-29T14:30:07.386" v="9748" actId="20577"/>
        <pc:sldMkLst>
          <pc:docMk/>
          <pc:sldMk cId="2254873647" sldId="345"/>
        </pc:sldMkLst>
        <pc:spChg chg="mod">
          <ac:chgData name="Viet Pham Hoang" userId="daff2273dfcb736e" providerId="LiveId" clId="{7864E128-F8E5-4C3B-B427-8C25E8C185A6}" dt="2025-11-29T14:30:07.386" v="9748" actId="20577"/>
          <ac:spMkLst>
            <pc:docMk/>
            <pc:sldMk cId="2254873647" sldId="345"/>
            <ac:spMk id="2" creationId="{0D5F0751-447A-B152-6513-8FBDFF7963FF}"/>
          </ac:spMkLst>
        </pc:spChg>
      </pc:sldChg>
      <pc:sldChg chg="addSp modSp add mod">
        <pc:chgData name="Viet Pham Hoang" userId="daff2273dfcb736e" providerId="LiveId" clId="{7864E128-F8E5-4C3B-B427-8C25E8C185A6}" dt="2025-11-29T14:31:30.692" v="9757" actId="1076"/>
        <pc:sldMkLst>
          <pc:docMk/>
          <pc:sldMk cId="2586054354" sldId="346"/>
        </pc:sldMkLst>
        <pc:spChg chg="mod">
          <ac:chgData name="Viet Pham Hoang" userId="daff2273dfcb736e" providerId="LiveId" clId="{7864E128-F8E5-4C3B-B427-8C25E8C185A6}" dt="2025-11-29T14:31:00.129" v="9752" actId="20577"/>
          <ac:spMkLst>
            <pc:docMk/>
            <pc:sldMk cId="2586054354" sldId="346"/>
            <ac:spMk id="2" creationId="{C2BE76FB-3952-943A-41DE-CBF93E155F00}"/>
          </ac:spMkLst>
        </pc:spChg>
        <pc:picChg chg="add mod">
          <ac:chgData name="Viet Pham Hoang" userId="daff2273dfcb736e" providerId="LiveId" clId="{7864E128-F8E5-4C3B-B427-8C25E8C185A6}" dt="2025-11-29T14:31:30.692" v="9757" actId="1076"/>
          <ac:picMkLst>
            <pc:docMk/>
            <pc:sldMk cId="2586054354" sldId="346"/>
            <ac:picMk id="3" creationId="{DC10F29C-3BBE-02DA-05C2-8CACC5FDFDFD}"/>
          </ac:picMkLst>
        </pc:picChg>
      </pc:sldChg>
      <pc:sldChg chg="modSp add del mod modNotesTx">
        <pc:chgData name="Viet Pham Hoang" userId="daff2273dfcb736e" providerId="LiveId" clId="{7864E128-F8E5-4C3B-B427-8C25E8C185A6}" dt="2025-11-29T13:00:02.937" v="9126" actId="47"/>
        <pc:sldMkLst>
          <pc:docMk/>
          <pc:sldMk cId="3949223105" sldId="346"/>
        </pc:sldMkLst>
      </pc:sldChg>
      <pc:sldChg chg="modSp add del mod">
        <pc:chgData name="Viet Pham Hoang" userId="daff2273dfcb736e" providerId="LiveId" clId="{7864E128-F8E5-4C3B-B427-8C25E8C185A6}" dt="2025-11-29T13:00:02.937" v="9126" actId="47"/>
        <pc:sldMkLst>
          <pc:docMk/>
          <pc:sldMk cId="1747059188" sldId="347"/>
        </pc:sldMkLst>
      </pc:sldChg>
      <pc:sldChg chg="delSp modSp add mod">
        <pc:chgData name="Viet Pham Hoang" userId="daff2273dfcb736e" providerId="LiveId" clId="{7864E128-F8E5-4C3B-B427-8C25E8C185A6}" dt="2025-11-29T14:32:19.577" v="9762" actId="255"/>
        <pc:sldMkLst>
          <pc:docMk/>
          <pc:sldMk cId="2986210395" sldId="347"/>
        </pc:sldMkLst>
        <pc:spChg chg="mod">
          <ac:chgData name="Viet Pham Hoang" userId="daff2273dfcb736e" providerId="LiveId" clId="{7864E128-F8E5-4C3B-B427-8C25E8C185A6}" dt="2025-11-29T14:32:19.577" v="9762" actId="255"/>
          <ac:spMkLst>
            <pc:docMk/>
            <pc:sldMk cId="2986210395" sldId="347"/>
            <ac:spMk id="2" creationId="{E70EE325-EB7B-2E7D-383B-DA2F4E6CE731}"/>
          </ac:spMkLst>
        </pc:spChg>
        <pc:picChg chg="del">
          <ac:chgData name="Viet Pham Hoang" userId="daff2273dfcb736e" providerId="LiveId" clId="{7864E128-F8E5-4C3B-B427-8C25E8C185A6}" dt="2025-11-29T14:31:38.743" v="9759" actId="478"/>
          <ac:picMkLst>
            <pc:docMk/>
            <pc:sldMk cId="2986210395" sldId="347"/>
            <ac:picMk id="3" creationId="{AF5108FD-FD49-7BFC-08E6-01CE973CDE2B}"/>
          </ac:picMkLst>
        </pc:picChg>
      </pc:sldChg>
      <pc:sldChg chg="modSp add mod">
        <pc:chgData name="Viet Pham Hoang" userId="daff2273dfcb736e" providerId="LiveId" clId="{7864E128-F8E5-4C3B-B427-8C25E8C185A6}" dt="2025-11-29T14:36:02.354" v="9777" actId="12"/>
        <pc:sldMkLst>
          <pc:docMk/>
          <pc:sldMk cId="625668069" sldId="348"/>
        </pc:sldMkLst>
        <pc:spChg chg="mod">
          <ac:chgData name="Viet Pham Hoang" userId="daff2273dfcb736e" providerId="LiveId" clId="{7864E128-F8E5-4C3B-B427-8C25E8C185A6}" dt="2025-11-29T14:36:02.354" v="9777" actId="12"/>
          <ac:spMkLst>
            <pc:docMk/>
            <pc:sldMk cId="625668069" sldId="348"/>
            <ac:spMk id="2" creationId="{39FA8930-4726-BA58-2ECB-5DF1E9B131A1}"/>
          </ac:spMkLst>
        </pc:spChg>
      </pc:sldChg>
      <pc:sldChg chg="modSp add del mod ord">
        <pc:chgData name="Viet Pham Hoang" userId="daff2273dfcb736e" providerId="LiveId" clId="{7864E128-F8E5-4C3B-B427-8C25E8C185A6}" dt="2025-11-29T13:00:02.937" v="9126" actId="47"/>
        <pc:sldMkLst>
          <pc:docMk/>
          <pc:sldMk cId="2523905265" sldId="348"/>
        </pc:sldMkLst>
      </pc:sldChg>
      <pc:sldChg chg="modSp add del mod">
        <pc:chgData name="Viet Pham Hoang" userId="daff2273dfcb736e" providerId="LiveId" clId="{7864E128-F8E5-4C3B-B427-8C25E8C185A6}" dt="2025-11-29T13:00:02.937" v="9126" actId="47"/>
        <pc:sldMkLst>
          <pc:docMk/>
          <pc:sldMk cId="2251238548" sldId="349"/>
        </pc:sldMkLst>
      </pc:sldChg>
      <pc:sldChg chg="modSp add mod">
        <pc:chgData name="Viet Pham Hoang" userId="daff2273dfcb736e" providerId="LiveId" clId="{7864E128-F8E5-4C3B-B427-8C25E8C185A6}" dt="2025-11-29T14:39:37.839" v="9836" actId="12"/>
        <pc:sldMkLst>
          <pc:docMk/>
          <pc:sldMk cId="2697255078" sldId="349"/>
        </pc:sldMkLst>
        <pc:spChg chg="mod">
          <ac:chgData name="Viet Pham Hoang" userId="daff2273dfcb736e" providerId="LiveId" clId="{7864E128-F8E5-4C3B-B427-8C25E8C185A6}" dt="2025-11-29T14:39:37.839" v="9836" actId="12"/>
          <ac:spMkLst>
            <pc:docMk/>
            <pc:sldMk cId="2697255078" sldId="349"/>
            <ac:spMk id="2" creationId="{B46963AE-298F-E98D-AAF4-8EB426F5B961}"/>
          </ac:spMkLst>
        </pc:spChg>
      </pc:sldChg>
      <pc:sldChg chg="modSp add del mod">
        <pc:chgData name="Viet Pham Hoang" userId="daff2273dfcb736e" providerId="LiveId" clId="{7864E128-F8E5-4C3B-B427-8C25E8C185A6}" dt="2025-11-29T13:00:02.937" v="9126" actId="47"/>
        <pc:sldMkLst>
          <pc:docMk/>
          <pc:sldMk cId="3051324375" sldId="350"/>
        </pc:sldMkLst>
      </pc:sldChg>
      <pc:sldChg chg="modSp add mod">
        <pc:chgData name="Viet Pham Hoang" userId="daff2273dfcb736e" providerId="LiveId" clId="{7864E128-F8E5-4C3B-B427-8C25E8C185A6}" dt="2025-11-29T14:44:34.623" v="9909"/>
        <pc:sldMkLst>
          <pc:docMk/>
          <pc:sldMk cId="3405072389" sldId="350"/>
        </pc:sldMkLst>
        <pc:spChg chg="mod">
          <ac:chgData name="Viet Pham Hoang" userId="daff2273dfcb736e" providerId="LiveId" clId="{7864E128-F8E5-4C3B-B427-8C25E8C185A6}" dt="2025-11-29T14:44:34.623" v="9909"/>
          <ac:spMkLst>
            <pc:docMk/>
            <pc:sldMk cId="3405072389" sldId="350"/>
            <ac:spMk id="2" creationId="{0581D591-1033-6B96-B79E-546A2A864643}"/>
          </ac:spMkLst>
        </pc:spChg>
      </pc:sldChg>
      <pc:sldChg chg="modSp add del mod">
        <pc:chgData name="Viet Pham Hoang" userId="daff2273dfcb736e" providerId="LiveId" clId="{7864E128-F8E5-4C3B-B427-8C25E8C185A6}" dt="2025-11-29T13:00:02.937" v="9126" actId="47"/>
        <pc:sldMkLst>
          <pc:docMk/>
          <pc:sldMk cId="2621469048" sldId="351"/>
        </pc:sldMkLst>
      </pc:sldChg>
      <pc:sldChg chg="modSp add mod">
        <pc:chgData name="Viet Pham Hoang" userId="daff2273dfcb736e" providerId="LiveId" clId="{7864E128-F8E5-4C3B-B427-8C25E8C185A6}" dt="2025-11-29T14:46:52.657" v="9948" actId="255"/>
        <pc:sldMkLst>
          <pc:docMk/>
          <pc:sldMk cId="4153164643" sldId="351"/>
        </pc:sldMkLst>
        <pc:spChg chg="mod">
          <ac:chgData name="Viet Pham Hoang" userId="daff2273dfcb736e" providerId="LiveId" clId="{7864E128-F8E5-4C3B-B427-8C25E8C185A6}" dt="2025-11-29T14:46:52.657" v="9948" actId="255"/>
          <ac:spMkLst>
            <pc:docMk/>
            <pc:sldMk cId="4153164643" sldId="351"/>
            <ac:spMk id="2" creationId="{01D9F898-BD5F-B643-013B-D045A848A1CD}"/>
          </ac:spMkLst>
        </pc:spChg>
      </pc:sldChg>
      <pc:sldChg chg="modSp add mod">
        <pc:chgData name="Viet Pham Hoang" userId="daff2273dfcb736e" providerId="LiveId" clId="{7864E128-F8E5-4C3B-B427-8C25E8C185A6}" dt="2025-11-29T14:44:28.575" v="9907" actId="21"/>
        <pc:sldMkLst>
          <pc:docMk/>
          <pc:sldMk cId="1099683738" sldId="352"/>
        </pc:sldMkLst>
        <pc:spChg chg="mod">
          <ac:chgData name="Viet Pham Hoang" userId="daff2273dfcb736e" providerId="LiveId" clId="{7864E128-F8E5-4C3B-B427-8C25E8C185A6}" dt="2025-11-29T14:44:28.575" v="9907" actId="21"/>
          <ac:spMkLst>
            <pc:docMk/>
            <pc:sldMk cId="1099683738" sldId="352"/>
            <ac:spMk id="2" creationId="{D84990F9-8C75-0D5B-AC6A-46C40A6353DC}"/>
          </ac:spMkLst>
        </pc:spChg>
      </pc:sldChg>
      <pc:sldChg chg="modSp add del mod modNotesTx">
        <pc:chgData name="Viet Pham Hoang" userId="daff2273dfcb736e" providerId="LiveId" clId="{7864E128-F8E5-4C3B-B427-8C25E8C185A6}" dt="2025-11-29T13:00:02.937" v="9126" actId="47"/>
        <pc:sldMkLst>
          <pc:docMk/>
          <pc:sldMk cId="1406453422" sldId="352"/>
        </pc:sldMkLst>
      </pc:sldChg>
      <pc:sldChg chg="modSp add mod">
        <pc:chgData name="Viet Pham Hoang" userId="daff2273dfcb736e" providerId="LiveId" clId="{7864E128-F8E5-4C3B-B427-8C25E8C185A6}" dt="2025-11-29T14:51:19.703" v="9967" actId="255"/>
        <pc:sldMkLst>
          <pc:docMk/>
          <pc:sldMk cId="2667012396" sldId="353"/>
        </pc:sldMkLst>
        <pc:spChg chg="mod">
          <ac:chgData name="Viet Pham Hoang" userId="daff2273dfcb736e" providerId="LiveId" clId="{7864E128-F8E5-4C3B-B427-8C25E8C185A6}" dt="2025-11-29T14:51:19.703" v="9967" actId="255"/>
          <ac:spMkLst>
            <pc:docMk/>
            <pc:sldMk cId="2667012396" sldId="353"/>
            <ac:spMk id="2" creationId="{22F971BA-D321-9688-7620-4807D242F178}"/>
          </ac:spMkLst>
        </pc:spChg>
      </pc:sldChg>
      <pc:sldChg chg="modSp add del mod ord modNotesTx">
        <pc:chgData name="Viet Pham Hoang" userId="daff2273dfcb736e" providerId="LiveId" clId="{7864E128-F8E5-4C3B-B427-8C25E8C185A6}" dt="2025-11-29T13:00:02.937" v="9126" actId="47"/>
        <pc:sldMkLst>
          <pc:docMk/>
          <pc:sldMk cId="3751315777" sldId="353"/>
        </pc:sldMkLst>
      </pc:sldChg>
      <pc:sldChg chg="modSp add mod">
        <pc:chgData name="Viet Pham Hoang" userId="daff2273dfcb736e" providerId="LiveId" clId="{7864E128-F8E5-4C3B-B427-8C25E8C185A6}" dt="2025-11-29T15:15:33.498" v="10038" actId="255"/>
        <pc:sldMkLst>
          <pc:docMk/>
          <pc:sldMk cId="418663467" sldId="354"/>
        </pc:sldMkLst>
        <pc:spChg chg="mod">
          <ac:chgData name="Viet Pham Hoang" userId="daff2273dfcb736e" providerId="LiveId" clId="{7864E128-F8E5-4C3B-B427-8C25E8C185A6}" dt="2025-11-29T15:15:33.498" v="10038" actId="255"/>
          <ac:spMkLst>
            <pc:docMk/>
            <pc:sldMk cId="418663467" sldId="354"/>
            <ac:spMk id="2" creationId="{CCE095F1-C38D-D1D1-7F73-B1C9B9B7DCB1}"/>
          </ac:spMkLst>
        </pc:spChg>
      </pc:sldChg>
      <pc:sldChg chg="modSp add del mod ord">
        <pc:chgData name="Viet Pham Hoang" userId="daff2273dfcb736e" providerId="LiveId" clId="{7864E128-F8E5-4C3B-B427-8C25E8C185A6}" dt="2025-11-29T13:00:02.937" v="9126" actId="47"/>
        <pc:sldMkLst>
          <pc:docMk/>
          <pc:sldMk cId="1648325469" sldId="354"/>
        </pc:sldMkLst>
      </pc:sldChg>
      <pc:sldChg chg="modSp add mod">
        <pc:chgData name="Viet Pham Hoang" userId="daff2273dfcb736e" providerId="LiveId" clId="{7864E128-F8E5-4C3B-B427-8C25E8C185A6}" dt="2025-11-29T15:13:42.159" v="10026" actId="255"/>
        <pc:sldMkLst>
          <pc:docMk/>
          <pc:sldMk cId="1890580603" sldId="355"/>
        </pc:sldMkLst>
        <pc:spChg chg="mod">
          <ac:chgData name="Viet Pham Hoang" userId="daff2273dfcb736e" providerId="LiveId" clId="{7864E128-F8E5-4C3B-B427-8C25E8C185A6}" dt="2025-11-29T15:13:42.159" v="10026" actId="255"/>
          <ac:spMkLst>
            <pc:docMk/>
            <pc:sldMk cId="1890580603" sldId="355"/>
            <ac:spMk id="2" creationId="{A15017A8-EC68-BCBA-CF37-3CE5088DB0C4}"/>
          </ac:spMkLst>
        </pc:spChg>
      </pc:sldChg>
      <pc:sldChg chg="modSp add mod">
        <pc:chgData name="Viet Pham Hoang" userId="daff2273dfcb736e" providerId="LiveId" clId="{7864E128-F8E5-4C3B-B427-8C25E8C185A6}" dt="2025-11-29T15:14:53.293" v="10033" actId="12"/>
        <pc:sldMkLst>
          <pc:docMk/>
          <pc:sldMk cId="3233727639" sldId="356"/>
        </pc:sldMkLst>
        <pc:spChg chg="mod">
          <ac:chgData name="Viet Pham Hoang" userId="daff2273dfcb736e" providerId="LiveId" clId="{7864E128-F8E5-4C3B-B427-8C25E8C185A6}" dt="2025-11-29T15:14:53.293" v="10033" actId="12"/>
          <ac:spMkLst>
            <pc:docMk/>
            <pc:sldMk cId="3233727639" sldId="356"/>
            <ac:spMk id="2" creationId="{6C349940-54C6-EB93-DC21-1341308765A6}"/>
          </ac:spMkLst>
        </pc:spChg>
      </pc:sldChg>
      <pc:sldChg chg="modSp add mod">
        <pc:chgData name="Viet Pham Hoang" userId="daff2273dfcb736e" providerId="LiveId" clId="{7864E128-F8E5-4C3B-B427-8C25E8C185A6}" dt="2025-11-29T15:16:42.137" v="10045" actId="12"/>
        <pc:sldMkLst>
          <pc:docMk/>
          <pc:sldMk cId="3309780270" sldId="357"/>
        </pc:sldMkLst>
        <pc:spChg chg="mod">
          <ac:chgData name="Viet Pham Hoang" userId="daff2273dfcb736e" providerId="LiveId" clId="{7864E128-F8E5-4C3B-B427-8C25E8C185A6}" dt="2025-11-29T15:16:42.137" v="10045" actId="12"/>
          <ac:spMkLst>
            <pc:docMk/>
            <pc:sldMk cId="3309780270" sldId="357"/>
            <ac:spMk id="2" creationId="{DE4001AC-C22F-0B68-290F-742CCB7DC897}"/>
          </ac:spMkLst>
        </pc:spChg>
      </pc:sldChg>
      <pc:sldChg chg="modSp add del mod">
        <pc:chgData name="Viet Pham Hoang" userId="daff2273dfcb736e" providerId="LiveId" clId="{7864E128-F8E5-4C3B-B427-8C25E8C185A6}" dt="2025-11-29T13:00:02.937" v="9126" actId="47"/>
        <pc:sldMkLst>
          <pc:docMk/>
          <pc:sldMk cId="3746395432" sldId="357"/>
        </pc:sldMkLst>
      </pc:sldChg>
      <pc:sldChg chg="modSp add del mod">
        <pc:chgData name="Viet Pham Hoang" userId="daff2273dfcb736e" providerId="LiveId" clId="{7864E128-F8E5-4C3B-B427-8C25E8C185A6}" dt="2025-11-29T13:00:02.937" v="9126" actId="47"/>
        <pc:sldMkLst>
          <pc:docMk/>
          <pc:sldMk cId="3084375257" sldId="358"/>
        </pc:sldMkLst>
      </pc:sldChg>
      <pc:sldChg chg="modSp add mod">
        <pc:chgData name="Viet Pham Hoang" userId="daff2273dfcb736e" providerId="LiveId" clId="{7864E128-F8E5-4C3B-B427-8C25E8C185A6}" dt="2025-11-29T15:20:45.215" v="10106" actId="113"/>
        <pc:sldMkLst>
          <pc:docMk/>
          <pc:sldMk cId="3205573461" sldId="358"/>
        </pc:sldMkLst>
        <pc:spChg chg="mod">
          <ac:chgData name="Viet Pham Hoang" userId="daff2273dfcb736e" providerId="LiveId" clId="{7864E128-F8E5-4C3B-B427-8C25E8C185A6}" dt="2025-11-29T15:20:45.215" v="10106" actId="113"/>
          <ac:spMkLst>
            <pc:docMk/>
            <pc:sldMk cId="3205573461" sldId="358"/>
            <ac:spMk id="2" creationId="{86474E05-3DDC-B6BD-9940-E3896170A0BB}"/>
          </ac:spMkLst>
        </pc:spChg>
      </pc:sldChg>
      <pc:sldChg chg="modSp add del mod">
        <pc:chgData name="Viet Pham Hoang" userId="daff2273dfcb736e" providerId="LiveId" clId="{7864E128-F8E5-4C3B-B427-8C25E8C185A6}" dt="2025-11-29T13:00:02.937" v="9126" actId="47"/>
        <pc:sldMkLst>
          <pc:docMk/>
          <pc:sldMk cId="1661237191" sldId="359"/>
        </pc:sldMkLst>
      </pc:sldChg>
      <pc:sldChg chg="modSp add mod">
        <pc:chgData name="Viet Pham Hoang" userId="daff2273dfcb736e" providerId="LiveId" clId="{7864E128-F8E5-4C3B-B427-8C25E8C185A6}" dt="2025-11-29T15:25:56.169" v="10152" actId="20577"/>
        <pc:sldMkLst>
          <pc:docMk/>
          <pc:sldMk cId="3469487917" sldId="359"/>
        </pc:sldMkLst>
        <pc:spChg chg="mod">
          <ac:chgData name="Viet Pham Hoang" userId="daff2273dfcb736e" providerId="LiveId" clId="{7864E128-F8E5-4C3B-B427-8C25E8C185A6}" dt="2025-11-29T15:25:56.169" v="10152" actId="20577"/>
          <ac:spMkLst>
            <pc:docMk/>
            <pc:sldMk cId="3469487917" sldId="359"/>
            <ac:spMk id="2" creationId="{EF7228E0-4AF7-9F69-F3FA-8744854C552D}"/>
          </ac:spMkLst>
        </pc:spChg>
      </pc:sldChg>
      <pc:sldChg chg="modSp add del mod">
        <pc:chgData name="Viet Pham Hoang" userId="daff2273dfcb736e" providerId="LiveId" clId="{7864E128-F8E5-4C3B-B427-8C25E8C185A6}" dt="2025-11-29T13:00:02.937" v="9126" actId="47"/>
        <pc:sldMkLst>
          <pc:docMk/>
          <pc:sldMk cId="363847483" sldId="360"/>
        </pc:sldMkLst>
      </pc:sldChg>
      <pc:sldChg chg="modSp add mod">
        <pc:chgData name="Viet Pham Hoang" userId="daff2273dfcb736e" providerId="LiveId" clId="{7864E128-F8E5-4C3B-B427-8C25E8C185A6}" dt="2025-11-29T15:26:35.161" v="10193" actId="255"/>
        <pc:sldMkLst>
          <pc:docMk/>
          <pc:sldMk cId="453974185" sldId="360"/>
        </pc:sldMkLst>
        <pc:spChg chg="mod">
          <ac:chgData name="Viet Pham Hoang" userId="daff2273dfcb736e" providerId="LiveId" clId="{7864E128-F8E5-4C3B-B427-8C25E8C185A6}" dt="2025-11-29T15:26:35.161" v="10193" actId="255"/>
          <ac:spMkLst>
            <pc:docMk/>
            <pc:sldMk cId="453974185" sldId="360"/>
            <ac:spMk id="2" creationId="{956417CC-10E2-2E72-4525-F67F08376E86}"/>
          </ac:spMkLst>
        </pc:spChg>
      </pc:sldChg>
      <pc:sldChg chg="modSp add del mod">
        <pc:chgData name="Viet Pham Hoang" userId="daff2273dfcb736e" providerId="LiveId" clId="{7864E128-F8E5-4C3B-B427-8C25E8C185A6}" dt="2025-11-29T13:00:02.937" v="9126" actId="47"/>
        <pc:sldMkLst>
          <pc:docMk/>
          <pc:sldMk cId="1204269501" sldId="361"/>
        </pc:sldMkLst>
      </pc:sldChg>
      <pc:sldChg chg="modSp add del mod ord">
        <pc:chgData name="Viet Pham Hoang" userId="daff2273dfcb736e" providerId="LiveId" clId="{7864E128-F8E5-4C3B-B427-8C25E8C185A6}" dt="2025-11-29T13:00:02.937" v="9126" actId="47"/>
        <pc:sldMkLst>
          <pc:docMk/>
          <pc:sldMk cId="3646402136" sldId="362"/>
        </pc:sldMkLst>
      </pc:sldChg>
      <pc:sldChg chg="modSp add del mod">
        <pc:chgData name="Viet Pham Hoang" userId="daff2273dfcb736e" providerId="LiveId" clId="{7864E128-F8E5-4C3B-B427-8C25E8C185A6}" dt="2025-11-29T13:00:02.937" v="9126" actId="47"/>
        <pc:sldMkLst>
          <pc:docMk/>
          <pc:sldMk cId="745502077" sldId="363"/>
        </pc:sldMkLst>
      </pc:sldChg>
      <pc:sldChg chg="modSp add del mod ord">
        <pc:chgData name="Viet Pham Hoang" userId="daff2273dfcb736e" providerId="LiveId" clId="{7864E128-F8E5-4C3B-B427-8C25E8C185A6}" dt="2025-11-29T13:00:02.937" v="9126" actId="47"/>
        <pc:sldMkLst>
          <pc:docMk/>
          <pc:sldMk cId="256004076" sldId="364"/>
        </pc:sldMkLst>
      </pc:sldChg>
      <pc:sldChg chg="addSp modSp add del mod modNotesTx">
        <pc:chgData name="Viet Pham Hoang" userId="daff2273dfcb736e" providerId="LiveId" clId="{7864E128-F8E5-4C3B-B427-8C25E8C185A6}" dt="2025-11-29T13:00:02.937" v="9126" actId="47"/>
        <pc:sldMkLst>
          <pc:docMk/>
          <pc:sldMk cId="4070440006" sldId="365"/>
        </pc:sldMkLst>
      </pc:sldChg>
      <pc:sldChg chg="modSp add del mod modNotesTx">
        <pc:chgData name="Viet Pham Hoang" userId="daff2273dfcb736e" providerId="LiveId" clId="{7864E128-F8E5-4C3B-B427-8C25E8C185A6}" dt="2025-11-29T13:00:02.937" v="9126" actId="47"/>
        <pc:sldMkLst>
          <pc:docMk/>
          <pc:sldMk cId="1127029529" sldId="366"/>
        </pc:sldMkLst>
      </pc:sldChg>
      <pc:sldChg chg="modSp add del mod modNotesTx">
        <pc:chgData name="Viet Pham Hoang" userId="daff2273dfcb736e" providerId="LiveId" clId="{7864E128-F8E5-4C3B-B427-8C25E8C185A6}" dt="2025-11-29T13:00:02.937" v="9126" actId="47"/>
        <pc:sldMkLst>
          <pc:docMk/>
          <pc:sldMk cId="2955571651" sldId="367"/>
        </pc:sldMkLst>
      </pc:sldChg>
      <pc:sldChg chg="addSp delSp modSp add del mod modNotesTx">
        <pc:chgData name="Viet Pham Hoang" userId="daff2273dfcb736e" providerId="LiveId" clId="{7864E128-F8E5-4C3B-B427-8C25E8C185A6}" dt="2025-11-29T13:00:02.937" v="9126" actId="47"/>
        <pc:sldMkLst>
          <pc:docMk/>
          <pc:sldMk cId="653950403" sldId="368"/>
        </pc:sldMkLst>
      </pc:sldChg>
      <pc:sldChg chg="addSp modSp add del mod">
        <pc:chgData name="Viet Pham Hoang" userId="daff2273dfcb736e" providerId="LiveId" clId="{7864E128-F8E5-4C3B-B427-8C25E8C185A6}" dt="2025-11-29T13:00:02.937" v="9126" actId="47"/>
        <pc:sldMkLst>
          <pc:docMk/>
          <pc:sldMk cId="3826807150" sldId="369"/>
        </pc:sldMkLst>
      </pc:sldChg>
      <pc:sldChg chg="modSp add del mod modNotesTx">
        <pc:chgData name="Viet Pham Hoang" userId="daff2273dfcb736e" providerId="LiveId" clId="{7864E128-F8E5-4C3B-B427-8C25E8C185A6}" dt="2025-11-29T13:00:02.937" v="9126" actId="47"/>
        <pc:sldMkLst>
          <pc:docMk/>
          <pc:sldMk cId="1821004643" sldId="371"/>
        </pc:sldMkLst>
      </pc:sldChg>
      <pc:sldChg chg="addSp delSp modSp add del mod modNotes modNotesTx">
        <pc:chgData name="Viet Pham Hoang" userId="daff2273dfcb736e" providerId="LiveId" clId="{7864E128-F8E5-4C3B-B427-8C25E8C185A6}" dt="2025-11-29T13:00:02.937" v="9126" actId="47"/>
        <pc:sldMkLst>
          <pc:docMk/>
          <pc:sldMk cId="2059141008" sldId="372"/>
        </pc:sldMkLst>
      </pc:sldChg>
      <pc:sldChg chg="modSp add del mod modNotes modNotesTx">
        <pc:chgData name="Viet Pham Hoang" userId="daff2273dfcb736e" providerId="LiveId" clId="{7864E128-F8E5-4C3B-B427-8C25E8C185A6}" dt="2025-11-29T13:00:02.937" v="9126" actId="47"/>
        <pc:sldMkLst>
          <pc:docMk/>
          <pc:sldMk cId="3520576350" sldId="373"/>
        </pc:sldMkLst>
      </pc:sldChg>
      <pc:sldChg chg="modSp add del mod modNotes modNotesTx">
        <pc:chgData name="Viet Pham Hoang" userId="daff2273dfcb736e" providerId="LiveId" clId="{7864E128-F8E5-4C3B-B427-8C25E8C185A6}" dt="2025-11-29T13:00:02.937" v="9126" actId="47"/>
        <pc:sldMkLst>
          <pc:docMk/>
          <pc:sldMk cId="2940009919" sldId="374"/>
        </pc:sldMkLst>
      </pc:sldChg>
      <pc:sldChg chg="addSp delSp modSp add del mod ord modNotes">
        <pc:chgData name="Viet Pham Hoang" userId="daff2273dfcb736e" providerId="LiveId" clId="{7864E128-F8E5-4C3B-B427-8C25E8C185A6}" dt="2025-11-29T13:00:02.937" v="9126" actId="47"/>
        <pc:sldMkLst>
          <pc:docMk/>
          <pc:sldMk cId="2490858012" sldId="375"/>
        </pc:sldMkLst>
      </pc:sldChg>
      <pc:sldChg chg="addSp delSp modSp add del mod modNotesTx">
        <pc:chgData name="Viet Pham Hoang" userId="daff2273dfcb736e" providerId="LiveId" clId="{7864E128-F8E5-4C3B-B427-8C25E8C185A6}" dt="2025-11-29T13:00:02.937" v="9126" actId="47"/>
        <pc:sldMkLst>
          <pc:docMk/>
          <pc:sldMk cId="1057243259" sldId="376"/>
        </pc:sldMkLst>
      </pc:sldChg>
      <pc:sldChg chg="modSp add del mod">
        <pc:chgData name="Viet Pham Hoang" userId="daff2273dfcb736e" providerId="LiveId" clId="{7864E128-F8E5-4C3B-B427-8C25E8C185A6}" dt="2025-11-29T13:00:02.937" v="9126" actId="47"/>
        <pc:sldMkLst>
          <pc:docMk/>
          <pc:sldMk cId="4155802119" sldId="377"/>
        </pc:sldMkLst>
      </pc:sldChg>
      <pc:sldChg chg="delSp modSp add del mod">
        <pc:chgData name="Viet Pham Hoang" userId="daff2273dfcb736e" providerId="LiveId" clId="{7864E128-F8E5-4C3B-B427-8C25E8C185A6}" dt="2025-11-29T13:00:02.937" v="9126" actId="47"/>
        <pc:sldMkLst>
          <pc:docMk/>
          <pc:sldMk cId="3019653538" sldId="378"/>
        </pc:sldMkLst>
      </pc:sldChg>
      <pc:sldChg chg="modSp add del mod">
        <pc:chgData name="Viet Pham Hoang" userId="daff2273dfcb736e" providerId="LiveId" clId="{7864E128-F8E5-4C3B-B427-8C25E8C185A6}" dt="2025-11-29T13:00:02.937" v="9126" actId="47"/>
        <pc:sldMkLst>
          <pc:docMk/>
          <pc:sldMk cId="3137440089" sldId="379"/>
        </pc:sldMkLst>
      </pc:sldChg>
      <pc:sldChg chg="modSp add del mod">
        <pc:chgData name="Viet Pham Hoang" userId="daff2273dfcb736e" providerId="LiveId" clId="{7864E128-F8E5-4C3B-B427-8C25E8C185A6}" dt="2025-11-29T13:00:02.937" v="9126" actId="47"/>
        <pc:sldMkLst>
          <pc:docMk/>
          <pc:sldMk cId="1093502118" sldId="380"/>
        </pc:sldMkLst>
      </pc:sldChg>
      <pc:sldChg chg="addSp modSp add del mod modNotes modNotesTx">
        <pc:chgData name="Viet Pham Hoang" userId="daff2273dfcb736e" providerId="LiveId" clId="{7864E128-F8E5-4C3B-B427-8C25E8C185A6}" dt="2025-11-29T13:00:02.937" v="9126" actId="47"/>
        <pc:sldMkLst>
          <pc:docMk/>
          <pc:sldMk cId="3405100643" sldId="381"/>
        </pc:sldMkLst>
      </pc:sldChg>
      <pc:sldChg chg="modSp add del mod">
        <pc:chgData name="Viet Pham Hoang" userId="daff2273dfcb736e" providerId="LiveId" clId="{7864E128-F8E5-4C3B-B427-8C25E8C185A6}" dt="2025-11-29T13:00:02.937" v="9126" actId="47"/>
        <pc:sldMkLst>
          <pc:docMk/>
          <pc:sldMk cId="2781404608" sldId="383"/>
        </pc:sldMkLst>
      </pc:sldChg>
      <pc:sldChg chg="modSp add del mod">
        <pc:chgData name="Viet Pham Hoang" userId="daff2273dfcb736e" providerId="LiveId" clId="{7864E128-F8E5-4C3B-B427-8C25E8C185A6}" dt="2025-11-29T13:00:02.937" v="9126" actId="47"/>
        <pc:sldMkLst>
          <pc:docMk/>
          <pc:sldMk cId="4119408506" sldId="384"/>
        </pc:sldMkLst>
      </pc:sldChg>
      <pc:sldChg chg="addSp modSp add del mod">
        <pc:chgData name="Viet Pham Hoang" userId="daff2273dfcb736e" providerId="LiveId" clId="{7864E128-F8E5-4C3B-B427-8C25E8C185A6}" dt="2025-11-29T13:00:02.937" v="9126" actId="47"/>
        <pc:sldMkLst>
          <pc:docMk/>
          <pc:sldMk cId="622902097" sldId="385"/>
        </pc:sldMkLst>
      </pc:sldChg>
      <pc:sldChg chg="addSp modSp add del mod modNotes">
        <pc:chgData name="Viet Pham Hoang" userId="daff2273dfcb736e" providerId="LiveId" clId="{7864E128-F8E5-4C3B-B427-8C25E8C185A6}" dt="2025-11-29T13:00:02.937" v="9126" actId="47"/>
        <pc:sldMkLst>
          <pc:docMk/>
          <pc:sldMk cId="133776618" sldId="386"/>
        </pc:sldMkLst>
      </pc:sldChg>
      <pc:sldChg chg="modSp add del mod">
        <pc:chgData name="Viet Pham Hoang" userId="daff2273dfcb736e" providerId="LiveId" clId="{7864E128-F8E5-4C3B-B427-8C25E8C185A6}" dt="2025-11-29T13:00:02.937" v="9126" actId="47"/>
        <pc:sldMkLst>
          <pc:docMk/>
          <pc:sldMk cId="2508976925" sldId="388"/>
        </pc:sldMkLst>
      </pc:sldChg>
      <pc:sldChg chg="modSp add del mod modNotes">
        <pc:chgData name="Viet Pham Hoang" userId="daff2273dfcb736e" providerId="LiveId" clId="{7864E128-F8E5-4C3B-B427-8C25E8C185A6}" dt="2025-11-29T13:00:02.937" v="9126" actId="47"/>
        <pc:sldMkLst>
          <pc:docMk/>
          <pc:sldMk cId="2811324977" sldId="389"/>
        </pc:sldMkLst>
      </pc:sldChg>
      <pc:sldChg chg="addSp modSp add del mod">
        <pc:chgData name="Viet Pham Hoang" userId="daff2273dfcb736e" providerId="LiveId" clId="{7864E128-F8E5-4C3B-B427-8C25E8C185A6}" dt="2025-11-29T13:00:02.937" v="9126" actId="47"/>
        <pc:sldMkLst>
          <pc:docMk/>
          <pc:sldMk cId="2480782532" sldId="390"/>
        </pc:sldMkLst>
      </pc:sldChg>
      <pc:sldChg chg="addSp delSp modSp add del mod">
        <pc:chgData name="Viet Pham Hoang" userId="daff2273dfcb736e" providerId="LiveId" clId="{7864E128-F8E5-4C3B-B427-8C25E8C185A6}" dt="2025-11-29T13:00:02.937" v="9126" actId="47"/>
        <pc:sldMkLst>
          <pc:docMk/>
          <pc:sldMk cId="3514354913" sldId="391"/>
        </pc:sldMkLst>
      </pc:sldChg>
      <pc:sldChg chg="modSp add del mod">
        <pc:chgData name="Viet Pham Hoang" userId="daff2273dfcb736e" providerId="LiveId" clId="{7864E128-F8E5-4C3B-B427-8C25E8C185A6}" dt="2025-11-29T13:00:02.937" v="9126" actId="47"/>
        <pc:sldMkLst>
          <pc:docMk/>
          <pc:sldMk cId="3888741847" sldId="392"/>
        </pc:sldMkLst>
      </pc:sldChg>
      <pc:sldChg chg="modSp add del mod">
        <pc:chgData name="Viet Pham Hoang" userId="daff2273dfcb736e" providerId="LiveId" clId="{7864E128-F8E5-4C3B-B427-8C25E8C185A6}" dt="2025-11-29T13:00:02.937" v="9126" actId="47"/>
        <pc:sldMkLst>
          <pc:docMk/>
          <pc:sldMk cId="2897821801" sldId="393"/>
        </pc:sldMkLst>
      </pc:sldChg>
      <pc:sldChg chg="addSp modSp add del mod">
        <pc:chgData name="Viet Pham Hoang" userId="daff2273dfcb736e" providerId="LiveId" clId="{7864E128-F8E5-4C3B-B427-8C25E8C185A6}" dt="2025-11-29T13:00:02.937" v="9126" actId="47"/>
        <pc:sldMkLst>
          <pc:docMk/>
          <pc:sldMk cId="3963588096" sldId="394"/>
        </pc:sldMkLst>
      </pc:sldChg>
      <pc:sldChg chg="modSp add del mod">
        <pc:chgData name="Viet Pham Hoang" userId="daff2273dfcb736e" providerId="LiveId" clId="{7864E128-F8E5-4C3B-B427-8C25E8C185A6}" dt="2025-11-29T13:00:02.937" v="9126" actId="47"/>
        <pc:sldMkLst>
          <pc:docMk/>
          <pc:sldMk cId="1855274219" sldId="395"/>
        </pc:sldMkLst>
      </pc:sldChg>
      <pc:sldChg chg="modSp add del mod modNotesTx">
        <pc:chgData name="Viet Pham Hoang" userId="daff2273dfcb736e" providerId="LiveId" clId="{7864E128-F8E5-4C3B-B427-8C25E8C185A6}" dt="2025-11-29T13:00:02.937" v="9126" actId="47"/>
        <pc:sldMkLst>
          <pc:docMk/>
          <pc:sldMk cId="2658254172" sldId="396"/>
        </pc:sldMkLst>
      </pc:sldChg>
      <pc:sldChg chg="modSp add del mod">
        <pc:chgData name="Viet Pham Hoang" userId="daff2273dfcb736e" providerId="LiveId" clId="{7864E128-F8E5-4C3B-B427-8C25E8C185A6}" dt="2025-11-29T13:00:02.937" v="9126" actId="47"/>
        <pc:sldMkLst>
          <pc:docMk/>
          <pc:sldMk cId="410488327" sldId="397"/>
        </pc:sldMkLst>
      </pc:sldChg>
      <pc:sldChg chg="modSp add del mod">
        <pc:chgData name="Viet Pham Hoang" userId="daff2273dfcb736e" providerId="LiveId" clId="{7864E128-F8E5-4C3B-B427-8C25E8C185A6}" dt="2025-11-29T13:00:02.937" v="9126" actId="47"/>
        <pc:sldMkLst>
          <pc:docMk/>
          <pc:sldMk cId="386193367" sldId="398"/>
        </pc:sldMkLst>
      </pc:sldChg>
      <pc:sldChg chg="addSp modSp add del mod modNotesTx">
        <pc:chgData name="Viet Pham Hoang" userId="daff2273dfcb736e" providerId="LiveId" clId="{7864E128-F8E5-4C3B-B427-8C25E8C185A6}" dt="2025-11-29T13:00:02.937" v="9126" actId="47"/>
        <pc:sldMkLst>
          <pc:docMk/>
          <pc:sldMk cId="3781871100" sldId="399"/>
        </pc:sldMkLst>
      </pc:sldChg>
      <pc:sldChg chg="delSp modSp add del mod">
        <pc:chgData name="Viet Pham Hoang" userId="daff2273dfcb736e" providerId="LiveId" clId="{7864E128-F8E5-4C3B-B427-8C25E8C185A6}" dt="2025-11-29T13:00:02.937" v="9126" actId="47"/>
        <pc:sldMkLst>
          <pc:docMk/>
          <pc:sldMk cId="3662896820" sldId="400"/>
        </pc:sldMkLst>
      </pc:sldChg>
      <pc:sldChg chg="modSp add del mod">
        <pc:chgData name="Viet Pham Hoang" userId="daff2273dfcb736e" providerId="LiveId" clId="{7864E128-F8E5-4C3B-B427-8C25E8C185A6}" dt="2025-11-29T13:00:02.937" v="9126" actId="47"/>
        <pc:sldMkLst>
          <pc:docMk/>
          <pc:sldMk cId="2858025166" sldId="401"/>
        </pc:sldMkLst>
      </pc:sldChg>
      <pc:sldChg chg="modSp add del mod">
        <pc:chgData name="Viet Pham Hoang" userId="daff2273dfcb736e" providerId="LiveId" clId="{7864E128-F8E5-4C3B-B427-8C25E8C185A6}" dt="2025-11-29T13:00:02.937" v="9126" actId="47"/>
        <pc:sldMkLst>
          <pc:docMk/>
          <pc:sldMk cId="1630434948" sldId="402"/>
        </pc:sldMkLst>
      </pc:sldChg>
      <pc:sldChg chg="modSp add del mod modNotesTx">
        <pc:chgData name="Viet Pham Hoang" userId="daff2273dfcb736e" providerId="LiveId" clId="{7864E128-F8E5-4C3B-B427-8C25E8C185A6}" dt="2025-11-29T13:00:02.937" v="9126" actId="47"/>
        <pc:sldMkLst>
          <pc:docMk/>
          <pc:sldMk cId="2347870992" sldId="403"/>
        </pc:sldMkLst>
      </pc:sldChg>
      <pc:sldChg chg="modSp add del mod">
        <pc:chgData name="Viet Pham Hoang" userId="daff2273dfcb736e" providerId="LiveId" clId="{7864E128-F8E5-4C3B-B427-8C25E8C185A6}" dt="2025-11-29T13:00:02.937" v="9126" actId="47"/>
        <pc:sldMkLst>
          <pc:docMk/>
          <pc:sldMk cId="1237847419" sldId="404"/>
        </pc:sldMkLst>
      </pc:sldChg>
      <pc:sldChg chg="modSp add del mod">
        <pc:chgData name="Viet Pham Hoang" userId="daff2273dfcb736e" providerId="LiveId" clId="{7864E128-F8E5-4C3B-B427-8C25E8C185A6}" dt="2025-11-29T13:00:02.937" v="9126" actId="47"/>
        <pc:sldMkLst>
          <pc:docMk/>
          <pc:sldMk cId="2252563103" sldId="405"/>
        </pc:sldMkLst>
      </pc:sldChg>
      <pc:sldChg chg="modSp add del mod">
        <pc:chgData name="Viet Pham Hoang" userId="daff2273dfcb736e" providerId="LiveId" clId="{7864E128-F8E5-4C3B-B427-8C25E8C185A6}" dt="2025-11-29T13:00:02.937" v="9126" actId="47"/>
        <pc:sldMkLst>
          <pc:docMk/>
          <pc:sldMk cId="4121541130" sldId="406"/>
        </pc:sldMkLst>
      </pc:sldChg>
      <pc:sldChg chg="modSp add del mod">
        <pc:chgData name="Viet Pham Hoang" userId="daff2273dfcb736e" providerId="LiveId" clId="{7864E128-F8E5-4C3B-B427-8C25E8C185A6}" dt="2025-11-29T13:00:02.937" v="9126" actId="47"/>
        <pc:sldMkLst>
          <pc:docMk/>
          <pc:sldMk cId="2568269736" sldId="407"/>
        </pc:sldMkLst>
      </pc:sldChg>
      <pc:sldChg chg="modSp add del mod ord">
        <pc:chgData name="Viet Pham Hoang" userId="daff2273dfcb736e" providerId="LiveId" clId="{7864E128-F8E5-4C3B-B427-8C25E8C185A6}" dt="2025-11-29T13:00:02.937" v="9126" actId="47"/>
        <pc:sldMkLst>
          <pc:docMk/>
          <pc:sldMk cId="2890378663" sldId="408"/>
        </pc:sldMkLst>
      </pc:sldChg>
      <pc:sldChg chg="modSp add del mod">
        <pc:chgData name="Viet Pham Hoang" userId="daff2273dfcb736e" providerId="LiveId" clId="{7864E128-F8E5-4C3B-B427-8C25E8C185A6}" dt="2025-11-29T13:00:02.937" v="9126" actId="47"/>
        <pc:sldMkLst>
          <pc:docMk/>
          <pc:sldMk cId="512993535" sldId="409"/>
        </pc:sldMkLst>
      </pc:sldChg>
      <pc:sldChg chg="modSp add del mod">
        <pc:chgData name="Viet Pham Hoang" userId="daff2273dfcb736e" providerId="LiveId" clId="{7864E128-F8E5-4C3B-B427-8C25E8C185A6}" dt="2025-11-29T13:00:02.937" v="9126" actId="47"/>
        <pc:sldMkLst>
          <pc:docMk/>
          <pc:sldMk cId="2248177151" sldId="410"/>
        </pc:sldMkLst>
      </pc:sldChg>
      <pc:sldChg chg="modSp add del mod">
        <pc:chgData name="Viet Pham Hoang" userId="daff2273dfcb736e" providerId="LiveId" clId="{7864E128-F8E5-4C3B-B427-8C25E8C185A6}" dt="2025-11-29T13:00:02.937" v="9126" actId="47"/>
        <pc:sldMkLst>
          <pc:docMk/>
          <pc:sldMk cId="3926667985" sldId="411"/>
        </pc:sldMkLst>
      </pc:sldChg>
      <pc:sldChg chg="modSp add del mod">
        <pc:chgData name="Viet Pham Hoang" userId="daff2273dfcb736e" providerId="LiveId" clId="{7864E128-F8E5-4C3B-B427-8C25E8C185A6}" dt="2025-11-29T13:00:02.937" v="9126" actId="47"/>
        <pc:sldMkLst>
          <pc:docMk/>
          <pc:sldMk cId="4016421805" sldId="412"/>
        </pc:sldMkLst>
      </pc:sldChg>
      <pc:sldChg chg="modSp add del mod">
        <pc:chgData name="Viet Pham Hoang" userId="daff2273dfcb736e" providerId="LiveId" clId="{7864E128-F8E5-4C3B-B427-8C25E8C185A6}" dt="2025-11-29T13:00:02.937" v="9126" actId="47"/>
        <pc:sldMkLst>
          <pc:docMk/>
          <pc:sldMk cId="4115583522" sldId="413"/>
        </pc:sldMkLst>
      </pc:sldChg>
      <pc:sldChg chg="modSp add del mod">
        <pc:chgData name="Viet Pham Hoang" userId="daff2273dfcb736e" providerId="LiveId" clId="{7864E128-F8E5-4C3B-B427-8C25E8C185A6}" dt="2025-11-29T13:00:02.937" v="9126" actId="47"/>
        <pc:sldMkLst>
          <pc:docMk/>
          <pc:sldMk cId="3442825534" sldId="414"/>
        </pc:sldMkLst>
      </pc:sldChg>
      <pc:sldChg chg="addSp delSp modSp add del mod">
        <pc:chgData name="Viet Pham Hoang" userId="daff2273dfcb736e" providerId="LiveId" clId="{7864E128-F8E5-4C3B-B427-8C25E8C185A6}" dt="2025-11-29T13:00:02.937" v="9126" actId="47"/>
        <pc:sldMkLst>
          <pc:docMk/>
          <pc:sldMk cId="2039569471" sldId="415"/>
        </pc:sldMkLst>
      </pc:sldChg>
      <pc:sldChg chg="addSp modSp add del mod">
        <pc:chgData name="Viet Pham Hoang" userId="daff2273dfcb736e" providerId="LiveId" clId="{7864E128-F8E5-4C3B-B427-8C25E8C185A6}" dt="2025-11-29T13:00:02.937" v="9126" actId="47"/>
        <pc:sldMkLst>
          <pc:docMk/>
          <pc:sldMk cId="2884309524" sldId="416"/>
        </pc:sldMkLst>
      </pc:sldChg>
      <pc:sldChg chg="addSp delSp modSp add del mod ord">
        <pc:chgData name="Viet Pham Hoang" userId="daff2273dfcb736e" providerId="LiveId" clId="{7864E128-F8E5-4C3B-B427-8C25E8C185A6}" dt="2025-11-29T13:00:02.937" v="9126" actId="47"/>
        <pc:sldMkLst>
          <pc:docMk/>
          <pc:sldMk cId="1614712180" sldId="417"/>
        </pc:sldMkLst>
      </pc:sldChg>
      <pc:sldChg chg="addSp modSp add del mod">
        <pc:chgData name="Viet Pham Hoang" userId="daff2273dfcb736e" providerId="LiveId" clId="{7864E128-F8E5-4C3B-B427-8C25E8C185A6}" dt="2025-11-29T13:00:02.937" v="9126" actId="47"/>
        <pc:sldMkLst>
          <pc:docMk/>
          <pc:sldMk cId="918780671" sldId="418"/>
        </pc:sldMkLst>
      </pc:sldChg>
      <pc:sldChg chg="delSp modSp add del mod">
        <pc:chgData name="Viet Pham Hoang" userId="daff2273dfcb736e" providerId="LiveId" clId="{7864E128-F8E5-4C3B-B427-8C25E8C185A6}" dt="2025-11-29T13:00:02.937" v="9126" actId="47"/>
        <pc:sldMkLst>
          <pc:docMk/>
          <pc:sldMk cId="3246954781" sldId="419"/>
        </pc:sldMkLst>
      </pc:sldChg>
      <pc:sldChg chg="delSp modSp add del mod">
        <pc:chgData name="Viet Pham Hoang" userId="daff2273dfcb736e" providerId="LiveId" clId="{7864E128-F8E5-4C3B-B427-8C25E8C185A6}" dt="2025-11-29T13:00:02.937" v="9126" actId="47"/>
        <pc:sldMkLst>
          <pc:docMk/>
          <pc:sldMk cId="3136544608" sldId="420"/>
        </pc:sldMkLst>
      </pc:sldChg>
      <pc:sldChg chg="delSp modSp add del mod">
        <pc:chgData name="Viet Pham Hoang" userId="daff2273dfcb736e" providerId="LiveId" clId="{7864E128-F8E5-4C3B-B427-8C25E8C185A6}" dt="2025-11-29T13:00:02.937" v="9126" actId="47"/>
        <pc:sldMkLst>
          <pc:docMk/>
          <pc:sldMk cId="2198334074" sldId="421"/>
        </pc:sldMkLst>
      </pc:sldChg>
      <pc:sldChg chg="modSp add del mod">
        <pc:chgData name="Viet Pham Hoang" userId="daff2273dfcb736e" providerId="LiveId" clId="{7864E128-F8E5-4C3B-B427-8C25E8C185A6}" dt="2025-11-29T13:00:02.937" v="9126" actId="47"/>
        <pc:sldMkLst>
          <pc:docMk/>
          <pc:sldMk cId="901614974" sldId="422"/>
        </pc:sldMkLst>
      </pc:sldChg>
      <pc:sldChg chg="modSp add del mod">
        <pc:chgData name="Viet Pham Hoang" userId="daff2273dfcb736e" providerId="LiveId" clId="{7864E128-F8E5-4C3B-B427-8C25E8C185A6}" dt="2025-11-29T13:00:02.937" v="9126" actId="47"/>
        <pc:sldMkLst>
          <pc:docMk/>
          <pc:sldMk cId="1719327571" sldId="423"/>
        </pc:sldMkLst>
      </pc:sldChg>
      <pc:sldChg chg="modSp add del mod">
        <pc:chgData name="Viet Pham Hoang" userId="daff2273dfcb736e" providerId="LiveId" clId="{7864E128-F8E5-4C3B-B427-8C25E8C185A6}" dt="2025-11-29T13:00:02.937" v="9126" actId="47"/>
        <pc:sldMkLst>
          <pc:docMk/>
          <pc:sldMk cId="3752331098" sldId="424"/>
        </pc:sldMkLst>
      </pc:sldChg>
      <pc:sldChg chg="addSp delSp modSp add del mod modNotesTx">
        <pc:chgData name="Viet Pham Hoang" userId="daff2273dfcb736e" providerId="LiveId" clId="{7864E128-F8E5-4C3B-B427-8C25E8C185A6}" dt="2025-11-29T13:00:02.937" v="9126" actId="47"/>
        <pc:sldMkLst>
          <pc:docMk/>
          <pc:sldMk cId="2970455241" sldId="425"/>
        </pc:sldMkLst>
      </pc:sldChg>
      <pc:sldChg chg="modSp add del mod">
        <pc:chgData name="Viet Pham Hoang" userId="daff2273dfcb736e" providerId="LiveId" clId="{7864E128-F8E5-4C3B-B427-8C25E8C185A6}" dt="2025-11-29T13:00:02.937" v="9126" actId="47"/>
        <pc:sldMkLst>
          <pc:docMk/>
          <pc:sldMk cId="3615903127" sldId="42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B9F93347-9E3B-4D42-B9E0-98FE3BD6FFA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Arial" charset="0"/>
              </a:defRPr>
            </a:lvl1pPr>
          </a:lstStyle>
          <a:p>
            <a:pPr>
              <a:defRPr/>
            </a:pPr>
            <a:endParaRPr lang="en-US"/>
          </a:p>
        </p:txBody>
      </p:sp>
      <p:sp>
        <p:nvSpPr>
          <p:cNvPr id="56323" name="Rectangle 3">
            <a:extLst>
              <a:ext uri="{FF2B5EF4-FFF2-40B4-BE49-F238E27FC236}">
                <a16:creationId xmlns:a16="http://schemas.microsoft.com/office/drawing/2014/main" id="{46877048-5F8C-435A-9D8C-1D5B0FA9385C}"/>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Arial" charset="0"/>
              </a:defRPr>
            </a:lvl1pPr>
          </a:lstStyle>
          <a:p>
            <a:pPr>
              <a:defRPr/>
            </a:pPr>
            <a:fld id="{934D041F-1863-43F5-BB9E-46A9707583B6}" type="datetimeFigureOut">
              <a:rPr lang="en-US"/>
              <a:pPr>
                <a:defRPr/>
              </a:pPr>
              <a:t>11/29/2025</a:t>
            </a:fld>
            <a:endParaRPr lang="en-US"/>
          </a:p>
        </p:txBody>
      </p:sp>
      <p:sp>
        <p:nvSpPr>
          <p:cNvPr id="56324" name="Rectangle 4">
            <a:extLst>
              <a:ext uri="{FF2B5EF4-FFF2-40B4-BE49-F238E27FC236}">
                <a16:creationId xmlns:a16="http://schemas.microsoft.com/office/drawing/2014/main" id="{315D30AE-C4DA-46EA-AD7B-F8E3C4FB0C4B}"/>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Arial" charset="0"/>
              </a:defRPr>
            </a:lvl1pPr>
          </a:lstStyle>
          <a:p>
            <a:pPr>
              <a:defRPr/>
            </a:pPr>
            <a:endParaRPr lang="en-US"/>
          </a:p>
        </p:txBody>
      </p:sp>
      <p:sp>
        <p:nvSpPr>
          <p:cNvPr id="56325" name="Rectangle 5">
            <a:extLst>
              <a:ext uri="{FF2B5EF4-FFF2-40B4-BE49-F238E27FC236}">
                <a16:creationId xmlns:a16="http://schemas.microsoft.com/office/drawing/2014/main" id="{51A1DB38-68FA-4DDD-85FD-84BA7ADE2C07}"/>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2DA930E-B91D-4EBE-97AE-47EE09A4906A}" type="slidenum">
              <a:rPr lang="en-US" altLang="vi-VN"/>
              <a:pPr>
                <a:defRPr/>
              </a:pPr>
              <a:t>‹#›</a:t>
            </a:fld>
            <a:endParaRPr lang="en-US" altLang="vi-V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8C5133-B1D3-4161-8909-ADBC85C01BA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7A162CE2-9F45-414A-ACCA-6F2425150BD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4E676FCE-B4B2-46F6-829C-6FEDEDA9B491}" type="datetimeFigureOut">
              <a:rPr lang="en-US"/>
              <a:pPr>
                <a:defRPr/>
              </a:pPr>
              <a:t>11/29/2025</a:t>
            </a:fld>
            <a:endParaRPr lang="en-US"/>
          </a:p>
        </p:txBody>
      </p:sp>
      <p:sp>
        <p:nvSpPr>
          <p:cNvPr id="4" name="Slide Image Placeholder 3">
            <a:extLst>
              <a:ext uri="{FF2B5EF4-FFF2-40B4-BE49-F238E27FC236}">
                <a16:creationId xmlns:a16="http://schemas.microsoft.com/office/drawing/2014/main" id="{36E952A6-B07A-482D-8225-C8C8DD8BF60E}"/>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4F549C2D-31F6-4030-AE28-CAF666F5463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 noProof="0"/>
              <a:t>Click to edit Master text styles</a:t>
            </a:r>
          </a:p>
          <a:p>
            <a:pPr lvl="1"/>
            <a:r>
              <a:rPr lang="en" noProof="0"/>
              <a:t>Second level</a:t>
            </a:r>
          </a:p>
          <a:p>
            <a:pPr lvl="2"/>
            <a:r>
              <a:rPr lang="en" noProof="0"/>
              <a:t>Third level</a:t>
            </a:r>
          </a:p>
          <a:p>
            <a:pPr lvl="3"/>
            <a:r>
              <a:rPr lang="en" noProof="0"/>
              <a:t>Fourth level</a:t>
            </a:r>
          </a:p>
          <a:p>
            <a:pPr lvl="4"/>
            <a:r>
              <a:rPr lang="en" noProof="0"/>
              <a:t>Fifth level</a:t>
            </a:r>
          </a:p>
        </p:txBody>
      </p:sp>
      <p:sp>
        <p:nvSpPr>
          <p:cNvPr id="6" name="Footer Placeholder 5">
            <a:extLst>
              <a:ext uri="{FF2B5EF4-FFF2-40B4-BE49-F238E27FC236}">
                <a16:creationId xmlns:a16="http://schemas.microsoft.com/office/drawing/2014/main" id="{5660B162-01AE-4DC0-A867-AC6CB9492D4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88E2C3FD-37D0-4023-9ECA-BA70B3E1383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1C84B2E-CD01-4231-A65F-68AEE333339C}" type="slidenum">
              <a:rPr lang="en-US" altLang="vi-VN"/>
              <a:pPr>
                <a:defRPr/>
              </a:pPr>
              <a:t>‹#›</a:t>
            </a:fld>
            <a:endParaRPr lang="en-US" altLang="vi-V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1C84B2E-CD01-4231-A65F-68AEE333339C}" type="slidenum">
              <a:rPr lang="en-US" altLang="vi-VN" smtClean="0"/>
              <a:pPr>
                <a:defRPr/>
              </a:pPr>
              <a:t>1</a:t>
            </a:fld>
            <a:endParaRPr lang="en-US" altLang="vi-VN"/>
          </a:p>
        </p:txBody>
      </p:sp>
    </p:spTree>
    <p:extLst>
      <p:ext uri="{BB962C8B-B14F-4D97-AF65-F5344CB8AC3E}">
        <p14:creationId xmlns:p14="http://schemas.microsoft.com/office/powerpoint/2010/main" val="408279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b="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1C84B2E-CD01-4231-A65F-68AEE333339C}" type="slidenum">
              <a:rPr lang="en-US" altLang="vi-VN" smtClean="0"/>
              <a:pPr>
                <a:defRPr/>
              </a:pPr>
              <a:t>2</a:t>
            </a:fld>
            <a:endParaRPr lang="en-US" altLang="vi-VN"/>
          </a:p>
        </p:txBody>
      </p:sp>
    </p:spTree>
    <p:extLst>
      <p:ext uri="{BB962C8B-B14F-4D97-AF65-F5344CB8AC3E}">
        <p14:creationId xmlns:p14="http://schemas.microsoft.com/office/powerpoint/2010/main" val="1010608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013AF-33E0-FEB5-CE31-6EB3F5DB9C0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F74C328-6569-8EEE-C2E7-702BE7703EE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186CEFC-05FF-43EB-DA62-997CE6F1FC1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172733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B7ABE-D251-1191-FF50-DC26132CA94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FC6582D-AA18-02ED-4380-F5A4AE5DB1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7FCA818-A1EB-4BFA-1A37-0302705662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Bằng cách vẽ biểu đồ chuỗi thời gian của tỷ lệ cúm, chúng ta có thể thấy tính thời vụ của tỷ lệ cúm ở Paris.</a:t>
            </a:r>
          </a:p>
        </p:txBody>
      </p:sp>
    </p:spTree>
    <p:extLst>
      <p:ext uri="{BB962C8B-B14F-4D97-AF65-F5344CB8AC3E}">
        <p14:creationId xmlns:p14="http://schemas.microsoft.com/office/powerpoint/2010/main" val="1473396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8EDF6-2CC4-15F1-188F-178B4971DB8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8871E77-F8DC-7426-CC15-338E70C7A6A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D0245BD-3F95-DAA0-0BA9-948E7112814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913730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92D35-1EBA-06BB-53C0-20D43AC4D57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EE3FA8E-6628-7C3E-1048-98FF1F1AD0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1335625-FF87-35C7-D453-11F2DD5B046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418652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7AFEE-0756-B235-8384-BCB9A862075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B92BD4F-A590-A804-0046-81D799A407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A48B2FA-1106-5003-53F3-6916DF7573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ES" sz="1200" kern="1200">
                <a:solidFill>
                  <a:schemeClr val="tx1"/>
                </a:solidFill>
                <a:effectLst/>
                <a:latin typeface="+mn-lt"/>
                <a:ea typeface="+mn-ea"/>
                <a:cs typeface="+mn-cs"/>
              </a:rPr>
              <a:t>Tỷ lệ cúm (điểm) được so sánh với dự đoán SARIMA của chúng tôi (đường chấm).</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ES" sz="1200" kern="1200">
                <a:solidFill>
                  <a:schemeClr val="tx1"/>
                </a:solidFill>
                <a:effectLst/>
                <a:latin typeface="+mn-lt"/>
                <a:ea typeface="+mn-ea"/>
                <a:cs typeface="+mn-cs"/>
              </a:rPr>
              <a:t>Các dự đoán của mô hình đơn giản này có thể hỗ trợ việc lập kế hoạch y tế công cộng.</a:t>
            </a:r>
            <a:endParaRPr lang="en-US" sz="1200" kern="120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705806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852F2-96A4-7384-0AD2-6514C839319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EEC2E84-63C8-9530-1AC6-9384A7F394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DF05080-F9AC-99F1-5740-1ECEEA71E96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928712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5E3FF-A53C-3710-47FB-BD2A810E2F9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BE3D52F-D9D3-61EA-3148-0BFF2A8955B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97BB947-5153-FD89-0E97-A36C50F47C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881882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7B76B-D3D3-0F5F-A433-DCAFADA04F8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4DF8251-5CBA-E7AB-E7E5-DAA64BF3BEC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6B69202-5C7B-12AE-25AA-7A8F34AD7B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Biểu đồ tỷ lệ cúm thực tế (điểm) so với dự đoán của mô hình hồi quy hài hòa động ARIMA + của chúng tôi (đường nét đứt).</a:t>
            </a:r>
          </a:p>
        </p:txBody>
      </p:sp>
    </p:spTree>
    <p:extLst>
      <p:ext uri="{BB962C8B-B14F-4D97-AF65-F5344CB8AC3E}">
        <p14:creationId xmlns:p14="http://schemas.microsoft.com/office/powerpoint/2010/main" val="2960613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95545-6B9F-1FE3-EEC6-3E871805BCB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9576A0D-26F2-D657-DD9C-F09C9421DA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FC56378-8F27-C55B-2DCB-1661CFFCF5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4441327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26578-EDA3-56E4-1F3A-CB904FBFF61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A0335A5-565F-F740-A8AB-6E8E25A0148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EBD59B4-5888-EFF6-430A-08F95F9E47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757747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8AC0C-0AA5-A85F-C372-5A7898AB83B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CAC245F-564D-5E8A-34F7-65916633952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D3B7946-DA70-EB59-BBF2-990A0C42AB8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137547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4A1E2-017A-E88D-89AD-770BD53B0E0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542BC1C-1EF1-6055-30BC-A36F10CED83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288EFB2-C1A2-02EF-CC64-A5401EEFB0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0651981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AFC87-C51A-F948-C05D-F4D1029CD8F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1CC57A3-15B7-394D-4986-40153D88C5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D48557C-000F-DC78-63CB-1B10E30993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323356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EDD70-C840-8E98-A6DA-46C4CC90E7F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B5C44AA-E37A-F5FE-7F16-896C4B4DF6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198CD52-78B7-3E55-273C-64C87E9369B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7994776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A3744-2B3C-BE80-1F39-D2C8C7BC54F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DF814F2-8EF9-ECCC-D738-D10EDC3536C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2C9DAEB-D621-C79E-D4C6-5C120A348C1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5405339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4B513-3CF0-4EBD-EAA4-F90BC756BC1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1DBAE7B-3A86-A5F3-E607-AA9AD315740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1E8BF91-5A21-4562-C3CA-08BE3000930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3808084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67270-34E6-D4FC-F7B9-35E110F7C1F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3E3A37D-4F27-4EB7-50F5-3B65C0938DF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012E54A-59FF-A543-2608-D95D881396F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2950157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A2781-E053-52D1-D62E-5996B573AFE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861CB0B-6E95-4B32-67B1-0B091BD4CE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C0A088D-D345-C81A-53A0-543260241D3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2556798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8EDA7-E39B-A5F6-DFFD-F72D0B898F4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0D2051D-2142-D363-F2D8-19879E7CC90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463948B-86F3-CC28-1B0E-8D536F614D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825047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5B20A-7A1F-371F-AC34-0BC06FD67F1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5BCC9BE-6352-8DD3-032E-1AEE68693DB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C5350CA-7CD5-0093-7FDF-C43C38019A7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8713331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FAE47-7E08-8024-84EC-45BEC574ED9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2B8CA78-ACC7-16CC-A6FE-A73F8EFCBE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3B229BB-92A0-E0C7-57DC-62A5070E87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6693028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D00A3-AC68-EEAA-4620-C97C0B8FA1B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9BFA3B5-C1F3-69E4-A979-85C69B1688C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E3DAF24-73BD-6F3B-7CCD-852F9291F1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3552343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6737E-912C-7829-6AB7-78154489121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D07A7D1-E431-6AE2-F4E7-7C162B4510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A0BC8D0-3E24-875F-DC59-39E69710C4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3799667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63961-E455-366F-46E5-1DE1CA65AE4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3DF52B8-01FA-6C3E-63DF-F1A2CBE8B5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140516E-6D50-9255-3511-226097A6CB1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988282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97AB7-C543-1622-A30D-7B1A9B4771D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99A8452-F4DF-5C5B-1DD1-EF167B181D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3DADE40-5105-BAFA-BFFA-73F28D7C7CC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9667260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683D5-71D0-4B4F-F0DA-0031003C1C7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99547FF-09F2-CCA2-D1E8-CDDE68217B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DB281E7-9FE5-2D54-4741-3F6500928E3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9876776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6FABF-B1BD-7206-DCFC-72F6B8BBDC3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B2BB1A6-EC30-9BFC-3E10-A60DCCBEC89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70E12E3-44C1-77DE-F695-511C4179A5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2240347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17A90-3606-D98C-29FD-674D999F143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A8180F0-4D4F-175F-9E2F-6AC0279A0B2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B7A1DA4-A03D-45F3-4F81-14D934D48D1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14096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DB3F0-3352-636E-CCBE-427E5A88CAA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9F8CDDF-1A58-0759-6942-E17C4C0F71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7A76706-3E07-FED1-4D82-991D8617D2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0026071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590EB-082D-2406-26A6-36EFE9F7A85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33687CE-C1DE-0583-866C-FC29C995D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908BF76-E160-C74C-C1AB-20E619B1C0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0139286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69E34-8D6D-4746-2155-BC861685565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7784680-F843-4F93-E83E-69A371FF2C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1BD570B-593A-FCB5-6BD7-72CF6E70CB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2745956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5CD97-9737-9F41-2801-C98D406E861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67C129C-3DF1-9FD6-161D-D3B04AEAD75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9FF3462-CF76-D63E-1338-8987B037767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5365725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F2F7A-2F80-794C-AC5C-2D7C472CB5A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3E94280-13D7-7191-E943-BD16ABA12E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ACC6367-32EC-CB12-C838-9ECA0CB964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2239333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99375-50B5-E04E-88AE-BBF26B1870C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5C42F12-6DE8-99DD-DE36-9FFB9CA9D1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B2E53B6-7D8D-0665-063A-2DCA9FEF6EE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5176803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F2829-5AB8-8DF6-3795-ABF58BA6C2A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F660910-FA5D-1DE1-BBD7-1196CEBB099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82E7102-D55C-70A8-F5A2-55B5BED10F2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0530841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59210-F45F-3751-84D7-C62E856AF05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BB20A8C-DCA4-C734-2B17-3B31C082A7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49F8A90-82E1-8803-6CBD-1D32162FDC5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4408478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FB04A-2F3D-C1F5-2ED7-A4F54AA30A6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D351503-1A09-9A7A-BA74-48E1CBB0859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A313AAA-C4A1-F7D2-8247-34E8DE8D63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0038852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rang bìa">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F1C9AE8D-2638-44D9-A41A-6AB555737DC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060495" y="2078018"/>
            <a:ext cx="5732807" cy="2181139"/>
          </a:xfrm>
        </p:spPr>
        <p:txBody>
          <a:bodyPr anchor="b">
            <a:normAutofit/>
          </a:bodyPr>
          <a:lstStyle>
            <a:lvl1pPr algn="l">
              <a:lnSpc>
                <a:spcPct val="100000"/>
              </a:lnSpc>
              <a:defRPr sz="3300" b="1">
                <a:solidFill>
                  <a:schemeClr val="bg1"/>
                </a:solidFill>
                <a:latin typeface="Arial" panose="020B0604020202090204" pitchFamily="34" charset="0"/>
                <a:cs typeface="Arial" panose="020B060402020209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060496" y="4535992"/>
            <a:ext cx="3830682" cy="1278213"/>
          </a:xfrm>
        </p:spPr>
        <p:txBody>
          <a:bodyPr>
            <a:normAutofit/>
          </a:bodyPr>
          <a:lstStyle>
            <a:lvl1pPr marL="0" indent="0" algn="l">
              <a:buNone/>
              <a:defRPr sz="1200">
                <a:solidFill>
                  <a:srgbClr val="F9E3E6"/>
                </a:solidFill>
                <a:latin typeface="Arial" panose="020B0604020202090204" pitchFamily="34" charset="0"/>
                <a:cs typeface="Arial" panose="020B060402020209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2" name="Text Placeholder 11"/>
          <p:cNvSpPr>
            <a:spLocks noGrp="1"/>
          </p:cNvSpPr>
          <p:nvPr>
            <p:ph type="body" sz="quarter" idx="10"/>
          </p:nvPr>
        </p:nvSpPr>
        <p:spPr>
          <a:xfrm>
            <a:off x="1060847" y="1569800"/>
            <a:ext cx="5732859" cy="431800"/>
          </a:xfrm>
        </p:spPr>
        <p:txBody>
          <a:bodyPr anchor="ctr">
            <a:normAutofit/>
          </a:bodyPr>
          <a:lstStyle>
            <a:lvl1pPr marL="0" indent="0">
              <a:buNone/>
              <a:defRPr sz="1350" b="1">
                <a:solidFill>
                  <a:schemeClr val="bg1"/>
                </a:solidFill>
                <a:latin typeface="Arial" panose="020B0604020202090204" pitchFamily="34" charset="0"/>
                <a:cs typeface="Arial" panose="020B0604020202090204" pitchFamily="34" charset="0"/>
              </a:defRPr>
            </a:lvl1pPr>
          </a:lstStyle>
          <a:p>
            <a:pPr lvl="0"/>
            <a:r>
              <a:rPr lang="en-US"/>
              <a:t>Edit Master text styles</a:t>
            </a:r>
          </a:p>
        </p:txBody>
      </p:sp>
    </p:spTree>
    <p:extLst>
      <p:ext uri="{BB962C8B-B14F-4D97-AF65-F5344CB8AC3E}">
        <p14:creationId xmlns:p14="http://schemas.microsoft.com/office/powerpoint/2010/main" val="752613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rang nội dung">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54B3C802-7423-4A1F-BD0B-137F23A6603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3425" y="455613"/>
            <a:ext cx="384175"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220589" y="365126"/>
            <a:ext cx="7294762" cy="747683"/>
          </a:xfrm>
        </p:spPr>
        <p:txBody>
          <a:bodyPr>
            <a:normAutofit/>
          </a:bodyPr>
          <a:lstStyle>
            <a:lvl1pPr>
              <a:defRPr sz="2400" b="1">
                <a:solidFill>
                  <a:srgbClr val="CF2941"/>
                </a:solidFill>
                <a:latin typeface="Arial" panose="020B0604020202090204" pitchFamily="34" charset="0"/>
                <a:cs typeface="Arial" panose="020B0604020202090204" pitchFamily="34" charset="0"/>
              </a:defRPr>
            </a:lvl1pPr>
          </a:lstStyle>
          <a:p>
            <a:r>
              <a:rPr lang="en-US"/>
              <a:t>Click to edit Master title style</a:t>
            </a:r>
          </a:p>
        </p:txBody>
      </p:sp>
      <p:sp>
        <p:nvSpPr>
          <p:cNvPr id="12" name="Content Placeholder 11"/>
          <p:cNvSpPr>
            <a:spLocks noGrp="1"/>
          </p:cNvSpPr>
          <p:nvPr>
            <p:ph sz="quarter" idx="10"/>
          </p:nvPr>
        </p:nvSpPr>
        <p:spPr>
          <a:xfrm>
            <a:off x="659920" y="1285875"/>
            <a:ext cx="7855430" cy="4692650"/>
          </a:xfrm>
        </p:spPr>
        <p:txBody>
          <a:bodyPr>
            <a:normAutofit/>
          </a:bodyPr>
          <a:lstStyle>
            <a:lvl1pPr>
              <a:lnSpc>
                <a:spcPct val="120000"/>
              </a:lnSpc>
              <a:spcBef>
                <a:spcPts val="0"/>
              </a:spcBef>
              <a:defRPr sz="1500">
                <a:latin typeface="Arial" panose="020B0604020202090204" pitchFamily="34" charset="0"/>
                <a:cs typeface="Arial" panose="020B0604020202090204" pitchFamily="34" charset="0"/>
              </a:defRPr>
            </a:lvl1pPr>
          </a:lstStyle>
          <a:p>
            <a:pPr lvl="0"/>
            <a:r>
              <a:rPr lang="en-US"/>
              <a:t>Edit Master text styles</a:t>
            </a:r>
          </a:p>
        </p:txBody>
      </p:sp>
    </p:spTree>
    <p:extLst>
      <p:ext uri="{BB962C8B-B14F-4D97-AF65-F5344CB8AC3E}">
        <p14:creationId xmlns:p14="http://schemas.microsoft.com/office/powerpoint/2010/main" val="1170217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C7531975-1476-46CA-A0D7-F6D360A54CA6}"/>
              </a:ext>
            </a:extLst>
          </p:cNvPr>
          <p:cNvSpPr txBox="1">
            <a:spLocks noChangeArrowheads="1"/>
          </p:cNvSpPr>
          <p:nvPr userDrawn="1"/>
        </p:nvSpPr>
        <p:spPr bwMode="auto">
          <a:xfrm>
            <a:off x="8305800" y="6324600"/>
            <a:ext cx="457200" cy="381000"/>
          </a:xfrm>
          <a:prstGeom prst="rect">
            <a:avLst/>
          </a:prstGeom>
          <a:noFill/>
          <a:ln w="9525">
            <a:no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fld id="{A7A78D7E-716A-4B23-A617-CEDC2BF7E50B}" type="slidenum">
              <a:rPr lang="en-US" altLang="vi-VN" smtClean="0">
                <a:solidFill>
                  <a:schemeClr val="bg1"/>
                </a:solidFill>
                <a:latin typeface="Corbel" panose="020B0503020204020204" pitchFamily="34" charset="0"/>
              </a:rPr>
              <a:pPr algn="ctr" eaLnBrk="1" hangingPunct="1">
                <a:defRPr/>
              </a:pPr>
              <a:t>‹#›</a:t>
            </a:fld>
            <a:endParaRPr lang="en-US" altLang="vi-VN">
              <a:solidFill>
                <a:schemeClr val="bg1"/>
              </a:solidFill>
              <a:latin typeface="Corbel" panose="020B0503020204020204" pitchFamily="34" charset="0"/>
            </a:endParaRPr>
          </a:p>
        </p:txBody>
      </p:sp>
      <p:sp>
        <p:nvSpPr>
          <p:cNvPr id="5" name="Text Box 18">
            <a:extLst>
              <a:ext uri="{FF2B5EF4-FFF2-40B4-BE49-F238E27FC236}">
                <a16:creationId xmlns:a16="http://schemas.microsoft.com/office/drawing/2014/main" id="{5579B3D1-716B-4603-8D54-99E812286E60}"/>
              </a:ext>
            </a:extLst>
          </p:cNvPr>
          <p:cNvSpPr txBox="1">
            <a:spLocks noChangeArrowheads="1"/>
          </p:cNvSpPr>
          <p:nvPr userDrawn="1"/>
        </p:nvSpPr>
        <p:spPr bwMode="auto">
          <a:xfrm>
            <a:off x="5562600" y="6324600"/>
            <a:ext cx="2819400" cy="366713"/>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defRPr/>
            </a:pPr>
            <a:endParaRPr lang="en-US"/>
          </a:p>
        </p:txBody>
      </p:sp>
      <p:sp>
        <p:nvSpPr>
          <p:cNvPr id="3" name="Content Placeholder 2"/>
          <p:cNvSpPr>
            <a:spLocks noGrp="1"/>
          </p:cNvSpPr>
          <p:nvPr>
            <p:ph idx="1"/>
          </p:nvPr>
        </p:nvSpPr>
        <p:spPr>
          <a:xfrm>
            <a:off x="457200" y="1524000"/>
            <a:ext cx="8229600" cy="4800600"/>
          </a:xfrm>
        </p:spPr>
        <p:txBody>
          <a:bodyPr/>
          <a:lstStyle>
            <a:lvl1pPr>
              <a:defRPr b="0">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endParaRPr lang="vi-VN"/>
          </a:p>
        </p:txBody>
      </p:sp>
      <p:sp>
        <p:nvSpPr>
          <p:cNvPr id="6" name="Date Placeholder 3">
            <a:extLst>
              <a:ext uri="{FF2B5EF4-FFF2-40B4-BE49-F238E27FC236}">
                <a16:creationId xmlns:a16="http://schemas.microsoft.com/office/drawing/2014/main" id="{21C2D723-900F-44AC-AD35-DD16A620BD26}"/>
              </a:ext>
            </a:extLst>
          </p:cNvPr>
          <p:cNvSpPr>
            <a:spLocks noGrp="1"/>
          </p:cNvSpPr>
          <p:nvPr>
            <p:ph type="dt" sz="half" idx="10"/>
          </p:nvPr>
        </p:nvSpPr>
        <p:spPr>
          <a:xfrm>
            <a:off x="0" y="0"/>
            <a:ext cx="0" cy="0"/>
          </a:xfrm>
        </p:spPr>
        <p:txBody>
          <a:bodyPr/>
          <a:lstStyle>
            <a:lvl1pPr eaLnBrk="1" fontAlgn="auto" hangingPunct="1">
              <a:spcBef>
                <a:spcPts val="0"/>
              </a:spcBef>
              <a:spcAft>
                <a:spcPts val="0"/>
              </a:spcAft>
              <a:defRPr>
                <a:latin typeface="+mn-lt"/>
              </a:defRPr>
            </a:lvl1pPr>
          </a:lstStyle>
          <a:p>
            <a:pPr>
              <a:defRPr/>
            </a:pPr>
            <a:endParaRPr lang="en-US"/>
          </a:p>
        </p:txBody>
      </p:sp>
    </p:spTree>
    <p:extLst>
      <p:ext uri="{BB962C8B-B14F-4D97-AF65-F5344CB8AC3E}">
        <p14:creationId xmlns:p14="http://schemas.microsoft.com/office/powerpoint/2010/main" val="366417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FBA1F89-E299-4B1D-BB7A-60A8A0039099}"/>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F4FB0403-2387-45B2-80DC-D656960D82D1}"/>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10C5E3F6-8AEA-4737-9BC3-097CFC93B04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58D7BF53-DA4D-49B2-A41D-A59F9E62EE48}"/>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1C6C8E5-8661-4805-99AA-2F7920504AED}"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75C9FE92-E6E4-401B-8862-E4C3A20F983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7106E2ED-AD73-43BF-8945-297E8C72EED1}"/>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EC1B67C-906F-4054-9F8E-B864D8B1C543}" type="slidenum">
              <a:rPr lang="en-US" altLang="vi-VN"/>
              <a:pPr>
                <a:defRPr/>
              </a:pPr>
              <a:t>‹#›</a:t>
            </a:fld>
            <a:endParaRPr lang="en-US" altLang="vi-VN"/>
          </a:p>
        </p:txBody>
      </p:sp>
    </p:spTree>
    <p:extLst>
      <p:ext uri="{BB962C8B-B14F-4D97-AF65-F5344CB8AC3E}">
        <p14:creationId xmlns:p14="http://schemas.microsoft.com/office/powerpoint/2010/main" val="779308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FAF032-90B2-4B8E-9ACD-DDA273CA24C1}"/>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906C4709-E8D5-427E-BF3A-1E643D3B6037}"/>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657772F-81DA-46BC-B666-D417A4F95A2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07F0F47-345E-453A-B4C5-FD215F86959C}"/>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6C32B8EC-82E6-47E2-A74E-2F5B09F0B4EB}"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FD316BA4-8F67-4644-BDF7-69BE1D03FDBD}"/>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04EAC6E0-B658-45F7-8FDB-6613C3F1CE1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4F5E71D-EFB4-41ED-90D2-35ACED0C11EB}" type="slidenum">
              <a:rPr lang="en-US" altLang="vi-VN"/>
              <a:pPr>
                <a:defRPr/>
              </a:pPr>
              <a:t>‹#›</a:t>
            </a:fld>
            <a:endParaRPr lang="en-US" altLang="vi-VN"/>
          </a:p>
        </p:txBody>
      </p:sp>
    </p:spTree>
    <p:extLst>
      <p:ext uri="{BB962C8B-B14F-4D97-AF65-F5344CB8AC3E}">
        <p14:creationId xmlns:p14="http://schemas.microsoft.com/office/powerpoint/2010/main" val="2475914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75BEFD-7CD3-44FD-84E2-FA3960F9BAC7}"/>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D1069F7F-4E9F-4D91-AACA-9D6664EFA1F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27A70FC1-9CC1-44A8-BA33-D54531265B6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BAD04ED-BCC5-4FB7-9E25-D8EE09833A7C}"/>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B946182-61C8-4AFB-AC8B-6D1BC44F2BD6}"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9E4D792D-E7DE-45F6-9831-0C8E7E2069B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419A06E2-1CAC-4358-A3E2-4DD9E70B838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E8D656AC-B607-4727-BA23-CA3D8E9EC72A}" type="slidenum">
              <a:rPr lang="en-US" altLang="vi-VN"/>
              <a:pPr>
                <a:defRPr/>
              </a:pPr>
              <a:t>‹#›</a:t>
            </a:fld>
            <a:endParaRPr lang="en-US" altLang="vi-VN"/>
          </a:p>
        </p:txBody>
      </p:sp>
    </p:spTree>
    <p:extLst>
      <p:ext uri="{BB962C8B-B14F-4D97-AF65-F5344CB8AC3E}">
        <p14:creationId xmlns:p14="http://schemas.microsoft.com/office/powerpoint/2010/main" val="1358361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E7D9A56-5387-4CA7-A86F-0C323E11B33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02932FDC-3591-4688-B334-3E3A2E5F12B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B2AB2B1-3206-4046-89D7-E397352180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63C5D5F8-85B9-4D6F-8C99-E14E44E5975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DFE6F9F-DC30-44B2-84B6-95AE16A0C81A}"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7FD26208-5C0C-4155-B085-BA82177BAEF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6E4EA8E2-9291-4CC1-8716-AF4DAFD17D14}"/>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24268B3F-CEFD-4AD9-A174-031E68694F66}" type="slidenum">
              <a:rPr lang="en-US" altLang="vi-VN"/>
              <a:pPr>
                <a:defRPr/>
              </a:pPr>
              <a:t>‹#›</a:t>
            </a:fld>
            <a:endParaRPr lang="en-US" altLang="vi-VN"/>
          </a:p>
        </p:txBody>
      </p:sp>
    </p:spTree>
    <p:extLst>
      <p:ext uri="{BB962C8B-B14F-4D97-AF65-F5344CB8AC3E}">
        <p14:creationId xmlns:p14="http://schemas.microsoft.com/office/powerpoint/2010/main" val="819259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D0565B-280D-4031-AF93-6C981E355A5A}"/>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7580B2EC-2016-4996-A0F7-6ADEA3F96324}"/>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497D2569-10A5-4C9C-9880-1C10F028AF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2A765E8-769C-44FB-B4F6-04CB1240AF58}"/>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DB9A50C9-E674-46A5-912B-3A9C7DCBE90D}"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57A4D466-B12E-4935-99B7-B637468E748B}"/>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5B7E83A5-3050-4D3F-9E15-6BB950A93A6A}"/>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E0D003E0-2DD2-48A3-AD0D-BCAC5D3333FD}" type="slidenum">
              <a:rPr lang="en-US" altLang="vi-VN"/>
              <a:pPr>
                <a:defRPr/>
              </a:pPr>
              <a:t>‹#›</a:t>
            </a:fld>
            <a:endParaRPr lang="en-US" altLang="vi-VN"/>
          </a:p>
        </p:txBody>
      </p:sp>
    </p:spTree>
    <p:extLst>
      <p:ext uri="{BB962C8B-B14F-4D97-AF65-F5344CB8AC3E}">
        <p14:creationId xmlns:p14="http://schemas.microsoft.com/office/powerpoint/2010/main" val="2610748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D169F8-9A82-4FC8-9A1A-3CB1A248775D}"/>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EDECC5E3-7B3D-4114-8750-670D1191E2C6}"/>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D9E6FA6F-8A53-4A3F-89E7-1F4055F493E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1F123A92-A68C-44EB-B368-64998F6E7914}"/>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60B01A7-AE41-4611-B796-230FE9AED7F3}"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B384BF3E-063C-4705-9F60-68035C37739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E4A7BCAC-F442-4F34-818B-3C4F07F1578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50E115F8-3F6B-4E9B-AC3A-6183C1DF0966}" type="slidenum">
              <a:rPr lang="en-US" altLang="vi-VN"/>
              <a:pPr>
                <a:defRPr/>
              </a:pPr>
              <a:t>‹#›</a:t>
            </a:fld>
            <a:endParaRPr lang="en-US" altLang="vi-VN"/>
          </a:p>
        </p:txBody>
      </p:sp>
    </p:spTree>
    <p:extLst>
      <p:ext uri="{BB962C8B-B14F-4D97-AF65-F5344CB8AC3E}">
        <p14:creationId xmlns:p14="http://schemas.microsoft.com/office/powerpoint/2010/main" val="411775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2D11E-766A-46AD-9755-50C64E35D1E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392C1444-9F34-40C9-8B11-AD3E6D3F55F1}"/>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7B0A6DA7-CC92-4E40-AB68-02A4DAB0CB5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325A412-E800-4776-876A-16172D63C2F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4A84A57-FC9C-4062-99DB-2409A0289843}"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28FF0F9F-865B-413E-AB26-26D2043B0632}"/>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EBD610D4-9C54-49A5-A9AA-B43D5712AE3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F0FCFC5-63BF-4C03-AD30-1FBA13972EB1}" type="slidenum">
              <a:rPr lang="en-US" altLang="vi-VN"/>
              <a:pPr>
                <a:defRPr/>
              </a:pPr>
              <a:t>‹#›</a:t>
            </a:fld>
            <a:endParaRPr lang="en-US" altLang="vi-VN"/>
          </a:p>
        </p:txBody>
      </p:sp>
    </p:spTree>
    <p:extLst>
      <p:ext uri="{BB962C8B-B14F-4D97-AF65-F5344CB8AC3E}">
        <p14:creationId xmlns:p14="http://schemas.microsoft.com/office/powerpoint/2010/main" val="2401091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7E580A-B2B1-4BAD-97FE-E1DBBAB65A0F}"/>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FBA5F9B4-6DC8-495C-9570-A418D99D8DD9}"/>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AC7B323-31B4-49CE-B05E-D28C4DC4B33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01B5917-E5E6-43B6-B5EC-4EEC059DB4E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28E7A1A4-B1D6-4288-B79D-8848D5313B81}"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01F1DC93-09E7-4A5D-9F5B-499349846F36}"/>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6C5BA19-E34C-4F20-BA02-940779B7B6EC}"/>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A3D8925D-920C-4E38-B8EB-58A42D14F104}" type="slidenum">
              <a:rPr lang="en-US" altLang="vi-VN"/>
              <a:pPr>
                <a:defRPr/>
              </a:pPr>
              <a:t>‹#›</a:t>
            </a:fld>
            <a:endParaRPr lang="en-US" altLang="vi-VN"/>
          </a:p>
        </p:txBody>
      </p:sp>
    </p:spTree>
    <p:extLst>
      <p:ext uri="{BB962C8B-B14F-4D97-AF65-F5344CB8AC3E}">
        <p14:creationId xmlns:p14="http://schemas.microsoft.com/office/powerpoint/2010/main" val="1208267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97097AA-337A-483E-935C-82C70A1F952B}"/>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85AEBDE-FD2A-4B13-A6A9-ACCAFD920A53}"/>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021FC847-46A6-4FE4-8AF8-C086260F59A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2C48EABF-C205-41CD-91FA-873B5D63AD9D}"/>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14CE82E1-64DF-42CB-BEDD-AACBA67A4420}"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2F695D52-7B99-462B-A3E1-92290BEAEF40}"/>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5841650B-B511-4CBB-B463-A71B79432DD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CC2123C6-52BA-45DF-97B7-3F81DD9A3ECE}" type="slidenum">
              <a:rPr lang="en-US" altLang="vi-VN"/>
              <a:pPr>
                <a:defRPr/>
              </a:pPr>
              <a:t>‹#›</a:t>
            </a:fld>
            <a:endParaRPr lang="en-US" altLang="vi-VN"/>
          </a:p>
        </p:txBody>
      </p:sp>
    </p:spTree>
    <p:extLst>
      <p:ext uri="{BB962C8B-B14F-4D97-AF65-F5344CB8AC3E}">
        <p14:creationId xmlns:p14="http://schemas.microsoft.com/office/powerpoint/2010/main" val="2086788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5E0483-A792-4045-8864-41463734F395}"/>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79038D5-0CCB-4EDF-83E8-3D8C27244E96}"/>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EBFFFDB-BD6C-41F9-A8CE-2A529FB7BEB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5B9F4AB-A506-416E-B422-C16F7056F09E}"/>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7BF12630-CBF9-4D21-8ACC-C4A683052FB3}"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DE26882A-32B8-4114-A8B4-3AFAFB2DEFB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64E2B516-B639-44D7-B5B8-4018461BB618}"/>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7C2FF69C-060C-4204-AA34-532950E70272}" type="slidenum">
              <a:rPr lang="en-US" altLang="vi-VN"/>
              <a:pPr>
                <a:defRPr/>
              </a:pPr>
              <a:t>‹#›</a:t>
            </a:fld>
            <a:endParaRPr lang="en-US" altLang="vi-VN"/>
          </a:p>
        </p:txBody>
      </p:sp>
    </p:spTree>
    <p:extLst>
      <p:ext uri="{BB962C8B-B14F-4D97-AF65-F5344CB8AC3E}">
        <p14:creationId xmlns:p14="http://schemas.microsoft.com/office/powerpoint/2010/main" val="2298506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3806BD-CB89-4F90-A178-026A4FF8200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CD5BD9E0-DD1D-4C67-885A-F63AFAC806B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5ECCFFBC-391D-48D3-8D2F-AE86EAB232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266F053-D4CF-45E3-AB0C-F857D395C6A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E2603BB-6633-4A30-AEA4-55053CCAA452}"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DDDD5B70-5FED-4037-B2FD-CC1DD5CDF393}"/>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D4A7811-E123-46D3-8001-368C2915F7FF}"/>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6F35A6E-579E-4754-8433-8E0CA9545382}" type="slidenum">
              <a:rPr lang="en-US" altLang="vi-VN"/>
              <a:pPr>
                <a:defRPr/>
              </a:pPr>
              <a:t>‹#›</a:t>
            </a:fld>
            <a:endParaRPr lang="en-US" altLang="vi-VN"/>
          </a:p>
        </p:txBody>
      </p:sp>
    </p:spTree>
    <p:extLst>
      <p:ext uri="{BB962C8B-B14F-4D97-AF65-F5344CB8AC3E}">
        <p14:creationId xmlns:p14="http://schemas.microsoft.com/office/powerpoint/2010/main" val="3072807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E32DDC6-18C2-4C20-AA7A-EF7A2C79AB11}"/>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CF590FC-8F4F-46BA-A3B1-3804A3782525}"/>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AFBFEB91-3895-4ED2-94A4-302A745722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FCE8E6FC-62D9-425C-B2AD-40BFD193ED4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DFAFB6A-D74D-4B17-9EE7-AAD2D35942C7}"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D2CAE64E-04AE-4F36-A297-28C2562FCFB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3D1268C6-738E-4EA2-812D-68E9EB5D831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661264F9-6DCD-4656-ADEA-DC63670494D6}" type="slidenum">
              <a:rPr lang="en-US" altLang="vi-VN"/>
              <a:pPr>
                <a:defRPr/>
              </a:pPr>
              <a:t>‹#›</a:t>
            </a:fld>
            <a:endParaRPr lang="en-US" altLang="vi-VN"/>
          </a:p>
        </p:txBody>
      </p:sp>
    </p:spTree>
    <p:extLst>
      <p:ext uri="{BB962C8B-B14F-4D97-AF65-F5344CB8AC3E}">
        <p14:creationId xmlns:p14="http://schemas.microsoft.com/office/powerpoint/2010/main" val="36578522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EFBFD43-81E5-4003-A04E-3158F8BCAE10}"/>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C0358DB0-9F74-46AB-B557-1F00733C1F7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AD821A2F-4E79-4C98-A87F-1C5853359B7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0E9BB2A-BF45-43BE-B309-64F5A59F6AC0}"/>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33626FDE-F99E-438E-A715-6DBAB9DB5D35}"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49C9B3C0-E24C-4D1C-8CB6-E4D26BCE8C9C}"/>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ABB5B596-C1D5-4335-A312-AE43AD7E4434}"/>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53B18FC-0F7B-4898-BA4E-B8324D107C01}" type="slidenum">
              <a:rPr lang="en-US" altLang="vi-VN"/>
              <a:pPr>
                <a:defRPr/>
              </a:pPr>
              <a:t>‹#›</a:t>
            </a:fld>
            <a:endParaRPr lang="en-US" altLang="vi-VN"/>
          </a:p>
        </p:txBody>
      </p:sp>
    </p:spTree>
    <p:extLst>
      <p:ext uri="{BB962C8B-B14F-4D97-AF65-F5344CB8AC3E}">
        <p14:creationId xmlns:p14="http://schemas.microsoft.com/office/powerpoint/2010/main" val="158412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5DBE904-0096-4FA3-B654-A045C375BAD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26496644-0C9E-4953-8D62-EE37D147E333}"/>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CD004611-F84A-4D9D-B620-5F563EB6AA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89D5E299-2FBC-47DE-AAD3-3206A10F00C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EC6098F7-DDBA-41E4-97EC-C2CDF4D58FA8}"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98971909-C816-42E9-A593-9587A524E5E7}"/>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2E3B5EF1-AFD1-4246-9334-072899BAD7B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3DFCB6FA-4ACE-4F43-88FD-0DBEB43AEBC2}" type="slidenum">
              <a:rPr lang="en-US" altLang="vi-VN"/>
              <a:pPr>
                <a:defRPr/>
              </a:pPr>
              <a:t>‹#›</a:t>
            </a:fld>
            <a:endParaRPr lang="en-US" altLang="vi-VN"/>
          </a:p>
        </p:txBody>
      </p:sp>
    </p:spTree>
    <p:extLst>
      <p:ext uri="{BB962C8B-B14F-4D97-AF65-F5344CB8AC3E}">
        <p14:creationId xmlns:p14="http://schemas.microsoft.com/office/powerpoint/2010/main" val="4225701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94197CD-D473-4D30-8231-D3263AFBC56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FEEBDCA-0FED-4FE2-A647-996C8B2BC77E}"/>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460438B-94C4-41DE-AAB3-35F546166D2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D554F4B-7598-4FC3-B163-2D5A98A8891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9AAD9F3-1855-4FA8-ADC6-154B05C16C21}"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C824F11B-0064-48B1-913C-759270C5846E}"/>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0F93F799-BB59-4DE7-AAD5-BB58D91122E6}"/>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5209B9CD-4B15-4114-B848-E69213AE6228}" type="slidenum">
              <a:rPr lang="en-US" altLang="vi-VN"/>
              <a:pPr>
                <a:defRPr/>
              </a:pPr>
              <a:t>‹#›</a:t>
            </a:fld>
            <a:endParaRPr lang="en-US" altLang="vi-VN"/>
          </a:p>
        </p:txBody>
      </p:sp>
    </p:spTree>
    <p:extLst>
      <p:ext uri="{BB962C8B-B14F-4D97-AF65-F5344CB8AC3E}">
        <p14:creationId xmlns:p14="http://schemas.microsoft.com/office/powerpoint/2010/main" val="12838112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944DDE-B883-4EDE-AFAC-BA5ED6C522A3}"/>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3D9BF648-F089-4AC5-A606-DE1D413BEC20}"/>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31903521-DE98-46E6-A1AE-AA4D624811D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C191FAFE-840B-4F0B-BC16-78BFE530A2A9}"/>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B371D067-861B-4D46-9B97-43F9ABA4AE90}"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8E33FD78-31A9-48B2-ACE6-D4222642D220}"/>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4BE48B6-84DD-4DF1-A68E-E3F6A19D5F5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2EDCB40-A02C-4F1D-861C-A7FB852F50D8}" type="slidenum">
              <a:rPr lang="en-US" altLang="vi-VN"/>
              <a:pPr>
                <a:defRPr/>
              </a:pPr>
              <a:t>‹#›</a:t>
            </a:fld>
            <a:endParaRPr lang="en-US" altLang="vi-VN"/>
          </a:p>
        </p:txBody>
      </p:sp>
    </p:spTree>
    <p:extLst>
      <p:ext uri="{BB962C8B-B14F-4D97-AF65-F5344CB8AC3E}">
        <p14:creationId xmlns:p14="http://schemas.microsoft.com/office/powerpoint/2010/main" val="220592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7F1D13-6FE5-46BD-A832-06EF3CA0DD32}"/>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5BF4578F-4B51-40FB-A67F-EA768F07FF4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EC65DC6-8187-4087-853A-39DA50786F2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4E702C8-B6AA-4D8A-AD1C-84B87C2F7B5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0DBB05ED-92DC-4CDD-9C86-AC4378CB198E}"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3078BEDF-0F6F-44B8-91D8-934F19D4CEEC}"/>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2A5D93B-905D-46CD-B21F-C8DCE2504EB8}"/>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42E95E38-2CB4-4BB1-B5FC-15E3AB4DF361}" type="slidenum">
              <a:rPr lang="en-US" altLang="vi-VN"/>
              <a:pPr>
                <a:defRPr/>
              </a:pPr>
              <a:t>‹#›</a:t>
            </a:fld>
            <a:endParaRPr lang="en-US" altLang="vi-VN"/>
          </a:p>
        </p:txBody>
      </p:sp>
    </p:spTree>
    <p:extLst>
      <p:ext uri="{BB962C8B-B14F-4D97-AF65-F5344CB8AC3E}">
        <p14:creationId xmlns:p14="http://schemas.microsoft.com/office/powerpoint/2010/main" val="35941345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42AC1E-BD5A-4458-A301-0A546299D0E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8D785F6-6DAC-40AF-B5C3-D0AAAF46804B}"/>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C0CD954B-16ED-4151-A8BD-030522D25ED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B955C83-CC2A-4F9B-BADC-0DD72B3A0D0A}"/>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A3D1C37-917A-48F6-B80B-19F73F2F46BF}"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6E7096A4-2987-4C51-BAC3-6CE431EB17A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BD2D74C-241B-4BEA-9DC7-10006A0169C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AA36A90D-91C7-4180-8A5C-72EE2C0EB5BA}" type="slidenum">
              <a:rPr lang="en-US" altLang="vi-VN"/>
              <a:pPr>
                <a:defRPr/>
              </a:pPr>
              <a:t>‹#›</a:t>
            </a:fld>
            <a:endParaRPr lang="en-US" altLang="vi-VN"/>
          </a:p>
        </p:txBody>
      </p:sp>
    </p:spTree>
    <p:extLst>
      <p:ext uri="{BB962C8B-B14F-4D97-AF65-F5344CB8AC3E}">
        <p14:creationId xmlns:p14="http://schemas.microsoft.com/office/powerpoint/2010/main" val="28823484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F74DA8-4E70-4826-8215-146673FB24D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119C42FF-DB5D-4D93-865E-0EE761283B05}"/>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37717D83-BCFB-446B-81AC-AA1B646545D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D8255BDC-E3FB-4F77-93F6-EB036B47E03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DB0C0EF-89C2-44BF-83A8-F99C50B4D8FC}"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7F9FEFC2-E665-44B8-B36C-EFE498D8386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C88689AA-4273-4B45-9DA9-E66DDB74009B}"/>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709521B-32F6-43CF-9AD2-D05C32575577}" type="slidenum">
              <a:rPr lang="en-US" altLang="vi-VN"/>
              <a:pPr>
                <a:defRPr/>
              </a:pPr>
              <a:t>‹#›</a:t>
            </a:fld>
            <a:endParaRPr lang="en-US" altLang="vi-VN"/>
          </a:p>
        </p:txBody>
      </p:sp>
    </p:spTree>
    <p:extLst>
      <p:ext uri="{BB962C8B-B14F-4D97-AF65-F5344CB8AC3E}">
        <p14:creationId xmlns:p14="http://schemas.microsoft.com/office/powerpoint/2010/main" val="12275443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1AFCF1-B795-43D3-872B-C7E07A99DF7F}"/>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FF8D792-3E97-452A-9CEF-905EBF3DD28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440E8D81-43DB-4E2F-976A-A226466545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F4BC771B-15E6-4B53-90E7-1D8AFB643F1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224268A3-F6E8-42FF-A634-50A0F186C576}"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6E9F9C85-3DBD-4777-9A66-32F84BE67175}"/>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979CB39-C844-423B-A6ED-AF025CD7BD7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496DC31-492E-42C4-998F-FA4853586612}" type="slidenum">
              <a:rPr lang="en-US" altLang="vi-VN"/>
              <a:pPr>
                <a:defRPr/>
              </a:pPr>
              <a:t>‹#›</a:t>
            </a:fld>
            <a:endParaRPr lang="en-US" altLang="vi-VN"/>
          </a:p>
        </p:txBody>
      </p:sp>
    </p:spTree>
    <p:extLst>
      <p:ext uri="{BB962C8B-B14F-4D97-AF65-F5344CB8AC3E}">
        <p14:creationId xmlns:p14="http://schemas.microsoft.com/office/powerpoint/2010/main" val="27493609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1F4494-5EAE-4544-BF4F-C4B04779B5E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27D43672-E425-4DED-A1F3-C670ECA705A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761D9410-21D7-4E81-A510-71D8D5F83A9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DE25E23B-CD7D-4746-9592-7F545D2C82D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CC41BE0F-F3DB-4B21-824D-06624EFAF839}"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8EDB3F6E-7DD5-493C-BEBC-DF0DFD3D46FA}"/>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705057DB-759B-459B-8272-7898220D3E6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EEE310B-8E8E-426A-8255-73C45EB43C41}" type="slidenum">
              <a:rPr lang="en-US" altLang="vi-VN"/>
              <a:pPr>
                <a:defRPr/>
              </a:pPr>
              <a:t>‹#›</a:t>
            </a:fld>
            <a:endParaRPr lang="en-US" altLang="vi-VN"/>
          </a:p>
        </p:txBody>
      </p:sp>
    </p:spTree>
    <p:extLst>
      <p:ext uri="{BB962C8B-B14F-4D97-AF65-F5344CB8AC3E}">
        <p14:creationId xmlns:p14="http://schemas.microsoft.com/office/powerpoint/2010/main" val="41015122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E69A4A2-751E-48A8-AB77-3C75A548FAD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475CB137-907C-44B1-A27B-2A5AAAE55D98}"/>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551C9603-3F91-4122-B56F-AF9713EE67B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0795BC1A-6AD2-4E31-A0B2-7C99CEBE148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0322FA5-C25C-4690-A9AF-321A2A32C9A0}"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0CDF5E1D-8B9D-4089-BE2E-45FF49F62A1A}"/>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9FA3FE1E-18CD-4F63-9EA4-CD19FCBB0DA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0FE793C-A753-472A-9712-FF3C4AF54013}" type="slidenum">
              <a:rPr lang="en-US" altLang="vi-VN"/>
              <a:pPr>
                <a:defRPr/>
              </a:pPr>
              <a:t>‹#›</a:t>
            </a:fld>
            <a:endParaRPr lang="en-US" altLang="vi-VN"/>
          </a:p>
        </p:txBody>
      </p:sp>
    </p:spTree>
    <p:extLst>
      <p:ext uri="{BB962C8B-B14F-4D97-AF65-F5344CB8AC3E}">
        <p14:creationId xmlns:p14="http://schemas.microsoft.com/office/powerpoint/2010/main" val="1646066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3021B01-5852-46FC-9CEE-536DA9643EED}"/>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5AA05113-72A7-4465-B59C-7B18690B232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DB657C75-3BBB-4F7F-ADEE-7F0750F646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6766CE78-4C5D-4444-961A-510573A6530E}"/>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4D4CF33-30C4-4A25-AD9D-674363988958}" type="datetimeFigureOut">
              <a:rPr lang="en-US"/>
              <a:pPr>
                <a:defRPr/>
              </a:pPr>
              <a:t>11/29/2025</a:t>
            </a:fld>
            <a:endParaRPr lang="en-US" dirty="0"/>
          </a:p>
        </p:txBody>
      </p:sp>
      <p:sp>
        <p:nvSpPr>
          <p:cNvPr id="9" name="Footer Placeholder 4">
            <a:extLst>
              <a:ext uri="{FF2B5EF4-FFF2-40B4-BE49-F238E27FC236}">
                <a16:creationId xmlns:a16="http://schemas.microsoft.com/office/drawing/2014/main" id="{972ED7C8-3B45-45AC-BFC5-82F97DD2545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2EA79228-DFD9-4D31-8B7D-B7C8102A239D}"/>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24A8DB52-396C-4BFA-B409-5B4AD0D428F9}" type="slidenum">
              <a:rPr lang="en-US" altLang="vi-VN"/>
              <a:pPr>
                <a:defRPr/>
              </a:pPr>
              <a:t>‹#›</a:t>
            </a:fld>
            <a:endParaRPr lang="en-US" altLang="vi-VN"/>
          </a:p>
        </p:txBody>
      </p:sp>
    </p:spTree>
    <p:extLst>
      <p:ext uri="{BB962C8B-B14F-4D97-AF65-F5344CB8AC3E}">
        <p14:creationId xmlns:p14="http://schemas.microsoft.com/office/powerpoint/2010/main" val="2244712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28"/>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B1FADD2-9AEF-4112-A008-13435246E7AD}"/>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vi-VN" altLang="vi-VN"/>
          </a:p>
        </p:txBody>
      </p:sp>
      <p:sp>
        <p:nvSpPr>
          <p:cNvPr id="1027" name="Text Placeholder 2">
            <a:extLst>
              <a:ext uri="{FF2B5EF4-FFF2-40B4-BE49-F238E27FC236}">
                <a16:creationId xmlns:a16="http://schemas.microsoft.com/office/drawing/2014/main" id="{73695798-0E77-4D09-BDB3-11EDA758EC0C}"/>
              </a:ext>
            </a:extLst>
          </p:cNvPr>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vi-VN" altLang="vi-VN"/>
          </a:p>
        </p:txBody>
      </p:sp>
      <p:sp>
        <p:nvSpPr>
          <p:cNvPr id="7" name="TextBox 6">
            <a:extLst>
              <a:ext uri="{FF2B5EF4-FFF2-40B4-BE49-F238E27FC236}">
                <a16:creationId xmlns:a16="http://schemas.microsoft.com/office/drawing/2014/main" id="{1F22D2C2-2174-4EC5-BF12-42B65A60AB3D}"/>
              </a:ext>
            </a:extLst>
          </p:cNvPr>
          <p:cNvSpPr txBox="1"/>
          <p:nvPr/>
        </p:nvSpPr>
        <p:spPr>
          <a:xfrm>
            <a:off x="7862888" y="6311900"/>
            <a:ext cx="1101725" cy="254000"/>
          </a:xfrm>
          <a:prstGeom prst="rect">
            <a:avLst/>
          </a:prstGeom>
          <a:noFill/>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 altLang="vi-VN" sz="1000">
                <a:solidFill>
                  <a:srgbClr val="CF2941"/>
                </a:solidFill>
                <a:ea typeface="Roboto" panose="02000000000000000000" pitchFamily="2" charset="0"/>
                <a:cs typeface="Arial" panose="020B0604020202020204" pitchFamily="34" charset="0"/>
              </a:rPr>
              <a:t>Page</a:t>
            </a:r>
            <a:fld id="{8758EBCD-83FD-4789-A0AE-CA69175CA752}" type="slidenum">
              <a:rPr lang="en-US" altLang="vi-VN" sz="1000" smtClean="0">
                <a:solidFill>
                  <a:srgbClr val="CF2941"/>
                </a:solidFill>
                <a:ea typeface="Roboto" panose="02000000000000000000" pitchFamily="2" charset="0"/>
                <a:cs typeface="Arial" panose="020B0604020202020204" pitchFamily="34" charset="0"/>
              </a:rPr>
              <a:pPr eaLnBrk="1" hangingPunct="1">
                <a:defRPr/>
              </a:pPr>
              <a:t>‹#›</a:t>
            </a:fld>
            <a:endParaRPr lang="en-US" altLang="vi-VN" sz="1000">
              <a:solidFill>
                <a:srgbClr val="CF2941"/>
              </a:solidFill>
              <a:ea typeface="Roboto" panose="02000000000000000000" pitchFamily="2" charset="0"/>
              <a:cs typeface="Arial" panose="020B0604020202020204" pitchFamily="34" charset="0"/>
            </a:endParaRPr>
          </a:p>
        </p:txBody>
      </p:sp>
      <p:sp>
        <p:nvSpPr>
          <p:cNvPr id="9" name="Rectangle 6">
            <a:extLst>
              <a:ext uri="{FF2B5EF4-FFF2-40B4-BE49-F238E27FC236}">
                <a16:creationId xmlns:a16="http://schemas.microsoft.com/office/drawing/2014/main" id="{DBC91B36-E970-401E-B9A6-82822345988C}"/>
              </a:ext>
            </a:extLst>
          </p:cNvPr>
          <p:cNvSpPr txBox="1">
            <a:spLocks noChangeArrowheads="1"/>
          </p:cNvSpPr>
          <p:nvPr userDrawn="1"/>
        </p:nvSpPr>
        <p:spPr bwMode="auto">
          <a:xfrm>
            <a:off x="8305800" y="6324600"/>
            <a:ext cx="457200" cy="381000"/>
          </a:xfrm>
          <a:prstGeom prst="rect">
            <a:avLst/>
          </a:prstGeom>
          <a:noFill/>
          <a:ln w="9525">
            <a:no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fld id="{811270A4-66D7-42EB-8F6A-9261B83C2708}" type="slidenum">
              <a:rPr lang="en-US" altLang="vi-VN" smtClean="0">
                <a:solidFill>
                  <a:schemeClr val="bg1"/>
                </a:solidFill>
                <a:latin typeface="Corbel" panose="020B0503020204020204" pitchFamily="34" charset="0"/>
              </a:rPr>
              <a:pPr algn="ctr" eaLnBrk="1" hangingPunct="1">
                <a:defRPr/>
              </a:pPr>
              <a:t>‹#›</a:t>
            </a:fld>
            <a:endParaRPr lang="en-US" altLang="vi-VN">
              <a:solidFill>
                <a:schemeClr val="bg1"/>
              </a:solidFill>
              <a:latin typeface="Corbel" panose="020B0503020204020204" pitchFamily="34" charset="0"/>
            </a:endParaRPr>
          </a:p>
        </p:txBody>
      </p:sp>
    </p:spTree>
  </p:cSld>
  <p:clrMap bg1="lt1" tx1="dk1" bg2="lt2" tx2="dk2" accent1="accent1" accent2="accent2" accent3="accent3" accent4="accent4" accent5="accent5" accent6="accent6" hlink="hlink" folHlink="folHlink"/>
  <p:sldLayoutIdLst>
    <p:sldLayoutId id="2147484773" r:id="rId1"/>
    <p:sldLayoutId id="2147484774" r:id="rId2"/>
    <p:sldLayoutId id="2147484775" r:id="rId3"/>
    <p:sldLayoutId id="2147484776" r:id="rId4"/>
    <p:sldLayoutId id="2147484777" r:id="rId5"/>
    <p:sldLayoutId id="2147484778" r:id="rId6"/>
    <p:sldLayoutId id="2147484779" r:id="rId7"/>
    <p:sldLayoutId id="2147484780" r:id="rId8"/>
    <p:sldLayoutId id="2147484781" r:id="rId9"/>
    <p:sldLayoutId id="2147484782" r:id="rId10"/>
    <p:sldLayoutId id="2147484783" r:id="rId11"/>
    <p:sldLayoutId id="2147484784" r:id="rId12"/>
    <p:sldLayoutId id="2147484785" r:id="rId13"/>
    <p:sldLayoutId id="2147484786" r:id="rId14"/>
    <p:sldLayoutId id="2147484787" r:id="rId15"/>
    <p:sldLayoutId id="2147484788" r:id="rId16"/>
    <p:sldLayoutId id="2147484789" r:id="rId17"/>
    <p:sldLayoutId id="2147484790" r:id="rId18"/>
    <p:sldLayoutId id="2147484791" r:id="rId19"/>
    <p:sldLayoutId id="2147484792" r:id="rId20"/>
    <p:sldLayoutId id="2147484793" r:id="rId21"/>
    <p:sldLayoutId id="2147484794" r:id="rId22"/>
    <p:sldLayoutId id="2147484795" r:id="rId23"/>
    <p:sldLayoutId id="2147484796" r:id="rId24"/>
    <p:sldLayoutId id="2147484797" r:id="rId25"/>
    <p:sldLayoutId id="2147484798" r:id="rId26"/>
  </p:sldLayoutIdLst>
  <p:hf sldNum="0" hd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2pPr>
      <a:lvl3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3pPr>
      <a:lvl4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4pPr>
      <a:lvl5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5pPr>
      <a:lvl6pPr marL="4572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6pPr>
      <a:lvl7pPr marL="9144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7pPr>
      <a:lvl8pPr marL="13716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8pPr>
      <a:lvl9pPr marL="18288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9pPr>
    </p:titleStyle>
    <p:bodyStyle>
      <a:lvl1pPr algn="l" defTabSz="685800" rtl="0" eaLnBrk="0" fontAlgn="base" hangingPunct="0">
        <a:lnSpc>
          <a:spcPct val="90000"/>
        </a:lnSpc>
        <a:spcBef>
          <a:spcPts val="750"/>
        </a:spcBef>
        <a:spcAft>
          <a:spcPct val="0"/>
        </a:spcAft>
        <a:buFont typeface="Arial" panose="020B0604020202020204" pitchFamily="34" charset="0"/>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1F1D606E-D653-45CB-95A5-529D67CA7274}"/>
              </a:ext>
            </a:extLst>
          </p:cNvPr>
          <p:cNvSpPr>
            <a:spLocks noGrp="1"/>
          </p:cNvSpPr>
          <p:nvPr>
            <p:ph type="ctrTitle"/>
          </p:nvPr>
        </p:nvSpPr>
        <p:spPr>
          <a:xfrm>
            <a:off x="0" y="1143000"/>
            <a:ext cx="9144000" cy="906463"/>
          </a:xfrm>
        </p:spPr>
        <p:txBody>
          <a:bodyPr/>
          <a:lstStyle/>
          <a:p>
            <a:pPr algn="ctr" eaLnBrk="1" hangingPunct="1"/>
            <a:r>
              <a:rPr lang="en-US" altLang="vi-VN" sz="2800" cap="all">
                <a:latin typeface="Times New Roman" panose="02020603050405020304" pitchFamily="18" charset="0"/>
                <a:cs typeface="Times New Roman" panose="02020603050405020304" pitchFamily="18" charset="0"/>
              </a:rPr>
              <a:t>P</a:t>
            </a:r>
            <a:r>
              <a:rPr lang="en" altLang="vi-VN" sz="2800" cap="all">
                <a:latin typeface="Times New Roman" panose="02020603050405020304" pitchFamily="18" charset="0"/>
                <a:cs typeface="Times New Roman" panose="02020603050405020304" pitchFamily="18" charset="0"/>
              </a:rPr>
              <a:t>hân tích dữ liệu chuỗi thời gian</a:t>
            </a:r>
            <a:endParaRPr lang="en" altLang="vi-VN" sz="2800" cap="all"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6EA7369-B7A3-44EE-9408-C24AA67B81B7}"/>
              </a:ext>
            </a:extLst>
          </p:cNvPr>
          <p:cNvSpPr txBox="1"/>
          <p:nvPr/>
        </p:nvSpPr>
        <p:spPr>
          <a:xfrm>
            <a:off x="0" y="3276600"/>
            <a:ext cx="9144000" cy="2185214"/>
          </a:xfrm>
          <a:prstGeom prst="rect">
            <a:avLst/>
          </a:prstGeom>
          <a:noFill/>
        </p:spPr>
        <p:txBody>
          <a:bodyPr wrap="square">
            <a:spAutoFit/>
          </a:bodyPr>
          <a:lstStyle/>
          <a:p>
            <a:pPr algn="ctr" eaLnBrk="1" hangingPunct="1">
              <a:defRPr/>
            </a:pPr>
            <a:r>
              <a:rPr lang="en" sz="4400" b="1">
                <a:solidFill>
                  <a:srgbClr val="FFCC66"/>
                </a:solidFill>
                <a:latin typeface="Times New Roman" panose="02020603050405020304" pitchFamily="18" charset="0"/>
                <a:cs typeface="Times New Roman" panose="02020603050405020304" pitchFamily="18" charset="0"/>
              </a:rPr>
              <a:t>Kỹ thuật xử lý dữ liệu </a:t>
            </a:r>
          </a:p>
          <a:p>
            <a:pPr algn="ctr" eaLnBrk="1" hangingPunct="1">
              <a:defRPr/>
            </a:pPr>
            <a:r>
              <a:rPr lang="en" sz="4400" b="1">
                <a:solidFill>
                  <a:srgbClr val="FFCC66"/>
                </a:solidFill>
                <a:latin typeface="Times New Roman" panose="02020603050405020304" pitchFamily="18" charset="0"/>
                <a:cs typeface="Times New Roman" panose="02020603050405020304" pitchFamily="18" charset="0"/>
              </a:rPr>
              <a:t>chuỗi thời gian</a:t>
            </a:r>
          </a:p>
          <a:p>
            <a:pPr algn="ctr" eaLnBrk="1" hangingPunct="1">
              <a:defRPr/>
            </a:pPr>
            <a:endParaRPr lang="en-US" sz="4800" b="1" dirty="0">
              <a:solidFill>
                <a:schemeClr val="accent1">
                  <a:lumMod val="50000"/>
                </a:schemeClr>
              </a:solidFill>
              <a:latin typeface="Arial"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D2578-D553-1E2B-585A-73E40B0758F2}"/>
              </a:ext>
            </a:extLst>
          </p:cNvPr>
          <p:cNvSpPr>
            <a:spLocks noGrp="1"/>
          </p:cNvSpPr>
          <p:nvPr>
            <p:ph type="title"/>
          </p:nvPr>
        </p:nvSpPr>
        <p:spPr/>
        <p:txBody>
          <a:bodyPr>
            <a:normAutofit/>
          </a:bodyPr>
          <a:lstStyle/>
          <a:p>
            <a:r>
              <a:rPr lang="en-US" sz="4000" b="1">
                <a:latin typeface="Times New Roman" panose="02020603050405020304" pitchFamily="18" charset="0"/>
                <a:cs typeface="Times New Roman" panose="02020603050405020304" pitchFamily="18" charset="0"/>
              </a:rPr>
              <a:t>Nội dung</a:t>
            </a:r>
          </a:p>
        </p:txBody>
      </p:sp>
      <p:sp>
        <p:nvSpPr>
          <p:cNvPr id="5" name="Content Placeholder 2">
            <a:extLst>
              <a:ext uri="{FF2B5EF4-FFF2-40B4-BE49-F238E27FC236}">
                <a16:creationId xmlns:a16="http://schemas.microsoft.com/office/drawing/2014/main" id="{BB1D7740-926A-3DCE-3F06-3714AC5C4E65}"/>
              </a:ext>
            </a:extLst>
          </p:cNvPr>
          <p:cNvSpPr txBox="1">
            <a:spLocks/>
          </p:cNvSpPr>
          <p:nvPr/>
        </p:nvSpPr>
        <p:spPr bwMode="auto">
          <a:xfrm>
            <a:off x="228600" y="1219200"/>
            <a:ext cx="8912492" cy="5486400"/>
          </a:xfrm>
          <a:prstGeom prst="rect">
            <a:avLst/>
          </a:prstGeom>
          <a:noFill/>
          <a:ln>
            <a:noFill/>
          </a:ln>
        </p:spPr>
        <p:txBody>
          <a:bodyPr/>
          <a:lstStyle>
            <a:lvl1pPr marL="342900" indent="-342900" algn="r" rtl="0" eaLnBrk="0" fontAlgn="base" hangingPunct="0">
              <a:spcBef>
                <a:spcPct val="20000"/>
              </a:spcBef>
              <a:spcAft>
                <a:spcPct val="0"/>
              </a:spcAft>
              <a:buChar char="•"/>
              <a:defRPr sz="3200">
                <a:solidFill>
                  <a:schemeClr val="tx1"/>
                </a:solidFill>
                <a:latin typeface="+mn-lt"/>
                <a:ea typeface="ＭＳ Ｐゴシック" pitchFamily="-110" charset="-128"/>
                <a:cs typeface="ＭＳ Ｐゴシック" pitchFamily="-110" charset="-128"/>
              </a:defRPr>
            </a:lvl1pPr>
            <a:lvl2pPr marL="827088" indent="-285750" algn="l" rtl="0" eaLnBrk="0" fontAlgn="base" hangingPunct="0">
              <a:spcBef>
                <a:spcPct val="20000"/>
              </a:spcBef>
              <a:spcAft>
                <a:spcPct val="0"/>
              </a:spcAft>
              <a:buChar char="–"/>
              <a:defRPr sz="2800">
                <a:solidFill>
                  <a:schemeClr val="tx1"/>
                </a:solidFill>
                <a:latin typeface="+mn-lt"/>
                <a:ea typeface="ＭＳ Ｐゴシック" pitchFamily="-107" charset="-128"/>
              </a:defRPr>
            </a:lvl2pPr>
            <a:lvl3pPr marL="1235075" indent="-228600" algn="l" rtl="0" eaLnBrk="0" fontAlgn="base" hangingPunct="0">
              <a:spcBef>
                <a:spcPct val="20000"/>
              </a:spcBef>
              <a:spcAft>
                <a:spcPct val="0"/>
              </a:spcAft>
              <a:buChar char="•"/>
              <a:defRPr sz="2400">
                <a:solidFill>
                  <a:schemeClr val="tx1"/>
                </a:solidFill>
                <a:latin typeface="+mn-lt"/>
                <a:ea typeface="ＭＳ Ｐゴシック" pitchFamily="-107" charset="-128"/>
              </a:defRPr>
            </a:lvl3pPr>
            <a:lvl4pPr marL="1643063"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7"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7"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7"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7" charset="-128"/>
              </a:defRPr>
            </a:lvl9pPr>
          </a:lstStyle>
          <a:p>
            <a:pPr marL="628650" indent="-571500" algn="l">
              <a:buFont typeface="Wingdings" panose="05000000000000000000" pitchFamily="2" charset="2"/>
              <a:buChar char="v"/>
              <a:defRPr/>
            </a:pPr>
            <a:r>
              <a:rPr lang="vi-VN" sz="4000">
                <a:latin typeface="Times New Roman" panose="02020603050405020304" pitchFamily="18" charset="0"/>
                <a:cs typeface="Times New Roman" panose="02020603050405020304" pitchFamily="18" charset="0"/>
              </a:rPr>
              <a:t>Chăm sóc và theo dõi sức khỏe</a:t>
            </a:r>
            <a:endParaRPr lang="en-US" altLang="en-US" sz="4000" kern="0">
              <a:latin typeface="Times New Roman" panose="02020603050405020304" pitchFamily="18" charset="0"/>
              <a:ea typeface="ＭＳ Ｐゴシック" panose="020B0600070205080204" pitchFamily="34" charset="-128"/>
              <a:cs typeface="Times New Roman" panose="02020603050405020304" pitchFamily="18" charset="0"/>
            </a:endParaRPr>
          </a:p>
          <a:p>
            <a:pPr marL="628650" indent="-571500" algn="l">
              <a:buFont typeface="Wingdings" panose="05000000000000000000" pitchFamily="2" charset="2"/>
              <a:buChar char="v"/>
              <a:defRPr/>
            </a:pPr>
            <a:r>
              <a:rPr lang="vi-VN" sz="4000">
                <a:latin typeface="Times New Roman" panose="02020603050405020304" pitchFamily="18" charset="0"/>
                <a:cs typeface="Times New Roman" panose="02020603050405020304" pitchFamily="18" charset="0"/>
              </a:rPr>
              <a:t>Phát hiện bất thường </a:t>
            </a:r>
            <a:endParaRPr lang="en-US" altLang="en-US" sz="4000" kern="0">
              <a:latin typeface="Times New Roman" panose="02020603050405020304" pitchFamily="18" charset="0"/>
              <a:ea typeface="ＭＳ Ｐゴシック" panose="020B0600070205080204" pitchFamily="34" charset="-128"/>
              <a:cs typeface="Times New Roman" panose="02020603050405020304" pitchFamily="18" charset="0"/>
            </a:endParaRPr>
          </a:p>
          <a:p>
            <a:pPr marL="628650" indent="-571500" algn="l">
              <a:buFont typeface="Wingdings" panose="05000000000000000000" pitchFamily="2" charset="2"/>
              <a:buChar char="v"/>
              <a:defRPr/>
            </a:pPr>
            <a:r>
              <a:rPr lang="vi-VN" sz="4000">
                <a:latin typeface="Times New Roman" panose="02020603050405020304" pitchFamily="18" charset="0"/>
                <a:cs typeface="Times New Roman" panose="02020603050405020304" pitchFamily="18" charset="0"/>
              </a:rPr>
              <a:t>Phân tích tài chính</a:t>
            </a:r>
            <a:endParaRPr lang="en-US" sz="4000">
              <a:latin typeface="Times New Roman" panose="02020603050405020304" pitchFamily="18" charset="0"/>
              <a:cs typeface="Times New Roman" panose="02020603050405020304" pitchFamily="18" charset="0"/>
            </a:endParaRPr>
          </a:p>
          <a:p>
            <a:pPr marL="628650" indent="-571500" algn="l">
              <a:buFont typeface="Wingdings" panose="05000000000000000000" pitchFamily="2" charset="2"/>
              <a:buChar char="v"/>
              <a:defRPr/>
            </a:pPr>
            <a:r>
              <a:rPr lang="vi-VN" sz="4000">
                <a:latin typeface="Times New Roman" panose="02020603050405020304" pitchFamily="18" charset="0"/>
                <a:cs typeface="Times New Roman" panose="02020603050405020304" pitchFamily="18" charset="0"/>
              </a:rPr>
              <a:t>Dự báo</a:t>
            </a:r>
            <a:r>
              <a:rPr lang="en-US" sz="4000">
                <a:latin typeface="Times New Roman" panose="02020603050405020304" pitchFamily="18" charset="0"/>
                <a:cs typeface="Times New Roman" panose="02020603050405020304" pitchFamily="18" charset="0"/>
              </a:rPr>
              <a:t> </a:t>
            </a:r>
            <a:endParaRPr lang="en-US" altLang="en-US" sz="4000" kern="0">
              <a:latin typeface="Times New Roman" panose="02020603050405020304" pitchFamily="18" charset="0"/>
              <a:ea typeface="ＭＳ Ｐゴシック"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2610563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5425F-A108-F5CB-42FC-9B09A135E56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51F956D-5318-F9AC-3B24-30A42176D4FF}"/>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Chăm sóc và theo dõi sức khỏe</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C7982FA6-6BA3-F6CC-BD72-99C3A7BE95B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DFB54ECB-C1D2-20F8-9969-C16C9810D877}"/>
              </a:ext>
            </a:extLst>
          </p:cNvPr>
          <p:cNvSpPr>
            <a:spLocks noChangeArrowheads="1"/>
          </p:cNvSpPr>
          <p:nvPr/>
        </p:nvSpPr>
        <p:spPr bwMode="auto">
          <a:xfrm>
            <a:off x="-30480" y="1066800"/>
            <a:ext cx="915543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q"/>
            </a:pPr>
            <a:r>
              <a:rPr lang="en-US" sz="2800">
                <a:latin typeface="Times New Roman" panose="02020603050405020304" pitchFamily="18" charset="0"/>
                <a:cs typeface="Times New Roman" panose="02020603050405020304" pitchFamily="18" charset="0"/>
              </a:rPr>
              <a:t>Chương này giới thiệu về việc áp dụng phân tích chuỗi thời gian trong lĩnh vực chăm sóc sức khỏe, tập trung vào hai nghiên cứu: </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Dự báo và dự đoán ngắn hạn về cúm</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Dự báo mức đường huyết</a:t>
            </a:r>
          </a:p>
          <a:p>
            <a:pPr marL="514350" indent="-457200">
              <a:buFont typeface="Wingdings" panose="05000000000000000000" pitchFamily="2" charset="2"/>
              <a:buChar char="q"/>
            </a:pPr>
            <a:r>
              <a:rPr lang="en-US" sz="2800">
                <a:latin typeface="Times New Roman" panose="02020603050405020304" pitchFamily="18" charset="0"/>
                <a:cs typeface="Times New Roman" panose="02020603050405020304" pitchFamily="18" charset="0"/>
              </a:rPr>
              <a:t>Cả hai đều là những vấn đề phổ biến và vẫn là chủ đề thu hút sự chú ý trong giới học thuật và ngành y tế.</a:t>
            </a:r>
          </a:p>
          <a:p>
            <a:pPr marL="514350" indent="-457200">
              <a:buFont typeface="Wingdings" panose="05000000000000000000" pitchFamily="2" charset="2"/>
              <a:buChar char="q"/>
            </a:pPr>
            <a:r>
              <a:rPr lang="en-US" sz="2800">
                <a:latin typeface="Times New Roman" panose="02020603050405020304" pitchFamily="18" charset="0"/>
                <a:cs typeface="Times New Roman" panose="02020603050405020304" pitchFamily="18" charset="0"/>
              </a:rPr>
              <a:t>Kiến thức chuyên môn (domain knowledge) là điều cần thiết trong việc lập mô hình chuỗi thời gian. Không thể làm sạch dữ liệu hoặc chuẩn bị tính năng một cách mù quáng mà không hiểu ý nghĩa của chúng trong ngữ cảnh.</a:t>
            </a: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1836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C5C41-DC01-536D-2D83-BF4DBFE4844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45441E9-CC1D-AA0B-A4E8-6B8C552E9E8C}"/>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Chăm sóc và theo dõi sức khỏe</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70BE0CA0-FCC6-FE33-E1D9-C0C4C383915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5EC85A99-9D98-A870-888A-59C22BB8AED2}"/>
              </a:ext>
            </a:extLst>
          </p:cNvPr>
          <p:cNvSpPr>
            <a:spLocks noChangeArrowheads="1"/>
          </p:cNvSpPr>
          <p:nvPr/>
        </p:nvSpPr>
        <p:spPr bwMode="auto">
          <a:xfrm>
            <a:off x="-30480" y="1066800"/>
            <a:ext cx="915543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Dự báo Cúm (Flu Forecasting)</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Bệnh truyền nhiễm, đặc biệt là cúm, gây ra nguy cơ đáng kể cho sức khỏe cộng đồng, dẫn đến hàng trăm ca tử vong mỗi năm, chủ yếu ở trẻ nhỏ và người rất già. Việc phát triển các mô hình chính xác về diễn biến của cúm là rất quan trọng từ góc độ sức khỏe cộng đồng và an ninh quốc gia.</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Phân tích dữ liệu cho thấy tỷ lệ cúm có tính mùa vụ đáng kể</a:t>
            </a:r>
          </a:p>
          <a:p>
            <a:endParaRPr lang="en-US" sz="2800">
              <a:latin typeface="Times New Roman" panose="02020603050405020304" pitchFamily="18" charset="0"/>
              <a:cs typeface="Times New Roman" panose="02020603050405020304" pitchFamily="18" charset="0"/>
            </a:endParaRPr>
          </a:p>
        </p:txBody>
      </p:sp>
      <p:pic>
        <p:nvPicPr>
          <p:cNvPr id="3" name="Picture 2" descr="A graph showing the time line&#10;&#10;AI-generated content may be incorrect.">
            <a:extLst>
              <a:ext uri="{FF2B5EF4-FFF2-40B4-BE49-F238E27FC236}">
                <a16:creationId xmlns:a16="http://schemas.microsoft.com/office/drawing/2014/main" id="{BAC9FB0F-6371-28E3-61D2-669894CD4AD5}"/>
              </a:ext>
            </a:extLst>
          </p:cNvPr>
          <p:cNvPicPr>
            <a:picLocks noChangeAspect="1"/>
          </p:cNvPicPr>
          <p:nvPr/>
        </p:nvPicPr>
        <p:blipFill>
          <a:blip r:embed="rId3"/>
          <a:stretch>
            <a:fillRect/>
          </a:stretch>
        </p:blipFill>
        <p:spPr>
          <a:xfrm>
            <a:off x="3124200" y="3828871"/>
            <a:ext cx="4038600" cy="2892604"/>
          </a:xfrm>
          <a:prstGeom prst="rect">
            <a:avLst/>
          </a:prstGeom>
        </p:spPr>
      </p:pic>
    </p:spTree>
    <p:extLst>
      <p:ext uri="{BB962C8B-B14F-4D97-AF65-F5344CB8AC3E}">
        <p14:creationId xmlns:p14="http://schemas.microsoft.com/office/powerpoint/2010/main" val="902825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9EC58-DD10-BA8D-91D8-CA1CF5222FA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BEDBA9F-8501-A8E1-874D-C3E2C55E0CD9}"/>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Chăm sóc và theo dõi sức khỏe</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76597916-70CF-BD30-50EE-09EA9D4A59E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503038D6-1227-0C25-25DE-9F65138D5D54}"/>
              </a:ext>
            </a:extLst>
          </p:cNvPr>
          <p:cNvSpPr>
            <a:spLocks noChangeArrowheads="1"/>
          </p:cNvSpPr>
          <p:nvPr/>
        </p:nvSpPr>
        <p:spPr bwMode="auto">
          <a:xfrm>
            <a:off x="-30480" y="1066800"/>
            <a:ext cx="915543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Dự báo Cúm (Flu Forecasting)</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Do tính mùa vụ mạnh mẽ, mô hình SARIMA (p, d, q) (P, D, Q) với chu kỳ 52 đã được xem xét.</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Để đơn giản hóa, 1 năm được chia thành 52 tuần và dữ liệu tuần 53 đã bị loại bỏ khi áp dụng mô hình theo chu kỳ 52 tuần.</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Lựa chọn tham số:</a:t>
            </a:r>
            <a:r>
              <a:rPr lang="en-US" sz="2400">
                <a:latin typeface="Times New Roman" panose="02020603050405020304" pitchFamily="18" charset="0"/>
                <a:cs typeface="Times New Roman" panose="02020603050405020304" pitchFamily="18" charset="0"/>
              </a:rPr>
              <a:t> Sau khi phân tích hàm tự tương quan (ACF) và tự tương quan riêng phần (PACF) của chuỗi đã được sai phân (differenced series), mô hình </a:t>
            </a:r>
            <a:r>
              <a:rPr lang="en-US" sz="2400" b="1">
                <a:latin typeface="Times New Roman" panose="02020603050405020304" pitchFamily="18" charset="0"/>
                <a:cs typeface="Times New Roman" panose="02020603050405020304" pitchFamily="18" charset="0"/>
              </a:rPr>
              <a:t>SARIMA (2, 1, 0), (0, 1, 0)</a:t>
            </a:r>
            <a:r>
              <a:rPr lang="en-US" sz="2400">
                <a:latin typeface="Times New Roman" panose="02020603050405020304" pitchFamily="18" charset="0"/>
                <a:cs typeface="Times New Roman" panose="02020603050405020304" pitchFamily="18" charset="0"/>
              </a:rPr>
              <a:t> đã được chọn.</a:t>
            </a:r>
          </a:p>
        </p:txBody>
      </p:sp>
    </p:spTree>
    <p:extLst>
      <p:ext uri="{BB962C8B-B14F-4D97-AF65-F5344CB8AC3E}">
        <p14:creationId xmlns:p14="http://schemas.microsoft.com/office/powerpoint/2010/main" val="1227043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BF7B8-861A-AD58-5F63-F2AF5AEB641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D248D65-A277-5B7D-956C-C2E0A7913B19}"/>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Chăm sóc và theo dõi sức khỏe</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60F849E1-0465-B1F6-2B9B-FF6565F8D5E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Rectangle 3">
                <a:extLst>
                  <a:ext uri="{FF2B5EF4-FFF2-40B4-BE49-F238E27FC236}">
                    <a16:creationId xmlns:a16="http://schemas.microsoft.com/office/drawing/2014/main" id="{C74BF5E1-EAD6-663E-BCC3-1E43C6D38130}"/>
                  </a:ext>
                </a:extLst>
              </p:cNvPr>
              <p:cNvSpPr>
                <a:spLocks noChangeArrowheads="1"/>
              </p:cNvSpPr>
              <p:nvPr/>
            </p:nvSpPr>
            <p:spPr bwMode="auto">
              <a:xfrm>
                <a:off x="-30480" y="1066800"/>
                <a:ext cx="915543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Dự báo Cúm (Flu Forecasting)</a:t>
                </a:r>
              </a:p>
              <a:p>
                <a:pPr marL="857250" lvl="1" indent="-4572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SARIMA</a:t>
                </a:r>
                <a:r>
                  <a:rPr lang="en-US" sz="2400">
                    <a:latin typeface="Times New Roman" panose="02020603050405020304" pitchFamily="18" charset="0"/>
                    <a:cs typeface="Times New Roman" panose="02020603050405020304" pitchFamily="18" charset="0"/>
                  </a:rPr>
                  <a:t> (Seasonal ARIMA) = ARIMA có thêm </a:t>
                </a:r>
                <a:r>
                  <a:rPr lang="en-US" sz="2400" b="1">
                    <a:latin typeface="Times New Roman" panose="02020603050405020304" pitchFamily="18" charset="0"/>
                    <a:cs typeface="Times New Roman" panose="02020603050405020304" pitchFamily="18" charset="0"/>
                  </a:rPr>
                  <a:t>thành phần mùa vụ (seasonality)</a:t>
                </a:r>
                <a:r>
                  <a:rPr lang="en-US" sz="2400">
                    <a:latin typeface="Times New Roman" panose="02020603050405020304" pitchFamily="18" charset="0"/>
                    <a:cs typeface="Times New Roman" panose="02020603050405020304" pitchFamily="18" charset="0"/>
                  </a:rPr>
                  <a:t>.</a:t>
                </a:r>
              </a:p>
              <a:p>
                <a:pPr/>
                <a14:m>
                  <m:oMathPara xmlns:m="http://schemas.openxmlformats.org/officeDocument/2006/math">
                    <m:oMathParaPr>
                      <m:jc m:val="center"/>
                    </m:oMathParaPr>
                    <m:oMath xmlns:m="http://schemas.openxmlformats.org/officeDocument/2006/math">
                      <m:sSub>
                        <m:sSubPr>
                          <m:ctrlPr>
                            <a:rPr lang="en-US" sz="2400" i="1"/>
                          </m:ctrlPr>
                        </m:sSubPr>
                        <m:e>
                          <m:r>
                            <m:rPr>
                              <m:sty m:val="p"/>
                            </m:rPr>
                            <a:rPr lang="en-US" sz="2400"/>
                            <m:t>Φ</m:t>
                          </m:r>
                        </m:e>
                        <m:sub>
                          <m:r>
                            <a:rPr lang="en-US" sz="2400" i="1"/>
                            <m:t>𝑃</m:t>
                          </m:r>
                        </m:sub>
                      </m:sSub>
                      <m:r>
                        <a:rPr lang="en-US" sz="2400" i="1"/>
                        <m:t>(</m:t>
                      </m:r>
                      <m:sSup>
                        <m:sSupPr>
                          <m:ctrlPr>
                            <a:rPr lang="en-US" sz="2400" i="1"/>
                          </m:ctrlPr>
                        </m:sSupPr>
                        <m:e>
                          <m:r>
                            <a:rPr lang="en-US" sz="2400" b="0" i="1" smtClean="0">
                              <a:latin typeface="Cambria Math" panose="02040503050406030204" pitchFamily="18" charset="0"/>
                            </a:rPr>
                            <m:t>𝐵</m:t>
                          </m:r>
                        </m:e>
                        <m:sup>
                          <m:r>
                            <a:rPr lang="en-US" sz="2400" i="1"/>
                            <m:t>𝑠</m:t>
                          </m:r>
                        </m:sup>
                      </m:sSup>
                      <m:r>
                        <a:rPr lang="en-US" sz="2400" i="1"/>
                        <m:t>)</m:t>
                      </m:r>
                      <m:sSub>
                        <m:sSubPr>
                          <m:ctrlPr>
                            <a:rPr lang="en-US" sz="2400" i="1"/>
                          </m:ctrlPr>
                        </m:sSubPr>
                        <m:e>
                          <m:r>
                            <a:rPr lang="en-US" sz="2400" i="1"/>
                            <m:t>𝜙</m:t>
                          </m:r>
                        </m:e>
                        <m:sub>
                          <m:r>
                            <a:rPr lang="en-US" sz="2400" i="1"/>
                            <m:t>𝑝</m:t>
                          </m:r>
                        </m:sub>
                      </m:sSub>
                      <m:r>
                        <a:rPr lang="en-US" sz="2400" i="1"/>
                        <m:t>(</m:t>
                      </m:r>
                      <m:r>
                        <a:rPr lang="en-US" sz="2400" b="0" i="1" smtClean="0">
                          <a:latin typeface="Cambria Math" panose="02040503050406030204" pitchFamily="18" charset="0"/>
                        </a:rPr>
                        <m:t>𝐵</m:t>
                      </m:r>
                      <m:r>
                        <a:rPr lang="en-US" sz="2400" i="1"/>
                        <m:t>)(1−</m:t>
                      </m:r>
                      <m:r>
                        <a:rPr lang="en-US" sz="2400" b="0" i="1" smtClean="0">
                          <a:latin typeface="Cambria Math" panose="02040503050406030204" pitchFamily="18" charset="0"/>
                        </a:rPr>
                        <m:t>𝐵</m:t>
                      </m:r>
                      <m:sSup>
                        <m:sSupPr>
                          <m:ctrlPr>
                            <a:rPr lang="en-US" sz="2400" i="1"/>
                          </m:ctrlPr>
                        </m:sSupPr>
                        <m:e>
                          <m:r>
                            <a:rPr lang="en-US" sz="2400" i="1"/>
                            <m:t>)</m:t>
                          </m:r>
                        </m:e>
                        <m:sup>
                          <m:r>
                            <a:rPr lang="en-US" sz="2400" i="1"/>
                            <m:t>𝑑</m:t>
                          </m:r>
                        </m:sup>
                      </m:sSup>
                      <m:r>
                        <a:rPr lang="en-US" sz="2400" i="1"/>
                        <m:t>(1−</m:t>
                      </m:r>
                      <m:sSup>
                        <m:sSupPr>
                          <m:ctrlPr>
                            <a:rPr lang="en-US" sz="2400" i="1"/>
                          </m:ctrlPr>
                        </m:sSupPr>
                        <m:e>
                          <m:r>
                            <a:rPr lang="en-US" sz="2400" b="0" i="1" smtClean="0">
                              <a:latin typeface="Cambria Math" panose="02040503050406030204" pitchFamily="18" charset="0"/>
                            </a:rPr>
                            <m:t>𝐵</m:t>
                          </m:r>
                        </m:e>
                        <m:sup>
                          <m:r>
                            <a:rPr lang="en-US" sz="2400" i="1"/>
                            <m:t>𝑠</m:t>
                          </m:r>
                        </m:sup>
                      </m:sSup>
                      <m:sSup>
                        <m:sSupPr>
                          <m:ctrlPr>
                            <a:rPr lang="en-US" sz="2400" i="1"/>
                          </m:ctrlPr>
                        </m:sSupPr>
                        <m:e>
                          <m:r>
                            <a:rPr lang="en-US" sz="2400" i="1"/>
                            <m:t>)</m:t>
                          </m:r>
                        </m:e>
                        <m:sup>
                          <m:r>
                            <a:rPr lang="en-US" sz="2400" i="1"/>
                            <m:t>𝐷</m:t>
                          </m:r>
                        </m:sup>
                      </m:sSup>
                      <m:sSub>
                        <m:sSubPr>
                          <m:ctrlPr>
                            <a:rPr lang="en-US" sz="2400" i="1"/>
                          </m:ctrlPr>
                        </m:sSubPr>
                        <m:e>
                          <m:r>
                            <a:rPr lang="en-US" sz="2400" i="1"/>
                            <m:t>𝑦</m:t>
                          </m:r>
                        </m:e>
                        <m:sub>
                          <m:r>
                            <a:rPr lang="en-US" sz="2400" i="1"/>
                            <m:t>𝑡</m:t>
                          </m:r>
                        </m:sub>
                      </m:sSub>
                      <m:r>
                        <a:rPr lang="en-US" sz="2400" i="1"/>
                        <m:t>=</m:t>
                      </m:r>
                      <m:sSub>
                        <m:sSubPr>
                          <m:ctrlPr>
                            <a:rPr lang="en-US" sz="2400" i="1"/>
                          </m:ctrlPr>
                        </m:sSubPr>
                        <m:e>
                          <m:r>
                            <m:rPr>
                              <m:sty m:val="p"/>
                            </m:rPr>
                            <a:rPr lang="en-US" sz="2400"/>
                            <m:t>Θ</m:t>
                          </m:r>
                        </m:e>
                        <m:sub>
                          <m:r>
                            <a:rPr lang="en-US" sz="2400" i="1"/>
                            <m:t>𝑄</m:t>
                          </m:r>
                        </m:sub>
                      </m:sSub>
                      <m:r>
                        <a:rPr lang="en-US" sz="2400" i="1"/>
                        <m:t>(</m:t>
                      </m:r>
                      <m:sSup>
                        <m:sSupPr>
                          <m:ctrlPr>
                            <a:rPr lang="en-US" sz="2400" i="1"/>
                          </m:ctrlPr>
                        </m:sSupPr>
                        <m:e>
                          <m:r>
                            <a:rPr lang="en-US" sz="2400" b="0" i="1" smtClean="0">
                              <a:latin typeface="Cambria Math" panose="02040503050406030204" pitchFamily="18" charset="0"/>
                            </a:rPr>
                            <m:t>𝐵</m:t>
                          </m:r>
                        </m:e>
                        <m:sup>
                          <m:r>
                            <a:rPr lang="en-US" sz="2400" i="1"/>
                            <m:t>𝑠</m:t>
                          </m:r>
                        </m:sup>
                      </m:sSup>
                      <m:r>
                        <a:rPr lang="en-US" sz="2400" i="1"/>
                        <m:t>)</m:t>
                      </m:r>
                      <m:sSub>
                        <m:sSubPr>
                          <m:ctrlPr>
                            <a:rPr lang="en-US" sz="2400" i="1"/>
                          </m:ctrlPr>
                        </m:sSubPr>
                        <m:e>
                          <m:r>
                            <a:rPr lang="en-US" sz="2400" i="1"/>
                            <m:t>𝜃</m:t>
                          </m:r>
                        </m:e>
                        <m:sub>
                          <m:r>
                            <a:rPr lang="en-US" sz="2400" i="1"/>
                            <m:t>𝑞</m:t>
                          </m:r>
                        </m:sub>
                      </m:sSub>
                      <m:r>
                        <a:rPr lang="en-US" sz="2400" i="1"/>
                        <m:t>(</m:t>
                      </m:r>
                      <m:r>
                        <a:rPr lang="en-US" sz="2400" b="0" i="1" smtClean="0">
                          <a:latin typeface="Cambria Math" panose="02040503050406030204" pitchFamily="18" charset="0"/>
                        </a:rPr>
                        <m:t>𝐵</m:t>
                      </m:r>
                      <m:r>
                        <a:rPr lang="en-US" sz="2400" i="1"/>
                        <m:t>)</m:t>
                      </m:r>
                      <m:sSub>
                        <m:sSubPr>
                          <m:ctrlPr>
                            <a:rPr lang="en-US" sz="2400" i="1"/>
                          </m:ctrlPr>
                        </m:sSubPr>
                        <m:e>
                          <m:r>
                            <a:rPr lang="en-US" sz="2400" i="1"/>
                            <m:t>𝜖</m:t>
                          </m:r>
                        </m:e>
                        <m:sub>
                          <m:r>
                            <a:rPr lang="en-US" sz="2400" i="1"/>
                            <m:t>𝑡</m:t>
                          </m:r>
                        </m:sub>
                      </m:sSub>
                    </m:oMath>
                  </m:oMathPara>
                </a14:m>
                <a:endParaRPr lang="en-US" sz="24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Trong đó:</a:t>
                </a:r>
              </a:p>
              <a:p>
                <a:pPr marL="1828800" lvl="3" indent="-457200">
                  <a:buFont typeface="Wingdings" panose="05000000000000000000" pitchFamily="2" charset="2"/>
                  <a:buChar char="§"/>
                </a:pPr>
                <a14:m>
                  <m:oMath xmlns:m="http://schemas.openxmlformats.org/officeDocument/2006/math">
                    <m:r>
                      <a:rPr lang="en-US" sz="2400" b="0" i="1" smtClean="0">
                        <a:latin typeface="Cambria Math" panose="02040503050406030204" pitchFamily="18" charset="0"/>
                      </a:rPr>
                      <m:t>𝐵</m:t>
                    </m:r>
                  </m:oMath>
                </a14:m>
                <a:r>
                  <a:rPr lang="en-US" sz="2400">
                    <a:latin typeface="Times New Roman" panose="02020603050405020304" pitchFamily="18" charset="0"/>
                    <a:cs typeface="Times New Roman" panose="02020603050405020304" pitchFamily="18" charset="0"/>
                  </a:rPr>
                  <a:t> là toán tử độ trễ: </a:t>
                </a:r>
                <a14:m>
                  <m:oMath xmlns:m="http://schemas.openxmlformats.org/officeDocument/2006/math">
                    <m:r>
                      <a:rPr lang="en-US" sz="2400" i="1"/>
                      <m:t>𝐿</m:t>
                    </m:r>
                    <m:sSub>
                      <m:sSubPr>
                        <m:ctrlPr>
                          <a:rPr lang="en-US" sz="2400" i="1"/>
                        </m:ctrlPr>
                      </m:sSubPr>
                      <m:e>
                        <m:r>
                          <a:rPr lang="en-US" sz="2400" i="1"/>
                          <m:t>𝑦</m:t>
                        </m:r>
                      </m:e>
                      <m:sub>
                        <m:r>
                          <a:rPr lang="en-US" sz="2400" i="1"/>
                          <m:t>𝑡</m:t>
                        </m:r>
                      </m:sub>
                    </m:sSub>
                    <m:r>
                      <a:rPr lang="en-US" sz="2400" i="1"/>
                      <m:t>=</m:t>
                    </m:r>
                    <m:sSub>
                      <m:sSubPr>
                        <m:ctrlPr>
                          <a:rPr lang="en-US" sz="2400" i="1"/>
                        </m:ctrlPr>
                      </m:sSubPr>
                      <m:e>
                        <m:r>
                          <a:rPr lang="en-US" sz="2400" i="1"/>
                          <m:t>𝑦</m:t>
                        </m:r>
                      </m:e>
                      <m:sub>
                        <m:r>
                          <a:rPr lang="en-US" sz="2400" i="1"/>
                          <m:t>𝑡</m:t>
                        </m:r>
                        <m:r>
                          <a:rPr lang="en-US" sz="2400" i="1"/>
                          <m:t>−1</m:t>
                        </m:r>
                      </m:sub>
                    </m:sSub>
                  </m:oMath>
                </a14:m>
                <a:endParaRPr lang="en-US" sz="2400">
                  <a:latin typeface="Times New Roman" panose="02020603050405020304" pitchFamily="18" charset="0"/>
                  <a:cs typeface="Times New Roman" panose="02020603050405020304" pitchFamily="18" charset="0"/>
                </a:endParaRPr>
              </a:p>
              <a:p>
                <a:pPr marL="1828800" lvl="3" indent="-457200">
                  <a:buFont typeface="Wingdings" panose="05000000000000000000" pitchFamily="2" charset="2"/>
                  <a:buChar char="§"/>
                </a:pPr>
                <a14:m>
                  <m:oMath xmlns:m="http://schemas.openxmlformats.org/officeDocument/2006/math">
                    <m:r>
                      <a:rPr lang="en-US" sz="2400" i="1"/>
                      <m:t>𝜙</m:t>
                    </m:r>
                    <m:r>
                      <a:rPr lang="en-US" sz="2400" i="1"/>
                      <m:t>,</m:t>
                    </m:r>
                    <m:r>
                      <a:rPr lang="en-US" sz="2400" i="1"/>
                      <m:t>𝜃</m:t>
                    </m:r>
                  </m:oMath>
                </a14:m>
                <a:r>
                  <a:rPr lang="en-US" sz="2400">
                    <a:latin typeface="Times New Roman" panose="02020603050405020304" pitchFamily="18" charset="0"/>
                    <a:cs typeface="Times New Roman" panose="02020603050405020304" pitchFamily="18" charset="0"/>
                  </a:rPr>
                  <a:t> là AR/MA không mùa vụ</a:t>
                </a:r>
              </a:p>
              <a:p>
                <a:pPr marL="1828800" lvl="3" indent="-457200">
                  <a:buFont typeface="Wingdings" panose="05000000000000000000" pitchFamily="2" charset="2"/>
                  <a:buChar char="§"/>
                </a:pPr>
                <a14:m>
                  <m:oMath xmlns:m="http://schemas.openxmlformats.org/officeDocument/2006/math">
                    <m:r>
                      <m:rPr>
                        <m:sty m:val="p"/>
                      </m:rPr>
                      <a:rPr lang="en-US" sz="2400"/>
                      <m:t>Φ</m:t>
                    </m:r>
                    <m:r>
                      <a:rPr lang="es-ES" sz="2400" i="1"/>
                      <m:t>,</m:t>
                    </m:r>
                    <m:r>
                      <m:rPr>
                        <m:sty m:val="p"/>
                      </m:rPr>
                      <a:rPr lang="en-US" sz="2400"/>
                      <m:t>Θ</m:t>
                    </m:r>
                  </m:oMath>
                </a14:m>
                <a:r>
                  <a:rPr lang="es-ES" sz="2400">
                    <a:latin typeface="Times New Roman" panose="02020603050405020304" pitchFamily="18" charset="0"/>
                    <a:cs typeface="Times New Roman" panose="02020603050405020304" pitchFamily="18" charset="0"/>
                  </a:rPr>
                  <a:t> là AR/MA mùa vụ</a:t>
                </a:r>
                <a:endParaRPr lang="en-US" sz="24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Nếu ARIMA xử lý tự hồi quy (AR), sai phân (I), và trung bình trượt (MA), thì SARIMA mở rộng thêm AR mùa vụ, sai phân mùa vụ, MA mùa vụ.</a:t>
                </a:r>
              </a:p>
              <a:p>
                <a:endParaRPr lang="en-US"/>
              </a:p>
            </p:txBody>
          </p:sp>
        </mc:Choice>
        <mc:Fallback>
          <p:sp>
            <p:nvSpPr>
              <p:cNvPr id="2" name="Rectangle 3">
                <a:extLst>
                  <a:ext uri="{FF2B5EF4-FFF2-40B4-BE49-F238E27FC236}">
                    <a16:creationId xmlns:a16="http://schemas.microsoft.com/office/drawing/2014/main" id="{C74BF5E1-EAD6-663E-BCC3-1E43C6D38130}"/>
                  </a:ext>
                </a:extLst>
              </p:cNvPr>
              <p:cNvSpPr>
                <a:spLocks noRot="1" noChangeAspect="1" noMove="1" noResize="1" noEditPoints="1" noAdjustHandles="1" noChangeArrowheads="1" noChangeShapeType="1" noTextEdit="1"/>
              </p:cNvSpPr>
              <p:nvPr/>
            </p:nvSpPr>
            <p:spPr bwMode="auto">
              <a:xfrm>
                <a:off x="-30480" y="1066800"/>
                <a:ext cx="9155430" cy="4953000"/>
              </a:xfrm>
              <a:prstGeom prst="rect">
                <a:avLst/>
              </a:prstGeom>
              <a:blipFill>
                <a:blip r:embed="rId3"/>
                <a:stretch>
                  <a:fillRect l="-866" t="-9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129639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10605-0FC7-D19A-0E74-ED4D16E7E2B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BB7001C-7274-6582-3965-3915A74B15F9}"/>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Chăm sóc và theo dõi sức khỏe</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E70B62BC-88DF-4B48-95E3-3DAEA0BD553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292F1858-8E53-E825-A87A-310C0DE0EA71}"/>
              </a:ext>
            </a:extLst>
          </p:cNvPr>
          <p:cNvSpPr>
            <a:spLocks noChangeArrowheads="1"/>
          </p:cNvSpPr>
          <p:nvPr/>
        </p:nvSpPr>
        <p:spPr bwMode="auto">
          <a:xfrm>
            <a:off x="-30480" y="1066800"/>
            <a:ext cx="915543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Dự báo Cúm (Flu Forecasting)</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SARIMA vừa có phần ARIMA (không mùa vụ) vừa có phần mùa vụ:</a:t>
            </a:r>
          </a:p>
          <a:p>
            <a:endParaRPr lang="en-US"/>
          </a:p>
        </p:txBody>
      </p:sp>
      <p:pic>
        <p:nvPicPr>
          <p:cNvPr id="3" name="Picture 2" descr="A graph showing the flu rate&#10;&#10;AI-generated content may be incorrect.">
            <a:extLst>
              <a:ext uri="{FF2B5EF4-FFF2-40B4-BE49-F238E27FC236}">
                <a16:creationId xmlns:a16="http://schemas.microsoft.com/office/drawing/2014/main" id="{6947FBA6-B3FF-8B7A-49FC-A920C120A980}"/>
              </a:ext>
            </a:extLst>
          </p:cNvPr>
          <p:cNvPicPr>
            <a:picLocks noChangeAspect="1"/>
          </p:cNvPicPr>
          <p:nvPr/>
        </p:nvPicPr>
        <p:blipFill>
          <a:blip r:embed="rId3"/>
          <a:stretch>
            <a:fillRect/>
          </a:stretch>
        </p:blipFill>
        <p:spPr>
          <a:xfrm>
            <a:off x="2895600" y="1979930"/>
            <a:ext cx="4846758" cy="4649470"/>
          </a:xfrm>
          <a:prstGeom prst="rect">
            <a:avLst/>
          </a:prstGeom>
        </p:spPr>
      </p:pic>
    </p:spTree>
    <p:extLst>
      <p:ext uri="{BB962C8B-B14F-4D97-AF65-F5344CB8AC3E}">
        <p14:creationId xmlns:p14="http://schemas.microsoft.com/office/powerpoint/2010/main" val="3732026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A5A98-29AC-E4D2-5DAA-AB98ABAE563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D8FC77B-9C9D-BED5-5E6B-C6209093C411}"/>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Chăm sóc và theo dõi sức khỏe</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2643C4B4-2477-1C89-958E-E94423E967F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943D1CC7-8B26-EEEE-C894-892168F46940}"/>
              </a:ext>
            </a:extLst>
          </p:cNvPr>
          <p:cNvSpPr>
            <a:spLocks noChangeArrowheads="1"/>
          </p:cNvSpPr>
          <p:nvPr/>
        </p:nvSpPr>
        <p:spPr bwMode="auto">
          <a:xfrm>
            <a:off x="-30480" y="1066800"/>
            <a:ext cx="915543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Dự báo Cúm (Flu Forecasting)</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Do tính mùa vụ mạnh mẽ, mô hình SARIMA (p, d, q) (P, D, Q) với chu kỳ 52 đã được xem xét.</a:t>
            </a:r>
          </a:p>
          <a:p>
            <a:pPr marL="1257300" lvl="2" indent="-342900">
              <a:buFont typeface="Courier New" panose="02070309020205020404" pitchFamily="49" charset="0"/>
              <a:buChar char="o"/>
            </a:pPr>
            <a:r>
              <a:rPr lang="es-ES" sz="2400" b="1">
                <a:latin typeface="Times New Roman" panose="02020603050405020304" pitchFamily="18" charset="0"/>
                <a:cs typeface="Times New Roman" panose="02020603050405020304" pitchFamily="18" charset="0"/>
              </a:rPr>
              <a:t>Hạn chế:</a:t>
            </a:r>
            <a:r>
              <a:rPr lang="es-ES" sz="2400">
                <a:latin typeface="Times New Roman" panose="02020603050405020304" pitchFamily="18" charset="0"/>
                <a:cs typeface="Times New Roman" panose="02020603050405020304" pitchFamily="18" charset="0"/>
              </a:rPr>
              <a:t> Mô hình cơ bản này có những hạn chế đáng kể:</a:t>
            </a:r>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es-ES" sz="2400">
                <a:latin typeface="Times New Roman" panose="02020603050405020304" pitchFamily="18" charset="0"/>
                <a:cs typeface="Times New Roman" panose="02020603050405020304" pitchFamily="18" charset="0"/>
              </a:rPr>
              <a:t>Nó đôi khi </a:t>
            </a:r>
            <a:r>
              <a:rPr lang="es-ES" sz="2400" b="1">
                <a:latin typeface="Times New Roman" panose="02020603050405020304" pitchFamily="18" charset="0"/>
                <a:cs typeface="Times New Roman" panose="02020603050405020304" pitchFamily="18" charset="0"/>
              </a:rPr>
              <a:t>dự báo tỷ lệ cúm âm</a:t>
            </a:r>
            <a:r>
              <a:rPr lang="es-ES" sz="2400">
                <a:latin typeface="Times New Roman" panose="02020603050405020304" pitchFamily="18" charset="0"/>
                <a:cs typeface="Times New Roman" panose="02020603050405020304" pitchFamily="18" charset="0"/>
              </a:rPr>
              <a:t> (không thực tế), vì mô hình ARIMA không có cơ chế nội tại để áp đặt các ràng buộc vật lý như tỷ lệ phải không âm.</a:t>
            </a:r>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es-ES" sz="2400">
                <a:latin typeface="Times New Roman" panose="02020603050405020304" pitchFamily="18" charset="0"/>
                <a:cs typeface="Times New Roman" panose="02020603050405020304" pitchFamily="18" charset="0"/>
              </a:rPr>
              <a:t>Mô hình nhạy cảm với các điểm ngoại lai và có thể </a:t>
            </a:r>
            <a:r>
              <a:rPr lang="es-ES" sz="2400" b="1">
                <a:latin typeface="Times New Roman" panose="02020603050405020304" pitchFamily="18" charset="0"/>
                <a:cs typeface="Times New Roman" panose="02020603050405020304" pitchFamily="18" charset="0"/>
              </a:rPr>
              <a:t>đánh giá quá cao</a:t>
            </a:r>
            <a:r>
              <a:rPr lang="es-ES" sz="2400">
                <a:latin typeface="Times New Roman" panose="02020603050405020304" pitchFamily="18" charset="0"/>
                <a:cs typeface="Times New Roman" panose="02020603050405020304" pitchFamily="18" charset="0"/>
              </a:rPr>
              <a:t> tỷ lệ cúm tại các đỉnh, dẫn đến việc phân bổ nguồn lực quá mức cần thiết.</a:t>
            </a:r>
          </a:p>
          <a:p>
            <a:pPr marL="1371600" lvl="3" indent="0"/>
            <a:r>
              <a:rPr lang="es-ES" sz="2400">
                <a:latin typeface="Times New Roman" panose="02020603050405020304" pitchFamily="18" charset="0"/>
                <a:cs typeface="Times New Roman" panose="02020603050405020304" pitchFamily="18" charset="0"/>
                <a:sym typeface="Wingdings" panose="05000000000000000000" pitchFamily="2" charset="2"/>
              </a:rPr>
              <a:t></a:t>
            </a:r>
            <a:r>
              <a:rPr lang="es-ES" sz="2400">
                <a:latin typeface="Times New Roman" panose="02020603050405020304" pitchFamily="18" charset="0"/>
                <a:cs typeface="Times New Roman" panose="02020603050405020304" pitchFamily="18" charset="0"/>
              </a:rPr>
              <a:t>Mô hình Thay thế: </a:t>
            </a:r>
            <a:r>
              <a:rPr lang="es-ES" sz="2400" b="1">
                <a:latin typeface="Times New Roman" panose="02020603050405020304" pitchFamily="18" charset="0"/>
                <a:cs typeface="Times New Roman" panose="02020603050405020304" pitchFamily="18" charset="0"/>
              </a:rPr>
              <a:t>Hồi quy Điều hòa Ngoại sinh (Dynamic Harmonic Regression)</a:t>
            </a:r>
            <a:endParaRPr lang="en-US" sz="2400">
              <a:latin typeface="Times New Roman" panose="02020603050405020304" pitchFamily="18" charset="0"/>
              <a:cs typeface="Times New Roman" panose="02020603050405020304" pitchFamily="18" charset="0"/>
            </a:endParaRPr>
          </a:p>
          <a:p>
            <a:pPr marL="1371600" lvl="3" indent="0"/>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2152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0DBD9-0596-FEDA-AC2F-784D626ADCC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A625F95-8054-AC26-8B76-7C6F6ECCD608}"/>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Chăm sóc và theo dõi sức khỏe</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4A790E9B-0E08-F618-E61B-B6D6FB777FE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2CA1253B-8E79-3FA7-338D-A6A9D7F16394}"/>
              </a:ext>
            </a:extLst>
          </p:cNvPr>
          <p:cNvSpPr>
            <a:spLocks noChangeArrowheads="1"/>
          </p:cNvSpPr>
          <p:nvPr/>
        </p:nvSpPr>
        <p:spPr bwMode="auto">
          <a:xfrm>
            <a:off x="-30480" y="1066800"/>
            <a:ext cx="915543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Dự báo Cúm (Flu Forecasting)</a:t>
            </a:r>
          </a:p>
          <a:p>
            <a:pPr marL="914400" lvl="1" indent="-457200">
              <a:buFont typeface="Arial" panose="020B0604020202020204" pitchFamily="34" charset="0"/>
              <a:buChar char="•"/>
            </a:pPr>
            <a:r>
              <a:rPr lang="es-ES" sz="2400">
                <a:latin typeface="Times New Roman" panose="02020603050405020304" pitchFamily="18" charset="0"/>
                <a:cs typeface="Times New Roman" panose="02020603050405020304" pitchFamily="18" charset="0"/>
              </a:rPr>
              <a:t>Để giải quyết các hạn chế của SARIMA, phương pháp </a:t>
            </a:r>
            <a:r>
              <a:rPr lang="es-ES" sz="2400" b="1">
                <a:latin typeface="Times New Roman" panose="02020603050405020304" pitchFamily="18" charset="0"/>
                <a:cs typeface="Times New Roman" panose="02020603050405020304" pitchFamily="18" charset="0"/>
              </a:rPr>
              <a:t>hồi quy điều hòa ngoại sinh (Dynamic Harmonic Regression) </a:t>
            </a:r>
            <a:r>
              <a:rPr lang="es-ES" sz="2400">
                <a:latin typeface="Times New Roman" panose="02020603050405020304" pitchFamily="18" charset="0"/>
                <a:cs typeface="Times New Roman" panose="02020603050405020304" pitchFamily="18" charset="0"/>
              </a:rPr>
              <a:t>được đề xuất để thay thế:</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s-ES" sz="2400" b="1">
                <a:latin typeface="Times New Roman" panose="02020603050405020304" pitchFamily="18" charset="0"/>
                <a:cs typeface="Times New Roman" panose="02020603050405020304" pitchFamily="18" charset="0"/>
              </a:rPr>
              <a:t>Chuyển đổi Logarit:</a:t>
            </a:r>
            <a:r>
              <a:rPr lang="es-ES" sz="2400">
                <a:latin typeface="Times New Roman" panose="02020603050405020304" pitchFamily="18" charset="0"/>
                <a:cs typeface="Times New Roman" panose="02020603050405020304" pitchFamily="18" charset="0"/>
              </a:rPr>
              <a:t> Áp dụng phép biến đổi logarit cho dữ liệu để đảm bảo các dự đoán cuối cùng không âm.</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s-ES" sz="2400" b="1">
                <a:latin typeface="Times New Roman" panose="02020603050405020304" pitchFamily="18" charset="0"/>
                <a:cs typeface="Times New Roman" panose="02020603050405020304" pitchFamily="18" charset="0"/>
              </a:rPr>
              <a:t>Hồi quy Điều hòa:</a:t>
            </a:r>
            <a:r>
              <a:rPr lang="es-ES" sz="2400">
                <a:latin typeface="Times New Roman" panose="02020603050405020304" pitchFamily="18" charset="0"/>
                <a:cs typeface="Times New Roman" panose="02020603050405020304" pitchFamily="18" charset="0"/>
              </a:rPr>
              <a:t> Sử dụng chuỗi Fourier để mô tả tính chu kỳ của dữ liệu, sau đó sử dụng chuỗi này như một biến hồi quy ngoại sinh (exogenous regressor) được điều chỉnh cùng với các thành phần ARIMA tiêu chuẩn.</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s-ES" sz="2400" b="1">
                <a:latin typeface="Times New Roman" panose="02020603050405020304" pitchFamily="18" charset="0"/>
                <a:cs typeface="Times New Roman" panose="02020603050405020304" pitchFamily="18" charset="0"/>
              </a:rPr>
              <a:t>Hiệu suất:</a:t>
            </a:r>
            <a:r>
              <a:rPr lang="es-ES" sz="2400">
                <a:latin typeface="Times New Roman" panose="02020603050405020304" pitchFamily="18" charset="0"/>
                <a:cs typeface="Times New Roman" panose="02020603050405020304" pitchFamily="18" charset="0"/>
              </a:rPr>
              <a:t> Mô hình ARIMA + hồi quy điều hòa này không còn tạo ra giá trị âm nhưng lại có </a:t>
            </a:r>
            <a:r>
              <a:rPr lang="es-ES" sz="2400" b="1">
                <a:latin typeface="Times New Roman" panose="02020603050405020304" pitchFamily="18" charset="0"/>
                <a:cs typeface="Times New Roman" panose="02020603050405020304" pitchFamily="18" charset="0"/>
              </a:rPr>
              <a:t>hiệu suất kém</a:t>
            </a:r>
            <a:r>
              <a:rPr lang="es-ES" sz="2400">
                <a:latin typeface="Times New Roman" panose="02020603050405020304" pitchFamily="18" charset="0"/>
                <a:cs typeface="Times New Roman" panose="02020603050405020304" pitchFamily="18" charset="0"/>
              </a:rPr>
              <a:t> trong việc dự đoán đỉnh (cả về cường độ và thời gian).</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9047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12B64-1548-615D-7C70-92A2F51BCBF8}"/>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D9EF40E-092E-462A-CEF5-38A8861D8DCF}"/>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Chăm sóc và theo dõi sức khỏe</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30747C20-037E-160E-588E-CEDAC664AEB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D36D1C1B-58EF-0287-ED0A-75B593D442B6}"/>
              </a:ext>
            </a:extLst>
          </p:cNvPr>
          <p:cNvSpPr>
            <a:spLocks noChangeArrowheads="1"/>
          </p:cNvSpPr>
          <p:nvPr/>
        </p:nvSpPr>
        <p:spPr bwMode="auto">
          <a:xfrm>
            <a:off x="-30480" y="1066800"/>
            <a:ext cx="915543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Dự báo Cúm (Flu Forecasting)</a:t>
            </a:r>
          </a:p>
          <a:p>
            <a:pPr marL="800100" lvl="1" indent="-342900">
              <a:buFont typeface="Arial" panose="020B0604020202020204" pitchFamily="34" charset="0"/>
              <a:buChar char="•"/>
            </a:pPr>
            <a:r>
              <a:rPr lang="es-ES" sz="2400">
                <a:latin typeface="Times New Roman" panose="02020603050405020304" pitchFamily="18" charset="0"/>
                <a:cs typeface="Times New Roman" panose="02020603050405020304" pitchFamily="18" charset="0"/>
              </a:rPr>
              <a:t>Hồi quy Điều hòa Ngoại sinh (Dynamic Harmonic Regression)</a:t>
            </a:r>
            <a:endParaRPr lang="en-US" sz="2400">
              <a:latin typeface="Times New Roman" panose="02020603050405020304" pitchFamily="18" charset="0"/>
              <a:cs typeface="Times New Roman" panose="02020603050405020304" pitchFamily="18" charset="0"/>
            </a:endParaRPr>
          </a:p>
          <a:p>
            <a:pPr marL="457200" lvl="1" indent="0"/>
            <a:endParaRPr lang="en-US" sz="2400">
              <a:latin typeface="Times New Roman" panose="02020603050405020304" pitchFamily="18" charset="0"/>
              <a:cs typeface="Times New Roman" panose="02020603050405020304" pitchFamily="18" charset="0"/>
            </a:endParaRPr>
          </a:p>
        </p:txBody>
      </p:sp>
      <p:pic>
        <p:nvPicPr>
          <p:cNvPr id="3" name="Picture 2" descr="A graph of flu and flu&#10;&#10;AI-generated content may be incorrect.">
            <a:extLst>
              <a:ext uri="{FF2B5EF4-FFF2-40B4-BE49-F238E27FC236}">
                <a16:creationId xmlns:a16="http://schemas.microsoft.com/office/drawing/2014/main" id="{92C51DDE-E8D5-3755-F420-9F26C5CF99DF}"/>
              </a:ext>
            </a:extLst>
          </p:cNvPr>
          <p:cNvPicPr>
            <a:picLocks noChangeAspect="1"/>
          </p:cNvPicPr>
          <p:nvPr/>
        </p:nvPicPr>
        <p:blipFill>
          <a:blip r:embed="rId3"/>
          <a:stretch>
            <a:fillRect/>
          </a:stretch>
        </p:blipFill>
        <p:spPr>
          <a:xfrm>
            <a:off x="2819400" y="1981200"/>
            <a:ext cx="4547394" cy="4646446"/>
          </a:xfrm>
          <a:prstGeom prst="rect">
            <a:avLst/>
          </a:prstGeom>
        </p:spPr>
      </p:pic>
    </p:spTree>
    <p:extLst>
      <p:ext uri="{BB962C8B-B14F-4D97-AF65-F5344CB8AC3E}">
        <p14:creationId xmlns:p14="http://schemas.microsoft.com/office/powerpoint/2010/main" val="3301653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5EE34-BD97-4EFF-912D-18A50A02903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388BC49-FD04-B695-110E-A07CB5236CBE}"/>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Chăm sóc và theo dõi sức khỏe</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6D9FF360-CA75-FA35-5F96-F6A9B3AC09B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B414F504-9C00-4F56-AC47-C150D442E4D1}"/>
              </a:ext>
            </a:extLst>
          </p:cNvPr>
          <p:cNvSpPr>
            <a:spLocks noChangeArrowheads="1"/>
          </p:cNvSpPr>
          <p:nvPr/>
        </p:nvSpPr>
        <p:spPr bwMode="auto">
          <a:xfrm>
            <a:off x="-30480" y="1066800"/>
            <a:ext cx="915543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Dự báo Cúm (Flu Forecasting)</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Nguyên nhân thất bại:</a:t>
            </a:r>
            <a:r>
              <a:rPr lang="en-US" sz="2400">
                <a:latin typeface="Times New Roman" panose="02020603050405020304" pitchFamily="18" charset="0"/>
                <a:cs typeface="Times New Roman" panose="02020603050405020304" pitchFamily="18" charset="0"/>
              </a:rPr>
              <a:t> Lý do chính là </a:t>
            </a:r>
            <a:r>
              <a:rPr lang="en-US" sz="2400" b="1">
                <a:latin typeface="Times New Roman" panose="02020603050405020304" pitchFamily="18" charset="0"/>
                <a:cs typeface="Times New Roman" panose="02020603050405020304" pitchFamily="18" charset="0"/>
              </a:rPr>
              <a:t>tính mùa vụ của cúm không đều đặn</a:t>
            </a:r>
            <a:r>
              <a:rPr lang="en-US" sz="2400">
                <a:latin typeface="Times New Roman" panose="02020603050405020304" pitchFamily="18" charset="0"/>
                <a:cs typeface="Times New Roman" panose="02020603050405020304" pitchFamily="18" charset="0"/>
              </a:rPr>
              <a:t>. Mô hình hồi quy điều hòa ngoại sinh áp đặt tính chu kỳ quá cứng nhắc, trong khi mô hình SARIMA lại linh hoạt hơn trong việc thay đổi biên độ mùa vụ theo thời gian.</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Các mô hình đơn giản đã được khám phá là một khởi đầu tốt, nhưng các phương pháp tiên tiến hiện nay rất đa dạng:</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Delphi Research Group (Carnegie Mellon)</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Học sâu và Truyền thông Xã hội</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Hồ sơ Y tế Điện tử (electronic health records - EHR)</a:t>
            </a:r>
          </a:p>
        </p:txBody>
      </p:sp>
    </p:spTree>
    <p:extLst>
      <p:ext uri="{BB962C8B-B14F-4D97-AF65-F5344CB8AC3E}">
        <p14:creationId xmlns:p14="http://schemas.microsoft.com/office/powerpoint/2010/main" val="2787787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49CA7-F62D-033F-8938-C2F945AB172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99EFF74-C39C-38D4-6886-4CA459C7153B}"/>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Chăm sóc và theo dõi sức khỏe</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DBFCD4A2-5B22-BDA4-7942-7834009C628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B7D0797C-59DF-DA69-6AD8-85CC5466F750}"/>
              </a:ext>
            </a:extLst>
          </p:cNvPr>
          <p:cNvSpPr>
            <a:spLocks noChangeArrowheads="1"/>
          </p:cNvSpPr>
          <p:nvPr/>
        </p:nvSpPr>
        <p:spPr bwMode="auto">
          <a:xfrm>
            <a:off x="-30480" y="1066800"/>
            <a:ext cx="915543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Dự báo Cúm (Flu Forecasting)</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Các phương pháp tiên tiến hiện nay rất đa dạng:</a:t>
            </a:r>
          </a:p>
          <a:p>
            <a:pPr marL="1257300" lvl="2" indent="-342900">
              <a:buFont typeface="Courier New" panose="02070309020205020404" pitchFamily="49" charset="0"/>
              <a:buChar char="o"/>
            </a:pPr>
            <a:r>
              <a:rPr lang="en-US" sz="2200" b="1">
                <a:latin typeface="Times New Roman" panose="02020603050405020304" pitchFamily="18" charset="0"/>
                <a:cs typeface="Times New Roman" panose="02020603050405020304" pitchFamily="18" charset="0"/>
              </a:rPr>
              <a:t>Delphi Research Group (Carnegie Mellon):</a:t>
            </a:r>
            <a:r>
              <a:rPr lang="en-US" sz="2200">
                <a:latin typeface="Times New Roman" panose="02020603050405020304" pitchFamily="18" charset="0"/>
                <a:cs typeface="Times New Roman" panose="02020603050405020304" pitchFamily="18" charset="0"/>
              </a:rPr>
              <a:t> Sử dụng phương pháp Empirical Bayes, nền tảng crowdsourcing, và </a:t>
            </a:r>
            <a:r>
              <a:rPr lang="en-US" sz="2200" b="1">
                <a:latin typeface="Times New Roman" panose="02020603050405020304" pitchFamily="18" charset="0"/>
                <a:cs typeface="Times New Roman" panose="02020603050405020304" pitchFamily="18" charset="0"/>
              </a:rPr>
              <a:t>nowcasting</a:t>
            </a:r>
            <a:r>
              <a:rPr lang="en-US" sz="2200">
                <a:latin typeface="Times New Roman" panose="02020603050405020304" pitchFamily="18" charset="0"/>
                <a:cs typeface="Times New Roman" panose="02020603050405020304" pitchFamily="18" charset="0"/>
              </a:rPr>
              <a:t> (dự đoán ngắn hạn) bằng cách tổng hợp dữ liệu từ nhiều nguồn (như số lần truy cập Wikipedia và truy vấn Twitter liên quan).</a:t>
            </a:r>
          </a:p>
          <a:p>
            <a:pPr marL="1257300" lvl="2" indent="-342900">
              <a:buFont typeface="Courier New" panose="02070309020205020404" pitchFamily="49" charset="0"/>
              <a:buChar char="o"/>
            </a:pPr>
            <a:r>
              <a:rPr lang="en-US" sz="2200" b="1">
                <a:latin typeface="Times New Roman" panose="02020603050405020304" pitchFamily="18" charset="0"/>
                <a:cs typeface="Times New Roman" panose="02020603050405020304" pitchFamily="18" charset="0"/>
              </a:rPr>
              <a:t>Học sâu và Truyền thông Xã hội:</a:t>
            </a:r>
            <a:r>
              <a:rPr lang="en-US" sz="2200">
                <a:latin typeface="Times New Roman" panose="02020603050405020304" pitchFamily="18" charset="0"/>
                <a:cs typeface="Times New Roman" panose="02020603050405020304" pitchFamily="18" charset="0"/>
              </a:rPr>
              <a:t> Sử dụng Mạng thần kinh tích chập sâu (CNNs) để phân loại hình ảnh Instagram, kết hợp với các tính năng văn bản từ Twitter, làm đầu vào cho các mô hình Machine Learning như XGBoost.</a:t>
            </a:r>
          </a:p>
          <a:p>
            <a:pPr marL="1257300" lvl="2" indent="-342900">
              <a:buFont typeface="Courier New" panose="02070309020205020404" pitchFamily="49" charset="0"/>
              <a:buChar char="o"/>
            </a:pPr>
            <a:r>
              <a:rPr lang="en-US" sz="2200" b="1">
                <a:latin typeface="Times New Roman" panose="02020603050405020304" pitchFamily="18" charset="0"/>
                <a:cs typeface="Times New Roman" panose="02020603050405020304" pitchFamily="18" charset="0"/>
              </a:rPr>
              <a:t>Hồ sơ Y tế Điện tử (EHR):</a:t>
            </a:r>
            <a:r>
              <a:rPr lang="en-US" sz="2200">
                <a:latin typeface="Times New Roman" panose="02020603050405020304" pitchFamily="18" charset="0"/>
                <a:cs typeface="Times New Roman" panose="02020603050405020304" pitchFamily="18" charset="0"/>
              </a:rPr>
              <a:t> Việc tích hợp hồ sơ sức khỏe điện tử có thể mang lại những cải thiện đáng kể về độ chính xác dự báo ở nhiều khung thời gian. Tuy nhiên, việc tiếp cận dữ liệu EHR là khó khăn.</a:t>
            </a:r>
          </a:p>
          <a:p>
            <a:pPr marL="800100" lvl="1"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9326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24392-CDDC-B274-0AD4-712D94CDBC6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B91BFBC-57F5-03F1-E682-90696AC0AEE0}"/>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Chăm sóc và theo dõi sức khỏe</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5F0436FF-2D49-302D-3487-6C752FF1D36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55A969D2-EAB0-BD89-19A8-45707529ED42}"/>
              </a:ext>
            </a:extLst>
          </p:cNvPr>
          <p:cNvSpPr>
            <a:spLocks noChangeArrowheads="1"/>
          </p:cNvSpPr>
          <p:nvPr/>
        </p:nvSpPr>
        <p:spPr bwMode="auto">
          <a:xfrm>
            <a:off x="-30480" y="1066800"/>
            <a:ext cx="915543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Dự báo Mức Đường Huyết (Blood Glucose Forecasting)</a:t>
            </a:r>
            <a:endParaRPr lang="en-US" sz="24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Dự đoán mức đường huyết (Blood Glucose Levels - BG) là một lĩnh vực nghiên cứu tích cực khác. Các dự đoán này giúp bệnh nhân tiểu đường điều chỉnh liều insulin và thời gian ăn uống, đặc biệt quan trọng để ngăn ngừa các mức đường huyết thấp nguy hiểm trong khi ngủ.</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Nghiên cứu sử dụng một bộ dữ liệu nhỏ, tự báo cáo từ thiết bị theo dõi glucose liên tục (CGM) của một cá nhân.</a:t>
            </a:r>
          </a:p>
          <a:p>
            <a:pPr marL="457200" lvl="1" indent="0"/>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3636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81FAF-EB1B-2769-EC40-61FF4ECBD63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F78C40D-813E-365C-2F19-FAF8BC53DB44}"/>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Chăm sóc và theo dõi sức khỏe</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FA2504A7-6068-D8B7-94AE-81AF94B0D4E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86A9E0DD-2246-6632-FBF7-3AD3EDF4206A}"/>
              </a:ext>
            </a:extLst>
          </p:cNvPr>
          <p:cNvSpPr>
            <a:spLocks noChangeArrowheads="1"/>
          </p:cNvSpPr>
          <p:nvPr/>
        </p:nvSpPr>
        <p:spPr bwMode="auto">
          <a:xfrm>
            <a:off x="-30480" y="1066800"/>
            <a:ext cx="915543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Dự báo Mức Đường Huyết (Blood Glucose Forecasting)</a:t>
            </a:r>
            <a:endParaRPr lang="en-US" sz="24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Làm sạch và Khám phá Dữ liệu</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Làm sạch Dữ liệu:</a:t>
            </a:r>
            <a:r>
              <a:rPr lang="en-US" sz="2400">
                <a:latin typeface="Times New Roman" panose="02020603050405020304" pitchFamily="18" charset="0"/>
                <a:cs typeface="Times New Roman" panose="02020603050405020304" pitchFamily="18" charset="0"/>
              </a:rPr>
              <a:t> Phải loại bỏ các mục dữ liệu trùng lặp (dù là trùng lặp hoàn toàn hay chỉ trùng lặp về dấu thời gian nhưng giá trị hơi khác nhau).</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Phát hiện mẫu hình </a:t>
            </a:r>
            <a:r>
              <a:rPr lang="en-US" sz="2400">
                <a:latin typeface="Times New Roman" panose="02020603050405020304" pitchFamily="18" charset="0"/>
                <a:cs typeface="Times New Roman" panose="02020603050405020304" pitchFamily="18" charset="0"/>
              </a:rPr>
              <a:t>(các hình ở slide sau)</a:t>
            </a:r>
            <a:r>
              <a:rPr lang="en-US" sz="2400" b="1">
                <a:latin typeface="Times New Roman" panose="02020603050405020304" pitchFamily="18" charset="0"/>
                <a:cs typeface="Times New Roman" panose="02020603050405020304" pitchFamily="18" charset="0"/>
              </a:rPr>
              <a:t>:</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Việc vẽ biểu đồ dữ liệu theo các khung thời gian ngắn hơn (ví dụ: từng ngày) cho thấy một </a:t>
            </a:r>
            <a:r>
              <a:rPr lang="en-US" sz="2400" b="1">
                <a:latin typeface="Times New Roman" panose="02020603050405020304" pitchFamily="18" charset="0"/>
                <a:cs typeface="Times New Roman" panose="02020603050405020304" pitchFamily="18" charset="0"/>
              </a:rPr>
              <a:t>mô hình hàng ngày</a:t>
            </a:r>
            <a:r>
              <a:rPr lang="en-US" sz="2400">
                <a:latin typeface="Times New Roman" panose="02020603050405020304" pitchFamily="18" charset="0"/>
                <a:cs typeface="Times New Roman" panose="02020603050405020304" pitchFamily="18" charset="0"/>
              </a:rPr>
              <a:t> (daily pattern) xuất hiện.</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Giá trị BG trung bình thay đổi đáng kể theo giờ trong ngày.</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Biểu đồ tần suất cho thấy thời gian thu thập dữ liệu CGM không ngẫu nhiên, tập trung dày đặc xung quanh nửa đêm, gợi ý sự bất thường trong việc ghi nhận của thiết bị.</a:t>
            </a:r>
          </a:p>
          <a:p>
            <a:pPr marL="1257300"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0074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8CD4C-4F8A-AC8A-BEBE-095850D9E68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043ED04-9D36-E894-220A-3B757A2388B8}"/>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Chăm sóc và theo dõi sức khỏe</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BB6F4919-AACF-2DF7-FBE0-0F1FB2CC8F8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E5E13AE4-B1AA-B496-DCF7-33ECBDDA270C}"/>
              </a:ext>
            </a:extLst>
          </p:cNvPr>
          <p:cNvSpPr>
            <a:spLocks noChangeArrowheads="1"/>
          </p:cNvSpPr>
          <p:nvPr/>
        </p:nvSpPr>
        <p:spPr bwMode="auto">
          <a:xfrm>
            <a:off x="-30480" y="1066800"/>
            <a:ext cx="915543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Dự báo Mức Đường Huyết (Blood Glucose Forecasting)</a:t>
            </a:r>
            <a:endParaRPr lang="en-US" sz="24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Làm sạch và Khám phá Dữ liệu</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Phát hiện mẫu hình:</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E609BB7-EADE-B659-47DE-E58EBFFA0507}"/>
              </a:ext>
            </a:extLst>
          </p:cNvPr>
          <p:cNvPicPr>
            <a:picLocks noChangeAspect="1"/>
          </p:cNvPicPr>
          <p:nvPr/>
        </p:nvPicPr>
        <p:blipFill>
          <a:blip r:embed="rId3"/>
          <a:stretch>
            <a:fillRect/>
          </a:stretch>
        </p:blipFill>
        <p:spPr>
          <a:xfrm>
            <a:off x="304800" y="2450651"/>
            <a:ext cx="3729038" cy="3214275"/>
          </a:xfrm>
          <a:prstGeom prst="rect">
            <a:avLst/>
          </a:prstGeom>
        </p:spPr>
      </p:pic>
      <p:pic>
        <p:nvPicPr>
          <p:cNvPr id="6" name="Picture 5">
            <a:extLst>
              <a:ext uri="{FF2B5EF4-FFF2-40B4-BE49-F238E27FC236}">
                <a16:creationId xmlns:a16="http://schemas.microsoft.com/office/drawing/2014/main" id="{88C5CC03-9709-029D-5749-6C9CD589A292}"/>
              </a:ext>
            </a:extLst>
          </p:cNvPr>
          <p:cNvPicPr>
            <a:picLocks noChangeAspect="1"/>
          </p:cNvPicPr>
          <p:nvPr/>
        </p:nvPicPr>
        <p:blipFill>
          <a:blip r:embed="rId4"/>
          <a:stretch>
            <a:fillRect/>
          </a:stretch>
        </p:blipFill>
        <p:spPr>
          <a:xfrm>
            <a:off x="4191000" y="2362200"/>
            <a:ext cx="4379763" cy="1604962"/>
          </a:xfrm>
          <a:prstGeom prst="rect">
            <a:avLst/>
          </a:prstGeom>
        </p:spPr>
      </p:pic>
      <p:pic>
        <p:nvPicPr>
          <p:cNvPr id="8" name="Picture 7">
            <a:extLst>
              <a:ext uri="{FF2B5EF4-FFF2-40B4-BE49-F238E27FC236}">
                <a16:creationId xmlns:a16="http://schemas.microsoft.com/office/drawing/2014/main" id="{EC6C23D3-D68A-9154-2BD3-5B08C473B01B}"/>
              </a:ext>
            </a:extLst>
          </p:cNvPr>
          <p:cNvPicPr>
            <a:picLocks noChangeAspect="1"/>
          </p:cNvPicPr>
          <p:nvPr/>
        </p:nvPicPr>
        <p:blipFill>
          <a:blip r:embed="rId5"/>
          <a:stretch>
            <a:fillRect/>
          </a:stretch>
        </p:blipFill>
        <p:spPr>
          <a:xfrm>
            <a:off x="4166250" y="3661004"/>
            <a:ext cx="4444350" cy="1672996"/>
          </a:xfrm>
          <a:prstGeom prst="rect">
            <a:avLst/>
          </a:prstGeom>
        </p:spPr>
      </p:pic>
    </p:spTree>
    <p:extLst>
      <p:ext uri="{BB962C8B-B14F-4D97-AF65-F5344CB8AC3E}">
        <p14:creationId xmlns:p14="http://schemas.microsoft.com/office/powerpoint/2010/main" val="3298366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104B0-E3CF-61D2-BE37-82829308975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1D68F1A-169F-E29A-153C-42F9EE7CE6C9}"/>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Chăm sóc và theo dõi sức khỏe</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4AD15750-CD36-95A6-2A81-61F06E3BE4D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93CED377-E8BB-7729-4277-D81031822664}"/>
              </a:ext>
            </a:extLst>
          </p:cNvPr>
          <p:cNvSpPr>
            <a:spLocks noChangeArrowheads="1"/>
          </p:cNvSpPr>
          <p:nvPr/>
        </p:nvSpPr>
        <p:spPr bwMode="auto">
          <a:xfrm>
            <a:off x="-30480" y="1066800"/>
            <a:ext cx="915543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Dự báo Mức Đường Huyết (Blood Glucose Forecasting)</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Sinh đặc trưng: </a:t>
            </a:r>
            <a:r>
              <a:rPr lang="en-US" sz="2400">
                <a:latin typeface="Times New Roman" panose="02020603050405020304" pitchFamily="18" charset="0"/>
                <a:cs typeface="Times New Roman" panose="02020603050405020304" pitchFamily="18" charset="0"/>
              </a:rPr>
              <a:t>Các đặc trưng được tạo ra để dự đoán BG 30 phút trước (giá trị mục tiêu):</a:t>
            </a:r>
          </a:p>
          <a:p>
            <a:pPr marL="1257300" lvl="2" indent="-342900">
              <a:buFont typeface="Wingdings" panose="05000000000000000000" pitchFamily="2" charset="2"/>
              <a:buChar char="§"/>
            </a:pPr>
            <a:r>
              <a:rPr lang="en-US" sz="2200" b="1">
                <a:latin typeface="Times New Roman" panose="02020603050405020304" pitchFamily="18" charset="0"/>
                <a:cs typeface="Times New Roman" panose="02020603050405020304" pitchFamily="18" charset="0"/>
              </a:rPr>
              <a:t>Thời gian:</a:t>
            </a:r>
            <a:r>
              <a:rPr lang="en-US" sz="2200">
                <a:latin typeface="Times New Roman" panose="02020603050405020304" pitchFamily="18" charset="0"/>
                <a:cs typeface="Times New Roman" panose="02020603050405020304" pitchFamily="18" charset="0"/>
              </a:rPr>
              <a:t> Các đặc trưng liên quan đến thời gian trong ngày (giờ địa phương) và tháng (dán nhãn "mùa đông/không mùa đông"). Giờ địa phương sau đó được đơn giản hóa thành các quãng trong ngày để giảm độ phức tạp của mô hình.</a:t>
            </a:r>
          </a:p>
          <a:p>
            <a:pPr marL="1257300" lvl="2" indent="-342900">
              <a:buFont typeface="Wingdings" panose="05000000000000000000" pitchFamily="2" charset="2"/>
              <a:buChar char="§"/>
            </a:pPr>
            <a:r>
              <a:rPr lang="en-US" sz="2200" b="1">
                <a:latin typeface="Times New Roman" panose="02020603050405020304" pitchFamily="18" charset="0"/>
                <a:cs typeface="Times New Roman" panose="02020603050405020304" pitchFamily="18" charset="0"/>
              </a:rPr>
              <a:t>Xu hướng (Direction):</a:t>
            </a:r>
            <a:r>
              <a:rPr lang="en-US" sz="2200">
                <a:latin typeface="Times New Roman" panose="02020603050405020304" pitchFamily="18" charset="0"/>
                <a:cs typeface="Times New Roman" panose="02020603050405020304" pitchFamily="18" charset="0"/>
              </a:rPr>
              <a:t> Sử dụng nhãn xu hướng do phần mềm độc quyền của CGM cung cấp (ví dụ: "Flat," "FortyFiveUp"). Xu hướng phổ biến nhất là "flat" cho mọi giờ trong ngày, nhưng xu hướng phổ biến thứ hai lại thay đổi theo thời gian.</a:t>
            </a:r>
          </a:p>
          <a:p>
            <a:pPr marL="1257300" lvl="2" indent="-342900">
              <a:buFont typeface="Wingdings" panose="05000000000000000000" pitchFamily="2" charset="2"/>
              <a:buChar char="§"/>
            </a:pPr>
            <a:r>
              <a:rPr lang="en-US" sz="2200" b="1">
                <a:latin typeface="Times New Roman" panose="02020603050405020304" pitchFamily="18" charset="0"/>
                <a:cs typeface="Times New Roman" panose="02020603050405020304" pitchFamily="18" charset="0"/>
              </a:rPr>
              <a:t>Độ biến thiên:</a:t>
            </a:r>
            <a:r>
              <a:rPr lang="en-US" sz="2200">
                <a:latin typeface="Times New Roman" panose="02020603050405020304" pitchFamily="18" charset="0"/>
                <a:cs typeface="Times New Roman" panose="02020603050405020304" pitchFamily="18" charset="0"/>
              </a:rPr>
              <a:t> Tính toán độ lệch chuẩn (standard deviation) của BG trong một cửa sổ thời gian gần đây (lookback window), đồng thời phải xử lý cẩn thận các khoảng thời gian bị gián đoạn (noncontiguous data).</a:t>
            </a:r>
          </a:p>
          <a:p>
            <a:pPr lvl="1">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2247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AE8FB-BCBE-662D-BFDD-AFEA6C2E0C9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F202AC6-7201-5EC5-7470-2BAF72F22E7D}"/>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Chăm sóc và theo dõi sức khỏe</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B7C87320-1D8F-2405-F006-95908E7355D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323C5DEE-958B-9F14-A386-5A637306D5CA}"/>
              </a:ext>
            </a:extLst>
          </p:cNvPr>
          <p:cNvSpPr>
            <a:spLocks noChangeArrowheads="1"/>
          </p:cNvSpPr>
          <p:nvPr/>
        </p:nvSpPr>
        <p:spPr bwMode="auto">
          <a:xfrm>
            <a:off x="-30480" y="1066800"/>
            <a:ext cx="915543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Dự báo Mức Đường Huyết (Blood Glucose Forecasting)</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Mô hình hóa bằng XGBoost </a:t>
            </a:r>
            <a:r>
              <a:rPr lang="en-US" sz="2400">
                <a:latin typeface="Times New Roman" panose="02020603050405020304" pitchFamily="18" charset="0"/>
                <a:cs typeface="Times New Roman" panose="02020603050405020304" pitchFamily="18" charset="0"/>
              </a:rPr>
              <a:t> được chọn, vì nó đã đạt hoặc vượt qua các chỉ số tiên tiến trong dự đoán glucose.</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Mô hình đã có thể đưa ra dự báo hợp lý về xu hướng BG chung trong 30 phút tới, ngay cả khi không có thông tin đầu vào liên quan như bữa ăn hoặc tập thể dục.</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Khi xem xét riêng các mức BG cao và thấp nguy hiểm, hiệu suất của mô hình bị đánh giá khắc nghiệt hơn.</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Mô hình không hoạt động tốt ở </a:t>
            </a:r>
            <a:r>
              <a:rPr lang="en-US" sz="2400" b="1">
                <a:latin typeface="Times New Roman" panose="02020603050405020304" pitchFamily="18" charset="0"/>
                <a:cs typeface="Times New Roman" panose="02020603050405020304" pitchFamily="18" charset="0"/>
              </a:rPr>
              <a:t>mức đường huyết thấp</a:t>
            </a:r>
            <a:r>
              <a:rPr lang="en-US" sz="2400">
                <a:latin typeface="Times New Roman" panose="02020603050405020304" pitchFamily="18" charset="0"/>
                <a:cs typeface="Times New Roman" panose="02020603050405020304" pitchFamily="18" charset="0"/>
              </a:rPr>
              <a:t>. Điều này đáng lo ngại vì các sự cố đường huyết thấp nguy hiểm là hiếm gặp, khiến mô hình thiếu cơ hội để huấn luyện về chúng.</a:t>
            </a:r>
          </a:p>
          <a:p>
            <a:pPr lvl="1">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3777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C972F-CDFE-8ADB-18C7-686F4E76E57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D1E64A9-EB1C-1B67-4F1A-671A3710BEAC}"/>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Phát hiện bất thường</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582A612E-4662-FF0E-31AE-536228163B5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01542B79-F4CA-D1C8-9BD8-E287ADFB4A7C}"/>
              </a:ext>
            </a:extLst>
          </p:cNvPr>
          <p:cNvSpPr>
            <a:spLocks noChangeArrowheads="1"/>
          </p:cNvSpPr>
          <p:nvPr/>
        </p:nvSpPr>
        <p:spPr bwMode="auto">
          <a:xfrm>
            <a:off x="-30480" y="1066800"/>
            <a:ext cx="917448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Phát hiện điểm bất thường (Anomaly Detection) l</a:t>
            </a:r>
            <a:r>
              <a:rPr lang="en-US" sz="2400">
                <a:latin typeface="Times New Roman" panose="02020603050405020304" pitchFamily="18" charset="0"/>
                <a:cs typeface="Times New Roman" panose="02020603050405020304" pitchFamily="18" charset="0"/>
              </a:rPr>
              <a:t>à một lĩnh vực quan trọng trong nghiên cứu chuỗi thời gian. </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Ngày nay, các công ty công nghệ đang nỗ lực phát triển và chia sẻ với cộng đồng mã nguồn mở.</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Phát hiện điểm bất thường </a:t>
            </a:r>
            <a:r>
              <a:rPr lang="en-US" sz="2400">
                <a:latin typeface="Times New Roman" panose="02020603050405020304" pitchFamily="18" charset="0"/>
                <a:cs typeface="Times New Roman" panose="02020603050405020304" pitchFamily="18" charset="0"/>
              </a:rPr>
              <a:t>hữu ích vì hai lý do chính:</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Có thể giúp </a:t>
            </a:r>
            <a:r>
              <a:rPr lang="en-US" sz="2400" b="1">
                <a:latin typeface="Times New Roman" panose="02020603050405020304" pitchFamily="18" charset="0"/>
                <a:cs typeface="Times New Roman" panose="02020603050405020304" pitchFamily="18" charset="0"/>
              </a:rPr>
              <a:t>loại bỏ các điểm ngoại lai</a:t>
            </a:r>
            <a:r>
              <a:rPr lang="en-US" sz="2400">
                <a:latin typeface="Times New Roman" panose="02020603050405020304" pitchFamily="18" charset="0"/>
                <a:cs typeface="Times New Roman" panose="02020603050405020304" pitchFamily="18" charset="0"/>
              </a:rPr>
              <a:t> khi điều chỉnh các mô hình không đủ mạnh mẽ để chống lại chúng.</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Có thể giúp </a:t>
            </a:r>
            <a:r>
              <a:rPr lang="en-US" sz="2400" b="1">
                <a:latin typeface="Times New Roman" panose="02020603050405020304" pitchFamily="18" charset="0"/>
                <a:cs typeface="Times New Roman" panose="02020603050405020304" pitchFamily="18" charset="0"/>
              </a:rPr>
              <a:t>xác định các điểm ngoại lai</a:t>
            </a:r>
            <a:r>
              <a:rPr lang="en-US" sz="2400">
                <a:latin typeface="Times New Roman" panose="02020603050405020304" pitchFamily="18" charset="0"/>
                <a:cs typeface="Times New Roman" panose="02020603050405020304" pitchFamily="18" charset="0"/>
              </a:rPr>
              <a:t> nếu muốn xây dựng mô hình dự báo để dự đoán mức độ của các sự kiện bất thường này (mặc dù việc dự đoán điểm bất thường là rất khó).</a:t>
            </a: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70660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12548-D80F-13DF-7992-149E94D9990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97A59E7-7956-524D-9904-5DCB22BA685F}"/>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Phát hiện bất thường</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C0F2B406-3457-A6D3-8571-16C64CC58F6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F26C00BD-B308-027E-C008-5E07CA27349B}"/>
              </a:ext>
            </a:extLst>
          </p:cNvPr>
          <p:cNvSpPr>
            <a:spLocks noChangeArrowheads="1"/>
          </p:cNvSpPr>
          <p:nvPr/>
        </p:nvSpPr>
        <p:spPr bwMode="auto">
          <a:xfrm>
            <a:off x="-30480" y="1066800"/>
            <a:ext cx="917448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Phát hiện điểm bất thường (Anomaly Detection)</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Gói </a:t>
            </a:r>
            <a:r>
              <a:rPr lang="en-US" sz="2400" b="1">
                <a:latin typeface="Times New Roman" panose="02020603050405020304" pitchFamily="18" charset="0"/>
                <a:cs typeface="Times New Roman" panose="02020603050405020304" pitchFamily="18" charset="0"/>
              </a:rPr>
              <a:t>AnomalyDetection</a:t>
            </a:r>
            <a:r>
              <a:rPr lang="en-US" sz="2400">
                <a:latin typeface="Times New Roman" panose="02020603050405020304" pitchFamily="18" charset="0"/>
                <a:cs typeface="Times New Roman" panose="02020603050405020304" pitchFamily="18" charset="0"/>
              </a:rPr>
              <a:t> mã nguồn mở của </a:t>
            </a:r>
            <a:r>
              <a:rPr lang="en-US" sz="2400" b="1">
                <a:latin typeface="Times New Roman" panose="02020603050405020304" pitchFamily="18" charset="0"/>
                <a:cs typeface="Times New Roman" panose="02020603050405020304" pitchFamily="18" charset="0"/>
              </a:rPr>
              <a:t>Twitter</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Phương pháp:</a:t>
            </a:r>
            <a:r>
              <a:rPr lang="en-US" sz="2400">
                <a:latin typeface="Times New Roman" panose="02020603050405020304" pitchFamily="18" charset="0"/>
                <a:cs typeface="Times New Roman" panose="02020603050405020304" pitchFamily="18" charset="0"/>
              </a:rPr>
              <a:t> Gói này triển khai thuật toán Seasonal Hybrid ESD (Extreme Studentized Deviant).</a:t>
            </a:r>
          </a:p>
          <a:p>
            <a:pPr marL="1714500" lvl="3" indent="-342900">
              <a:buFont typeface="Wingdings" panose="05000000000000000000" pitchFamily="2" charset="2"/>
              <a:buChar char="§"/>
            </a:pPr>
            <a:r>
              <a:rPr lang="en-US" sz="2400" b="1">
                <a:latin typeface="Times New Roman" panose="02020603050405020304" pitchFamily="18" charset="0"/>
                <a:cs typeface="Times New Roman" panose="02020603050405020304" pitchFamily="18" charset="0"/>
              </a:rPr>
              <a:t>Seasonal Hybrid ESD </a:t>
            </a:r>
            <a:r>
              <a:rPr lang="en-US" sz="2400">
                <a:latin typeface="Times New Roman" panose="02020603050405020304" pitchFamily="18" charset="0"/>
                <a:cs typeface="Times New Roman" panose="02020603050405020304" pitchFamily="18" charset="0"/>
              </a:rPr>
              <a:t>mở rộng dựa trên Generalized ESD để tính đến </a:t>
            </a:r>
            <a:r>
              <a:rPr lang="en-US" sz="2400" b="1">
                <a:latin typeface="Times New Roman" panose="02020603050405020304" pitchFamily="18" charset="0"/>
                <a:cs typeface="Times New Roman" panose="02020603050405020304" pitchFamily="18" charset="0"/>
              </a:rPr>
              <a:t>tính thời vụ</a:t>
            </a:r>
            <a:r>
              <a:rPr lang="en-US" sz="2400">
                <a:latin typeface="Times New Roman" panose="02020603050405020304" pitchFamily="18" charset="0"/>
                <a:cs typeface="Times New Roman" panose="02020603050405020304" pitchFamily="18" charset="0"/>
              </a:rPr>
              <a:t> trong hành vi thông qua phân rã chuỗi thời gian.</a:t>
            </a:r>
          </a:p>
          <a:p>
            <a:pPr marL="1714500" lvl="3" indent="-342900">
              <a:buFont typeface="Wingdings" panose="05000000000000000000" pitchFamily="2" charset="2"/>
              <a:buChar char="§"/>
            </a:pPr>
            <a:r>
              <a:rPr lang="en-US" sz="2400" b="1">
                <a:latin typeface="Times New Roman" panose="02020603050405020304" pitchFamily="18" charset="0"/>
                <a:cs typeface="Times New Roman" panose="02020603050405020304" pitchFamily="18" charset="0"/>
              </a:rPr>
              <a:t>Generalized ESD</a:t>
            </a:r>
            <a:r>
              <a:rPr lang="en-US" sz="2400">
                <a:latin typeface="Times New Roman" panose="02020603050405020304" pitchFamily="18" charset="0"/>
                <a:cs typeface="Times New Roman" panose="02020603050405020304" pitchFamily="18" charset="0"/>
              </a:rPr>
              <a:t> áp dụng lặp đi lặp lại Thử nghiệm Grubbs (một bài kiểm tra thống kê xác định sự hiện diện của một điểm ngoại lai duy nhất).</a:t>
            </a:r>
          </a:p>
          <a:p>
            <a:pPr marL="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06331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D868A-EC18-7C7C-FB8B-C50FCD24D7E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AE04DB2-A937-FD85-2B3A-ABBDC3519CDD}"/>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Phát hiện bất thường</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01C9A80B-43D5-6C69-E702-97BC7D1B189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5DFB54CD-D7E4-F46B-6E82-9F3E3EE419A8}"/>
              </a:ext>
            </a:extLst>
          </p:cNvPr>
          <p:cNvSpPr>
            <a:spLocks noChangeArrowheads="1"/>
          </p:cNvSpPr>
          <p:nvPr/>
        </p:nvSpPr>
        <p:spPr bwMode="auto">
          <a:xfrm>
            <a:off x="-30480" y="1066800"/>
            <a:ext cx="917448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Phát hiện điểm bất thường (Anomaly Detection)</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Gói </a:t>
            </a:r>
            <a:r>
              <a:rPr lang="en-US" sz="2400" b="1">
                <a:latin typeface="Times New Roman" panose="02020603050405020304" pitchFamily="18" charset="0"/>
                <a:cs typeface="Times New Roman" panose="02020603050405020304" pitchFamily="18" charset="0"/>
              </a:rPr>
              <a:t>AnomalyDetection</a:t>
            </a:r>
            <a:r>
              <a:rPr lang="en-US" sz="2400">
                <a:latin typeface="Times New Roman" panose="02020603050405020304" pitchFamily="18" charset="0"/>
                <a:cs typeface="Times New Roman" panose="02020603050405020304" pitchFamily="18" charset="0"/>
              </a:rPr>
              <a:t> mã nguồn mở của </a:t>
            </a:r>
            <a:r>
              <a:rPr lang="en-US" sz="2400" b="1">
                <a:latin typeface="Times New Roman" panose="02020603050405020304" pitchFamily="18" charset="0"/>
                <a:cs typeface="Times New Roman" panose="02020603050405020304" pitchFamily="18" charset="0"/>
              </a:rPr>
              <a:t>Twitter</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Ứng dụng:</a:t>
            </a:r>
            <a:r>
              <a:rPr lang="en-US" sz="2400">
                <a:latin typeface="Times New Roman" panose="02020603050405020304" pitchFamily="18" charset="0"/>
                <a:cs typeface="Times New Roman" panose="02020603050405020304" pitchFamily="18" charset="0"/>
              </a:rPr>
              <a:t> Gói này có thể được sử dụng để tìm kiếm tỷ lệ lớn các điểm bất thường theo cả hai hướng (dương hoặc âm), hoặc chỉ tìm kiếm các điểm bất thường theo hướng dương.</a:t>
            </a:r>
          </a:p>
          <a:p>
            <a:pPr marL="1714500" lvl="3" indent="-342900">
              <a:buFont typeface="Wingdings" panose="05000000000000000000" pitchFamily="2" charset="2"/>
              <a:buChar char="§"/>
            </a:pPr>
            <a:r>
              <a:rPr lang="en-US" sz="2400" b="1">
                <a:latin typeface="Times New Roman" panose="02020603050405020304" pitchFamily="18" charset="0"/>
                <a:cs typeface="Times New Roman" panose="02020603050405020304" pitchFamily="18" charset="0"/>
              </a:rPr>
              <a:t>Ví dụ:</a:t>
            </a:r>
            <a:r>
              <a:rPr lang="en-US" sz="2400">
                <a:latin typeface="Times New Roman" panose="02020603050405020304" pitchFamily="18" charset="0"/>
                <a:cs typeface="Times New Roman" panose="02020603050405020304" pitchFamily="18" charset="0"/>
              </a:rPr>
              <a:t> Khi xây dựng cơ sở hạ tầng cho một trang web có lưu lượng truy cập lớn, các nhà phân tích thường quan tâm nhất đến việc xác định các </a:t>
            </a:r>
            <a:r>
              <a:rPr lang="en-US" sz="2400" b="1">
                <a:latin typeface="Times New Roman" panose="02020603050405020304" pitchFamily="18" charset="0"/>
                <a:cs typeface="Times New Roman" panose="02020603050405020304" pitchFamily="18" charset="0"/>
              </a:rPr>
              <a:t>đỉnh tăng đột biến (spikes)</a:t>
            </a:r>
            <a:r>
              <a:rPr lang="en-US" sz="2400">
                <a:latin typeface="Times New Roman" panose="02020603050405020304" pitchFamily="18" charset="0"/>
                <a:cs typeface="Times New Roman" panose="02020603050405020304" pitchFamily="18" charset="0"/>
              </a:rPr>
              <a:t> (các điểm bất thường dương). Việc dán nhãn các điểm bất thường này là bước đầu tiên để làm sạch dữ liệu (ví dụ: loại bỏ các con số giả) hoặc để chuẩn bị mua thêm tài nguyên máy tính.</a:t>
            </a:r>
          </a:p>
          <a:p>
            <a:pPr marL="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6710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3F49B-D644-1F56-50A3-70D4BA246B5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A89B1F3-AF4D-D6BF-FCBA-19A0E1FE76BB}"/>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Phát hiện bất thường</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D7D256EB-0919-C61B-886C-D379459177E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A99F5073-106A-CB56-1D61-2824A02CA3D5}"/>
              </a:ext>
            </a:extLst>
          </p:cNvPr>
          <p:cNvSpPr>
            <a:spLocks noChangeArrowheads="1"/>
          </p:cNvSpPr>
          <p:nvPr/>
        </p:nvSpPr>
        <p:spPr bwMode="auto">
          <a:xfrm>
            <a:off x="-30480" y="1066800"/>
            <a:ext cx="917448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Phát hiện điểm bất thường (Anomaly Detection)</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Gói </a:t>
            </a:r>
            <a:r>
              <a:rPr lang="en-US" sz="2400" b="1">
                <a:latin typeface="Times New Roman" panose="02020603050405020304" pitchFamily="18" charset="0"/>
                <a:cs typeface="Times New Roman" panose="02020603050405020304" pitchFamily="18" charset="0"/>
              </a:rPr>
              <a:t>AnomalyDetection</a:t>
            </a:r>
            <a:r>
              <a:rPr lang="en-US" sz="2400">
                <a:latin typeface="Times New Roman" panose="02020603050405020304" pitchFamily="18" charset="0"/>
                <a:cs typeface="Times New Roman" panose="02020603050405020304" pitchFamily="18" charset="0"/>
              </a:rPr>
              <a:t> mã nguồn mở của </a:t>
            </a:r>
            <a:r>
              <a:rPr lang="en-US" sz="2400" b="1">
                <a:latin typeface="Times New Roman" panose="02020603050405020304" pitchFamily="18" charset="0"/>
                <a:cs typeface="Times New Roman" panose="02020603050405020304" pitchFamily="18" charset="0"/>
              </a:rPr>
              <a:t>Twitter</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Ứng dụng:</a:t>
            </a:r>
            <a:r>
              <a:rPr lang="en-US" sz="2400">
                <a:latin typeface="Times New Roman" panose="02020603050405020304" pitchFamily="18" charset="0"/>
                <a:cs typeface="Times New Roman" panose="02020603050405020304" pitchFamily="18" charset="0"/>
              </a:rPr>
              <a:t> </a:t>
            </a:r>
          </a:p>
          <a:p>
            <a:pPr marL="1714500" lvl="3" indent="-342900">
              <a:buFont typeface="Wingdings" panose="05000000000000000000" pitchFamily="2" charset="2"/>
              <a:buChar char="§"/>
            </a:pPr>
            <a:r>
              <a:rPr lang="en-US" sz="2400" b="1">
                <a:latin typeface="Times New Roman" panose="02020603050405020304" pitchFamily="18" charset="0"/>
                <a:cs typeface="Times New Roman" panose="02020603050405020304" pitchFamily="18" charset="0"/>
              </a:rPr>
              <a:t>Ví dụ:</a:t>
            </a:r>
            <a:endParaRPr lang="en-US" sz="2800">
              <a:latin typeface="Times New Roman" panose="02020603050405020304" pitchFamily="18" charset="0"/>
              <a:cs typeface="Times New Roman" panose="02020603050405020304" pitchFamily="18" charset="0"/>
            </a:endParaRPr>
          </a:p>
        </p:txBody>
      </p:sp>
      <p:pic>
        <p:nvPicPr>
          <p:cNvPr id="3" name="Picture 2" descr="A graph of anomalies&#10;&#10;AI-generated content may be incorrect.">
            <a:extLst>
              <a:ext uri="{FF2B5EF4-FFF2-40B4-BE49-F238E27FC236}">
                <a16:creationId xmlns:a16="http://schemas.microsoft.com/office/drawing/2014/main" id="{35AA94F3-3692-2CC3-8705-3184499D1D2F}"/>
              </a:ext>
            </a:extLst>
          </p:cNvPr>
          <p:cNvPicPr>
            <a:picLocks noChangeAspect="1"/>
          </p:cNvPicPr>
          <p:nvPr/>
        </p:nvPicPr>
        <p:blipFill>
          <a:blip r:embed="rId3"/>
          <a:stretch>
            <a:fillRect/>
          </a:stretch>
        </p:blipFill>
        <p:spPr>
          <a:xfrm>
            <a:off x="3200400" y="1875114"/>
            <a:ext cx="4800600" cy="4425682"/>
          </a:xfrm>
          <a:prstGeom prst="rect">
            <a:avLst/>
          </a:prstGeom>
        </p:spPr>
      </p:pic>
    </p:spTree>
    <p:extLst>
      <p:ext uri="{BB962C8B-B14F-4D97-AF65-F5344CB8AC3E}">
        <p14:creationId xmlns:p14="http://schemas.microsoft.com/office/powerpoint/2010/main" val="1475580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DC53D-DD67-9E6A-9C90-C34F116680C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BDB2708-EC83-F905-5AD0-86873BD60664}"/>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Phân tích tài chính</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F4991B8D-196C-9AEC-45E2-F459BCA791B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DDFAAD6E-E909-1152-A1A5-E4BF03C09148}"/>
              </a:ext>
            </a:extLst>
          </p:cNvPr>
          <p:cNvSpPr>
            <a:spLocks noChangeArrowheads="1"/>
          </p:cNvSpPr>
          <p:nvPr/>
        </p:nvSpPr>
        <p:spPr bwMode="auto">
          <a:xfrm>
            <a:off x="-30480" y="10668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Phân tích chuỗi thời gian tài chính </a:t>
            </a:r>
            <a:r>
              <a:rPr lang="en-US" sz="2800">
                <a:latin typeface="Times New Roman" panose="02020603050405020304" pitchFamily="18" charset="0"/>
                <a:cs typeface="Times New Roman" panose="02020603050405020304" pitchFamily="18" charset="0"/>
              </a:rPr>
              <a:t>là một lĩnh vực chuyên môn sâu. </a:t>
            </a:r>
          </a:p>
          <a:p>
            <a:pPr marL="91440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Việc mô hình hóa thành công đòi hỏi phải hiểu rõ bản chất phi ổn định của dữ liệu, tránh các lỗi phổ biến như dự đoán giá thay vì lợi suất, và áp dụng các kỹ thuật chuẩn hóa phù hợp để đảm bảo không sử dụng thông tin tương lai trong quá trình tiền xử lý.</a:t>
            </a:r>
          </a:p>
          <a:p>
            <a:pPr marL="91440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Thị trường tài chính được coi là nguồn dữ liệu chuỗi thời gian lớn nhất. Các nhà giao dịch làm việc ở tần số cao với dữ liệu ở cấp độ micro giây, nhưng các công ty giao dịch truyền thống vẫn thành công khi xem xét chuỗi thời gian dài hơn (hàng giờ, hàng ngày, hoặc hàng tháng).</a:t>
            </a:r>
          </a:p>
          <a:p>
            <a:endParaRPr lang="en-US"/>
          </a:p>
          <a:p>
            <a:pPr lvl="1">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8759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9FBFC-9816-98A8-FC0C-90EEB2587B7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4272E0F-1227-60A9-D3A7-F9CD591D848A}"/>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Phân tích tài chính</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9501B3DD-887A-EE0C-49E8-EC81AE2BD1D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0D5F0751-447A-B152-6513-8FBDFF7963FF}"/>
              </a:ext>
            </a:extLst>
          </p:cNvPr>
          <p:cNvSpPr>
            <a:spLocks noChangeArrowheads="1"/>
          </p:cNvSpPr>
          <p:nvPr/>
        </p:nvSpPr>
        <p:spPr bwMode="auto">
          <a:xfrm>
            <a:off x="-30480" y="10668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Các đặc điểm của dữ liệu tài chính:</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Khối lượng dữ liệu lớn:</a:t>
            </a:r>
            <a:r>
              <a:rPr lang="en-US" sz="2400">
                <a:latin typeface="Times New Roman" panose="02020603050405020304" pitchFamily="18" charset="0"/>
                <a:cs typeface="Times New Roman" panose="02020603050405020304" pitchFamily="18" charset="0"/>
              </a:rPr>
              <a:t> Các sàn giao dịch công nghệ cao có thể cung cấp lượng dữ liệu khổng lồ (terabyte).</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S&amp;P 500:</a:t>
            </a:r>
            <a:r>
              <a:rPr lang="en-US" sz="2400">
                <a:latin typeface="Times New Roman" panose="02020603050405020304" pitchFamily="18" charset="0"/>
                <a:cs typeface="Times New Roman" panose="02020603050405020304" pitchFamily="18" charset="0"/>
              </a:rPr>
              <a:t> Đây là một chỉ số tổng hợp được tạo nên từ nhiều cổ phiếu khác nhau, với trọng số được điều chỉnh định kỳ. Chỉ số này cũng sử dụng một yếu tố độc quyền để chia trung bình có trọng số.</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Tính phi ổn định (Non-Stationary):</a:t>
            </a:r>
            <a:r>
              <a:rPr lang="en-US" sz="2400">
                <a:latin typeface="Times New Roman" panose="02020603050405020304" pitchFamily="18" charset="0"/>
                <a:cs typeface="Times New Roman" panose="02020603050405020304" pitchFamily="18" charset="0"/>
              </a:rPr>
              <a:t> Giá đóng cửa hàng ngày của S&amp;P 500 không phải là một chuỗi thời gian ổn định, và nó cho thấy sự thay đổi đáng kể về giá trị giữa các thập kỷ khác nhau. Các nhà phân tích tài chính quan tâm đến việc phát triển các mô hình xác định sự chuyển đổi chế độ (regime shifts) trong giá cổ phiếu.</a:t>
            </a:r>
          </a:p>
          <a:p>
            <a:pPr lvl="1"/>
            <a:endParaRPr lang="en-US"/>
          </a:p>
          <a:p>
            <a:pPr lvl="1">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4873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3AEF8-973E-94FA-461B-94ABFB73C5F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64AA65A-6282-A0CF-7954-50DD181A9A08}"/>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Phân tích tài chính</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00C23527-F14B-A773-D6D6-E213F24D4D6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2BE76FB-3952-943A-41DE-CBF93E155F00}"/>
              </a:ext>
            </a:extLst>
          </p:cNvPr>
          <p:cNvSpPr>
            <a:spLocks noChangeArrowheads="1"/>
          </p:cNvSpPr>
          <p:nvPr/>
        </p:nvSpPr>
        <p:spPr bwMode="auto">
          <a:xfrm>
            <a:off x="-30480" y="10668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Các đặc điểm của dữ liệu tài chính:</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Tính phi ổn định (Non-Stationary)</a:t>
            </a:r>
            <a:endParaRPr lang="en-US"/>
          </a:p>
          <a:p>
            <a:pPr lvl="1">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p:pic>
        <p:nvPicPr>
          <p:cNvPr id="3" name="Picture 2" descr="A graph showing the growth of the stock market&#10;&#10;AI-generated content may be incorrect.">
            <a:extLst>
              <a:ext uri="{FF2B5EF4-FFF2-40B4-BE49-F238E27FC236}">
                <a16:creationId xmlns:a16="http://schemas.microsoft.com/office/drawing/2014/main" id="{DC10F29C-3BBE-02DA-05C2-8CACC5FDFDFD}"/>
              </a:ext>
            </a:extLst>
          </p:cNvPr>
          <p:cNvPicPr>
            <a:picLocks noChangeAspect="1"/>
          </p:cNvPicPr>
          <p:nvPr/>
        </p:nvPicPr>
        <p:blipFill>
          <a:blip r:embed="rId3"/>
          <a:stretch>
            <a:fillRect/>
          </a:stretch>
        </p:blipFill>
        <p:spPr>
          <a:xfrm>
            <a:off x="449168" y="2027238"/>
            <a:ext cx="8245663" cy="4068762"/>
          </a:xfrm>
          <a:prstGeom prst="rect">
            <a:avLst/>
          </a:prstGeom>
        </p:spPr>
      </p:pic>
    </p:spTree>
    <p:extLst>
      <p:ext uri="{BB962C8B-B14F-4D97-AF65-F5344CB8AC3E}">
        <p14:creationId xmlns:p14="http://schemas.microsoft.com/office/powerpoint/2010/main" val="25860543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0EEF1-0774-5C55-092E-A71859B930F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68282CD-23B0-32F6-B6DB-46D81FC64CA0}"/>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Phân tích tài chính</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1EE26942-58B2-1BD1-BDBB-383D3C3AE33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E70EE325-EB7B-2E7D-383B-DA2F4E6CE731}"/>
              </a:ext>
            </a:extLst>
          </p:cNvPr>
          <p:cNvSpPr>
            <a:spLocks noChangeArrowheads="1"/>
          </p:cNvSpPr>
          <p:nvPr/>
        </p:nvSpPr>
        <p:spPr bwMode="auto">
          <a:xfrm>
            <a:off x="-30480" y="10668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Các đặc điểm của dữ liệu tài chính:</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Random Walk (Bước đi Ngẫu nhiên):</a:t>
            </a:r>
            <a:r>
              <a:rPr lang="en-US" sz="2400">
                <a:latin typeface="Times New Roman" panose="02020603050405020304" pitchFamily="18" charset="0"/>
                <a:cs typeface="Times New Roman" panose="02020603050405020304" pitchFamily="18" charset="0"/>
              </a:rPr>
              <a:t> Các chuỗi thời gian tài chính thường được coi là ví dụ điển hình của mô hình Random Walk. Mô hình cơ bản nhất là dự đoán giá ngày mai sẽ bằng giá ngày hôm nay, phù hợp với hiểu biết về thị trường chứng khoán như một bước đi ngẫu nhiên.</a:t>
            </a:r>
          </a:p>
        </p:txBody>
      </p:sp>
    </p:spTree>
    <p:extLst>
      <p:ext uri="{BB962C8B-B14F-4D97-AF65-F5344CB8AC3E}">
        <p14:creationId xmlns:p14="http://schemas.microsoft.com/office/powerpoint/2010/main" val="2986210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0EFF1-2F2D-4662-EE17-5CDA96DD019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A17752F-A75B-D477-6C89-5FE09E3A1180}"/>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Phân tích tài chính</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6241A51C-D10A-E9C6-1988-67CF119F2BF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39FA8930-4726-BA58-2ECB-5DF1E9B131A1}"/>
              </a:ext>
            </a:extLst>
          </p:cNvPr>
          <p:cNvSpPr>
            <a:spLocks noChangeArrowheads="1"/>
          </p:cNvSpPr>
          <p:nvPr/>
        </p:nvSpPr>
        <p:spPr bwMode="auto">
          <a:xfrm>
            <a:off x="-30480" y="10668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Để xây dựng mô hình học sâu, dữ liệu tài chính cần được tiền xử lý qua ba bước:</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Tạo các Đại lượng Quan tâm (Quantities of Interest)</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Chuẩn hóa dữ liệu không sử dụng "Lookahead“</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Định dạng Dữ liệu cho Mạng Nơ-ron</a:t>
            </a:r>
          </a:p>
        </p:txBody>
      </p:sp>
    </p:spTree>
    <p:extLst>
      <p:ext uri="{BB962C8B-B14F-4D97-AF65-F5344CB8AC3E}">
        <p14:creationId xmlns:p14="http://schemas.microsoft.com/office/powerpoint/2010/main" val="6256680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C37DF-738E-DD42-D695-4D99685E333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8F5B883-7FB1-8981-B4A9-FCA388FA1070}"/>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Phân tích tài chính</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D1E90938-DA45-FF26-F1F6-3BA13E8C714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B46963AE-298F-E98D-AAF4-8EB426F5B961}"/>
              </a:ext>
            </a:extLst>
          </p:cNvPr>
          <p:cNvSpPr>
            <a:spLocks noChangeArrowheads="1"/>
          </p:cNvSpPr>
          <p:nvPr/>
        </p:nvSpPr>
        <p:spPr bwMode="auto">
          <a:xfrm>
            <a:off x="-30480" y="10668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Để xây dựng mô hình học sâu, dữ liệu tài chính cần được tiền xử lý qua ba bước:</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Tạo các Đại lượng Quan tâm (Quantities of Interest): </a:t>
            </a:r>
            <a:r>
              <a:rPr lang="en-US" sz="2400">
                <a:latin typeface="Times New Roman" panose="02020603050405020304" pitchFamily="18" charset="0"/>
                <a:cs typeface="Times New Roman" panose="02020603050405020304" pitchFamily="18" charset="0"/>
              </a:rPr>
              <a:t>Thay vì mô hình hóa </a:t>
            </a:r>
            <a:r>
              <a:rPr lang="en-US" sz="2400" b="1">
                <a:latin typeface="Times New Roman" panose="02020603050405020304" pitchFamily="18" charset="0"/>
                <a:cs typeface="Times New Roman" panose="02020603050405020304" pitchFamily="18" charset="0"/>
              </a:rPr>
              <a:t>giá cổ phiếu</a:t>
            </a:r>
            <a:r>
              <a:rPr lang="en-US" sz="2400">
                <a:latin typeface="Times New Roman" panose="02020603050405020304" pitchFamily="18" charset="0"/>
                <a:cs typeface="Times New Roman" panose="02020603050405020304" pitchFamily="18" charset="0"/>
              </a:rPr>
              <a:t> (stock price), chúng ta nên mô hình hóa</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Lợi nhuận hàng ngày (Daily Return):</a:t>
            </a:r>
            <a:r>
              <a:rPr lang="en-US" sz="2400">
                <a:latin typeface="Times New Roman" panose="02020603050405020304" pitchFamily="18" charset="0"/>
                <a:cs typeface="Times New Roman" panose="02020603050405020304" pitchFamily="18" charset="0"/>
              </a:rPr>
              <a:t> Thay đổi về giá từ khi bắt đầu đến khi kết thúc mỗi ngày giao dịch.</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Biến động hàng ngày (Daily Volatility):</a:t>
            </a:r>
            <a:r>
              <a:rPr lang="en-US" sz="2400">
                <a:latin typeface="Times New Roman" panose="02020603050405020304" pitchFamily="18" charset="0"/>
                <a:cs typeface="Times New Roman" panose="02020603050405020304" pitchFamily="18" charset="0"/>
              </a:rPr>
              <a:t> Sự khác biệt giữa giá cao nhất (High) và giá thấp nhất (Low) được ghi nhận trong ngày giao dịch.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Giống như lợi nhuận hàng ngày, biến động hàng ngày cũng là chuỗi thời gian không ổn định.</a:t>
            </a:r>
          </a:p>
          <a:p>
            <a:pPr marL="800100" lvl="1" indent="-342900">
              <a:buFont typeface="Arial" panose="020B0604020202020204" pitchFamily="34" charset="0"/>
              <a:buChar char="•"/>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7255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A0720-E58B-DDCF-EACA-DACA26F15CD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BDB7E29-4D2E-D696-3ED4-BE1324CAA334}"/>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Phân tích tài chính</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4025139C-8725-91D3-FD1B-65DADC29238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0581D591-1033-6B96-B79E-546A2A864643}"/>
              </a:ext>
            </a:extLst>
          </p:cNvPr>
          <p:cNvSpPr>
            <a:spLocks noChangeArrowheads="1"/>
          </p:cNvSpPr>
          <p:nvPr/>
        </p:nvSpPr>
        <p:spPr bwMode="auto">
          <a:xfrm>
            <a:off x="-30480" y="10668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Để xây dựng mô hình học sâu, dữ liệu tài chính cần được tiền xử lý qua ba bước:</a:t>
            </a:r>
          </a:p>
          <a:p>
            <a:pPr lvl="1">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Chuẩn hóa dữ liệu không sử dụng "Lookahead“</a:t>
            </a:r>
            <a:r>
              <a:rPr lang="en-US" sz="2400">
                <a:latin typeface="Times New Roman" panose="02020603050405020304" pitchFamily="18" charset="0"/>
                <a:cs typeface="Times New Roman" panose="02020603050405020304" pitchFamily="18" charset="0"/>
              </a:rPr>
              <a:t>(tức là không sử dụng thông tin từ tương lai)</a:t>
            </a:r>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Dữ liệu được chuẩn hóa để làm cho nó có thể so sánh được trong toàn bộ khoảng thời gian. </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Các nghiên cứu đề xuất sử dụng các đại lượng sau làm đầu vào: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lợi nhuận hàng ngày trước đó,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biến động hàng ngày trước đó,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khối lượng giao dịch hàng ngày trước đó.</a:t>
            </a:r>
          </a:p>
          <a:p>
            <a:pPr marL="800100" lvl="1" indent="-342900">
              <a:buFont typeface="Arial" panose="020B0604020202020204" pitchFamily="34" charset="0"/>
              <a:buChar char="•"/>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50723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B2D79-0B8C-EDB9-4E2F-7248DA5C567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102DBDB-23EE-3A20-A8BC-241EBE54B2B7}"/>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Phân tích tài chính</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1D41161E-4056-9F37-23C5-B81FA53F7C6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D84990F9-8C75-0D5B-AC6A-46C40A6353DC}"/>
              </a:ext>
            </a:extLst>
          </p:cNvPr>
          <p:cNvSpPr>
            <a:spLocks noChangeArrowheads="1"/>
          </p:cNvSpPr>
          <p:nvPr/>
        </p:nvSpPr>
        <p:spPr bwMode="auto">
          <a:xfrm>
            <a:off x="-30480" y="10668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Để xây dựng mô hình học sâu, dữ liệu tài chính cần được tiền xử lý qua ba bước:</a:t>
            </a:r>
          </a:p>
          <a:p>
            <a:pPr lvl="1">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Chuẩn hóa dữ liệu không sử dụng "Lookahead“: </a:t>
            </a:r>
            <a:r>
              <a:rPr lang="en-US" sz="2400">
                <a:latin typeface="Times New Roman" panose="02020603050405020304" pitchFamily="18" charset="0"/>
                <a:cs typeface="Times New Roman" panose="02020603050405020304" pitchFamily="18" charset="0"/>
              </a:rPr>
              <a:t>Việc chuẩn hóa được thực hiện bằng cách:</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Tính </a:t>
            </a:r>
            <a:r>
              <a:rPr lang="en-US" sz="2400" b="1">
                <a:latin typeface="Times New Roman" panose="02020603050405020304" pitchFamily="18" charset="0"/>
                <a:cs typeface="Times New Roman" panose="02020603050405020304" pitchFamily="18" charset="0"/>
              </a:rPr>
              <a:t>trung bình động có trọng số theo hàm mũ (Exponentially Weighted Moving Average - EWMA)</a:t>
            </a:r>
            <a:r>
              <a:rPr lang="en-US" sz="2400">
                <a:latin typeface="Times New Roman" panose="02020603050405020304" pitchFamily="18" charset="0"/>
                <a:cs typeface="Times New Roman" panose="02020603050405020304" pitchFamily="18" charset="0"/>
              </a:rPr>
              <a:t> của đại lượng quan tâm.</a:t>
            </a:r>
          </a:p>
          <a:p>
            <a:pPr marL="120015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Chuẩn hóa</a:t>
            </a:r>
            <a:r>
              <a:rPr lang="en-US" sz="2400">
                <a:latin typeface="Times New Roman" panose="02020603050405020304" pitchFamily="18" charset="0"/>
                <a:cs typeface="Times New Roman" panose="02020603050405020304" pitchFamily="18" charset="0"/>
              </a:rPr>
              <a:t> bằng cách trừ đi EWMA và sau đó chia cho độ lệch chuẩn có trọng số theo hàm mũ (căn bậc hai của phương sai EWMA).</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Kỹ thuật này tạo ra một chuỗi thời gian đồng đều hơn.</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Quan trọng là, phương pháp này cho phép </a:t>
            </a:r>
            <a:r>
              <a:rPr lang="en-US" sz="2400" b="1">
                <a:latin typeface="Times New Roman" panose="02020603050405020304" pitchFamily="18" charset="0"/>
                <a:cs typeface="Times New Roman" panose="02020603050405020304" pitchFamily="18" charset="0"/>
              </a:rPr>
              <a:t>chuẩn hóa dữ liệu mà không cần "lookahead"</a:t>
            </a:r>
            <a:r>
              <a:rPr lang="en-US" sz="240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96837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6252B-9768-3814-6E06-497953E31F9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AD3DA62-3970-B01F-FEE0-3E9903552CD6}"/>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Phân tích tài chính</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E5953FDD-0FCF-39EF-3789-A12B556AEA0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01D9F898-BD5F-B643-013B-D045A848A1CD}"/>
              </a:ext>
            </a:extLst>
          </p:cNvPr>
          <p:cNvSpPr>
            <a:spLocks noChangeArrowheads="1"/>
          </p:cNvSpPr>
          <p:nvPr/>
        </p:nvSpPr>
        <p:spPr bwMode="auto">
          <a:xfrm>
            <a:off x="-30480" y="10668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Để xây dựng mô hình học sâu, dữ liệu tài chính cần được tiền xử lý qua ba bước:</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Định dạng dữ liệu cho Mạng Nơ-ron</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Dữ liệu được định dạng thành </a:t>
            </a:r>
            <a:r>
              <a:rPr lang="en-US" sz="2400" b="1">
                <a:latin typeface="Times New Roman" panose="02020603050405020304" pitchFamily="18" charset="0"/>
                <a:cs typeface="Times New Roman" panose="02020603050405020304" pitchFamily="18" charset="0"/>
              </a:rPr>
              <a:t>TNC</a:t>
            </a:r>
            <a:r>
              <a:rPr lang="en-US" sz="2400">
                <a:latin typeface="Times New Roman" panose="02020603050405020304" pitchFamily="18" charset="0"/>
                <a:cs typeface="Times New Roman" panose="02020603050405020304" pitchFamily="18" charset="0"/>
              </a:rPr>
              <a:t> (time × number of samples × channels), là định dạng dự kiến cho mạng nơ-ron hồi quy (recurrent neural network).</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Để mô hình hóa chuỗi thời gian tài chính phức tạp, nguồn tài liệu này sử dụng mạng nơ-ron hồi quy đơn giản, cụ thể là kiến trúc </a:t>
            </a:r>
            <a:r>
              <a:rPr lang="en-US" sz="2400" b="1">
                <a:latin typeface="Times New Roman" panose="02020603050405020304" pitchFamily="18" charset="0"/>
                <a:cs typeface="Times New Roman" panose="02020603050405020304" pitchFamily="18" charset="0"/>
              </a:rPr>
              <a:t>LSTM</a:t>
            </a:r>
            <a:r>
              <a:rPr lang="en-US" sz="2400">
                <a:latin typeface="Times New Roman" panose="02020603050405020304" pitchFamily="18" charset="0"/>
                <a:cs typeface="Times New Roman" panose="02020603050405020304" pitchFamily="18" charset="0"/>
              </a:rPr>
              <a:t> (Long Short-Term Memory).</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Tác vụ dự báo thường bị "làm loãng" (diluted) khi dự đoán </a:t>
            </a:r>
            <a:r>
              <a:rPr lang="en-US" sz="2400" b="1">
                <a:latin typeface="Times New Roman" panose="02020603050405020304" pitchFamily="18" charset="0"/>
                <a:cs typeface="Times New Roman" panose="02020603050405020304" pitchFamily="18" charset="0"/>
              </a:rPr>
              <a:t>lợi nhuận đã được chuẩn hóa</a:t>
            </a:r>
            <a:r>
              <a:rPr lang="en-US" sz="2400">
                <a:latin typeface="Times New Roman" panose="02020603050405020304" pitchFamily="18" charset="0"/>
                <a:cs typeface="Times New Roman" panose="02020603050405020304" pitchFamily="18" charset="0"/>
              </a:rPr>
              <a:t> (scaled return) thay vì lợi nhuận thực tế. Điều này làm cho nhiệm vụ dễ dàng hơn, và có thể dẫn đến việc đánh giá quá cao hiệu suất mô hình.</a:t>
            </a:r>
          </a:p>
          <a:p>
            <a:pPr marL="800100" lvl="1"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3164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9BB92-5348-F910-6E53-B0CFCC457EB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5A7841E-28E3-430E-7AE0-83C93144250B}"/>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Phân tích tài chính</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7F299290-89B3-BE33-91E1-0B0AE9E1335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22F971BA-D321-9688-7620-4807D242F178}"/>
              </a:ext>
            </a:extLst>
          </p:cNvPr>
          <p:cNvSpPr>
            <a:spLocks noChangeArrowheads="1"/>
          </p:cNvSpPr>
          <p:nvPr/>
        </p:nvSpPr>
        <p:spPr bwMode="auto">
          <a:xfrm>
            <a:off x="-30480" y="10668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Hiệu suất và kết quả:</a:t>
            </a:r>
            <a:endParaRPr lang="en-US" sz="24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200" b="1">
                <a:latin typeface="Times New Roman" panose="02020603050405020304" pitchFamily="18" charset="0"/>
                <a:cs typeface="Times New Roman" panose="02020603050405020304" pitchFamily="18" charset="0"/>
              </a:rPr>
              <a:t>Độ tương quan (Correlation):</a:t>
            </a:r>
            <a:r>
              <a:rPr lang="en-US" sz="2200">
                <a:latin typeface="Times New Roman" panose="02020603050405020304" pitchFamily="18" charset="0"/>
                <a:cs typeface="Times New Roman" panose="02020603050405020304" pitchFamily="18" charset="0"/>
              </a:rPr>
              <a:t> Mặc dù việc dự đoán giá cổ phiếu dễ dàng tạo ra các biểu đồ ấn tượng, nhưng khi mô hình hóa lợi nhuận, kết quả thường là mối tương quan thấp.</a:t>
            </a:r>
          </a:p>
          <a:p>
            <a:pPr marL="800100" lvl="1" indent="-342900">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Trong ngành tài chính, những con số này có vẻ thấp nhưng </a:t>
            </a:r>
            <a:r>
              <a:rPr lang="en-US" sz="2200" b="1">
                <a:latin typeface="Times New Roman" panose="02020603050405020304" pitchFamily="18" charset="0"/>
                <a:cs typeface="Times New Roman" panose="02020603050405020304" pitchFamily="18" charset="0"/>
              </a:rPr>
              <a:t>một mối tương quan dương được coi là đáng khích lệ</a:t>
            </a:r>
            <a:r>
              <a:rPr lang="en-US" sz="2200">
                <a:latin typeface="Times New Roman" panose="02020603050405020304" pitchFamily="18" charset="0"/>
                <a:cs typeface="Times New Roman" panose="02020603050405020304" pitchFamily="18" charset="0"/>
              </a:rPr>
              <a:t> và có thể được cải thiện dần.</a:t>
            </a:r>
          </a:p>
          <a:p>
            <a:pPr marL="800100" lvl="1" indent="-342900">
              <a:buFont typeface="Arial" panose="020B0604020202020204" pitchFamily="34" charset="0"/>
              <a:buChar char="•"/>
            </a:pPr>
            <a:r>
              <a:rPr lang="en-US" sz="2200" b="1">
                <a:latin typeface="Times New Roman" panose="02020603050405020304" pitchFamily="18" charset="0"/>
                <a:cs typeface="Times New Roman" panose="02020603050405020304" pitchFamily="18" charset="0"/>
              </a:rPr>
              <a:t>Cảnh báo về Lookahead:</a:t>
            </a:r>
            <a:r>
              <a:rPr lang="en-US" sz="2200">
                <a:latin typeface="Times New Roman" panose="02020603050405020304" pitchFamily="18" charset="0"/>
                <a:cs typeface="Times New Roman" panose="02020603050405020304" pitchFamily="18" charset="0"/>
              </a:rPr>
              <a:t> Các kết quả "tốt" trên blog thường đến từ việc tiền xử lý dữ liệu bằng các giải pháp chia tỷ lệ có sẵn (ví dụ: MinMaxScaler của sklearn), nhưng điều này bao gồm "lookahead" (sử dụng giá trị từ tất cả thời gian để chia tỷ lệ), làm hỏng kết quả.</a:t>
            </a:r>
          </a:p>
          <a:p>
            <a:pPr marL="800100" lvl="1" indent="-342900">
              <a:buFont typeface="Arial" panose="020B0604020202020204" pitchFamily="34" charset="0"/>
              <a:buChar char="•"/>
            </a:pPr>
            <a:r>
              <a:rPr lang="en-US" sz="2200" b="1">
                <a:latin typeface="Times New Roman" panose="02020603050405020304" pitchFamily="18" charset="0"/>
                <a:cs typeface="Times New Roman" panose="02020603050405020304" pitchFamily="18" charset="0"/>
              </a:rPr>
              <a:t>Cải tiến:</a:t>
            </a:r>
            <a:r>
              <a:rPr lang="en-US" sz="2200">
                <a:latin typeface="Times New Roman" panose="02020603050405020304" pitchFamily="18" charset="0"/>
                <a:cs typeface="Times New Roman" panose="02020603050405020304" pitchFamily="18" charset="0"/>
              </a:rPr>
              <a:t> Có nhiều cách để cải thiện mô hình, bao gồm: thêm các đặc trưng bổ sung từ dữ liệu thô, tích hợp chuỗi thời gian song song cho các cổ phiếu khác, sử dụng dữ liệu ở nhiều khung thời gian khác nhau, hoặc thử các hàm mất mát (loss functions) khác.</a:t>
            </a:r>
          </a:p>
        </p:txBody>
      </p:sp>
    </p:spTree>
    <p:extLst>
      <p:ext uri="{BB962C8B-B14F-4D97-AF65-F5344CB8AC3E}">
        <p14:creationId xmlns:p14="http://schemas.microsoft.com/office/powerpoint/2010/main" val="26670123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76059-243E-E59F-3519-A46F9607076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5DE8A1B-E13B-5C7A-F91B-F42A7C79B351}"/>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Dự báo</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F9E9F333-FC35-6ECA-8801-FF5F0B870FA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37A78C5F-B7D6-4CAC-4098-A8C7003AB924}"/>
              </a:ext>
            </a:extLst>
          </p:cNvPr>
          <p:cNvSpPr>
            <a:spLocks noChangeArrowheads="1"/>
          </p:cNvSpPr>
          <p:nvPr/>
        </p:nvSpPr>
        <p:spPr bwMode="auto">
          <a:xfrm>
            <a:off x="-30480" y="1066800"/>
            <a:ext cx="917448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Việc xử lý chuỗi thời gian ngày càng trở thành một vấn đề quan trọng. Nhu cầu dự báo tăng nhanh, đa dạng về lĩnh vực, và việc sử dụng các phương pháp dự báo truyền thống cần sự hỗ trợ trực tiếp từ các nhà phân tích trở nên không thống nhất và không đủ sức đáp ứng. Do đó, các công ty công nghệ ngày nay tập trung vào phát triển các gói tự động hóa để thực hiện </a:t>
            </a:r>
            <a:r>
              <a:rPr lang="en-US" sz="2400" b="1">
                <a:latin typeface="Times New Roman" panose="02020603050405020304" pitchFamily="18" charset="0"/>
                <a:cs typeface="Times New Roman" panose="02020603050405020304" pitchFamily="18" charset="0"/>
              </a:rPr>
              <a:t>dự báo quy mô lớn</a:t>
            </a:r>
            <a:r>
              <a:rPr lang="en-US" sz="240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Phương pháp dự báo nội bộ của Google</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Gói Prophet mã nguồn mở của Facebook</a:t>
            </a:r>
          </a:p>
          <a:p>
            <a:pPr marL="457200" lvl="1" indent="0"/>
            <a:r>
              <a:rPr lang="en-US" sz="2400">
                <a:latin typeface="Times New Roman" panose="02020603050405020304" pitchFamily="18" charset="0"/>
                <a:cs typeface="Times New Roman" panose="02020603050405020304" pitchFamily="18" charset="0"/>
              </a:rPr>
              <a:t>Triết lý đằng sau các gói này là chấp nhận một kết quả </a:t>
            </a:r>
            <a:r>
              <a:rPr lang="en-US" sz="2400" b="1">
                <a:latin typeface="Times New Roman" panose="02020603050405020304" pitchFamily="18" charset="0"/>
                <a:cs typeface="Times New Roman" panose="02020603050405020304" pitchFamily="18" charset="0"/>
              </a:rPr>
              <a:t>"đủ tốt" (good enough) thì tốt hơn nhiều</a:t>
            </a:r>
            <a:r>
              <a:rPr lang="en-US" sz="2400">
                <a:latin typeface="Times New Roman" panose="02020603050405020304" pitchFamily="18" charset="0"/>
                <a:cs typeface="Times New Roman" panose="02020603050405020304" pitchFamily="18" charset="0"/>
              </a:rPr>
              <a:t> so với việc không có dự báo nào trong khi chờ đợi một dự báo hoàn hảo, được xây dựng thủ công bởi một chuyên gia chuỗi thời gian.</a:t>
            </a:r>
          </a:p>
          <a:p>
            <a:pPr lvl="1">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80710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D5F40-79C9-9F93-035D-8B4B75B31A98}"/>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C2B5177-9814-7C62-0BCC-065C0C25D9BA}"/>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Dự báo</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A2CA5F47-7CA4-12A7-C67B-92B4C2F5DE5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E095F1-C38D-D1D1-7F73-B1C9B9B7DCB1}"/>
              </a:ext>
            </a:extLst>
          </p:cNvPr>
          <p:cNvSpPr>
            <a:spLocks noChangeArrowheads="1"/>
          </p:cNvSpPr>
          <p:nvPr/>
        </p:nvSpPr>
        <p:spPr bwMode="auto">
          <a:xfrm>
            <a:off x="-30480" y="1066800"/>
            <a:ext cx="917448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Google đã phát triển công cụ dự báo tự động nội bộ của mình. Mục tiêu là tạo ra một phương pháp tiếp cận thống nhất, tự động hóa, an toàn (không đi chệch quá xa), và đi kèm với ước tính về độ bất định (uncertainty). Phương pháp này cần xử lý các vấn đề phổ biến của dữ liệu chuỗi thời gian như tính thời vụ (seasonality), dữ liệu bị thiếu, ngày lễ, và hành vi thay đổi theo thời gian.</a:t>
            </a:r>
          </a:p>
          <a:p>
            <a:pPr lvl="1"/>
            <a:r>
              <a:rPr lang="en-US" sz="2400" b="1">
                <a:latin typeface="Times New Roman" panose="02020603050405020304" pitchFamily="18" charset="0"/>
                <a:cs typeface="Times New Roman" panose="02020603050405020304" pitchFamily="18" charset="0"/>
              </a:rPr>
              <a:t>Giải pháp của Google bao gồm ba bước chính:</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Làm sạch và làm mịn dữ liệu tự động và mở rộng</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Tổng hợp theo thời gian và Phân rã theo địa lý/khái niệm</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Kết hợp dự báo và ước tính độ bất định dựa trên mô phỏng</a:t>
            </a:r>
          </a:p>
          <a:p>
            <a:pPr marL="457200" lvl="1" indent="0"/>
            <a:r>
              <a:rPr lang="en-US" sz="2400">
                <a:latin typeface="Times New Roman" panose="02020603050405020304" pitchFamily="18" charset="0"/>
                <a:cs typeface="Times New Roman" panose="02020603050405020304" pitchFamily="18" charset="0"/>
              </a:rPr>
              <a:t>Phương pháp của Google được hưởng lợi từ các phương pháp tiếp cận quy mô lớn và song song, phù hợp với nguồn tài nguyên máy tính khổng lồ của công ty.</a:t>
            </a:r>
          </a:p>
          <a:p>
            <a:pPr lvl="1">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6634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8BCC0-0595-3EA6-0D45-A43D80425E6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78F5FEA-CF46-37B3-CC8E-662EC68C0157}"/>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Dự báo</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5A15628C-E747-F5D9-0EB9-27D2D4670D7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A15017A8-EC68-BCBA-CF37-3CE5088DB0C4}"/>
              </a:ext>
            </a:extLst>
          </p:cNvPr>
          <p:cNvSpPr>
            <a:spLocks noChangeArrowheads="1"/>
          </p:cNvSpPr>
          <p:nvPr/>
        </p:nvSpPr>
        <p:spPr bwMode="auto">
          <a:xfrm>
            <a:off x="-30480" y="1066800"/>
            <a:ext cx="917448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Google đã phát triển công cụ dự báo tự động nội bộ của mình. </a:t>
            </a:r>
            <a:r>
              <a:rPr lang="en-US" sz="2400" b="1">
                <a:latin typeface="Times New Roman" panose="02020603050405020304" pitchFamily="18" charset="0"/>
                <a:cs typeface="Times New Roman" panose="02020603050405020304" pitchFamily="18" charset="0"/>
              </a:rPr>
              <a:t>Giải pháp của Google bao gồm ba bước chính:</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Làm sạch và làm mịn dữ liệu tự động và mở rộng</a:t>
            </a:r>
          </a:p>
          <a:p>
            <a:pPr marL="1257300" lvl="2" indent="-342900">
              <a:buFont typeface="Courier New" panose="02070309020205020404" pitchFamily="49" charset="0"/>
              <a:buChar char="o"/>
            </a:pPr>
            <a:r>
              <a:rPr lang="en-US" sz="2200" b="1">
                <a:latin typeface="Times New Roman" panose="02020603050405020304" pitchFamily="18" charset="0"/>
                <a:cs typeface="Times New Roman" panose="02020603050405020304" pitchFamily="18" charset="0"/>
              </a:rPr>
              <a:t>Xử lý dữ liệu không hoàn hảo:</a:t>
            </a:r>
            <a:r>
              <a:rPr lang="en-US" sz="2200">
                <a:latin typeface="Times New Roman" panose="02020603050405020304" pitchFamily="18" charset="0"/>
                <a:cs typeface="Times New Roman" panose="02020603050405020304" pitchFamily="18" charset="0"/>
              </a:rPr>
              <a:t> Bao gồm dữ liệu bị thiếu (missing data), phát hiện điểm ngoại lai (outlier detection), thay đổi mức độ (level changes—do ra mắt sản phẩm hoặc thay đổi hành vi vĩnh viễn), và biến đổi dữ liệu để giải quyết các phân phối xa rời tính chuẩn tắc (normality) hoặc tính dừng (stationarity).</a:t>
            </a:r>
          </a:p>
          <a:p>
            <a:pPr marL="1257300" lvl="2" indent="-342900">
              <a:buFont typeface="Courier New" panose="02070309020205020404" pitchFamily="49" charset="0"/>
              <a:buChar char="o"/>
            </a:pPr>
            <a:r>
              <a:rPr lang="en-US" sz="2200" b="1">
                <a:latin typeface="Times New Roman" panose="02020603050405020304" pitchFamily="18" charset="0"/>
                <a:cs typeface="Times New Roman" panose="02020603050405020304" pitchFamily="18" charset="0"/>
              </a:rPr>
              <a:t>Xử lý hiệu ứng liên quan đến lịch:</a:t>
            </a:r>
            <a:r>
              <a:rPr lang="en-US" sz="2200">
                <a:latin typeface="Times New Roman" panose="02020603050405020304" pitchFamily="18" charset="0"/>
                <a:cs typeface="Times New Roman" panose="02020603050405020304" pitchFamily="18" charset="0"/>
              </a:rPr>
              <a:t> Bao gồm tính thời vụ hàng năm (yearly seasonality), tính thời vụ hàng tuần (weekly seasonality), và các ngày lễ (holidays). Việc này đặc biệt phức tạp vì Google hoạt động và có người dùng trên toàn thế giới, với các mùa và lịch khác nhau (ví dụ: lịch Hồi giáo có chu kỳ khác với lịch Gregorian).</a:t>
            </a:r>
          </a:p>
          <a:p>
            <a:pPr marL="800100" lvl="1"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05806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59FA3-E48E-D656-11AB-4BDDE87C1FB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DEC9F75-EE6C-07AA-F7CB-A1760E7E1D0D}"/>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Dự báo</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944E273B-F9E7-6953-C8B6-1CBB21F1300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6C349940-54C6-EB93-DC21-1341308765A6}"/>
              </a:ext>
            </a:extLst>
          </p:cNvPr>
          <p:cNvSpPr>
            <a:spLocks noChangeArrowheads="1"/>
          </p:cNvSpPr>
          <p:nvPr/>
        </p:nvSpPr>
        <p:spPr bwMode="auto">
          <a:xfrm>
            <a:off x="-30480" y="1066800"/>
            <a:ext cx="917448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Google đã phát triển công cụ dự báo tự động nội bộ của mình. </a:t>
            </a:r>
            <a:r>
              <a:rPr lang="en-US" sz="2400" b="1">
                <a:latin typeface="Times New Roman" panose="02020603050405020304" pitchFamily="18" charset="0"/>
                <a:cs typeface="Times New Roman" panose="02020603050405020304" pitchFamily="18" charset="0"/>
              </a:rPr>
              <a:t>Giải pháp của Google bao gồm ba bước chính:</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Tổng hợp theo thời gian và Phân rã theo địa lý/khái niệm</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Nhóm Google nhận thấy dữ liệu hàng tuần hoạt động tốt cho hầu hết các dự báo.</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Họ cũng thấy việc phân rã dữ liệu (theo địa lý, loại thiết bị, hoặc kết hợp) hữu ích. Họ thực hiện dự báo cho các chuỗi con đã phân rã, sau đó đối chiếu các dự báo này để tạo ra dự báo tổng thể.</a:t>
            </a:r>
          </a:p>
          <a:p>
            <a:pPr lvl="1">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37276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D5204-69EE-4126-C8DA-22FA17238AD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D485C5B-11C7-396F-E43D-84F3DA90377B}"/>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Dự báo</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AF16ECAF-B8A4-6CD8-5AD0-9828F6754A0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DE4001AC-C22F-0B68-290F-742CCB7DC897}"/>
              </a:ext>
            </a:extLst>
          </p:cNvPr>
          <p:cNvSpPr>
            <a:spLocks noChangeArrowheads="1"/>
          </p:cNvSpPr>
          <p:nvPr/>
        </p:nvSpPr>
        <p:spPr bwMode="auto">
          <a:xfrm>
            <a:off x="-30480" y="1066800"/>
            <a:ext cx="917448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Google đã phát triển công cụ dự báo tự động nội bộ của mình. </a:t>
            </a:r>
            <a:r>
              <a:rPr lang="en-US" sz="2400" b="1">
                <a:latin typeface="Times New Roman" panose="02020603050405020304" pitchFamily="18" charset="0"/>
                <a:cs typeface="Times New Roman" panose="02020603050405020304" pitchFamily="18" charset="0"/>
              </a:rPr>
              <a:t>Giải pháp của Google bao gồm ba bước chính:</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Kết hợp dự báo và ước tính độ bất định dựa trên mô phỏng</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Google sử dụng </a:t>
            </a:r>
            <a:r>
              <a:rPr lang="en-US" sz="2400" b="1">
                <a:latin typeface="Times New Roman" panose="02020603050405020304" pitchFamily="18" charset="0"/>
                <a:cs typeface="Times New Roman" panose="02020603050405020304" pitchFamily="18" charset="0"/>
              </a:rPr>
              <a:t>phương pháp tập hợp (ensemble approaches)</a:t>
            </a:r>
            <a:r>
              <a:rPr lang="en-US" sz="2400">
                <a:latin typeface="Times New Roman" panose="02020603050405020304" pitchFamily="18" charset="0"/>
                <a:cs typeface="Times New Roman" panose="02020603050405020304" pitchFamily="18" charset="0"/>
              </a:rPr>
              <a:t>, kết hợp kết quả của nhiều mô hình dự báo khác nhau (như exponential smoothing, ARIMA). Điều này tạo ra dự báo theo phong cách "trí tuệ của các chuyên gia" và cung cấp một phân phối dự báo để xác định xem kết quả nào là bất hợp lý.</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Độ bất định được định lượng bằng cách </a:t>
            </a:r>
            <a:r>
              <a:rPr lang="en-US" sz="2400" b="1">
                <a:latin typeface="Times New Roman" panose="02020603050405020304" pitchFamily="18" charset="0"/>
                <a:cs typeface="Times New Roman" panose="02020603050405020304" pitchFamily="18" charset="0"/>
              </a:rPr>
              <a:t>mô phỏng sự lan truyền lỗi (error) về phía trước qua thời gian</a:t>
            </a:r>
            <a:r>
              <a:rPr lang="en-US" sz="2400">
                <a:latin typeface="Times New Roman" panose="02020603050405020304" pitchFamily="18" charset="0"/>
                <a:cs typeface="Times New Roman" panose="02020603050405020304" pitchFamily="18" charset="0"/>
              </a:rPr>
              <a:t>.</a:t>
            </a:r>
          </a:p>
          <a:p>
            <a:pPr lvl="2">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97802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18BCA-D4AF-DEB2-5AFC-C475F22AE2A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90CA185-BC02-654A-D92D-6592FB68FD7B}"/>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Dự báo</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D2DAB45A-A365-296A-6BFE-76706BE13D9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86474E05-3DDC-B6BD-9940-E3896170A0BB}"/>
              </a:ext>
            </a:extLst>
          </p:cNvPr>
          <p:cNvSpPr>
            <a:spLocks noChangeArrowheads="1"/>
          </p:cNvSpPr>
          <p:nvPr/>
        </p:nvSpPr>
        <p:spPr bwMode="auto">
          <a:xfrm>
            <a:off x="-30480" y="1066800"/>
            <a:ext cx="917448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Facebook đã cung cấp gói mã nguồn mở dự báo chuỗi thời gian tự động của mình, </a:t>
            </a:r>
            <a:r>
              <a:rPr lang="en-US" sz="2400" b="1">
                <a:latin typeface="Times New Roman" panose="02020603050405020304" pitchFamily="18" charset="0"/>
                <a:cs typeface="Times New Roman" panose="02020603050405020304" pitchFamily="18" charset="0"/>
              </a:rPr>
              <a:t>Prophet</a:t>
            </a:r>
            <a:r>
              <a:rPr lang="en-US" sz="2400">
                <a:latin typeface="Times New Roman" panose="02020603050405020304" pitchFamily="18" charset="0"/>
                <a:cs typeface="Times New Roman" panose="02020603050405020304" pitchFamily="18" charset="0"/>
              </a:rPr>
              <a:t>, cùng thời điểm Google công bố thông tin về gói nội bộ của họ.</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Prophet cũng nhấn mạnh việc xử lý các vấn đề tương tự như Google:</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Tính thời vụ.</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Thay đổi mức độ.</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Dữ liệu bị thiếu và các điểm ngoại lai.</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Prophet còn có các ưu điểm bổ sung:</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Khả năng xử lý dữ liệu ở nhiều mức độ chi tiết khác nhau (dữ liệu phút-theo-phút hoặc hàng giờ, ngoài dữ liệu hàng ngày).</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Xu hướng (trends) chỉ ra sự tăng trưởng phi tuyến tính, chẳng hạn như đạt đến điểm bão hòa (saturation point).</a:t>
            </a:r>
          </a:p>
          <a:p>
            <a:pPr marL="514350" lvl="1" indent="0"/>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55734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F876C-7DED-E243-3A7D-E43E643726A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4B49C3E-6B88-534F-D419-565431FBB994}"/>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Dự báo</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B2683574-4956-C2A1-AB06-A32CF6FEC03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EF7228E0-4AF7-9F69-F3FA-8744854C552D}"/>
              </a:ext>
            </a:extLst>
          </p:cNvPr>
          <p:cNvSpPr>
            <a:spLocks noChangeArrowheads="1"/>
          </p:cNvSpPr>
          <p:nvPr/>
        </p:nvSpPr>
        <p:spPr bwMode="auto">
          <a:xfrm>
            <a:off x="-30480" y="1066800"/>
            <a:ext cx="917448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Facebook đã cung cấp gói mã nguồn mở </a:t>
            </a:r>
            <a:r>
              <a:rPr lang="en-US" sz="2400" b="1">
                <a:latin typeface="Times New Roman" panose="02020603050405020304" pitchFamily="18" charset="0"/>
                <a:cs typeface="Times New Roman" panose="02020603050405020304" pitchFamily="18" charset="0"/>
              </a:rPr>
              <a:t>Prophet</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Prophet sử dụng một phương pháp khác biệt, bao gồm ba thành phần đơn giản được sử dụng để tạo thành một mô hình </a:t>
            </a:r>
            <a:r>
              <a:rPr lang="en-US" sz="2400" b="1">
                <a:latin typeface="Times New Roman" panose="02020603050405020304" pitchFamily="18" charset="0"/>
                <a:cs typeface="Times New Roman" panose="02020603050405020304" pitchFamily="18" charset="0"/>
              </a:rPr>
              <a:t>hồi quy cộng tính (additive regression model)</a:t>
            </a:r>
            <a:r>
              <a:rPr lang="en-US" sz="2400">
                <a:latin typeface="Times New Roman" panose="02020603050405020304" pitchFamily="18" charset="0"/>
                <a:cs typeface="Times New Roman" panose="02020603050405020304" pitchFamily="18" charset="0"/>
              </a:rPr>
              <a:t>:</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Hiệu ứng thời vụ hàng năm và hàng tuần.</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Danh sách ngày lễ tùy chỉnh.</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Đường cong xu hướng tuyến tính từng đoạn (piecewise linear) hoặc logistic.</a:t>
            </a:r>
          </a:p>
          <a:p>
            <a:pPr marL="914400" lvl="2" indent="0"/>
            <a:r>
              <a:rPr lang="en-US" sz="2400">
                <a:latin typeface="Times New Roman" panose="02020603050405020304" pitchFamily="18" charset="0"/>
                <a:cs typeface="Times New Roman" panose="02020603050405020304" pitchFamily="18" charset="0"/>
              </a:rPr>
              <a:t>Đây là mô hình hồi quy phi tham số (nonparametric regression model), linh hoạt và dễ diễn giải hơn hồi quy tuyến tính. </a:t>
            </a:r>
          </a:p>
          <a:p>
            <a:pPr marL="914400" lvl="2" indent="0"/>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94879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58AD1-7211-A54E-E902-CA23E234C3A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213858A-1C21-A87B-DA51-8A935393BB15}"/>
              </a:ext>
            </a:extLst>
          </p:cNvPr>
          <p:cNvSpPr>
            <a:spLocks noGrp="1"/>
          </p:cNvSpPr>
          <p:nvPr>
            <p:ph type="title"/>
          </p:nvPr>
        </p:nvSpPr>
        <p:spPr>
          <a:xfrm>
            <a:off x="1220788" y="365125"/>
            <a:ext cx="7904162" cy="747713"/>
          </a:xfrm>
        </p:spPr>
        <p:txBody>
          <a:bodyPr>
            <a:noAutofit/>
          </a:bodyPr>
          <a:lstStyle/>
          <a:p>
            <a:pPr eaLnBrk="1" hangingPunct="1"/>
            <a:r>
              <a:rPr lang="vi-VN" sz="3200">
                <a:latin typeface="Times New Roman" panose="02020603050405020304" pitchFamily="18" charset="0"/>
                <a:cs typeface="Times New Roman" panose="02020603050405020304" pitchFamily="18" charset="0"/>
              </a:rPr>
              <a:t>Dự báo</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9CA49607-3B43-3E64-9A00-019CEC22B8D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956417CC-10E2-2E72-4525-F67F08376E86}"/>
              </a:ext>
            </a:extLst>
          </p:cNvPr>
          <p:cNvSpPr>
            <a:spLocks noChangeArrowheads="1"/>
          </p:cNvSpPr>
          <p:nvPr/>
        </p:nvSpPr>
        <p:spPr bwMode="auto">
          <a:xfrm>
            <a:off x="-30480" y="1066800"/>
            <a:ext cx="917448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Facebook đã cung cấp gói mã nguồn mở </a:t>
            </a:r>
            <a:r>
              <a:rPr lang="en-US" sz="2400" b="1">
                <a:latin typeface="Times New Roman" panose="02020603050405020304" pitchFamily="18" charset="0"/>
                <a:cs typeface="Times New Roman" panose="02020603050405020304" pitchFamily="18" charset="0"/>
              </a:rPr>
              <a:t>Prophet</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Lưu ý quan trọng:</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Prophet cũng cung cấp </a:t>
            </a:r>
            <a:r>
              <a:rPr lang="en-US" sz="2400" b="1">
                <a:latin typeface="Times New Roman" panose="02020603050405020304" pitchFamily="18" charset="0"/>
                <a:cs typeface="Times New Roman" panose="02020603050405020304" pitchFamily="18" charset="0"/>
              </a:rPr>
              <a:t>API đơn giản</a:t>
            </a:r>
            <a:r>
              <a:rPr lang="en-US" sz="2400">
                <a:latin typeface="Times New Roman" panose="02020603050405020304" pitchFamily="18" charset="0"/>
                <a:cs typeface="Times New Roman" panose="02020603050405020304" pitchFamily="18" charset="0"/>
              </a:rPr>
              <a:t>, là </a:t>
            </a:r>
            <a:r>
              <a:rPr lang="en-US" sz="2400" b="1">
                <a:latin typeface="Times New Roman" panose="02020603050405020304" pitchFamily="18" charset="0"/>
                <a:cs typeface="Times New Roman" panose="02020603050405020304" pitchFamily="18" charset="0"/>
              </a:rPr>
              <a:t>mã nguồn mở</a:t>
            </a:r>
            <a:r>
              <a:rPr lang="en-US" sz="2400">
                <a:latin typeface="Times New Roman" panose="02020603050405020304" pitchFamily="18" charset="0"/>
                <a:cs typeface="Times New Roman" panose="02020603050405020304" pitchFamily="18" charset="0"/>
              </a:rPr>
              <a:t>, và có đầy đủ API cho cả Python và R, giúp các nhóm khoa học dữ liệu đa ngôn ngữ dễ dàng sử dụng.</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Gói Prophet được phát triển và hoạt động tốt nhất cho </a:t>
            </a:r>
            <a:r>
              <a:rPr lang="en-US" sz="2400" b="1">
                <a:latin typeface="Times New Roman" panose="02020603050405020304" pitchFamily="18" charset="0"/>
                <a:cs typeface="Times New Roman" panose="02020603050405020304" pitchFamily="18" charset="0"/>
              </a:rPr>
              <a:t>dữ liệu hàng ngày (daily data)</a:t>
            </a:r>
            <a:r>
              <a:rPr lang="en-US" sz="2400">
                <a:latin typeface="Times New Roman" panose="02020603050405020304" pitchFamily="18" charset="0"/>
                <a:cs typeface="Times New Roman" panose="02020603050405020304" pitchFamily="18" charset="0"/>
              </a:rPr>
              <a:t>. Việc sử dụng các kỹ thuật này cho dữ liệu ở các thang thời gian khác có thể không đáng tin cậy.</a:t>
            </a:r>
          </a:p>
          <a:p>
            <a:pPr marL="914400" lvl="2" indent="0"/>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39741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3"/>
  <p:tag name="MMPROD_UIDATA" val="&lt;database version=&quot;7.0&quot;&gt;&lt;object type=&quot;1&quot; unique_id=&quot;10001&quot;&gt;&lt;object type=&quot;2&quot; unique_id=&quot;10002&quot;&gt;&lt;object type=&quot;3&quot; unique_id=&quot;10005&quot;&gt;&lt;property id=&quot;20148&quot; value=&quot;5&quot;/&gt;&lt;property id=&quot;20300&quot; value=&quot;Slide 1 - &amp;quot;LẬP TRÌNH C&amp;quot;&quot;/&gt;&lt;property id=&quot;20307&quot; value=&quot;256&quot;/&gt;&lt;/object&gt;&lt;object type=&quot;3&quot; unique_id=&quot;10006&quot;&gt;&lt;property id=&quot;20148&quot; value=&quot;5&quot;/&gt;&lt;property id=&quot;20300&quot; value=&quot;Slide 2&quot;/&gt;&lt;property id=&quot;20307&quot; value=&quot;268&quot;/&gt;&lt;/object&gt;&lt;object type=&quot;3&quot; unique_id=&quot;10008&quot;&gt;&lt;property id=&quot;20148&quot; value=&quot;5&quot;/&gt;&lt;property id=&quot;20300&quot; value=&quot;Slide 3 - &amp;quot;Tài liệu tham khảo&amp;quot;&quot;/&gt;&lt;property id=&quot;20307&quot; value=&quot;269&quot;/&gt;&lt;/object&gt;&lt;object type=&quot;3&quot; unique_id=&quot;10010&quot;&gt;&lt;property id=&quot;20148&quot; value=&quot;5&quot;/&gt;&lt;property id=&quot;20300&quot; value=&quot;Slide 4 - &amp;quot;Nội dung&amp;quot;&quot;/&gt;&lt;property id=&quot;20307&quot; value=&quot;270&quot;/&gt;&lt;/object&gt;&lt;/object&gt;&lt;object type=&quot;8&quot; unique_id=&quot;10004&quot;&gt;&lt;/object&gt;&lt;/object&gt;&lt;/database&gt;"/>
  <p:tag name="SECTOMILLISECCONVERTED" val="1"/>
</p:tagLst>
</file>

<file path=ppt/theme/theme1.xml><?xml version="1.0" encoding="utf-8"?>
<a:theme xmlns:a="http://schemas.openxmlformats.org/drawingml/2006/main" name="nav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_Sapxep_Timkiem.ppt [Compatibility Mode]" id="{B707B5FC-A659-45EA-9DE3-9BC6EA58FB7A}" vid="{611DF4EE-429F-4A10-BE83-07AB208EB3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T1</Template>
  <TotalTime>4382</TotalTime>
  <Words>4634</Words>
  <Application>Microsoft Office PowerPoint</Application>
  <PresentationFormat>On-screen Show (4:3)</PresentationFormat>
  <Paragraphs>222</Paragraphs>
  <Slides>39</Slides>
  <Notes>39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Calibri</vt:lpstr>
      <vt:lpstr>Cambria Math</vt:lpstr>
      <vt:lpstr>Corbel</vt:lpstr>
      <vt:lpstr>Courier New</vt:lpstr>
      <vt:lpstr>Times New Roman</vt:lpstr>
      <vt:lpstr>Wingdings</vt:lpstr>
      <vt:lpstr>naver</vt:lpstr>
      <vt:lpstr>Phân tích dữ liệu chuỗi thời gian</vt:lpstr>
      <vt:lpstr>Nội dung</vt:lpstr>
      <vt:lpstr>Chăm sóc và theo dõi sức khỏe</vt:lpstr>
      <vt:lpstr>Chăm sóc và theo dõi sức khỏe</vt:lpstr>
      <vt:lpstr>Chăm sóc và theo dõi sức khỏe</vt:lpstr>
      <vt:lpstr>Chăm sóc và theo dõi sức khỏe</vt:lpstr>
      <vt:lpstr>Chăm sóc và theo dõi sức khỏe</vt:lpstr>
      <vt:lpstr>Chăm sóc và theo dõi sức khỏe</vt:lpstr>
      <vt:lpstr>Chăm sóc và theo dõi sức khỏe</vt:lpstr>
      <vt:lpstr>Chăm sóc và theo dõi sức khỏe</vt:lpstr>
      <vt:lpstr>Chăm sóc và theo dõi sức khỏe</vt:lpstr>
      <vt:lpstr>Chăm sóc và theo dõi sức khỏe</vt:lpstr>
      <vt:lpstr>Chăm sóc và theo dõi sức khỏe</vt:lpstr>
      <vt:lpstr>Chăm sóc và theo dõi sức khỏe</vt:lpstr>
      <vt:lpstr>Chăm sóc và theo dõi sức khỏe</vt:lpstr>
      <vt:lpstr>Chăm sóc và theo dõi sức khỏe</vt:lpstr>
      <vt:lpstr>Chăm sóc và theo dõi sức khỏe</vt:lpstr>
      <vt:lpstr>Phát hiện bất thường</vt:lpstr>
      <vt:lpstr>Phát hiện bất thường</vt:lpstr>
      <vt:lpstr>Phát hiện bất thường</vt:lpstr>
      <vt:lpstr>Phát hiện bất thường</vt:lpstr>
      <vt:lpstr>Phân tích tài chính</vt:lpstr>
      <vt:lpstr>Phân tích tài chính</vt:lpstr>
      <vt:lpstr>Phân tích tài chính</vt:lpstr>
      <vt:lpstr>Phân tích tài chính</vt:lpstr>
      <vt:lpstr>Phân tích tài chính</vt:lpstr>
      <vt:lpstr>Phân tích tài chính</vt:lpstr>
      <vt:lpstr>Phân tích tài chính</vt:lpstr>
      <vt:lpstr>Phân tích tài chính</vt:lpstr>
      <vt:lpstr>Phân tích tài chính</vt:lpstr>
      <vt:lpstr>Phân tích tài chính</vt:lpstr>
      <vt:lpstr>Dự báo</vt:lpstr>
      <vt:lpstr>Dự báo</vt:lpstr>
      <vt:lpstr>Dự báo</vt:lpstr>
      <vt:lpstr>Dự báo</vt:lpstr>
      <vt:lpstr>Dự báo</vt:lpstr>
      <vt:lpstr>Dự báo</vt:lpstr>
      <vt:lpstr>Dự báo</vt:lpstr>
      <vt:lpstr>Dự báo</vt:lpstr>
    </vt:vector>
  </TitlesOfParts>
  <Company>BABYDUCK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Manh Son</dc:creator>
  <cp:lastModifiedBy>Viet Pham Hoang</cp:lastModifiedBy>
  <cp:revision>427</cp:revision>
  <dcterms:created xsi:type="dcterms:W3CDTF">2007-09-05T08:24:33Z</dcterms:created>
  <dcterms:modified xsi:type="dcterms:W3CDTF">2025-11-29T15:26:36Z</dcterms:modified>
</cp:coreProperties>
</file>