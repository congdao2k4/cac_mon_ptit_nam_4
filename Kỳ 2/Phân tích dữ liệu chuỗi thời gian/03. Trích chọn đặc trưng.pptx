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tags/tag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0.xml" ContentType="application/vnd.openxmlformats-officedocument.presentationml.tags+xml"/>
  <Override PartName="/ppt/notesSlides/notesSlide21.xml" ContentType="application/vnd.openxmlformats-officedocument.presentationml.notesSlide+xml"/>
  <Override PartName="/ppt/tags/tag1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9.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32.xml" ContentType="application/vnd.openxmlformats-officedocument.presentationml.notesSlide+xml"/>
  <Override PartName="/ppt/tags/tag22.xml" ContentType="application/vnd.openxmlformats-officedocument.presentationml.tags+xml"/>
  <Override PartName="/ppt/notesSlides/notesSlide33.xml" ContentType="application/vnd.openxmlformats-officedocument.presentationml.notesSlide+xml"/>
  <Override PartName="/ppt/tags/tag23.xml" ContentType="application/vnd.openxmlformats-officedocument.presentationml.tags+xml"/>
  <Override PartName="/ppt/notesSlides/notesSlide3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3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30.xml" ContentType="application/vnd.openxmlformats-officedocument.presentationml.tags+xml"/>
  <Override PartName="/ppt/notesSlides/notesSlide4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60" r:id="rId1"/>
  </p:sldMasterIdLst>
  <p:notesMasterIdLst>
    <p:notesMasterId r:id="rId93"/>
  </p:notesMasterIdLst>
  <p:handoutMasterIdLst>
    <p:handoutMasterId r:id="rId94"/>
  </p:handoutMasterIdLst>
  <p:sldIdLst>
    <p:sldId id="271" r:id="rId2"/>
    <p:sldId id="325" r:id="rId3"/>
    <p:sldId id="324" r:id="rId4"/>
    <p:sldId id="326" r:id="rId5"/>
    <p:sldId id="356" r:id="rId6"/>
    <p:sldId id="327" r:id="rId7"/>
    <p:sldId id="357" r:id="rId8"/>
    <p:sldId id="360" r:id="rId9"/>
    <p:sldId id="358" r:id="rId10"/>
    <p:sldId id="359" r:id="rId11"/>
    <p:sldId id="331" r:id="rId12"/>
    <p:sldId id="330" r:id="rId13"/>
    <p:sldId id="362" r:id="rId14"/>
    <p:sldId id="363" r:id="rId15"/>
    <p:sldId id="364" r:id="rId16"/>
    <p:sldId id="366" r:id="rId17"/>
    <p:sldId id="381" r:id="rId18"/>
    <p:sldId id="365" r:id="rId19"/>
    <p:sldId id="367" r:id="rId20"/>
    <p:sldId id="368" r:id="rId21"/>
    <p:sldId id="336" r:id="rId22"/>
    <p:sldId id="337" r:id="rId23"/>
    <p:sldId id="339" r:id="rId24"/>
    <p:sldId id="369" r:id="rId25"/>
    <p:sldId id="370" r:id="rId26"/>
    <p:sldId id="371" r:id="rId27"/>
    <p:sldId id="372" r:id="rId28"/>
    <p:sldId id="373" r:id="rId29"/>
    <p:sldId id="374" r:id="rId30"/>
    <p:sldId id="375" r:id="rId31"/>
    <p:sldId id="376" r:id="rId32"/>
    <p:sldId id="377" r:id="rId33"/>
    <p:sldId id="378" r:id="rId34"/>
    <p:sldId id="379" r:id="rId35"/>
    <p:sldId id="380" r:id="rId36"/>
    <p:sldId id="382" r:id="rId37"/>
    <p:sldId id="383" r:id="rId38"/>
    <p:sldId id="384" r:id="rId39"/>
    <p:sldId id="386" r:id="rId40"/>
    <p:sldId id="385" r:id="rId41"/>
    <p:sldId id="387" r:id="rId42"/>
    <p:sldId id="388" r:id="rId43"/>
    <p:sldId id="389" r:id="rId44"/>
    <p:sldId id="390" r:id="rId45"/>
    <p:sldId id="391" r:id="rId46"/>
    <p:sldId id="392" r:id="rId47"/>
    <p:sldId id="393" r:id="rId48"/>
    <p:sldId id="394" r:id="rId49"/>
    <p:sldId id="395" r:id="rId50"/>
    <p:sldId id="396" r:id="rId51"/>
    <p:sldId id="397" r:id="rId52"/>
    <p:sldId id="398" r:id="rId53"/>
    <p:sldId id="399" r:id="rId54"/>
    <p:sldId id="400" r:id="rId55"/>
    <p:sldId id="401" r:id="rId56"/>
    <p:sldId id="341" r:id="rId57"/>
    <p:sldId id="342" r:id="rId58"/>
    <p:sldId id="343" r:id="rId59"/>
    <p:sldId id="402" r:id="rId60"/>
    <p:sldId id="403" r:id="rId61"/>
    <p:sldId id="404" r:id="rId62"/>
    <p:sldId id="405" r:id="rId63"/>
    <p:sldId id="406" r:id="rId64"/>
    <p:sldId id="407" r:id="rId65"/>
    <p:sldId id="408" r:id="rId66"/>
    <p:sldId id="413" r:id="rId67"/>
    <p:sldId id="410" r:id="rId68"/>
    <p:sldId id="411" r:id="rId69"/>
    <p:sldId id="412" r:id="rId70"/>
    <p:sldId id="409" r:id="rId71"/>
    <p:sldId id="344" r:id="rId72"/>
    <p:sldId id="345" r:id="rId73"/>
    <p:sldId id="414" r:id="rId74"/>
    <p:sldId id="415" r:id="rId75"/>
    <p:sldId id="416" r:id="rId76"/>
    <p:sldId id="417" r:id="rId77"/>
    <p:sldId id="418" r:id="rId78"/>
    <p:sldId id="419" r:id="rId79"/>
    <p:sldId id="420" r:id="rId80"/>
    <p:sldId id="421" r:id="rId81"/>
    <p:sldId id="422" r:id="rId82"/>
    <p:sldId id="423" r:id="rId83"/>
    <p:sldId id="346" r:id="rId84"/>
    <p:sldId id="347" r:id="rId85"/>
    <p:sldId id="349" r:id="rId86"/>
    <p:sldId id="350" r:id="rId87"/>
    <p:sldId id="351" r:id="rId88"/>
    <p:sldId id="352" r:id="rId89"/>
    <p:sldId id="353" r:id="rId90"/>
    <p:sldId id="354" r:id="rId91"/>
    <p:sldId id="355" r:id="rId92"/>
  </p:sldIdLst>
  <p:sldSz cx="9144000" cy="6858000" type="screen4x3"/>
  <p:notesSz cx="6858000" cy="9144000"/>
  <p:custDataLst>
    <p:tags r:id="rId95"/>
  </p:custDataLst>
  <p:defaultTextStyle>
    <a:defPPr>
      <a:defRPr lang="e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ADFF"/>
    <a:srgbClr val="FFCC66"/>
    <a:srgbClr val="FFCC00"/>
    <a:srgbClr val="FF99FF"/>
    <a:srgbClr val="FF66FF"/>
    <a:srgbClr val="FFCCFF"/>
    <a:srgbClr val="CC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0C7824-997D-422D-A867-CC87D8B50B89}" v="2753" dt="2025-11-25T15:55:07.2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51" autoAdjust="0"/>
    <p:restoredTop sz="66448" autoAdjust="0"/>
  </p:normalViewPr>
  <p:slideViewPr>
    <p:cSldViewPr>
      <p:cViewPr varScale="1">
        <p:scale>
          <a:sx n="73" d="100"/>
          <a:sy n="73" d="100"/>
        </p:scale>
        <p:origin x="2248" y="48"/>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3" d="100"/>
          <a:sy n="53" d="100"/>
        </p:scale>
        <p:origin x="282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gs" Target="tags/tag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heme" Target="theme/theme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Pham Hoang" userId="daff2273dfcb736e" providerId="LiveId" clId="{7864E128-F8E5-4C3B-B427-8C25E8C185A6}"/>
    <pc:docChg chg="undo custSel addSld delSld modSld sldOrd">
      <pc:chgData name="Viet Pham Hoang" userId="daff2273dfcb736e" providerId="LiveId" clId="{7864E128-F8E5-4C3B-B427-8C25E8C185A6}" dt="2025-11-25T15:55:07.202" v="8764" actId="255"/>
      <pc:docMkLst>
        <pc:docMk/>
      </pc:docMkLst>
      <pc:sldChg chg="modSp mod modNotesTx">
        <pc:chgData name="Viet Pham Hoang" userId="daff2273dfcb736e" providerId="LiveId" clId="{7864E128-F8E5-4C3B-B427-8C25E8C185A6}" dt="2025-11-06T13:41:23.691" v="1019" actId="20577"/>
        <pc:sldMkLst>
          <pc:docMk/>
          <pc:sldMk cId="0" sldId="271"/>
        </pc:sldMkLst>
        <pc:spChg chg="mod">
          <ac:chgData name="Viet Pham Hoang" userId="daff2273dfcb736e" providerId="LiveId" clId="{7864E128-F8E5-4C3B-B427-8C25E8C185A6}" dt="2025-11-06T13:41:23.691" v="1019" actId="20577"/>
          <ac:spMkLst>
            <pc:docMk/>
            <pc:sldMk cId="0" sldId="271"/>
            <ac:spMk id="5" creationId="{16EA7369-B7A3-44EE-9408-C24AA67B81B7}"/>
          </ac:spMkLst>
        </pc:spChg>
      </pc:sldChg>
      <pc:sldChg chg="delSp modSp mod modNotes modNotesTx">
        <pc:chgData name="Viet Pham Hoang" userId="daff2273dfcb736e" providerId="LiveId" clId="{7864E128-F8E5-4C3B-B427-8C25E8C185A6}" dt="2025-11-06T13:43:51.651" v="1050" actId="20577"/>
        <pc:sldMkLst>
          <pc:docMk/>
          <pc:sldMk cId="2610563880" sldId="324"/>
        </pc:sldMkLst>
        <pc:spChg chg="mod">
          <ac:chgData name="Viet Pham Hoang" userId="daff2273dfcb736e" providerId="LiveId" clId="{7864E128-F8E5-4C3B-B427-8C25E8C185A6}" dt="2025-11-06T13:43:51.651" v="1050" actId="20577"/>
          <ac:spMkLst>
            <pc:docMk/>
            <pc:sldMk cId="2610563880" sldId="324"/>
            <ac:spMk id="5" creationId="{BB1D7740-926A-3DCE-3F06-3714AC5C4E65}"/>
          </ac:spMkLst>
        </pc:spChg>
      </pc:sldChg>
      <pc:sldChg chg="modSp add mod ord modNotesTx">
        <pc:chgData name="Viet Pham Hoang" userId="daff2273dfcb736e" providerId="LiveId" clId="{7864E128-F8E5-4C3B-B427-8C25E8C185A6}" dt="2025-11-19T15:36:01.537" v="2029" actId="20577"/>
        <pc:sldMkLst>
          <pc:docMk/>
          <pc:sldMk cId="1566087980" sldId="325"/>
        </pc:sldMkLst>
        <pc:spChg chg="mod">
          <ac:chgData name="Viet Pham Hoang" userId="daff2273dfcb736e" providerId="LiveId" clId="{7864E128-F8E5-4C3B-B427-8C25E8C185A6}" dt="2025-11-06T14:44:01.896" v="1502" actId="12"/>
          <ac:spMkLst>
            <pc:docMk/>
            <pc:sldMk cId="1566087980" sldId="325"/>
            <ac:spMk id="31746" creationId="{B7212D0B-A875-9C89-C5E8-AFEB0F04AFFA}"/>
          </ac:spMkLst>
        </pc:spChg>
        <pc:spChg chg="mod">
          <ac:chgData name="Viet Pham Hoang" userId="daff2273dfcb736e" providerId="LiveId" clId="{7864E128-F8E5-4C3B-B427-8C25E8C185A6}" dt="2025-11-19T15:36:01.537" v="2029" actId="20577"/>
          <ac:spMkLst>
            <pc:docMk/>
            <pc:sldMk cId="1566087980" sldId="325"/>
            <ac:spMk id="31747" creationId="{33EB7202-8DD2-6A61-9507-678A1C77904F}"/>
          </ac:spMkLst>
        </pc:spChg>
      </pc:sldChg>
      <pc:sldChg chg="addSp modSp add mod">
        <pc:chgData name="Viet Pham Hoang" userId="daff2273dfcb736e" providerId="LiveId" clId="{7864E128-F8E5-4C3B-B427-8C25E8C185A6}" dt="2025-11-19T15:48:49.226" v="2390" actId="20577"/>
        <pc:sldMkLst>
          <pc:docMk/>
          <pc:sldMk cId="1901763172" sldId="326"/>
        </pc:sldMkLst>
        <pc:spChg chg="mod">
          <ac:chgData name="Viet Pham Hoang" userId="daff2273dfcb736e" providerId="LiveId" clId="{7864E128-F8E5-4C3B-B427-8C25E8C185A6}" dt="2025-11-06T14:43:58.503" v="1501" actId="12"/>
          <ac:spMkLst>
            <pc:docMk/>
            <pc:sldMk cId="1901763172" sldId="326"/>
            <ac:spMk id="31746" creationId="{438B32DF-8376-933B-5B89-87BD27C39DB6}"/>
          </ac:spMkLst>
        </pc:spChg>
        <pc:spChg chg="mod">
          <ac:chgData name="Viet Pham Hoang" userId="daff2273dfcb736e" providerId="LiveId" clId="{7864E128-F8E5-4C3B-B427-8C25E8C185A6}" dt="2025-11-19T15:48:49.226" v="2390" actId="20577"/>
          <ac:spMkLst>
            <pc:docMk/>
            <pc:sldMk cId="1901763172" sldId="326"/>
            <ac:spMk id="31747" creationId="{9135AF39-2F2A-33C1-09AF-58DBB3A36F6F}"/>
          </ac:spMkLst>
        </pc:spChg>
      </pc:sldChg>
      <pc:sldChg chg="modSp add mod">
        <pc:chgData name="Viet Pham Hoang" userId="daff2273dfcb736e" providerId="LiveId" clId="{7864E128-F8E5-4C3B-B427-8C25E8C185A6}" dt="2025-11-19T16:04:32.350" v="2591" actId="20577"/>
        <pc:sldMkLst>
          <pc:docMk/>
          <pc:sldMk cId="654445251" sldId="327"/>
        </pc:sldMkLst>
        <pc:spChg chg="mod">
          <ac:chgData name="Viet Pham Hoang" userId="daff2273dfcb736e" providerId="LiveId" clId="{7864E128-F8E5-4C3B-B427-8C25E8C185A6}" dt="2025-11-06T14:43:53.552" v="1500" actId="12"/>
          <ac:spMkLst>
            <pc:docMk/>
            <pc:sldMk cId="654445251" sldId="327"/>
            <ac:spMk id="31746" creationId="{DCB197B2-8391-98A9-C344-7A8FDEB97407}"/>
          </ac:spMkLst>
        </pc:spChg>
        <pc:spChg chg="mod">
          <ac:chgData name="Viet Pham Hoang" userId="daff2273dfcb736e" providerId="LiveId" clId="{7864E128-F8E5-4C3B-B427-8C25E8C185A6}" dt="2025-11-19T16:04:32.350" v="2591" actId="20577"/>
          <ac:spMkLst>
            <pc:docMk/>
            <pc:sldMk cId="654445251" sldId="327"/>
            <ac:spMk id="31747" creationId="{44C7C408-334A-2047-37A6-60E0A1C7FDD0}"/>
          </ac:spMkLst>
        </pc:spChg>
      </pc:sldChg>
      <pc:sldChg chg="modSp add mod modNotesTx">
        <pc:chgData name="Viet Pham Hoang" userId="daff2273dfcb736e" providerId="LiveId" clId="{7864E128-F8E5-4C3B-B427-8C25E8C185A6}" dt="2025-11-20T14:31:29.430" v="3980" actId="20577"/>
        <pc:sldMkLst>
          <pc:docMk/>
          <pc:sldMk cId="1547054546" sldId="330"/>
        </pc:sldMkLst>
        <pc:spChg chg="mod">
          <ac:chgData name="Viet Pham Hoang" userId="daff2273dfcb736e" providerId="LiveId" clId="{7864E128-F8E5-4C3B-B427-8C25E8C185A6}" dt="2025-11-06T14:43:40.456" v="1497" actId="12"/>
          <ac:spMkLst>
            <pc:docMk/>
            <pc:sldMk cId="1547054546" sldId="330"/>
            <ac:spMk id="31746" creationId="{3CBC18F2-5FC0-4CC4-809D-1900CCEC75EA}"/>
          </ac:spMkLst>
        </pc:spChg>
        <pc:spChg chg="mod">
          <ac:chgData name="Viet Pham Hoang" userId="daff2273dfcb736e" providerId="LiveId" clId="{7864E128-F8E5-4C3B-B427-8C25E8C185A6}" dt="2025-11-20T14:31:29.430" v="3980" actId="20577"/>
          <ac:spMkLst>
            <pc:docMk/>
            <pc:sldMk cId="1547054546" sldId="330"/>
            <ac:spMk id="31747" creationId="{E0D2503B-B4E5-9865-A7A4-13CB9717CB50}"/>
          </ac:spMkLst>
        </pc:spChg>
      </pc:sldChg>
      <pc:sldChg chg="modSp add mod ord modNotesTx">
        <pc:chgData name="Viet Pham Hoang" userId="daff2273dfcb736e" providerId="LiveId" clId="{7864E128-F8E5-4C3B-B427-8C25E8C185A6}" dt="2025-11-20T14:19:42.688" v="3900"/>
        <pc:sldMkLst>
          <pc:docMk/>
          <pc:sldMk cId="2219434633" sldId="331"/>
        </pc:sldMkLst>
        <pc:spChg chg="mod">
          <ac:chgData name="Viet Pham Hoang" userId="daff2273dfcb736e" providerId="LiveId" clId="{7864E128-F8E5-4C3B-B427-8C25E8C185A6}" dt="2025-11-06T14:43:37.639" v="1496" actId="12"/>
          <ac:spMkLst>
            <pc:docMk/>
            <pc:sldMk cId="2219434633" sldId="331"/>
            <ac:spMk id="31746" creationId="{800F14A8-44A5-1324-5482-D54D2D0BD784}"/>
          </ac:spMkLst>
        </pc:spChg>
        <pc:spChg chg="mod">
          <ac:chgData name="Viet Pham Hoang" userId="daff2273dfcb736e" providerId="LiveId" clId="{7864E128-F8E5-4C3B-B427-8C25E8C185A6}" dt="2025-11-20T14:19:34.494" v="3898" actId="15"/>
          <ac:spMkLst>
            <pc:docMk/>
            <pc:sldMk cId="2219434633" sldId="331"/>
            <ac:spMk id="31747" creationId="{646C7AAF-AE78-45CE-B814-71F2835E2F37}"/>
          </ac:spMkLst>
        </pc:spChg>
      </pc:sldChg>
      <pc:sldChg chg="delSp modSp add mod">
        <pc:chgData name="Viet Pham Hoang" userId="daff2273dfcb736e" providerId="LiveId" clId="{7864E128-F8E5-4C3B-B427-8C25E8C185A6}" dt="2025-11-20T15:10:52.122" v="4156" actId="15"/>
        <pc:sldMkLst>
          <pc:docMk/>
          <pc:sldMk cId="4129909278" sldId="336"/>
        </pc:sldMkLst>
        <pc:spChg chg="mod">
          <ac:chgData name="Viet Pham Hoang" userId="daff2273dfcb736e" providerId="LiveId" clId="{7864E128-F8E5-4C3B-B427-8C25E8C185A6}" dt="2025-11-06T14:43:16.079" v="1491" actId="12"/>
          <ac:spMkLst>
            <pc:docMk/>
            <pc:sldMk cId="4129909278" sldId="336"/>
            <ac:spMk id="31746" creationId="{DF5BE4AE-9A60-DBC4-C054-660FAFD89F53}"/>
          </ac:spMkLst>
        </pc:spChg>
        <pc:spChg chg="mod">
          <ac:chgData name="Viet Pham Hoang" userId="daff2273dfcb736e" providerId="LiveId" clId="{7864E128-F8E5-4C3B-B427-8C25E8C185A6}" dt="2025-11-20T15:10:52.122" v="4156" actId="15"/>
          <ac:spMkLst>
            <pc:docMk/>
            <pc:sldMk cId="4129909278" sldId="336"/>
            <ac:spMk id="31747" creationId="{02602916-DE9B-9457-E979-FA214958F009}"/>
          </ac:spMkLst>
        </pc:spChg>
        <pc:picChg chg="mod ord">
          <ac:chgData name="Viet Pham Hoang" userId="daff2273dfcb736e" providerId="LiveId" clId="{7864E128-F8E5-4C3B-B427-8C25E8C185A6}" dt="2025-11-06T14:34:58.430" v="1396" actId="962"/>
          <ac:picMkLst>
            <pc:docMk/>
            <pc:sldMk cId="4129909278" sldId="336"/>
            <ac:picMk id="3" creationId="{698CB431-CB24-50FD-AA8E-876555A921FB}"/>
          </ac:picMkLst>
        </pc:picChg>
      </pc:sldChg>
      <pc:sldChg chg="delSp modSp add mod">
        <pc:chgData name="Viet Pham Hoang" userId="daff2273dfcb736e" providerId="LiveId" clId="{7864E128-F8E5-4C3B-B427-8C25E8C185A6}" dt="2025-11-20T15:10:59.311" v="4157" actId="15"/>
        <pc:sldMkLst>
          <pc:docMk/>
          <pc:sldMk cId="434476431" sldId="337"/>
        </pc:sldMkLst>
        <pc:spChg chg="mod">
          <ac:chgData name="Viet Pham Hoang" userId="daff2273dfcb736e" providerId="LiveId" clId="{7864E128-F8E5-4C3B-B427-8C25E8C185A6}" dt="2025-11-06T14:43:12.583" v="1490" actId="12"/>
          <ac:spMkLst>
            <pc:docMk/>
            <pc:sldMk cId="434476431" sldId="337"/>
            <ac:spMk id="31746" creationId="{F598C4D7-A52E-7610-62E7-211951D9FA8D}"/>
          </ac:spMkLst>
        </pc:spChg>
        <pc:spChg chg="mod">
          <ac:chgData name="Viet Pham Hoang" userId="daff2273dfcb736e" providerId="LiveId" clId="{7864E128-F8E5-4C3B-B427-8C25E8C185A6}" dt="2025-11-20T15:10:59.311" v="4157" actId="15"/>
          <ac:spMkLst>
            <pc:docMk/>
            <pc:sldMk cId="434476431" sldId="337"/>
            <ac:spMk id="31747" creationId="{6BE3B8BA-0CB4-58F6-54A0-42C5E70631F6}"/>
          </ac:spMkLst>
        </pc:spChg>
        <pc:picChg chg="mod ord">
          <ac:chgData name="Viet Pham Hoang" userId="daff2273dfcb736e" providerId="LiveId" clId="{7864E128-F8E5-4C3B-B427-8C25E8C185A6}" dt="2025-11-06T14:36:46.259" v="1426" actId="962"/>
          <ac:picMkLst>
            <pc:docMk/>
            <pc:sldMk cId="434476431" sldId="337"/>
            <ac:picMk id="4" creationId="{F74B593E-53D2-C4C1-54BA-AB673D931923}"/>
          </ac:picMkLst>
        </pc:picChg>
      </pc:sldChg>
      <pc:sldChg chg="delSp modSp add mod">
        <pc:chgData name="Viet Pham Hoang" userId="daff2273dfcb736e" providerId="LiveId" clId="{7864E128-F8E5-4C3B-B427-8C25E8C185A6}" dt="2025-11-20T15:11:17.564" v="4172" actId="20577"/>
        <pc:sldMkLst>
          <pc:docMk/>
          <pc:sldMk cId="1619227793" sldId="339"/>
        </pc:sldMkLst>
        <pc:spChg chg="mod">
          <ac:chgData name="Viet Pham Hoang" userId="daff2273dfcb736e" providerId="LiveId" clId="{7864E128-F8E5-4C3B-B427-8C25E8C185A6}" dt="2025-11-06T14:43:05.695" v="1488" actId="12"/>
          <ac:spMkLst>
            <pc:docMk/>
            <pc:sldMk cId="1619227793" sldId="339"/>
            <ac:spMk id="31746" creationId="{4A3A4FAE-1B4E-A06B-C06D-C1328633BC80}"/>
          </ac:spMkLst>
        </pc:spChg>
        <pc:spChg chg="mod">
          <ac:chgData name="Viet Pham Hoang" userId="daff2273dfcb736e" providerId="LiveId" clId="{7864E128-F8E5-4C3B-B427-8C25E8C185A6}" dt="2025-11-20T15:11:17.564" v="4172" actId="20577"/>
          <ac:spMkLst>
            <pc:docMk/>
            <pc:sldMk cId="1619227793" sldId="339"/>
            <ac:spMk id="31747" creationId="{FFABA75D-1097-2C7A-8148-00DFD2E9FF42}"/>
          </ac:spMkLst>
        </pc:spChg>
      </pc:sldChg>
      <pc:sldChg chg="modSp add del mod modNotesTx">
        <pc:chgData name="Viet Pham Hoang" userId="daff2273dfcb736e" providerId="LiveId" clId="{7864E128-F8E5-4C3B-B427-8C25E8C185A6}" dt="2025-11-21T14:17:48.498" v="6145" actId="2696"/>
        <pc:sldMkLst>
          <pc:docMk/>
          <pc:sldMk cId="2292109930" sldId="341"/>
        </pc:sldMkLst>
        <pc:spChg chg="mod">
          <ac:chgData name="Viet Pham Hoang" userId="daff2273dfcb736e" providerId="LiveId" clId="{7864E128-F8E5-4C3B-B427-8C25E8C185A6}" dt="2025-11-06T14:48:27.705" v="1588" actId="20577"/>
          <ac:spMkLst>
            <pc:docMk/>
            <pc:sldMk cId="2292109930" sldId="341"/>
            <ac:spMk id="31747" creationId="{DF9AA389-41CD-26F0-EE93-09E77FCB3EDD}"/>
          </ac:spMkLst>
        </pc:spChg>
      </pc:sldChg>
      <pc:sldChg chg="modSp add mod">
        <pc:chgData name="Viet Pham Hoang" userId="daff2273dfcb736e" providerId="LiveId" clId="{7864E128-F8E5-4C3B-B427-8C25E8C185A6}" dt="2025-11-06T14:49:34.300" v="1598" actId="15"/>
        <pc:sldMkLst>
          <pc:docMk/>
          <pc:sldMk cId="937477974" sldId="342"/>
        </pc:sldMkLst>
        <pc:spChg chg="mod">
          <ac:chgData name="Viet Pham Hoang" userId="daff2273dfcb736e" providerId="LiveId" clId="{7864E128-F8E5-4C3B-B427-8C25E8C185A6}" dt="2025-11-06T14:49:34.300" v="1598" actId="15"/>
          <ac:spMkLst>
            <pc:docMk/>
            <pc:sldMk cId="937477974" sldId="342"/>
            <ac:spMk id="31747" creationId="{D0A0BA19-2AAC-1323-9EBC-6487BCFF4502}"/>
          </ac:spMkLst>
        </pc:spChg>
      </pc:sldChg>
      <pc:sldChg chg="modSp add mod">
        <pc:chgData name="Viet Pham Hoang" userId="daff2273dfcb736e" providerId="LiveId" clId="{7864E128-F8E5-4C3B-B427-8C25E8C185A6}" dt="2025-11-21T16:05:54.447" v="7455" actId="2711"/>
        <pc:sldMkLst>
          <pc:docMk/>
          <pc:sldMk cId="2222735395" sldId="343"/>
        </pc:sldMkLst>
        <pc:spChg chg="mod">
          <ac:chgData name="Viet Pham Hoang" userId="daff2273dfcb736e" providerId="LiveId" clId="{7864E128-F8E5-4C3B-B427-8C25E8C185A6}" dt="2025-11-21T16:05:54.447" v="7455" actId="2711"/>
          <ac:spMkLst>
            <pc:docMk/>
            <pc:sldMk cId="2222735395" sldId="343"/>
            <ac:spMk id="31747" creationId="{A013ED19-AB35-B00C-6730-8FDDFD241035}"/>
          </ac:spMkLst>
        </pc:spChg>
      </pc:sldChg>
      <pc:sldChg chg="modSp add mod">
        <pc:chgData name="Viet Pham Hoang" userId="daff2273dfcb736e" providerId="LiveId" clId="{7864E128-F8E5-4C3B-B427-8C25E8C185A6}" dt="2025-11-25T15:17:32.205" v="8184" actId="20577"/>
        <pc:sldMkLst>
          <pc:docMk/>
          <pc:sldMk cId="1684513323" sldId="344"/>
        </pc:sldMkLst>
        <pc:spChg chg="mod">
          <ac:chgData name="Viet Pham Hoang" userId="daff2273dfcb736e" providerId="LiveId" clId="{7864E128-F8E5-4C3B-B427-8C25E8C185A6}" dt="2025-11-25T15:17:32.205" v="8184" actId="20577"/>
          <ac:spMkLst>
            <pc:docMk/>
            <pc:sldMk cId="1684513323" sldId="344"/>
            <ac:spMk id="31747" creationId="{BA84B706-062B-2AEC-3EBE-56D2CD38C981}"/>
          </ac:spMkLst>
        </pc:spChg>
      </pc:sldChg>
      <pc:sldChg chg="addSp delSp modSp add mod">
        <pc:chgData name="Viet Pham Hoang" userId="daff2273dfcb736e" providerId="LiveId" clId="{7864E128-F8E5-4C3B-B427-8C25E8C185A6}" dt="2025-11-25T15:17:38.684" v="8185" actId="20577"/>
        <pc:sldMkLst>
          <pc:docMk/>
          <pc:sldMk cId="2231681004" sldId="345"/>
        </pc:sldMkLst>
        <pc:spChg chg="add del">
          <ac:chgData name="Viet Pham Hoang" userId="daff2273dfcb736e" providerId="LiveId" clId="{7864E128-F8E5-4C3B-B427-8C25E8C185A6}" dt="2025-11-25T15:15:14.721" v="8131" actId="478"/>
          <ac:spMkLst>
            <pc:docMk/>
            <pc:sldMk cId="2231681004" sldId="345"/>
            <ac:spMk id="3" creationId="{9786A392-8EF8-B7F4-93F2-D67A724BED6C}"/>
          </ac:spMkLst>
        </pc:spChg>
        <pc:spChg chg="mod">
          <ac:chgData name="Viet Pham Hoang" userId="daff2273dfcb736e" providerId="LiveId" clId="{7864E128-F8E5-4C3B-B427-8C25E8C185A6}" dt="2025-11-25T15:17:38.684" v="8185" actId="20577"/>
          <ac:spMkLst>
            <pc:docMk/>
            <pc:sldMk cId="2231681004" sldId="345"/>
            <ac:spMk id="31747" creationId="{F58638D1-8AF8-2E5D-E53D-EF2947280EDA}"/>
          </ac:spMkLst>
        </pc:spChg>
      </pc:sldChg>
      <pc:sldChg chg="modSp add mod">
        <pc:chgData name="Viet Pham Hoang" userId="daff2273dfcb736e" providerId="LiveId" clId="{7864E128-F8E5-4C3B-B427-8C25E8C185A6}" dt="2025-11-25T15:15:59.136" v="8136" actId="255"/>
        <pc:sldMkLst>
          <pc:docMk/>
          <pc:sldMk cId="807480517" sldId="346"/>
        </pc:sldMkLst>
        <pc:spChg chg="mod">
          <ac:chgData name="Viet Pham Hoang" userId="daff2273dfcb736e" providerId="LiveId" clId="{7864E128-F8E5-4C3B-B427-8C25E8C185A6}" dt="2025-11-25T15:15:59.136" v="8136" actId="255"/>
          <ac:spMkLst>
            <pc:docMk/>
            <pc:sldMk cId="807480517" sldId="346"/>
            <ac:spMk id="31747" creationId="{66E62DE5-21CC-00C9-B079-49EECC6FB914}"/>
          </ac:spMkLst>
        </pc:spChg>
      </pc:sldChg>
      <pc:sldChg chg="addSp modSp add mod">
        <pc:chgData name="Viet Pham Hoang" userId="daff2273dfcb736e" providerId="LiveId" clId="{7864E128-F8E5-4C3B-B427-8C25E8C185A6}" dt="2025-11-06T14:59:57.858" v="1732" actId="20577"/>
        <pc:sldMkLst>
          <pc:docMk/>
          <pc:sldMk cId="1348823463" sldId="347"/>
        </pc:sldMkLst>
        <pc:spChg chg="mod">
          <ac:chgData name="Viet Pham Hoang" userId="daff2273dfcb736e" providerId="LiveId" clId="{7864E128-F8E5-4C3B-B427-8C25E8C185A6}" dt="2025-11-06T14:59:57.858" v="1732" actId="20577"/>
          <ac:spMkLst>
            <pc:docMk/>
            <pc:sldMk cId="1348823463" sldId="347"/>
            <ac:spMk id="31747" creationId="{AC3574D3-FE08-FFBD-1C23-AF3085E07CB7}"/>
          </ac:spMkLst>
        </pc:spChg>
        <pc:graphicFrameChg chg="add mod">
          <ac:chgData name="Viet Pham Hoang" userId="daff2273dfcb736e" providerId="LiveId" clId="{7864E128-F8E5-4C3B-B427-8C25E8C185A6}" dt="2025-11-06T14:59:04.859" v="1708"/>
          <ac:graphicFrameMkLst>
            <pc:docMk/>
            <pc:sldMk cId="1348823463" sldId="347"/>
            <ac:graphicFrameMk id="5" creationId="{936E4399-DAC5-0AB0-D716-8ECEB47955C1}"/>
          </ac:graphicFrameMkLst>
        </pc:graphicFrameChg>
      </pc:sldChg>
      <pc:sldChg chg="modSp add mod modNotesTx">
        <pc:chgData name="Viet Pham Hoang" userId="daff2273dfcb736e" providerId="LiveId" clId="{7864E128-F8E5-4C3B-B427-8C25E8C185A6}" dt="2025-11-06T15:03:59.692" v="1787" actId="2711"/>
        <pc:sldMkLst>
          <pc:docMk/>
          <pc:sldMk cId="1082880808" sldId="349"/>
        </pc:sldMkLst>
        <pc:spChg chg="mod">
          <ac:chgData name="Viet Pham Hoang" userId="daff2273dfcb736e" providerId="LiveId" clId="{7864E128-F8E5-4C3B-B427-8C25E8C185A6}" dt="2025-11-06T15:03:04.710" v="1750"/>
          <ac:spMkLst>
            <pc:docMk/>
            <pc:sldMk cId="1082880808" sldId="349"/>
            <ac:spMk id="31746" creationId="{A556AE8E-0BED-0A1F-1C3A-F828D0C5F4AB}"/>
          </ac:spMkLst>
        </pc:spChg>
        <pc:spChg chg="mod">
          <ac:chgData name="Viet Pham Hoang" userId="daff2273dfcb736e" providerId="LiveId" clId="{7864E128-F8E5-4C3B-B427-8C25E8C185A6}" dt="2025-11-06T15:03:59.692" v="1787" actId="2711"/>
          <ac:spMkLst>
            <pc:docMk/>
            <pc:sldMk cId="1082880808" sldId="349"/>
            <ac:spMk id="31747" creationId="{69C66D63-194A-F3B8-16D3-FD17C75E5FDD}"/>
          </ac:spMkLst>
        </pc:spChg>
      </pc:sldChg>
      <pc:sldChg chg="modSp add mod modNotesTx">
        <pc:chgData name="Viet Pham Hoang" userId="daff2273dfcb736e" providerId="LiveId" clId="{7864E128-F8E5-4C3B-B427-8C25E8C185A6}" dt="2025-11-22T16:24:51.880" v="7971" actId="255"/>
        <pc:sldMkLst>
          <pc:docMk/>
          <pc:sldMk cId="4020296293" sldId="350"/>
        </pc:sldMkLst>
        <pc:spChg chg="mod">
          <ac:chgData name="Viet Pham Hoang" userId="daff2273dfcb736e" providerId="LiveId" clId="{7864E128-F8E5-4C3B-B427-8C25E8C185A6}" dt="2025-11-22T16:24:51.880" v="7971" actId="255"/>
          <ac:spMkLst>
            <pc:docMk/>
            <pc:sldMk cId="4020296293" sldId="350"/>
            <ac:spMk id="31747" creationId="{16D01674-DD80-B991-851A-F9E694CC15BB}"/>
          </ac:spMkLst>
        </pc:spChg>
      </pc:sldChg>
      <pc:sldChg chg="modSp add mod">
        <pc:chgData name="Viet Pham Hoang" userId="daff2273dfcb736e" providerId="LiveId" clId="{7864E128-F8E5-4C3B-B427-8C25E8C185A6}" dt="2025-11-22T16:29:24.786" v="8004" actId="255"/>
        <pc:sldMkLst>
          <pc:docMk/>
          <pc:sldMk cId="4062317038" sldId="351"/>
        </pc:sldMkLst>
        <pc:spChg chg="mod">
          <ac:chgData name="Viet Pham Hoang" userId="daff2273dfcb736e" providerId="LiveId" clId="{7864E128-F8E5-4C3B-B427-8C25E8C185A6}" dt="2025-11-22T16:29:24.786" v="8004" actId="255"/>
          <ac:spMkLst>
            <pc:docMk/>
            <pc:sldMk cId="4062317038" sldId="351"/>
            <ac:spMk id="31747" creationId="{C37C81F5-A75A-43F2-A80C-864CF37B81F5}"/>
          </ac:spMkLst>
        </pc:spChg>
      </pc:sldChg>
      <pc:sldChg chg="modSp add mod">
        <pc:chgData name="Viet Pham Hoang" userId="daff2273dfcb736e" providerId="LiveId" clId="{7864E128-F8E5-4C3B-B427-8C25E8C185A6}" dt="2025-11-22T16:19:57.900" v="7947" actId="15"/>
        <pc:sldMkLst>
          <pc:docMk/>
          <pc:sldMk cId="1089976833" sldId="352"/>
        </pc:sldMkLst>
        <pc:spChg chg="mod">
          <ac:chgData name="Viet Pham Hoang" userId="daff2273dfcb736e" providerId="LiveId" clId="{7864E128-F8E5-4C3B-B427-8C25E8C185A6}" dt="2025-11-22T16:19:57.900" v="7947" actId="15"/>
          <ac:spMkLst>
            <pc:docMk/>
            <pc:sldMk cId="1089976833" sldId="352"/>
            <ac:spMk id="31747" creationId="{88AFE721-1198-2AA1-09AF-FCD6B53968DA}"/>
          </ac:spMkLst>
        </pc:spChg>
      </pc:sldChg>
      <pc:sldChg chg="modSp add mod">
        <pc:chgData name="Viet Pham Hoang" userId="daff2273dfcb736e" providerId="LiveId" clId="{7864E128-F8E5-4C3B-B427-8C25E8C185A6}" dt="2025-11-22T16:20:06.849" v="7948" actId="15"/>
        <pc:sldMkLst>
          <pc:docMk/>
          <pc:sldMk cId="2522647255" sldId="353"/>
        </pc:sldMkLst>
        <pc:spChg chg="mod">
          <ac:chgData name="Viet Pham Hoang" userId="daff2273dfcb736e" providerId="LiveId" clId="{7864E128-F8E5-4C3B-B427-8C25E8C185A6}" dt="2025-11-22T16:20:06.849" v="7948" actId="15"/>
          <ac:spMkLst>
            <pc:docMk/>
            <pc:sldMk cId="2522647255" sldId="353"/>
            <ac:spMk id="31747" creationId="{984501D7-7848-F3F9-9734-BAA7F11042B6}"/>
          </ac:spMkLst>
        </pc:spChg>
      </pc:sldChg>
      <pc:sldChg chg="addSp modSp add mod">
        <pc:chgData name="Viet Pham Hoang" userId="daff2273dfcb736e" providerId="LiveId" clId="{7864E128-F8E5-4C3B-B427-8C25E8C185A6}" dt="2025-11-06T15:14:40.414" v="1920" actId="1076"/>
        <pc:sldMkLst>
          <pc:docMk/>
          <pc:sldMk cId="1332802640" sldId="354"/>
        </pc:sldMkLst>
        <pc:spChg chg="mod">
          <ac:chgData name="Viet Pham Hoang" userId="daff2273dfcb736e" providerId="LiveId" clId="{7864E128-F8E5-4C3B-B427-8C25E8C185A6}" dt="2025-11-06T15:14:36.091" v="1919" actId="20577"/>
          <ac:spMkLst>
            <pc:docMk/>
            <pc:sldMk cId="1332802640" sldId="354"/>
            <ac:spMk id="31747" creationId="{ECBCF3CB-3D9C-E1D9-4C11-F7D6BFB9AC86}"/>
          </ac:spMkLst>
        </pc:spChg>
        <pc:graphicFrameChg chg="add mod modGraphic">
          <ac:chgData name="Viet Pham Hoang" userId="daff2273dfcb736e" providerId="LiveId" clId="{7864E128-F8E5-4C3B-B427-8C25E8C185A6}" dt="2025-11-06T15:14:40.414" v="1920" actId="1076"/>
          <ac:graphicFrameMkLst>
            <pc:docMk/>
            <pc:sldMk cId="1332802640" sldId="354"/>
            <ac:graphicFrameMk id="2" creationId="{6EBBDAC1-E3BD-D106-18CB-7A14218E4719}"/>
          </ac:graphicFrameMkLst>
        </pc:graphicFrameChg>
      </pc:sldChg>
      <pc:sldChg chg="modSp add mod">
        <pc:chgData name="Viet Pham Hoang" userId="daff2273dfcb736e" providerId="LiveId" clId="{7864E128-F8E5-4C3B-B427-8C25E8C185A6}" dt="2025-11-06T15:17:27.099" v="1949" actId="12"/>
        <pc:sldMkLst>
          <pc:docMk/>
          <pc:sldMk cId="1066663984" sldId="355"/>
        </pc:sldMkLst>
        <pc:spChg chg="mod">
          <ac:chgData name="Viet Pham Hoang" userId="daff2273dfcb736e" providerId="LiveId" clId="{7864E128-F8E5-4C3B-B427-8C25E8C185A6}" dt="2025-11-06T15:17:27.099" v="1949" actId="12"/>
          <ac:spMkLst>
            <pc:docMk/>
            <pc:sldMk cId="1066663984" sldId="355"/>
            <ac:spMk id="31747" creationId="{FBC94D20-6D2D-3627-CC47-46C0334EFEB5}"/>
          </ac:spMkLst>
        </pc:spChg>
      </pc:sldChg>
      <pc:sldChg chg="modSp add mod">
        <pc:chgData name="Viet Pham Hoang" userId="daff2273dfcb736e" providerId="LiveId" clId="{7864E128-F8E5-4C3B-B427-8C25E8C185A6}" dt="2025-11-19T15:46:21.203" v="2335" actId="2711"/>
        <pc:sldMkLst>
          <pc:docMk/>
          <pc:sldMk cId="578512250" sldId="356"/>
        </pc:sldMkLst>
        <pc:spChg chg="mod">
          <ac:chgData name="Viet Pham Hoang" userId="daff2273dfcb736e" providerId="LiveId" clId="{7864E128-F8E5-4C3B-B427-8C25E8C185A6}" dt="2025-11-19T15:46:21.203" v="2335" actId="2711"/>
          <ac:spMkLst>
            <pc:docMk/>
            <pc:sldMk cId="578512250" sldId="356"/>
            <ac:spMk id="31747" creationId="{B104CC3D-B4A4-0176-972E-3C050BEFD5FE}"/>
          </ac:spMkLst>
        </pc:spChg>
      </pc:sldChg>
      <pc:sldChg chg="modSp add mod">
        <pc:chgData name="Viet Pham Hoang" userId="daff2273dfcb736e" providerId="LiveId" clId="{7864E128-F8E5-4C3B-B427-8C25E8C185A6}" dt="2025-11-19T16:01:31.705" v="2586"/>
        <pc:sldMkLst>
          <pc:docMk/>
          <pc:sldMk cId="3151697951" sldId="357"/>
        </pc:sldMkLst>
        <pc:spChg chg="mod">
          <ac:chgData name="Viet Pham Hoang" userId="daff2273dfcb736e" providerId="LiveId" clId="{7864E128-F8E5-4C3B-B427-8C25E8C185A6}" dt="2025-11-19T16:01:31.705" v="2586"/>
          <ac:spMkLst>
            <pc:docMk/>
            <pc:sldMk cId="3151697951" sldId="357"/>
            <ac:spMk id="31747" creationId="{C48FCF1F-CBF4-1A9D-ED35-E7AA448440CE}"/>
          </ac:spMkLst>
        </pc:spChg>
      </pc:sldChg>
      <pc:sldChg chg="addSp modSp add mod">
        <pc:chgData name="Viet Pham Hoang" userId="daff2273dfcb736e" providerId="LiveId" clId="{7864E128-F8E5-4C3B-B427-8C25E8C185A6}" dt="2025-11-19T16:06:26.472" v="2672"/>
        <pc:sldMkLst>
          <pc:docMk/>
          <pc:sldMk cId="2371454375" sldId="358"/>
        </pc:sldMkLst>
        <pc:spChg chg="mod">
          <ac:chgData name="Viet Pham Hoang" userId="daff2273dfcb736e" providerId="LiveId" clId="{7864E128-F8E5-4C3B-B427-8C25E8C185A6}" dt="2025-11-19T16:06:26.472" v="2672"/>
          <ac:spMkLst>
            <pc:docMk/>
            <pc:sldMk cId="2371454375" sldId="358"/>
            <ac:spMk id="31747" creationId="{C62FB1DB-0D38-816E-6512-46C5912D0B97}"/>
          </ac:spMkLst>
        </pc:spChg>
        <pc:picChg chg="add mod">
          <ac:chgData name="Viet Pham Hoang" userId="daff2273dfcb736e" providerId="LiveId" clId="{7864E128-F8E5-4C3B-B427-8C25E8C185A6}" dt="2025-11-19T16:01:52.485" v="2588" actId="1076"/>
          <ac:picMkLst>
            <pc:docMk/>
            <pc:sldMk cId="2371454375" sldId="358"/>
            <ac:picMk id="3" creationId="{781A2E0E-8A61-C226-4B0C-462BD0CAFF7E}"/>
          </ac:picMkLst>
        </pc:picChg>
      </pc:sldChg>
      <pc:sldChg chg="addSp delSp modSp add mod">
        <pc:chgData name="Viet Pham Hoang" userId="daff2273dfcb736e" providerId="LiveId" clId="{7864E128-F8E5-4C3B-B427-8C25E8C185A6}" dt="2025-11-19T16:06:29.102" v="2673"/>
        <pc:sldMkLst>
          <pc:docMk/>
          <pc:sldMk cId="1738485923" sldId="359"/>
        </pc:sldMkLst>
        <pc:spChg chg="mod">
          <ac:chgData name="Viet Pham Hoang" userId="daff2273dfcb736e" providerId="LiveId" clId="{7864E128-F8E5-4C3B-B427-8C25E8C185A6}" dt="2025-11-19T16:06:29.102" v="2673"/>
          <ac:spMkLst>
            <pc:docMk/>
            <pc:sldMk cId="1738485923" sldId="359"/>
            <ac:spMk id="31747" creationId="{7C065FE4-E1BC-0CB2-3F13-B6D7CE5FF1F0}"/>
          </ac:spMkLst>
        </pc:spChg>
        <pc:picChg chg="add mod">
          <ac:chgData name="Viet Pham Hoang" userId="daff2273dfcb736e" providerId="LiveId" clId="{7864E128-F8E5-4C3B-B427-8C25E8C185A6}" dt="2025-11-19T16:06:17.642" v="2671" actId="1076"/>
          <ac:picMkLst>
            <pc:docMk/>
            <pc:sldMk cId="1738485923" sldId="359"/>
            <ac:picMk id="4" creationId="{C4FB4355-6E61-9720-10AB-AB1BD0F235A8}"/>
          </ac:picMkLst>
        </pc:picChg>
      </pc:sldChg>
      <pc:sldChg chg="modSp add mod">
        <pc:chgData name="Viet Pham Hoang" userId="daff2273dfcb736e" providerId="LiveId" clId="{7864E128-F8E5-4C3B-B427-8C25E8C185A6}" dt="2025-11-19T16:06:00.571" v="2668" actId="20577"/>
        <pc:sldMkLst>
          <pc:docMk/>
          <pc:sldMk cId="3127009706" sldId="360"/>
        </pc:sldMkLst>
        <pc:spChg chg="mod">
          <ac:chgData name="Viet Pham Hoang" userId="daff2273dfcb736e" providerId="LiveId" clId="{7864E128-F8E5-4C3B-B427-8C25E8C185A6}" dt="2025-11-19T16:06:00.571" v="2668" actId="20577"/>
          <ac:spMkLst>
            <pc:docMk/>
            <pc:sldMk cId="3127009706" sldId="360"/>
            <ac:spMk id="31747" creationId="{A8575E68-17FD-0E90-8249-42BB109A6816}"/>
          </ac:spMkLst>
        </pc:spChg>
      </pc:sldChg>
      <pc:sldChg chg="addSp delSp modSp add mod">
        <pc:chgData name="Viet Pham Hoang" userId="daff2273dfcb736e" providerId="LiveId" clId="{7864E128-F8E5-4C3B-B427-8C25E8C185A6}" dt="2025-11-20T10:01:55.987" v="3794" actId="962"/>
        <pc:sldMkLst>
          <pc:docMk/>
          <pc:sldMk cId="462064490" sldId="362"/>
        </pc:sldMkLst>
        <pc:spChg chg="mod">
          <ac:chgData name="Viet Pham Hoang" userId="daff2273dfcb736e" providerId="LiveId" clId="{7864E128-F8E5-4C3B-B427-8C25E8C185A6}" dt="2025-11-20T09:54:43.330" v="3766" actId="20577"/>
          <ac:spMkLst>
            <pc:docMk/>
            <pc:sldMk cId="462064490" sldId="362"/>
            <ac:spMk id="31747" creationId="{79CEEE98-E6C6-E5AA-6BCC-9D24E7966294}"/>
          </ac:spMkLst>
        </pc:spChg>
        <pc:picChg chg="mod ord">
          <ac:chgData name="Viet Pham Hoang" userId="daff2273dfcb736e" providerId="LiveId" clId="{7864E128-F8E5-4C3B-B427-8C25E8C185A6}" dt="2025-11-20T09:46:25.785" v="3485" actId="962"/>
          <ac:picMkLst>
            <pc:docMk/>
            <pc:sldMk cId="462064490" sldId="362"/>
            <ac:picMk id="18" creationId="{57524425-1496-AD1E-2E01-BF37F9141DE7}"/>
          </ac:picMkLst>
        </pc:picChg>
        <pc:picChg chg="mod ord">
          <ac:chgData name="Viet Pham Hoang" userId="daff2273dfcb736e" providerId="LiveId" clId="{7864E128-F8E5-4C3B-B427-8C25E8C185A6}" dt="2025-11-20T09:46:40.510" v="3501" actId="962"/>
          <ac:picMkLst>
            <pc:docMk/>
            <pc:sldMk cId="462064490" sldId="362"/>
            <ac:picMk id="20" creationId="{4D5D98E5-F6D6-FD2D-F29B-021AF07456D2}"/>
          </ac:picMkLst>
        </pc:picChg>
        <pc:picChg chg="mod ord">
          <ac:chgData name="Viet Pham Hoang" userId="daff2273dfcb736e" providerId="LiveId" clId="{7864E128-F8E5-4C3B-B427-8C25E8C185A6}" dt="2025-11-20T09:54:47.231" v="3767" actId="1076"/>
          <ac:picMkLst>
            <pc:docMk/>
            <pc:sldMk cId="462064490" sldId="362"/>
            <ac:picMk id="22" creationId="{C6F41EDD-5BA6-7CEF-5A4C-733A9AA6DC65}"/>
          </ac:picMkLst>
        </pc:picChg>
        <pc:picChg chg="mod ord">
          <ac:chgData name="Viet Pham Hoang" userId="daff2273dfcb736e" providerId="LiveId" clId="{7864E128-F8E5-4C3B-B427-8C25E8C185A6}" dt="2025-11-20T10:01:55.987" v="3794" actId="962"/>
          <ac:picMkLst>
            <pc:docMk/>
            <pc:sldMk cId="462064490" sldId="362"/>
            <ac:picMk id="28" creationId="{03CB07E3-42D5-1D48-9B41-6F851BC1B1A7}"/>
          </ac:picMkLst>
        </pc:picChg>
      </pc:sldChg>
      <pc:sldChg chg="delSp modSp add mod">
        <pc:chgData name="Viet Pham Hoang" userId="daff2273dfcb736e" providerId="LiveId" clId="{7864E128-F8E5-4C3B-B427-8C25E8C185A6}" dt="2025-11-20T14:26:52.969" v="3949" actId="962"/>
        <pc:sldMkLst>
          <pc:docMk/>
          <pc:sldMk cId="717280688" sldId="363"/>
        </pc:sldMkLst>
        <pc:spChg chg="mod">
          <ac:chgData name="Viet Pham Hoang" userId="daff2273dfcb736e" providerId="LiveId" clId="{7864E128-F8E5-4C3B-B427-8C25E8C185A6}" dt="2025-11-20T09:52:44.824" v="3733" actId="20577"/>
          <ac:spMkLst>
            <pc:docMk/>
            <pc:sldMk cId="717280688" sldId="363"/>
            <ac:spMk id="31747" creationId="{3DE43FCE-B117-468B-14A5-1264DBBDC7AB}"/>
          </ac:spMkLst>
        </pc:spChg>
        <pc:picChg chg="mod ord">
          <ac:chgData name="Viet Pham Hoang" userId="daff2273dfcb736e" providerId="LiveId" clId="{7864E128-F8E5-4C3B-B427-8C25E8C185A6}" dt="2025-11-20T14:26:52.969" v="3949" actId="962"/>
          <ac:picMkLst>
            <pc:docMk/>
            <pc:sldMk cId="717280688" sldId="363"/>
            <ac:picMk id="4" creationId="{078DA23F-C17F-D531-63A2-CEC0E266519C}"/>
          </ac:picMkLst>
        </pc:picChg>
      </pc:sldChg>
      <pc:sldChg chg="addSp delSp modSp add mod">
        <pc:chgData name="Viet Pham Hoang" userId="daff2273dfcb736e" providerId="LiveId" clId="{7864E128-F8E5-4C3B-B427-8C25E8C185A6}" dt="2025-11-20T14:34:38.340" v="4010" actId="6549"/>
        <pc:sldMkLst>
          <pc:docMk/>
          <pc:sldMk cId="1943308234" sldId="364"/>
        </pc:sldMkLst>
        <pc:spChg chg="mod">
          <ac:chgData name="Viet Pham Hoang" userId="daff2273dfcb736e" providerId="LiveId" clId="{7864E128-F8E5-4C3B-B427-8C25E8C185A6}" dt="2025-11-20T14:34:38.340" v="4010" actId="6549"/>
          <ac:spMkLst>
            <pc:docMk/>
            <pc:sldMk cId="1943308234" sldId="364"/>
            <ac:spMk id="31747" creationId="{D90217A2-E45D-A0F3-C8F9-2DB2AE71031F}"/>
          </ac:spMkLst>
        </pc:spChg>
        <pc:picChg chg="mod ord">
          <ac:chgData name="Viet Pham Hoang" userId="daff2273dfcb736e" providerId="LiveId" clId="{7864E128-F8E5-4C3B-B427-8C25E8C185A6}" dt="2025-11-20T14:34:15.355" v="4003" actId="1076"/>
          <ac:picMkLst>
            <pc:docMk/>
            <pc:sldMk cId="1943308234" sldId="364"/>
            <ac:picMk id="5" creationId="{222495C5-0640-4571-7D98-8DAF37E89D0A}"/>
          </ac:picMkLst>
        </pc:picChg>
      </pc:sldChg>
      <pc:sldChg chg="addSp delSp modSp add mod">
        <pc:chgData name="Viet Pham Hoang" userId="daff2273dfcb736e" providerId="LiveId" clId="{7864E128-F8E5-4C3B-B427-8C25E8C185A6}" dt="2025-11-21T09:59:12.913" v="5609" actId="20577"/>
        <pc:sldMkLst>
          <pc:docMk/>
          <pc:sldMk cId="205584904" sldId="365"/>
        </pc:sldMkLst>
        <pc:spChg chg="mod">
          <ac:chgData name="Viet Pham Hoang" userId="daff2273dfcb736e" providerId="LiveId" clId="{7864E128-F8E5-4C3B-B427-8C25E8C185A6}" dt="2025-11-21T09:59:12.913" v="5609" actId="20577"/>
          <ac:spMkLst>
            <pc:docMk/>
            <pc:sldMk cId="205584904" sldId="365"/>
            <ac:spMk id="31747" creationId="{8BB9DBE9-2F4F-8E91-66F2-0FF1BC11C574}"/>
          </ac:spMkLst>
        </pc:spChg>
        <pc:picChg chg="mod ord">
          <ac:chgData name="Viet Pham Hoang" userId="daff2273dfcb736e" providerId="LiveId" clId="{7864E128-F8E5-4C3B-B427-8C25E8C185A6}" dt="2025-11-21T09:31:56.395" v="5267" actId="1076"/>
          <ac:picMkLst>
            <pc:docMk/>
            <pc:sldMk cId="205584904" sldId="365"/>
            <ac:picMk id="9" creationId="{FB1FD610-3A90-9BA8-4FD1-3F5FBD8DEF46}"/>
          </ac:picMkLst>
        </pc:picChg>
        <pc:picChg chg="mod ord">
          <ac:chgData name="Viet Pham Hoang" userId="daff2273dfcb736e" providerId="LiveId" clId="{7864E128-F8E5-4C3B-B427-8C25E8C185A6}" dt="2025-11-20T15:31:11.397" v="4233" actId="1076"/>
          <ac:picMkLst>
            <pc:docMk/>
            <pc:sldMk cId="205584904" sldId="365"/>
            <ac:picMk id="11" creationId="{EF303642-1892-D3D7-E4DD-E0E0F8F6542B}"/>
          </ac:picMkLst>
        </pc:picChg>
      </pc:sldChg>
      <pc:sldChg chg="delSp modSp add mod">
        <pc:chgData name="Viet Pham Hoang" userId="daff2273dfcb736e" providerId="LiveId" clId="{7864E128-F8E5-4C3B-B427-8C25E8C185A6}" dt="2025-11-20T14:36:52.858" v="4060" actId="255"/>
        <pc:sldMkLst>
          <pc:docMk/>
          <pc:sldMk cId="1641987604" sldId="366"/>
        </pc:sldMkLst>
        <pc:spChg chg="mod">
          <ac:chgData name="Viet Pham Hoang" userId="daff2273dfcb736e" providerId="LiveId" clId="{7864E128-F8E5-4C3B-B427-8C25E8C185A6}" dt="2025-11-20T14:36:52.858" v="4060" actId="255"/>
          <ac:spMkLst>
            <pc:docMk/>
            <pc:sldMk cId="1641987604" sldId="366"/>
            <ac:spMk id="31747" creationId="{6208DF4D-15B7-63CA-D57B-E992392525E7}"/>
          </ac:spMkLst>
        </pc:spChg>
      </pc:sldChg>
      <pc:sldChg chg="addSp delSp modSp add mod">
        <pc:chgData name="Viet Pham Hoang" userId="daff2273dfcb736e" providerId="LiveId" clId="{7864E128-F8E5-4C3B-B427-8C25E8C185A6}" dt="2025-11-21T10:01:25.315" v="5648" actId="12"/>
        <pc:sldMkLst>
          <pc:docMk/>
          <pc:sldMk cId="4213492997" sldId="367"/>
        </pc:sldMkLst>
        <pc:spChg chg="mod">
          <ac:chgData name="Viet Pham Hoang" userId="daff2273dfcb736e" providerId="LiveId" clId="{7864E128-F8E5-4C3B-B427-8C25E8C185A6}" dt="2025-11-21T10:01:25.315" v="5648" actId="12"/>
          <ac:spMkLst>
            <pc:docMk/>
            <pc:sldMk cId="4213492997" sldId="367"/>
            <ac:spMk id="31747" creationId="{B231166F-F377-B338-FCA9-8F4EFE73D61F}"/>
          </ac:spMkLst>
        </pc:spChg>
      </pc:sldChg>
      <pc:sldChg chg="addSp modSp add mod">
        <pc:chgData name="Viet Pham Hoang" userId="daff2273dfcb736e" providerId="LiveId" clId="{7864E128-F8E5-4C3B-B427-8C25E8C185A6}" dt="2025-11-20T15:10:36.813" v="4155" actId="14100"/>
        <pc:sldMkLst>
          <pc:docMk/>
          <pc:sldMk cId="1513930634" sldId="368"/>
        </pc:sldMkLst>
        <pc:spChg chg="mod">
          <ac:chgData name="Viet Pham Hoang" userId="daff2273dfcb736e" providerId="LiveId" clId="{7864E128-F8E5-4C3B-B427-8C25E8C185A6}" dt="2025-11-20T15:10:10.430" v="4149"/>
          <ac:spMkLst>
            <pc:docMk/>
            <pc:sldMk cId="1513930634" sldId="368"/>
            <ac:spMk id="31747" creationId="{FABF5DC7-17A3-EFF0-8A84-E54287170ADA}"/>
          </ac:spMkLst>
        </pc:spChg>
        <pc:picChg chg="add mod">
          <ac:chgData name="Viet Pham Hoang" userId="daff2273dfcb736e" providerId="LiveId" clId="{7864E128-F8E5-4C3B-B427-8C25E8C185A6}" dt="2025-11-20T15:10:36.813" v="4155" actId="14100"/>
          <ac:picMkLst>
            <pc:docMk/>
            <pc:sldMk cId="1513930634" sldId="368"/>
            <ac:picMk id="3" creationId="{3AD6C0F7-7B7A-9308-1974-D0B4A4DE6D39}"/>
          </ac:picMkLst>
        </pc:picChg>
      </pc:sldChg>
      <pc:sldChg chg="modSp add mod">
        <pc:chgData name="Viet Pham Hoang" userId="daff2273dfcb736e" providerId="LiveId" clId="{7864E128-F8E5-4C3B-B427-8C25E8C185A6}" dt="2025-11-20T15:38:05.347" v="4320" actId="20577"/>
        <pc:sldMkLst>
          <pc:docMk/>
          <pc:sldMk cId="1369096993" sldId="369"/>
        </pc:sldMkLst>
        <pc:spChg chg="mod">
          <ac:chgData name="Viet Pham Hoang" userId="daff2273dfcb736e" providerId="LiveId" clId="{7864E128-F8E5-4C3B-B427-8C25E8C185A6}" dt="2025-11-20T15:32:32.511" v="4238"/>
          <ac:spMkLst>
            <pc:docMk/>
            <pc:sldMk cId="1369096993" sldId="369"/>
            <ac:spMk id="31746" creationId="{B3EA4DEB-AFC7-05E8-A064-9D0B4C1FA6D2}"/>
          </ac:spMkLst>
        </pc:spChg>
        <pc:spChg chg="mod">
          <ac:chgData name="Viet Pham Hoang" userId="daff2273dfcb736e" providerId="LiveId" clId="{7864E128-F8E5-4C3B-B427-8C25E8C185A6}" dt="2025-11-20T15:38:05.347" v="4320" actId="20577"/>
          <ac:spMkLst>
            <pc:docMk/>
            <pc:sldMk cId="1369096993" sldId="369"/>
            <ac:spMk id="31747" creationId="{D3163FC6-7A52-BEED-DD56-DD05CE1125DA}"/>
          </ac:spMkLst>
        </pc:spChg>
      </pc:sldChg>
      <pc:sldChg chg="modSp add mod">
        <pc:chgData name="Viet Pham Hoang" userId="daff2273dfcb736e" providerId="LiveId" clId="{7864E128-F8E5-4C3B-B427-8C25E8C185A6}" dt="2025-11-20T15:54:27.887" v="4507" actId="255"/>
        <pc:sldMkLst>
          <pc:docMk/>
          <pc:sldMk cId="4078669655" sldId="370"/>
        </pc:sldMkLst>
        <pc:spChg chg="mod">
          <ac:chgData name="Viet Pham Hoang" userId="daff2273dfcb736e" providerId="LiveId" clId="{7864E128-F8E5-4C3B-B427-8C25E8C185A6}" dt="2025-11-20T15:54:27.887" v="4507" actId="255"/>
          <ac:spMkLst>
            <pc:docMk/>
            <pc:sldMk cId="4078669655" sldId="370"/>
            <ac:spMk id="31747" creationId="{B8923ECF-5BB1-D5EE-76B0-D32C5CF69BF6}"/>
          </ac:spMkLst>
        </pc:spChg>
      </pc:sldChg>
      <pc:sldChg chg="modSp add mod">
        <pc:chgData name="Viet Pham Hoang" userId="daff2273dfcb736e" providerId="LiveId" clId="{7864E128-F8E5-4C3B-B427-8C25E8C185A6}" dt="2025-11-20T15:53:09.094" v="4500" actId="255"/>
        <pc:sldMkLst>
          <pc:docMk/>
          <pc:sldMk cId="662179476" sldId="371"/>
        </pc:sldMkLst>
        <pc:spChg chg="mod">
          <ac:chgData name="Viet Pham Hoang" userId="daff2273dfcb736e" providerId="LiveId" clId="{7864E128-F8E5-4C3B-B427-8C25E8C185A6}" dt="2025-11-20T15:53:09.094" v="4500" actId="255"/>
          <ac:spMkLst>
            <pc:docMk/>
            <pc:sldMk cId="662179476" sldId="371"/>
            <ac:spMk id="31747" creationId="{445CAD62-BA61-813E-EB6F-9680866E5A8F}"/>
          </ac:spMkLst>
        </pc:spChg>
      </pc:sldChg>
      <pc:sldChg chg="addSp delSp modSp add mod">
        <pc:chgData name="Viet Pham Hoang" userId="daff2273dfcb736e" providerId="LiveId" clId="{7864E128-F8E5-4C3B-B427-8C25E8C185A6}" dt="2025-11-20T16:03:30.638" v="4659" actId="962"/>
        <pc:sldMkLst>
          <pc:docMk/>
          <pc:sldMk cId="3735029052" sldId="372"/>
        </pc:sldMkLst>
        <pc:spChg chg="mod">
          <ac:chgData name="Viet Pham Hoang" userId="daff2273dfcb736e" providerId="LiveId" clId="{7864E128-F8E5-4C3B-B427-8C25E8C185A6}" dt="2025-11-20T16:03:02.769" v="4642" actId="20577"/>
          <ac:spMkLst>
            <pc:docMk/>
            <pc:sldMk cId="3735029052" sldId="372"/>
            <ac:spMk id="31747" creationId="{7CE95C07-69D7-A374-B820-6E0661082809}"/>
          </ac:spMkLst>
        </pc:spChg>
        <pc:picChg chg="mod ord">
          <ac:chgData name="Viet Pham Hoang" userId="daff2273dfcb736e" providerId="LiveId" clId="{7864E128-F8E5-4C3B-B427-8C25E8C185A6}" dt="2025-11-20T16:02:01.732" v="4598" actId="1076"/>
          <ac:picMkLst>
            <pc:docMk/>
            <pc:sldMk cId="3735029052" sldId="372"/>
            <ac:picMk id="9" creationId="{62DCF645-EAA4-1C4D-57CE-A3B82F56230B}"/>
          </ac:picMkLst>
        </pc:picChg>
        <pc:picChg chg="mod ord">
          <ac:chgData name="Viet Pham Hoang" userId="daff2273dfcb736e" providerId="LiveId" clId="{7864E128-F8E5-4C3B-B427-8C25E8C185A6}" dt="2025-11-20T16:02:40.747" v="4613" actId="962"/>
          <ac:picMkLst>
            <pc:docMk/>
            <pc:sldMk cId="3735029052" sldId="372"/>
            <ac:picMk id="11" creationId="{A9662C39-EA46-6EDE-F96C-ADE89A3F666B}"/>
          </ac:picMkLst>
        </pc:picChg>
        <pc:picChg chg="mod ord">
          <ac:chgData name="Viet Pham Hoang" userId="daff2273dfcb736e" providerId="LiveId" clId="{7864E128-F8E5-4C3B-B427-8C25E8C185A6}" dt="2025-11-20T16:02:51.223" v="4629" actId="962"/>
          <ac:picMkLst>
            <pc:docMk/>
            <pc:sldMk cId="3735029052" sldId="372"/>
            <ac:picMk id="13" creationId="{63226B04-E7BD-BE2A-90C0-3313A2C2BAD9}"/>
          </ac:picMkLst>
        </pc:picChg>
        <pc:picChg chg="mod ord">
          <ac:chgData name="Viet Pham Hoang" userId="daff2273dfcb736e" providerId="LiveId" clId="{7864E128-F8E5-4C3B-B427-8C25E8C185A6}" dt="2025-11-20T16:03:30.638" v="4659" actId="962"/>
          <ac:picMkLst>
            <pc:docMk/>
            <pc:sldMk cId="3735029052" sldId="372"/>
            <ac:picMk id="16" creationId="{23327341-160C-3041-B5CF-F652B3F1C820}"/>
          </ac:picMkLst>
        </pc:picChg>
      </pc:sldChg>
      <pc:sldChg chg="delSp modSp add mod modNotesTx">
        <pc:chgData name="Viet Pham Hoang" userId="daff2273dfcb736e" providerId="LiveId" clId="{7864E128-F8E5-4C3B-B427-8C25E8C185A6}" dt="2025-11-20T16:09:26.656" v="4721" actId="20577"/>
        <pc:sldMkLst>
          <pc:docMk/>
          <pc:sldMk cId="3040189577" sldId="373"/>
        </pc:sldMkLst>
        <pc:spChg chg="mod">
          <ac:chgData name="Viet Pham Hoang" userId="daff2273dfcb736e" providerId="LiveId" clId="{7864E128-F8E5-4C3B-B427-8C25E8C185A6}" dt="2025-11-20T16:07:43.230" v="4698" actId="255"/>
          <ac:spMkLst>
            <pc:docMk/>
            <pc:sldMk cId="3040189577" sldId="373"/>
            <ac:spMk id="31747" creationId="{13746C7B-C625-6533-9228-FCACA5C28690}"/>
          </ac:spMkLst>
        </pc:spChg>
        <pc:picChg chg="mod ord">
          <ac:chgData name="Viet Pham Hoang" userId="daff2273dfcb736e" providerId="LiveId" clId="{7864E128-F8E5-4C3B-B427-8C25E8C185A6}" dt="2025-11-20T16:08:31.885" v="4718" actId="1076"/>
          <ac:picMkLst>
            <pc:docMk/>
            <pc:sldMk cId="3040189577" sldId="373"/>
            <ac:picMk id="3" creationId="{EB86C693-27F4-E1A6-06FF-4A02BEAE8D81}"/>
          </ac:picMkLst>
        </pc:picChg>
        <pc:picChg chg="mod">
          <ac:chgData name="Viet Pham Hoang" userId="daff2273dfcb736e" providerId="LiveId" clId="{7864E128-F8E5-4C3B-B427-8C25E8C185A6}" dt="2025-11-20T16:08:39.054" v="4719" actId="1076"/>
          <ac:picMkLst>
            <pc:docMk/>
            <pc:sldMk cId="3040189577" sldId="373"/>
            <ac:picMk id="11" creationId="{3E08EBF8-4A30-925B-CBC8-ADDCC67355EE}"/>
          </ac:picMkLst>
        </pc:picChg>
        <pc:picChg chg="mod">
          <ac:chgData name="Viet Pham Hoang" userId="daff2273dfcb736e" providerId="LiveId" clId="{7864E128-F8E5-4C3B-B427-8C25E8C185A6}" dt="2025-11-20T16:07:46.582" v="4699" actId="1076"/>
          <ac:picMkLst>
            <pc:docMk/>
            <pc:sldMk cId="3040189577" sldId="373"/>
            <ac:picMk id="13" creationId="{51D45E24-4F05-FF7B-C749-6C820B1D0E75}"/>
          </ac:picMkLst>
        </pc:picChg>
      </pc:sldChg>
      <pc:sldChg chg="delSp modSp add mod">
        <pc:chgData name="Viet Pham Hoang" userId="daff2273dfcb736e" providerId="LiveId" clId="{7864E128-F8E5-4C3B-B427-8C25E8C185A6}" dt="2025-11-20T16:10:53.054" v="4733"/>
        <pc:sldMkLst>
          <pc:docMk/>
          <pc:sldMk cId="1086029532" sldId="374"/>
        </pc:sldMkLst>
        <pc:spChg chg="mod">
          <ac:chgData name="Viet Pham Hoang" userId="daff2273dfcb736e" providerId="LiveId" clId="{7864E128-F8E5-4C3B-B427-8C25E8C185A6}" dt="2025-11-20T16:10:53.054" v="4733"/>
          <ac:spMkLst>
            <pc:docMk/>
            <pc:sldMk cId="1086029532" sldId="374"/>
            <ac:spMk id="31747" creationId="{EBEBD7B6-3566-0778-68A8-3AB8F3486375}"/>
          </ac:spMkLst>
        </pc:spChg>
      </pc:sldChg>
      <pc:sldChg chg="addSp delSp modSp add mod">
        <pc:chgData name="Viet Pham Hoang" userId="daff2273dfcb736e" providerId="LiveId" clId="{7864E128-F8E5-4C3B-B427-8C25E8C185A6}" dt="2025-11-21T09:29:42.662" v="5258" actId="962"/>
        <pc:sldMkLst>
          <pc:docMk/>
          <pc:sldMk cId="388347429" sldId="375"/>
        </pc:sldMkLst>
        <pc:spChg chg="mod">
          <ac:chgData name="Viet Pham Hoang" userId="daff2273dfcb736e" providerId="LiveId" clId="{7864E128-F8E5-4C3B-B427-8C25E8C185A6}" dt="2025-11-20T16:14:28.664" v="4749"/>
          <ac:spMkLst>
            <pc:docMk/>
            <pc:sldMk cId="388347429" sldId="375"/>
            <ac:spMk id="31747" creationId="{62FACD6F-9B45-26AC-2F61-F1E435E31853}"/>
          </ac:spMkLst>
        </pc:spChg>
        <pc:picChg chg="mod ord">
          <ac:chgData name="Viet Pham Hoang" userId="daff2273dfcb736e" providerId="LiveId" clId="{7864E128-F8E5-4C3B-B427-8C25E8C185A6}" dt="2025-11-21T09:29:42.662" v="5258" actId="962"/>
          <ac:picMkLst>
            <pc:docMk/>
            <pc:sldMk cId="388347429" sldId="375"/>
            <ac:picMk id="11" creationId="{E2BDC4EF-8E01-F8C3-3552-56576C0DF885}"/>
          </ac:picMkLst>
        </pc:picChg>
      </pc:sldChg>
      <pc:sldChg chg="delSp modSp add mod">
        <pc:chgData name="Viet Pham Hoang" userId="daff2273dfcb736e" providerId="LiveId" clId="{7864E128-F8E5-4C3B-B427-8C25E8C185A6}" dt="2025-11-21T14:03:28.209" v="5983" actId="6549"/>
        <pc:sldMkLst>
          <pc:docMk/>
          <pc:sldMk cId="3597272704" sldId="376"/>
        </pc:sldMkLst>
        <pc:spChg chg="mod">
          <ac:chgData name="Viet Pham Hoang" userId="daff2273dfcb736e" providerId="LiveId" clId="{7864E128-F8E5-4C3B-B427-8C25E8C185A6}" dt="2025-11-21T14:03:28.209" v="5983" actId="6549"/>
          <ac:spMkLst>
            <pc:docMk/>
            <pc:sldMk cId="3597272704" sldId="376"/>
            <ac:spMk id="31747" creationId="{D94379D6-7304-02F8-EC04-984223C36971}"/>
          </ac:spMkLst>
        </pc:spChg>
      </pc:sldChg>
      <pc:sldChg chg="addSp delSp modSp add mod">
        <pc:chgData name="Viet Pham Hoang" userId="daff2273dfcb736e" providerId="LiveId" clId="{7864E128-F8E5-4C3B-B427-8C25E8C185A6}" dt="2025-11-21T14:03:25.422" v="5982" actId="6549"/>
        <pc:sldMkLst>
          <pc:docMk/>
          <pc:sldMk cId="1852256531" sldId="377"/>
        </pc:sldMkLst>
        <pc:spChg chg="mod">
          <ac:chgData name="Viet Pham Hoang" userId="daff2273dfcb736e" providerId="LiveId" clId="{7864E128-F8E5-4C3B-B427-8C25E8C185A6}" dt="2025-11-21T14:03:25.422" v="5982" actId="6549"/>
          <ac:spMkLst>
            <pc:docMk/>
            <pc:sldMk cId="1852256531" sldId="377"/>
            <ac:spMk id="31747" creationId="{3D961630-B67A-FB41-FEF1-4F4C362EAF06}"/>
          </ac:spMkLst>
        </pc:spChg>
        <pc:picChg chg="mod ord">
          <ac:chgData name="Viet Pham Hoang" userId="daff2273dfcb736e" providerId="LiveId" clId="{7864E128-F8E5-4C3B-B427-8C25E8C185A6}" dt="2025-11-21T09:39:36.555" v="5303" actId="962"/>
          <ac:picMkLst>
            <pc:docMk/>
            <pc:sldMk cId="1852256531" sldId="377"/>
            <ac:picMk id="12" creationId="{94BC0A61-7136-118F-E6D3-28752CF072DA}"/>
          </ac:picMkLst>
        </pc:picChg>
        <pc:picChg chg="mod ord">
          <ac:chgData name="Viet Pham Hoang" userId="daff2273dfcb736e" providerId="LiveId" clId="{7864E128-F8E5-4C3B-B427-8C25E8C185A6}" dt="2025-11-21T09:39:44.876" v="5317" actId="962"/>
          <ac:picMkLst>
            <pc:docMk/>
            <pc:sldMk cId="1852256531" sldId="377"/>
            <ac:picMk id="14" creationId="{C80C6C3C-2B13-21F5-EA90-F49B4FE0293B}"/>
          </ac:picMkLst>
        </pc:picChg>
      </pc:sldChg>
      <pc:sldChg chg="addSp delSp modSp add mod">
        <pc:chgData name="Viet Pham Hoang" userId="daff2273dfcb736e" providerId="LiveId" clId="{7864E128-F8E5-4C3B-B427-8C25E8C185A6}" dt="2025-11-21T14:11:27.631" v="6104" actId="20577"/>
        <pc:sldMkLst>
          <pc:docMk/>
          <pc:sldMk cId="3379317213" sldId="378"/>
        </pc:sldMkLst>
        <pc:spChg chg="mod">
          <ac:chgData name="Viet Pham Hoang" userId="daff2273dfcb736e" providerId="LiveId" clId="{7864E128-F8E5-4C3B-B427-8C25E8C185A6}" dt="2025-11-21T14:11:27.631" v="6104" actId="20577"/>
          <ac:spMkLst>
            <pc:docMk/>
            <pc:sldMk cId="3379317213" sldId="378"/>
            <ac:spMk id="31747" creationId="{8BEB42AD-879B-B695-207A-F5CE97F202CF}"/>
          </ac:spMkLst>
        </pc:spChg>
        <pc:picChg chg="mod ord">
          <ac:chgData name="Viet Pham Hoang" userId="daff2273dfcb736e" providerId="LiveId" clId="{7864E128-F8E5-4C3B-B427-8C25E8C185A6}" dt="2025-11-21T09:40:01.197" v="5333" actId="962"/>
          <ac:picMkLst>
            <pc:docMk/>
            <pc:sldMk cId="3379317213" sldId="378"/>
            <ac:picMk id="3" creationId="{8AA6A267-9515-AA4B-8DA8-8DA2CBCBEF5E}"/>
          </ac:picMkLst>
        </pc:picChg>
      </pc:sldChg>
      <pc:sldChg chg="addSp delSp modSp add mod">
        <pc:chgData name="Viet Pham Hoang" userId="daff2273dfcb736e" providerId="LiveId" clId="{7864E128-F8E5-4C3B-B427-8C25E8C185A6}" dt="2025-11-21T14:03:34.940" v="5984" actId="6549"/>
        <pc:sldMkLst>
          <pc:docMk/>
          <pc:sldMk cId="3791929558" sldId="379"/>
        </pc:sldMkLst>
        <pc:spChg chg="mod">
          <ac:chgData name="Viet Pham Hoang" userId="daff2273dfcb736e" providerId="LiveId" clId="{7864E128-F8E5-4C3B-B427-8C25E8C185A6}" dt="2025-11-21T14:03:34.940" v="5984" actId="6549"/>
          <ac:spMkLst>
            <pc:docMk/>
            <pc:sldMk cId="3791929558" sldId="379"/>
            <ac:spMk id="31747" creationId="{556B36E0-7F61-9528-D429-16687FEDE767}"/>
          </ac:spMkLst>
        </pc:spChg>
        <pc:picChg chg="mod ord">
          <ac:chgData name="Viet Pham Hoang" userId="daff2273dfcb736e" providerId="LiveId" clId="{7864E128-F8E5-4C3B-B427-8C25E8C185A6}" dt="2025-11-21T09:40:27.127" v="5351" actId="962"/>
          <ac:picMkLst>
            <pc:docMk/>
            <pc:sldMk cId="3791929558" sldId="379"/>
            <ac:picMk id="10" creationId="{55FF7D36-7A87-18CC-D5A6-0D44CF407826}"/>
          </ac:picMkLst>
        </pc:picChg>
      </pc:sldChg>
      <pc:sldChg chg="addSp delSp modSp add mod">
        <pc:chgData name="Viet Pham Hoang" userId="daff2273dfcb736e" providerId="LiveId" clId="{7864E128-F8E5-4C3B-B427-8C25E8C185A6}" dt="2025-11-21T10:09:30.538" v="5785" actId="962"/>
        <pc:sldMkLst>
          <pc:docMk/>
          <pc:sldMk cId="9653866" sldId="380"/>
        </pc:sldMkLst>
        <pc:spChg chg="mod">
          <ac:chgData name="Viet Pham Hoang" userId="daff2273dfcb736e" providerId="LiveId" clId="{7864E128-F8E5-4C3B-B427-8C25E8C185A6}" dt="2025-11-21T10:04:20.351" v="5727" actId="12"/>
          <ac:spMkLst>
            <pc:docMk/>
            <pc:sldMk cId="9653866" sldId="380"/>
            <ac:spMk id="31747" creationId="{939D1631-77B7-772E-EB42-DB811856F845}"/>
          </ac:spMkLst>
        </pc:spChg>
        <pc:picChg chg="mod ord">
          <ac:chgData name="Viet Pham Hoang" userId="daff2273dfcb736e" providerId="LiveId" clId="{7864E128-F8E5-4C3B-B427-8C25E8C185A6}" dt="2025-11-21T10:07:38.937" v="5756" actId="962"/>
          <ac:picMkLst>
            <pc:docMk/>
            <pc:sldMk cId="9653866" sldId="380"/>
            <ac:picMk id="11" creationId="{2DAEA37B-D7CB-075C-2B87-9DAA715AB041}"/>
          </ac:picMkLst>
        </pc:picChg>
        <pc:picChg chg="mod ord">
          <ac:chgData name="Viet Pham Hoang" userId="daff2273dfcb736e" providerId="LiveId" clId="{7864E128-F8E5-4C3B-B427-8C25E8C185A6}" dt="2025-11-21T10:09:30.538" v="5785" actId="962"/>
          <ac:picMkLst>
            <pc:docMk/>
            <pc:sldMk cId="9653866" sldId="380"/>
            <ac:picMk id="15" creationId="{1677A5C6-07C8-68D6-382D-7AEBB3B022F0}"/>
          </ac:picMkLst>
        </pc:picChg>
      </pc:sldChg>
      <pc:sldChg chg="delSp modSp add mod ord">
        <pc:chgData name="Viet Pham Hoang" userId="daff2273dfcb736e" providerId="LiveId" clId="{7864E128-F8E5-4C3B-B427-8C25E8C185A6}" dt="2025-11-21T09:54:35.573" v="5572" actId="20577"/>
        <pc:sldMkLst>
          <pc:docMk/>
          <pc:sldMk cId="3888084096" sldId="381"/>
        </pc:sldMkLst>
        <pc:spChg chg="mod">
          <ac:chgData name="Viet Pham Hoang" userId="daff2273dfcb736e" providerId="LiveId" clId="{7864E128-F8E5-4C3B-B427-8C25E8C185A6}" dt="2025-11-21T09:54:35.573" v="5572" actId="20577"/>
          <ac:spMkLst>
            <pc:docMk/>
            <pc:sldMk cId="3888084096" sldId="381"/>
            <ac:spMk id="31747" creationId="{17D764BE-A369-BCB8-193F-5A0E89B40CF0}"/>
          </ac:spMkLst>
        </pc:spChg>
      </pc:sldChg>
      <pc:sldChg chg="delSp modSp add mod">
        <pc:chgData name="Viet Pham Hoang" userId="daff2273dfcb736e" providerId="LiveId" clId="{7864E128-F8E5-4C3B-B427-8C25E8C185A6}" dt="2025-11-21T14:07:51.864" v="6058" actId="962"/>
        <pc:sldMkLst>
          <pc:docMk/>
          <pc:sldMk cId="838583372" sldId="382"/>
        </pc:sldMkLst>
        <pc:spChg chg="mod">
          <ac:chgData name="Viet Pham Hoang" userId="daff2273dfcb736e" providerId="LiveId" clId="{7864E128-F8E5-4C3B-B427-8C25E8C185A6}" dt="2025-11-21T14:04:09.794" v="5986" actId="113"/>
          <ac:spMkLst>
            <pc:docMk/>
            <pc:sldMk cId="838583372" sldId="382"/>
            <ac:spMk id="31747" creationId="{9B6A45D1-7A55-64B3-0BBA-10581DCBC9D9}"/>
          </ac:spMkLst>
        </pc:spChg>
        <pc:picChg chg="mod ord">
          <ac:chgData name="Viet Pham Hoang" userId="daff2273dfcb736e" providerId="LiveId" clId="{7864E128-F8E5-4C3B-B427-8C25E8C185A6}" dt="2025-11-21T14:02:38.091" v="5978" actId="1076"/>
          <ac:picMkLst>
            <pc:docMk/>
            <pc:sldMk cId="838583372" sldId="382"/>
            <ac:picMk id="5" creationId="{0D02F26D-2FCA-B71E-543D-BBF3BC4CA4EF}"/>
          </ac:picMkLst>
        </pc:picChg>
        <pc:picChg chg="mod ord">
          <ac:chgData name="Viet Pham Hoang" userId="daff2273dfcb736e" providerId="LiveId" clId="{7864E128-F8E5-4C3B-B427-8C25E8C185A6}" dt="2025-11-21T14:07:51.864" v="6058" actId="962"/>
          <ac:picMkLst>
            <pc:docMk/>
            <pc:sldMk cId="838583372" sldId="382"/>
            <ac:picMk id="7" creationId="{A8B064D1-2751-16AD-E4D5-C194FFE702F5}"/>
          </ac:picMkLst>
        </pc:picChg>
      </pc:sldChg>
      <pc:sldChg chg="delSp modSp add mod">
        <pc:chgData name="Viet Pham Hoang" userId="daff2273dfcb736e" providerId="LiveId" clId="{7864E128-F8E5-4C3B-B427-8C25E8C185A6}" dt="2025-11-21T14:04:28.564" v="6001" actId="478"/>
        <pc:sldMkLst>
          <pc:docMk/>
          <pc:sldMk cId="683444250" sldId="383"/>
        </pc:sldMkLst>
        <pc:spChg chg="mod">
          <ac:chgData name="Viet Pham Hoang" userId="daff2273dfcb736e" providerId="LiveId" clId="{7864E128-F8E5-4C3B-B427-8C25E8C185A6}" dt="2025-11-21T14:04:22.090" v="5998" actId="113"/>
          <ac:spMkLst>
            <pc:docMk/>
            <pc:sldMk cId="683444250" sldId="383"/>
            <ac:spMk id="31747" creationId="{D5EC6230-2C51-BD6F-7578-668431C94CC9}"/>
          </ac:spMkLst>
        </pc:spChg>
      </pc:sldChg>
      <pc:sldChg chg="delSp modSp add mod">
        <pc:chgData name="Viet Pham Hoang" userId="daff2273dfcb736e" providerId="LiveId" clId="{7864E128-F8E5-4C3B-B427-8C25E8C185A6}" dt="2025-11-21T14:07:41.469" v="6043" actId="962"/>
        <pc:sldMkLst>
          <pc:docMk/>
          <pc:sldMk cId="675209572" sldId="384"/>
        </pc:sldMkLst>
        <pc:spChg chg="mod">
          <ac:chgData name="Viet Pham Hoang" userId="daff2273dfcb736e" providerId="LiveId" clId="{7864E128-F8E5-4C3B-B427-8C25E8C185A6}" dt="2025-11-21T14:04:41.302" v="6012" actId="20577"/>
          <ac:spMkLst>
            <pc:docMk/>
            <pc:sldMk cId="675209572" sldId="384"/>
            <ac:spMk id="31747" creationId="{4553D2D9-5613-F62A-DB54-45C57595BC9E}"/>
          </ac:spMkLst>
        </pc:spChg>
        <pc:picChg chg="mod ord">
          <ac:chgData name="Viet Pham Hoang" userId="daff2273dfcb736e" providerId="LiveId" clId="{7864E128-F8E5-4C3B-B427-8C25E8C185A6}" dt="2025-11-21T14:07:41.469" v="6043" actId="962"/>
          <ac:picMkLst>
            <pc:docMk/>
            <pc:sldMk cId="675209572" sldId="384"/>
            <ac:picMk id="7" creationId="{FDEBB747-3117-1671-A6E2-85EF0F61B54A}"/>
          </ac:picMkLst>
        </pc:picChg>
      </pc:sldChg>
      <pc:sldChg chg="delSp modSp add del mod">
        <pc:chgData name="Viet Pham Hoang" userId="daff2273dfcb736e" providerId="LiveId" clId="{7864E128-F8E5-4C3B-B427-8C25E8C185A6}" dt="2025-11-21T14:18:42.676" v="6180" actId="1076"/>
        <pc:sldMkLst>
          <pc:docMk/>
          <pc:sldMk cId="2153891457" sldId="385"/>
        </pc:sldMkLst>
        <pc:spChg chg="mod">
          <ac:chgData name="Viet Pham Hoang" userId="daff2273dfcb736e" providerId="LiveId" clId="{7864E128-F8E5-4C3B-B427-8C25E8C185A6}" dt="2025-11-21T14:12:22.393" v="6110"/>
          <ac:spMkLst>
            <pc:docMk/>
            <pc:sldMk cId="2153891457" sldId="385"/>
            <ac:spMk id="31747" creationId="{75CD8C8B-5AF2-B7D2-CC04-053A0A928DEF}"/>
          </ac:spMkLst>
        </pc:spChg>
        <pc:picChg chg="mod ord">
          <ac:chgData name="Viet Pham Hoang" userId="daff2273dfcb736e" providerId="LiveId" clId="{7864E128-F8E5-4C3B-B427-8C25E8C185A6}" dt="2025-11-21T14:18:42.676" v="6180" actId="1076"/>
          <ac:picMkLst>
            <pc:docMk/>
            <pc:sldMk cId="2153891457" sldId="385"/>
            <ac:picMk id="11" creationId="{FBC3E02A-FC83-D65D-3D22-481635A41069}"/>
          </ac:picMkLst>
        </pc:picChg>
      </pc:sldChg>
      <pc:sldChg chg="modSp add mod">
        <pc:chgData name="Viet Pham Hoang" userId="daff2273dfcb736e" providerId="LiveId" clId="{7864E128-F8E5-4C3B-B427-8C25E8C185A6}" dt="2025-11-22T15:30:38.729" v="7603" actId="20577"/>
        <pc:sldMkLst>
          <pc:docMk/>
          <pc:sldMk cId="3345919892" sldId="386"/>
        </pc:sldMkLst>
        <pc:spChg chg="mod">
          <ac:chgData name="Viet Pham Hoang" userId="daff2273dfcb736e" providerId="LiveId" clId="{7864E128-F8E5-4C3B-B427-8C25E8C185A6}" dt="2025-11-22T15:30:38.729" v="7603" actId="20577"/>
          <ac:spMkLst>
            <pc:docMk/>
            <pc:sldMk cId="3345919892" sldId="386"/>
            <ac:spMk id="31747" creationId="{65DA2511-7CF8-E159-A249-466A3D915D50}"/>
          </ac:spMkLst>
        </pc:spChg>
      </pc:sldChg>
      <pc:sldChg chg="delSp modSp add mod">
        <pc:chgData name="Viet Pham Hoang" userId="daff2273dfcb736e" providerId="LiveId" clId="{7864E128-F8E5-4C3B-B427-8C25E8C185A6}" dt="2025-11-21T14:22:13.961" v="6242" actId="962"/>
        <pc:sldMkLst>
          <pc:docMk/>
          <pc:sldMk cId="3563328730" sldId="387"/>
        </pc:sldMkLst>
        <pc:picChg chg="mod ord">
          <ac:chgData name="Viet Pham Hoang" userId="daff2273dfcb736e" providerId="LiveId" clId="{7864E128-F8E5-4C3B-B427-8C25E8C185A6}" dt="2025-11-21T14:21:15.541" v="6227" actId="962"/>
          <ac:picMkLst>
            <pc:docMk/>
            <pc:sldMk cId="3563328730" sldId="387"/>
            <ac:picMk id="9" creationId="{5B782C43-FB49-FE89-AA83-A741B4085121}"/>
          </ac:picMkLst>
        </pc:picChg>
        <pc:picChg chg="mod ord">
          <ac:chgData name="Viet Pham Hoang" userId="daff2273dfcb736e" providerId="LiveId" clId="{7864E128-F8E5-4C3B-B427-8C25E8C185A6}" dt="2025-11-21T14:22:13.961" v="6242" actId="962"/>
          <ac:picMkLst>
            <pc:docMk/>
            <pc:sldMk cId="3563328730" sldId="387"/>
            <ac:picMk id="11" creationId="{7F912102-CDA2-14B3-615D-3D3B787B3AD7}"/>
          </ac:picMkLst>
        </pc:picChg>
      </pc:sldChg>
      <pc:sldChg chg="addSp delSp modSp add mod">
        <pc:chgData name="Viet Pham Hoang" userId="daff2273dfcb736e" providerId="LiveId" clId="{7864E128-F8E5-4C3B-B427-8C25E8C185A6}" dt="2025-11-21T14:42:12.480" v="6266" actId="20577"/>
        <pc:sldMkLst>
          <pc:docMk/>
          <pc:sldMk cId="1258923093" sldId="388"/>
        </pc:sldMkLst>
        <pc:spChg chg="mod">
          <ac:chgData name="Viet Pham Hoang" userId="daff2273dfcb736e" providerId="LiveId" clId="{7864E128-F8E5-4C3B-B427-8C25E8C185A6}" dt="2025-11-21T14:42:12.480" v="6266" actId="20577"/>
          <ac:spMkLst>
            <pc:docMk/>
            <pc:sldMk cId="1258923093" sldId="388"/>
            <ac:spMk id="31747" creationId="{8C620A58-00D8-955D-1D9A-F80E34B1CA03}"/>
          </ac:spMkLst>
        </pc:spChg>
        <pc:picChg chg="add mod">
          <ac:chgData name="Viet Pham Hoang" userId="daff2273dfcb736e" providerId="LiveId" clId="{7864E128-F8E5-4C3B-B427-8C25E8C185A6}" dt="2025-11-21T14:41:08.237" v="6253" actId="1076"/>
          <ac:picMkLst>
            <pc:docMk/>
            <pc:sldMk cId="1258923093" sldId="388"/>
            <ac:picMk id="3" creationId="{B0D36DC1-29E6-65F3-347A-F117CC3500BA}"/>
          </ac:picMkLst>
        </pc:picChg>
      </pc:sldChg>
      <pc:sldChg chg="addSp delSp modSp add mod">
        <pc:chgData name="Viet Pham Hoang" userId="daff2273dfcb736e" providerId="LiveId" clId="{7864E128-F8E5-4C3B-B427-8C25E8C185A6}" dt="2025-11-21T14:43:05.476" v="6290" actId="1076"/>
        <pc:sldMkLst>
          <pc:docMk/>
          <pc:sldMk cId="1173497316" sldId="389"/>
        </pc:sldMkLst>
        <pc:spChg chg="mod">
          <ac:chgData name="Viet Pham Hoang" userId="daff2273dfcb736e" providerId="LiveId" clId="{7864E128-F8E5-4C3B-B427-8C25E8C185A6}" dt="2025-11-21T14:42:26.270" v="6283" actId="20577"/>
          <ac:spMkLst>
            <pc:docMk/>
            <pc:sldMk cId="1173497316" sldId="389"/>
            <ac:spMk id="31747" creationId="{1F7EA7D1-ACBF-2148-8EEC-5A40FF74DAFB}"/>
          </ac:spMkLst>
        </pc:spChg>
        <pc:picChg chg="add mod">
          <ac:chgData name="Viet Pham Hoang" userId="daff2273dfcb736e" providerId="LiveId" clId="{7864E128-F8E5-4C3B-B427-8C25E8C185A6}" dt="2025-11-21T14:42:39.301" v="6286" actId="1076"/>
          <ac:picMkLst>
            <pc:docMk/>
            <pc:sldMk cId="1173497316" sldId="389"/>
            <ac:picMk id="4" creationId="{B100C723-804E-90B9-CCFE-DA3B944B522F}"/>
          </ac:picMkLst>
        </pc:picChg>
        <pc:picChg chg="add mod">
          <ac:chgData name="Viet Pham Hoang" userId="daff2273dfcb736e" providerId="LiveId" clId="{7864E128-F8E5-4C3B-B427-8C25E8C185A6}" dt="2025-11-21T14:42:56.148" v="6288" actId="1076"/>
          <ac:picMkLst>
            <pc:docMk/>
            <pc:sldMk cId="1173497316" sldId="389"/>
            <ac:picMk id="6" creationId="{3B84350E-F40B-96BD-A28C-ED7BF6D088C6}"/>
          </ac:picMkLst>
        </pc:picChg>
        <pc:picChg chg="add mod">
          <ac:chgData name="Viet Pham Hoang" userId="daff2273dfcb736e" providerId="LiveId" clId="{7864E128-F8E5-4C3B-B427-8C25E8C185A6}" dt="2025-11-21T14:43:05.476" v="6290" actId="1076"/>
          <ac:picMkLst>
            <pc:docMk/>
            <pc:sldMk cId="1173497316" sldId="389"/>
            <ac:picMk id="8" creationId="{8C228BFE-4A25-1CFA-A4F1-7E73824B8F05}"/>
          </ac:picMkLst>
        </pc:picChg>
      </pc:sldChg>
      <pc:sldChg chg="addSp delSp modSp add mod">
        <pc:chgData name="Viet Pham Hoang" userId="daff2273dfcb736e" providerId="LiveId" clId="{7864E128-F8E5-4C3B-B427-8C25E8C185A6}" dt="2025-11-21T14:47:01.342" v="6321" actId="1076"/>
        <pc:sldMkLst>
          <pc:docMk/>
          <pc:sldMk cId="3597644756" sldId="390"/>
        </pc:sldMkLst>
        <pc:grpChg chg="add mod">
          <ac:chgData name="Viet Pham Hoang" userId="daff2273dfcb736e" providerId="LiveId" clId="{7864E128-F8E5-4C3B-B427-8C25E8C185A6}" dt="2025-11-21T14:46:28.106" v="6312" actId="1036"/>
          <ac:grpSpMkLst>
            <pc:docMk/>
            <pc:sldMk cId="3597644756" sldId="390"/>
            <ac:grpSpMk id="11" creationId="{DBA68F15-2486-71E9-2F8E-BFD004505727}"/>
          </ac:grpSpMkLst>
        </pc:grpChg>
        <pc:picChg chg="add mod">
          <ac:chgData name="Viet Pham Hoang" userId="daff2273dfcb736e" providerId="LiveId" clId="{7864E128-F8E5-4C3B-B427-8C25E8C185A6}" dt="2025-11-21T14:45:01.142" v="6294" actId="1076"/>
          <ac:picMkLst>
            <pc:docMk/>
            <pc:sldMk cId="3597644756" sldId="390"/>
            <ac:picMk id="3" creationId="{8BC4DFD9-5509-A0AB-7A63-51749E55D4F1}"/>
          </ac:picMkLst>
        </pc:picChg>
        <pc:picChg chg="add mod">
          <ac:chgData name="Viet Pham Hoang" userId="daff2273dfcb736e" providerId="LiveId" clId="{7864E128-F8E5-4C3B-B427-8C25E8C185A6}" dt="2025-11-21T14:45:37.143" v="6301" actId="164"/>
          <ac:picMkLst>
            <pc:docMk/>
            <pc:sldMk cId="3597644756" sldId="390"/>
            <ac:picMk id="7" creationId="{DE6270A8-005C-1978-D785-61BA19886CE1}"/>
          </ac:picMkLst>
        </pc:picChg>
        <pc:picChg chg="add mod">
          <ac:chgData name="Viet Pham Hoang" userId="daff2273dfcb736e" providerId="LiveId" clId="{7864E128-F8E5-4C3B-B427-8C25E8C185A6}" dt="2025-11-21T14:45:37.143" v="6301" actId="164"/>
          <ac:picMkLst>
            <pc:docMk/>
            <pc:sldMk cId="3597644756" sldId="390"/>
            <ac:picMk id="10" creationId="{5AF801EC-B55F-090C-5885-388FC6B38B5C}"/>
          </ac:picMkLst>
        </pc:picChg>
        <pc:picChg chg="add mod">
          <ac:chgData name="Viet Pham Hoang" userId="daff2273dfcb736e" providerId="LiveId" clId="{7864E128-F8E5-4C3B-B427-8C25E8C185A6}" dt="2025-11-21T14:46:33.768" v="6317" actId="1035"/>
          <ac:picMkLst>
            <pc:docMk/>
            <pc:sldMk cId="3597644756" sldId="390"/>
            <ac:picMk id="13" creationId="{E54BBE76-F9E9-08B4-0948-C53334CE132E}"/>
          </ac:picMkLst>
        </pc:picChg>
        <pc:picChg chg="add mod">
          <ac:chgData name="Viet Pham Hoang" userId="daff2273dfcb736e" providerId="LiveId" clId="{7864E128-F8E5-4C3B-B427-8C25E8C185A6}" dt="2025-11-21T14:46:48.397" v="6319" actId="1076"/>
          <ac:picMkLst>
            <pc:docMk/>
            <pc:sldMk cId="3597644756" sldId="390"/>
            <ac:picMk id="17" creationId="{F26D0419-AB81-627D-1CB8-CE29E0F915AE}"/>
          </ac:picMkLst>
        </pc:picChg>
        <pc:picChg chg="add mod">
          <ac:chgData name="Viet Pham Hoang" userId="daff2273dfcb736e" providerId="LiveId" clId="{7864E128-F8E5-4C3B-B427-8C25E8C185A6}" dt="2025-11-21T14:47:01.342" v="6321" actId="1076"/>
          <ac:picMkLst>
            <pc:docMk/>
            <pc:sldMk cId="3597644756" sldId="390"/>
            <ac:picMk id="19" creationId="{AEB8CE45-D6AF-C6AC-5A79-83DCA6A18371}"/>
          </ac:picMkLst>
        </pc:picChg>
      </pc:sldChg>
      <pc:sldChg chg="addSp delSp modSp add mod">
        <pc:chgData name="Viet Pham Hoang" userId="daff2273dfcb736e" providerId="LiveId" clId="{7864E128-F8E5-4C3B-B427-8C25E8C185A6}" dt="2025-11-21T14:47:39.774" v="6331" actId="1076"/>
        <pc:sldMkLst>
          <pc:docMk/>
          <pc:sldMk cId="1001416003" sldId="391"/>
        </pc:sldMkLst>
        <pc:picChg chg="add mod">
          <ac:chgData name="Viet Pham Hoang" userId="daff2273dfcb736e" providerId="LiveId" clId="{7864E128-F8E5-4C3B-B427-8C25E8C185A6}" dt="2025-11-21T14:47:26.332" v="6329" actId="1076"/>
          <ac:picMkLst>
            <pc:docMk/>
            <pc:sldMk cId="1001416003" sldId="391"/>
            <ac:picMk id="4" creationId="{9345A328-691F-8A1E-B4C6-AFE0D61BFC6C}"/>
          </ac:picMkLst>
        </pc:picChg>
        <pc:picChg chg="add mod">
          <ac:chgData name="Viet Pham Hoang" userId="daff2273dfcb736e" providerId="LiveId" clId="{7864E128-F8E5-4C3B-B427-8C25E8C185A6}" dt="2025-11-21T14:47:39.774" v="6331" actId="1076"/>
          <ac:picMkLst>
            <pc:docMk/>
            <pc:sldMk cId="1001416003" sldId="391"/>
            <ac:picMk id="6" creationId="{8414FC49-0588-9017-CF39-E2246C3449E5}"/>
          </ac:picMkLst>
        </pc:picChg>
      </pc:sldChg>
      <pc:sldChg chg="addSp delSp modSp add mod">
        <pc:chgData name="Viet Pham Hoang" userId="daff2273dfcb736e" providerId="LiveId" clId="{7864E128-F8E5-4C3B-B427-8C25E8C185A6}" dt="2025-11-21T15:10:23.005" v="6447" actId="20577"/>
        <pc:sldMkLst>
          <pc:docMk/>
          <pc:sldMk cId="3000985927" sldId="392"/>
        </pc:sldMkLst>
        <pc:spChg chg="mod">
          <ac:chgData name="Viet Pham Hoang" userId="daff2273dfcb736e" providerId="LiveId" clId="{7864E128-F8E5-4C3B-B427-8C25E8C185A6}" dt="2025-11-21T15:10:23.005" v="6447" actId="20577"/>
          <ac:spMkLst>
            <pc:docMk/>
            <pc:sldMk cId="3000985927" sldId="392"/>
            <ac:spMk id="31747" creationId="{00979AF4-C8E9-E952-EA44-F161EAB8DCD7}"/>
          </ac:spMkLst>
        </pc:spChg>
        <pc:picChg chg="add mod">
          <ac:chgData name="Viet Pham Hoang" userId="daff2273dfcb736e" providerId="LiveId" clId="{7864E128-F8E5-4C3B-B427-8C25E8C185A6}" dt="2025-11-21T14:55:03.693" v="6441" actId="1076"/>
          <ac:picMkLst>
            <pc:docMk/>
            <pc:sldMk cId="3000985927" sldId="392"/>
            <ac:picMk id="3" creationId="{990159C0-2694-0D18-913E-84EFC0CF4086}"/>
          </ac:picMkLst>
        </pc:picChg>
      </pc:sldChg>
      <pc:sldChg chg="delSp modSp add mod modNotesTx">
        <pc:chgData name="Viet Pham Hoang" userId="daff2273dfcb736e" providerId="LiveId" clId="{7864E128-F8E5-4C3B-B427-8C25E8C185A6}" dt="2025-11-21T15:16:02.677" v="6496" actId="20577"/>
        <pc:sldMkLst>
          <pc:docMk/>
          <pc:sldMk cId="3831169797" sldId="393"/>
        </pc:sldMkLst>
        <pc:spChg chg="mod">
          <ac:chgData name="Viet Pham Hoang" userId="daff2273dfcb736e" providerId="LiveId" clId="{7864E128-F8E5-4C3B-B427-8C25E8C185A6}" dt="2025-11-21T15:14:25.951" v="6494"/>
          <ac:spMkLst>
            <pc:docMk/>
            <pc:sldMk cId="3831169797" sldId="393"/>
            <ac:spMk id="31747" creationId="{B01E9789-B5C0-56E8-700B-7B66CCCA63CE}"/>
          </ac:spMkLst>
        </pc:spChg>
      </pc:sldChg>
      <pc:sldChg chg="addSp delSp modSp add mod modNotesTx">
        <pc:chgData name="Viet Pham Hoang" userId="daff2273dfcb736e" providerId="LiveId" clId="{7864E128-F8E5-4C3B-B427-8C25E8C185A6}" dt="2025-11-21T15:20:36.819" v="6579" actId="478"/>
        <pc:sldMkLst>
          <pc:docMk/>
          <pc:sldMk cId="4084949783" sldId="394"/>
        </pc:sldMkLst>
        <pc:spChg chg="mod">
          <ac:chgData name="Viet Pham Hoang" userId="daff2273dfcb736e" providerId="LiveId" clId="{7864E128-F8E5-4C3B-B427-8C25E8C185A6}" dt="2025-11-21T15:18:31.406" v="6575" actId="20577"/>
          <ac:spMkLst>
            <pc:docMk/>
            <pc:sldMk cId="4084949783" sldId="394"/>
            <ac:spMk id="31747" creationId="{7F2531C4-1008-5017-12E9-F039995A6219}"/>
          </ac:spMkLst>
        </pc:spChg>
        <pc:picChg chg="add mod">
          <ac:chgData name="Viet Pham Hoang" userId="daff2273dfcb736e" providerId="LiveId" clId="{7864E128-F8E5-4C3B-B427-8C25E8C185A6}" dt="2025-11-21T15:17:02.782" v="6508" actId="1076"/>
          <ac:picMkLst>
            <pc:docMk/>
            <pc:sldMk cId="4084949783" sldId="394"/>
            <ac:picMk id="3" creationId="{791B0250-A681-236A-D91A-C7AE2C8E34B6}"/>
          </ac:picMkLst>
        </pc:picChg>
      </pc:sldChg>
      <pc:sldChg chg="addSp modSp add mod">
        <pc:chgData name="Viet Pham Hoang" userId="daff2273dfcb736e" providerId="LiveId" clId="{7864E128-F8E5-4C3B-B427-8C25E8C185A6}" dt="2025-11-21T15:23:44.927" v="6627" actId="1076"/>
        <pc:sldMkLst>
          <pc:docMk/>
          <pc:sldMk cId="2382701745" sldId="395"/>
        </pc:sldMkLst>
        <pc:spChg chg="add mod">
          <ac:chgData name="Viet Pham Hoang" userId="daff2273dfcb736e" providerId="LiveId" clId="{7864E128-F8E5-4C3B-B427-8C25E8C185A6}" dt="2025-11-21T15:23:33.783" v="6623" actId="1076"/>
          <ac:spMkLst>
            <pc:docMk/>
            <pc:sldMk cId="2382701745" sldId="395"/>
            <ac:spMk id="8" creationId="{43AF8D3F-DAF9-37D0-E7C9-5AACC815ACB7}"/>
          </ac:spMkLst>
        </pc:spChg>
        <pc:spChg chg="add mod">
          <ac:chgData name="Viet Pham Hoang" userId="daff2273dfcb736e" providerId="LiveId" clId="{7864E128-F8E5-4C3B-B427-8C25E8C185A6}" dt="2025-11-21T15:23:40.794" v="6625" actId="1076"/>
          <ac:spMkLst>
            <pc:docMk/>
            <pc:sldMk cId="2382701745" sldId="395"/>
            <ac:spMk id="9" creationId="{6E0359E5-54CA-6EA2-8248-42ABB42A305E}"/>
          </ac:spMkLst>
        </pc:spChg>
        <pc:spChg chg="add mod">
          <ac:chgData name="Viet Pham Hoang" userId="daff2273dfcb736e" providerId="LiveId" clId="{7864E128-F8E5-4C3B-B427-8C25E8C185A6}" dt="2025-11-21T15:23:44.927" v="6627" actId="1076"/>
          <ac:spMkLst>
            <pc:docMk/>
            <pc:sldMk cId="2382701745" sldId="395"/>
            <ac:spMk id="10" creationId="{1FCAF001-988B-EFD4-7A4F-B3A3CAF04D5E}"/>
          </ac:spMkLst>
        </pc:spChg>
        <pc:spChg chg="mod">
          <ac:chgData name="Viet Pham Hoang" userId="daff2273dfcb736e" providerId="LiveId" clId="{7864E128-F8E5-4C3B-B427-8C25E8C185A6}" dt="2025-11-21T15:23:24.438" v="6621" actId="6549"/>
          <ac:spMkLst>
            <pc:docMk/>
            <pc:sldMk cId="2382701745" sldId="395"/>
            <ac:spMk id="31747" creationId="{DA01F987-14C1-5EA9-F68D-D55D666D7FC2}"/>
          </ac:spMkLst>
        </pc:spChg>
        <pc:picChg chg="mod">
          <ac:chgData name="Viet Pham Hoang" userId="daff2273dfcb736e" providerId="LiveId" clId="{7864E128-F8E5-4C3B-B427-8C25E8C185A6}" dt="2025-11-21T15:20:48.182" v="6583" actId="1076"/>
          <ac:picMkLst>
            <pc:docMk/>
            <pc:sldMk cId="2382701745" sldId="395"/>
            <ac:picMk id="3" creationId="{79EB2D86-3DD9-CDF8-E9C8-CC780B496E3E}"/>
          </ac:picMkLst>
        </pc:picChg>
        <pc:picChg chg="add mod">
          <ac:chgData name="Viet Pham Hoang" userId="daff2273dfcb736e" providerId="LiveId" clId="{7864E128-F8E5-4C3B-B427-8C25E8C185A6}" dt="2025-11-21T15:21:07.535" v="6586" actId="1076"/>
          <ac:picMkLst>
            <pc:docMk/>
            <pc:sldMk cId="2382701745" sldId="395"/>
            <ac:picMk id="4" creationId="{DFECC214-1AF1-636C-C08E-63B411771A86}"/>
          </ac:picMkLst>
        </pc:picChg>
        <pc:picChg chg="mod">
          <ac:chgData name="Viet Pham Hoang" userId="daff2273dfcb736e" providerId="LiveId" clId="{7864E128-F8E5-4C3B-B427-8C25E8C185A6}" dt="2025-11-21T15:20:51.326" v="6584" actId="1076"/>
          <ac:picMkLst>
            <pc:docMk/>
            <pc:sldMk cId="2382701745" sldId="395"/>
            <ac:picMk id="5" creationId="{16D80336-4287-983E-879F-BEDE8F108236}"/>
          </ac:picMkLst>
        </pc:picChg>
        <pc:picChg chg="add mod">
          <ac:chgData name="Viet Pham Hoang" userId="daff2273dfcb736e" providerId="LiveId" clId="{7864E128-F8E5-4C3B-B427-8C25E8C185A6}" dt="2025-11-21T15:22:08.830" v="6588" actId="1076"/>
          <ac:picMkLst>
            <pc:docMk/>
            <pc:sldMk cId="2382701745" sldId="395"/>
            <ac:picMk id="7" creationId="{63FD3FF3-1158-ADA2-951E-79CF9C111B33}"/>
          </ac:picMkLst>
        </pc:picChg>
      </pc:sldChg>
      <pc:sldChg chg="addSp delSp modSp add mod">
        <pc:chgData name="Viet Pham Hoang" userId="daff2273dfcb736e" providerId="LiveId" clId="{7864E128-F8E5-4C3B-B427-8C25E8C185A6}" dt="2025-11-21T15:26:04.175" v="6733" actId="1076"/>
        <pc:sldMkLst>
          <pc:docMk/>
          <pc:sldMk cId="2309709188" sldId="396"/>
        </pc:sldMkLst>
        <pc:spChg chg="mod">
          <ac:chgData name="Viet Pham Hoang" userId="daff2273dfcb736e" providerId="LiveId" clId="{7864E128-F8E5-4C3B-B427-8C25E8C185A6}" dt="2025-11-21T15:24:49.384" v="6721" actId="20577"/>
          <ac:spMkLst>
            <pc:docMk/>
            <pc:sldMk cId="2309709188" sldId="396"/>
            <ac:spMk id="31747" creationId="{7A5BECBE-AF93-4339-8F4B-D7667167DE73}"/>
          </ac:spMkLst>
        </pc:spChg>
        <pc:picChg chg="add mod">
          <ac:chgData name="Viet Pham Hoang" userId="daff2273dfcb736e" providerId="LiveId" clId="{7864E128-F8E5-4C3B-B427-8C25E8C185A6}" dt="2025-11-21T15:25:30.375" v="6728" actId="1076"/>
          <ac:picMkLst>
            <pc:docMk/>
            <pc:sldMk cId="2309709188" sldId="396"/>
            <ac:picMk id="6" creationId="{5BFCAD1B-5384-FED6-FE27-FC872513D132}"/>
          </ac:picMkLst>
        </pc:picChg>
        <pc:picChg chg="mod">
          <ac:chgData name="Viet Pham Hoang" userId="daff2273dfcb736e" providerId="LiveId" clId="{7864E128-F8E5-4C3B-B427-8C25E8C185A6}" dt="2025-11-21T15:24:04.175" v="6634" actId="1076"/>
          <ac:picMkLst>
            <pc:docMk/>
            <pc:sldMk cId="2309709188" sldId="396"/>
            <ac:picMk id="7" creationId="{1E4F2DB1-0546-665D-EBFD-CB65142550CB}"/>
          </ac:picMkLst>
        </pc:picChg>
        <pc:picChg chg="add mod">
          <ac:chgData name="Viet Pham Hoang" userId="daff2273dfcb736e" providerId="LiveId" clId="{7864E128-F8E5-4C3B-B427-8C25E8C185A6}" dt="2025-11-21T15:25:32.911" v="6729" actId="1076"/>
          <ac:picMkLst>
            <pc:docMk/>
            <pc:sldMk cId="2309709188" sldId="396"/>
            <ac:picMk id="12" creationId="{89464D51-9DAD-65E4-9D55-1A2FA80FA237}"/>
          </ac:picMkLst>
        </pc:picChg>
        <pc:picChg chg="add mod">
          <ac:chgData name="Viet Pham Hoang" userId="daff2273dfcb736e" providerId="LiveId" clId="{7864E128-F8E5-4C3B-B427-8C25E8C185A6}" dt="2025-11-21T15:25:42.294" v="6731" actId="14100"/>
          <ac:picMkLst>
            <pc:docMk/>
            <pc:sldMk cId="2309709188" sldId="396"/>
            <ac:picMk id="14" creationId="{7839D9C8-796A-E991-73CD-52ABC8B5A9EA}"/>
          </ac:picMkLst>
        </pc:picChg>
        <pc:picChg chg="add mod">
          <ac:chgData name="Viet Pham Hoang" userId="daff2273dfcb736e" providerId="LiveId" clId="{7864E128-F8E5-4C3B-B427-8C25E8C185A6}" dt="2025-11-21T15:26:04.175" v="6733" actId="1076"/>
          <ac:picMkLst>
            <pc:docMk/>
            <pc:sldMk cId="2309709188" sldId="396"/>
            <ac:picMk id="16" creationId="{97A2E68E-37B2-0146-6671-264CCB888C7E}"/>
          </ac:picMkLst>
        </pc:picChg>
      </pc:sldChg>
      <pc:sldChg chg="addSp delSp modSp add mod">
        <pc:chgData name="Viet Pham Hoang" userId="daff2273dfcb736e" providerId="LiveId" clId="{7864E128-F8E5-4C3B-B427-8C25E8C185A6}" dt="2025-11-21T15:33:04.205" v="6942" actId="1036"/>
        <pc:sldMkLst>
          <pc:docMk/>
          <pc:sldMk cId="1719948502" sldId="397"/>
        </pc:sldMkLst>
        <pc:spChg chg="mod">
          <ac:chgData name="Viet Pham Hoang" userId="daff2273dfcb736e" providerId="LiveId" clId="{7864E128-F8E5-4C3B-B427-8C25E8C185A6}" dt="2025-11-21T15:32:59.927" v="6940" actId="6549"/>
          <ac:spMkLst>
            <pc:docMk/>
            <pc:sldMk cId="1719948502" sldId="397"/>
            <ac:spMk id="31747" creationId="{B1875701-6A6B-D485-13E6-A2A591FD960C}"/>
          </ac:spMkLst>
        </pc:spChg>
        <pc:picChg chg="add mod">
          <ac:chgData name="Viet Pham Hoang" userId="daff2273dfcb736e" providerId="LiveId" clId="{7864E128-F8E5-4C3B-B427-8C25E8C185A6}" dt="2025-11-21T15:33:04.205" v="6942" actId="1036"/>
          <ac:picMkLst>
            <pc:docMk/>
            <pc:sldMk cId="1719948502" sldId="397"/>
            <ac:picMk id="9" creationId="{1050C3D1-3C00-A8F2-ED15-73C4449BE174}"/>
          </ac:picMkLst>
        </pc:picChg>
      </pc:sldChg>
      <pc:sldChg chg="addSp delSp modSp add mod">
        <pc:chgData name="Viet Pham Hoang" userId="daff2273dfcb736e" providerId="LiveId" clId="{7864E128-F8E5-4C3B-B427-8C25E8C185A6}" dt="2025-11-21T15:41:30.254" v="7105" actId="1076"/>
        <pc:sldMkLst>
          <pc:docMk/>
          <pc:sldMk cId="443997522" sldId="398"/>
        </pc:sldMkLst>
        <pc:spChg chg="mod">
          <ac:chgData name="Viet Pham Hoang" userId="daff2273dfcb736e" providerId="LiveId" clId="{7864E128-F8E5-4C3B-B427-8C25E8C185A6}" dt="2025-11-21T15:41:26.591" v="7103" actId="20577"/>
          <ac:spMkLst>
            <pc:docMk/>
            <pc:sldMk cId="443997522" sldId="398"/>
            <ac:spMk id="31747" creationId="{90F852EC-17F6-69F0-682D-6145EC9CF2B4}"/>
          </ac:spMkLst>
        </pc:spChg>
        <pc:picChg chg="add mod">
          <ac:chgData name="Viet Pham Hoang" userId="daff2273dfcb736e" providerId="LiveId" clId="{7864E128-F8E5-4C3B-B427-8C25E8C185A6}" dt="2025-11-21T15:40:48.977" v="7058" actId="1035"/>
          <ac:picMkLst>
            <pc:docMk/>
            <pc:sldMk cId="443997522" sldId="398"/>
            <ac:picMk id="3" creationId="{B971BB50-66C0-8EAD-45B4-B33EDD361810}"/>
          </ac:picMkLst>
        </pc:picChg>
        <pc:picChg chg="add mod">
          <ac:chgData name="Viet Pham Hoang" userId="daff2273dfcb736e" providerId="LiveId" clId="{7864E128-F8E5-4C3B-B427-8C25E8C185A6}" dt="2025-11-21T15:40:48.977" v="7058" actId="1035"/>
          <ac:picMkLst>
            <pc:docMk/>
            <pc:sldMk cId="443997522" sldId="398"/>
            <ac:picMk id="5" creationId="{77791640-7629-DB08-B539-E5E4D5D2FDEF}"/>
          </ac:picMkLst>
        </pc:picChg>
        <pc:picChg chg="add mod">
          <ac:chgData name="Viet Pham Hoang" userId="daff2273dfcb736e" providerId="LiveId" clId="{7864E128-F8E5-4C3B-B427-8C25E8C185A6}" dt="2025-11-21T15:40:48.977" v="7058" actId="1035"/>
          <ac:picMkLst>
            <pc:docMk/>
            <pc:sldMk cId="443997522" sldId="398"/>
            <ac:picMk id="7" creationId="{252BF58B-D5F5-3A7E-7C6C-6B0527718089}"/>
          </ac:picMkLst>
        </pc:picChg>
        <pc:picChg chg="add mod">
          <ac:chgData name="Viet Pham Hoang" userId="daff2273dfcb736e" providerId="LiveId" clId="{7864E128-F8E5-4C3B-B427-8C25E8C185A6}" dt="2025-11-21T15:41:30.254" v="7105" actId="1076"/>
          <ac:picMkLst>
            <pc:docMk/>
            <pc:sldMk cId="443997522" sldId="398"/>
            <ac:picMk id="10" creationId="{B4B4DEF0-09E4-897E-A5AE-AE4763225890}"/>
          </ac:picMkLst>
        </pc:picChg>
      </pc:sldChg>
      <pc:sldChg chg="addSp delSp modSp add mod">
        <pc:chgData name="Viet Pham Hoang" userId="daff2273dfcb736e" providerId="LiveId" clId="{7864E128-F8E5-4C3B-B427-8C25E8C185A6}" dt="2025-11-21T15:42:41.397" v="7113" actId="1076"/>
        <pc:sldMkLst>
          <pc:docMk/>
          <pc:sldMk cId="517730227" sldId="399"/>
        </pc:sldMkLst>
        <pc:picChg chg="add">
          <ac:chgData name="Viet Pham Hoang" userId="daff2273dfcb736e" providerId="LiveId" clId="{7864E128-F8E5-4C3B-B427-8C25E8C185A6}" dt="2025-11-21T15:42:17.734" v="7110" actId="22"/>
          <ac:picMkLst>
            <pc:docMk/>
            <pc:sldMk cId="517730227" sldId="399"/>
            <ac:picMk id="4" creationId="{352FCFE5-7575-7B7E-5067-DE0B225CC873}"/>
          </ac:picMkLst>
        </pc:picChg>
        <pc:picChg chg="add mod">
          <ac:chgData name="Viet Pham Hoang" userId="daff2273dfcb736e" providerId="LiveId" clId="{7864E128-F8E5-4C3B-B427-8C25E8C185A6}" dt="2025-11-21T15:42:41.397" v="7113" actId="1076"/>
          <ac:picMkLst>
            <pc:docMk/>
            <pc:sldMk cId="517730227" sldId="399"/>
            <ac:picMk id="8" creationId="{224BC05C-63F8-D6B2-4BD2-2E92EDA3913B}"/>
          </ac:picMkLst>
        </pc:picChg>
      </pc:sldChg>
      <pc:sldChg chg="addSp delSp modSp add mod">
        <pc:chgData name="Viet Pham Hoang" userId="daff2273dfcb736e" providerId="LiveId" clId="{7864E128-F8E5-4C3B-B427-8C25E8C185A6}" dt="2025-11-21T15:46:25.183" v="7150" actId="1036"/>
        <pc:sldMkLst>
          <pc:docMk/>
          <pc:sldMk cId="223422147" sldId="400"/>
        </pc:sldMkLst>
        <pc:spChg chg="mod">
          <ac:chgData name="Viet Pham Hoang" userId="daff2273dfcb736e" providerId="LiveId" clId="{7864E128-F8E5-4C3B-B427-8C25E8C185A6}" dt="2025-11-21T15:43:09.665" v="7117" actId="6549"/>
          <ac:spMkLst>
            <pc:docMk/>
            <pc:sldMk cId="223422147" sldId="400"/>
            <ac:spMk id="31747" creationId="{107C0A13-9D04-2E11-98DF-7C6CC66C64A0}"/>
          </ac:spMkLst>
        </pc:spChg>
        <pc:picChg chg="add mod">
          <ac:chgData name="Viet Pham Hoang" userId="daff2273dfcb736e" providerId="LiveId" clId="{7864E128-F8E5-4C3B-B427-8C25E8C185A6}" dt="2025-11-21T15:46:13.817" v="7148" actId="1038"/>
          <ac:picMkLst>
            <pc:docMk/>
            <pc:sldMk cId="223422147" sldId="400"/>
            <ac:picMk id="3" creationId="{02FE0E0E-673D-83C9-7A8E-8FB6685E1A1B}"/>
          </ac:picMkLst>
        </pc:picChg>
        <pc:picChg chg="add mod">
          <ac:chgData name="Viet Pham Hoang" userId="daff2273dfcb736e" providerId="LiveId" clId="{7864E128-F8E5-4C3B-B427-8C25E8C185A6}" dt="2025-11-21T15:46:13.817" v="7148" actId="1038"/>
          <ac:picMkLst>
            <pc:docMk/>
            <pc:sldMk cId="223422147" sldId="400"/>
            <ac:picMk id="6" creationId="{B76ED55F-9C9B-B678-A261-0AD6A4E7320E}"/>
          </ac:picMkLst>
        </pc:picChg>
        <pc:picChg chg="add mod">
          <ac:chgData name="Viet Pham Hoang" userId="daff2273dfcb736e" providerId="LiveId" clId="{7864E128-F8E5-4C3B-B427-8C25E8C185A6}" dt="2025-11-21T15:46:13.817" v="7148" actId="1038"/>
          <ac:picMkLst>
            <pc:docMk/>
            <pc:sldMk cId="223422147" sldId="400"/>
            <ac:picMk id="9" creationId="{C31D15F8-22BC-5201-37E1-F5642548FCD0}"/>
          </ac:picMkLst>
        </pc:picChg>
        <pc:picChg chg="add mod">
          <ac:chgData name="Viet Pham Hoang" userId="daff2273dfcb736e" providerId="LiveId" clId="{7864E128-F8E5-4C3B-B427-8C25E8C185A6}" dt="2025-11-21T15:46:13.817" v="7148" actId="1038"/>
          <ac:picMkLst>
            <pc:docMk/>
            <pc:sldMk cId="223422147" sldId="400"/>
            <ac:picMk id="12" creationId="{371D3924-8FAE-F2D6-A06A-152C8B39A5E4}"/>
          </ac:picMkLst>
        </pc:picChg>
        <pc:picChg chg="add mod">
          <ac:chgData name="Viet Pham Hoang" userId="daff2273dfcb736e" providerId="LiveId" clId="{7864E128-F8E5-4C3B-B427-8C25E8C185A6}" dt="2025-11-21T15:46:25.183" v="7150" actId="1036"/>
          <ac:picMkLst>
            <pc:docMk/>
            <pc:sldMk cId="223422147" sldId="400"/>
            <ac:picMk id="14" creationId="{4D5AD9F3-36BE-6CAB-D4B4-0D86744705F0}"/>
          </ac:picMkLst>
        </pc:picChg>
      </pc:sldChg>
      <pc:sldChg chg="addSp delSp modSp add mod">
        <pc:chgData name="Viet Pham Hoang" userId="daff2273dfcb736e" providerId="LiveId" clId="{7864E128-F8E5-4C3B-B427-8C25E8C185A6}" dt="2025-11-21T15:47:00.121" v="7158"/>
        <pc:sldMkLst>
          <pc:docMk/>
          <pc:sldMk cId="994357850" sldId="401"/>
        </pc:sldMkLst>
        <pc:picChg chg="add mod">
          <ac:chgData name="Viet Pham Hoang" userId="daff2273dfcb736e" providerId="LiveId" clId="{7864E128-F8E5-4C3B-B427-8C25E8C185A6}" dt="2025-11-21T15:47:00.121" v="7158"/>
          <ac:picMkLst>
            <pc:docMk/>
            <pc:sldMk cId="994357850" sldId="401"/>
            <ac:picMk id="5" creationId="{DDDA614B-CA99-B3DD-CB92-717B221D1514}"/>
          </ac:picMkLst>
        </pc:picChg>
      </pc:sldChg>
      <pc:sldChg chg="addSp modSp add mod">
        <pc:chgData name="Viet Pham Hoang" userId="daff2273dfcb736e" providerId="LiveId" clId="{7864E128-F8E5-4C3B-B427-8C25E8C185A6}" dt="2025-11-22T15:01:45.352" v="7477" actId="114"/>
        <pc:sldMkLst>
          <pc:docMk/>
          <pc:sldMk cId="828774156" sldId="402"/>
        </pc:sldMkLst>
        <pc:spChg chg="mod">
          <ac:chgData name="Viet Pham Hoang" userId="daff2273dfcb736e" providerId="LiveId" clId="{7864E128-F8E5-4C3B-B427-8C25E8C185A6}" dt="2025-11-22T15:01:45.352" v="7477" actId="114"/>
          <ac:spMkLst>
            <pc:docMk/>
            <pc:sldMk cId="828774156" sldId="402"/>
            <ac:spMk id="31747" creationId="{42BAAE0C-F532-FA51-D9F1-6C9F4EC6ED7E}"/>
          </ac:spMkLst>
        </pc:spChg>
        <pc:picChg chg="add mod">
          <ac:chgData name="Viet Pham Hoang" userId="daff2273dfcb736e" providerId="LiveId" clId="{7864E128-F8E5-4C3B-B427-8C25E8C185A6}" dt="2025-11-21T15:54:12.471" v="7189" actId="1076"/>
          <ac:picMkLst>
            <pc:docMk/>
            <pc:sldMk cId="828774156" sldId="402"/>
            <ac:picMk id="3" creationId="{86D94E79-A886-73FD-47EA-F68367A0A7DF}"/>
          </ac:picMkLst>
        </pc:picChg>
      </pc:sldChg>
      <pc:sldChg chg="addSp delSp modSp add mod">
        <pc:chgData name="Viet Pham Hoang" userId="daff2273dfcb736e" providerId="LiveId" clId="{7864E128-F8E5-4C3B-B427-8C25E8C185A6}" dt="2025-11-21T15:59:26.558" v="7232" actId="14100"/>
        <pc:sldMkLst>
          <pc:docMk/>
          <pc:sldMk cId="3155397724" sldId="403"/>
        </pc:sldMkLst>
        <pc:spChg chg="mod">
          <ac:chgData name="Viet Pham Hoang" userId="daff2273dfcb736e" providerId="LiveId" clId="{7864E128-F8E5-4C3B-B427-8C25E8C185A6}" dt="2025-11-21T15:55:51.610" v="7223" actId="20577"/>
          <ac:spMkLst>
            <pc:docMk/>
            <pc:sldMk cId="3155397724" sldId="403"/>
            <ac:spMk id="31747" creationId="{DF866D07-8B86-E3C7-D846-AA02FA93EC26}"/>
          </ac:spMkLst>
        </pc:spChg>
        <pc:picChg chg="add mod">
          <ac:chgData name="Viet Pham Hoang" userId="daff2273dfcb736e" providerId="LiveId" clId="{7864E128-F8E5-4C3B-B427-8C25E8C185A6}" dt="2025-11-21T15:55:20.630" v="7206" actId="1076"/>
          <ac:picMkLst>
            <pc:docMk/>
            <pc:sldMk cId="3155397724" sldId="403"/>
            <ac:picMk id="4" creationId="{2BC94FB5-C011-8326-B510-73092045EFBA}"/>
          </ac:picMkLst>
        </pc:picChg>
        <pc:picChg chg="add mod">
          <ac:chgData name="Viet Pham Hoang" userId="daff2273dfcb736e" providerId="LiveId" clId="{7864E128-F8E5-4C3B-B427-8C25E8C185A6}" dt="2025-11-21T15:55:45.679" v="7210" actId="1076"/>
          <ac:picMkLst>
            <pc:docMk/>
            <pc:sldMk cId="3155397724" sldId="403"/>
            <ac:picMk id="6" creationId="{81C1C5D6-F8FF-5D28-CB4D-0B9F689B7F26}"/>
          </ac:picMkLst>
        </pc:picChg>
        <pc:picChg chg="add mod">
          <ac:chgData name="Viet Pham Hoang" userId="daff2273dfcb736e" providerId="LiveId" clId="{7864E128-F8E5-4C3B-B427-8C25E8C185A6}" dt="2025-11-21T15:58:32.431" v="7225" actId="1076"/>
          <ac:picMkLst>
            <pc:docMk/>
            <pc:sldMk cId="3155397724" sldId="403"/>
            <ac:picMk id="8" creationId="{DF4B57E0-9B57-CF7E-6DB1-3710341148CB}"/>
          </ac:picMkLst>
        </pc:picChg>
        <pc:picChg chg="add mod">
          <ac:chgData name="Viet Pham Hoang" userId="daff2273dfcb736e" providerId="LiveId" clId="{7864E128-F8E5-4C3B-B427-8C25E8C185A6}" dt="2025-11-21T15:58:50.559" v="7227" actId="1076"/>
          <ac:picMkLst>
            <pc:docMk/>
            <pc:sldMk cId="3155397724" sldId="403"/>
            <ac:picMk id="10" creationId="{F162D0AF-6771-2E05-3AA3-DAE5E5D090A3}"/>
          </ac:picMkLst>
        </pc:picChg>
        <pc:picChg chg="add mod">
          <ac:chgData name="Viet Pham Hoang" userId="daff2273dfcb736e" providerId="LiveId" clId="{7864E128-F8E5-4C3B-B427-8C25E8C185A6}" dt="2025-11-21T15:59:06.879" v="7229" actId="1076"/>
          <ac:picMkLst>
            <pc:docMk/>
            <pc:sldMk cId="3155397724" sldId="403"/>
            <ac:picMk id="12" creationId="{CFC8C4C3-B4C0-6C0B-379B-C1113A9F262D}"/>
          </ac:picMkLst>
        </pc:picChg>
        <pc:picChg chg="add mod">
          <ac:chgData name="Viet Pham Hoang" userId="daff2273dfcb736e" providerId="LiveId" clId="{7864E128-F8E5-4C3B-B427-8C25E8C185A6}" dt="2025-11-21T15:59:26.558" v="7232" actId="14100"/>
          <ac:picMkLst>
            <pc:docMk/>
            <pc:sldMk cId="3155397724" sldId="403"/>
            <ac:picMk id="14" creationId="{9A6659A1-1B03-E5C0-9B4D-BE32047950BA}"/>
          </ac:picMkLst>
        </pc:picChg>
      </pc:sldChg>
      <pc:sldChg chg="addSp delSp modSp add mod">
        <pc:chgData name="Viet Pham Hoang" userId="daff2273dfcb736e" providerId="LiveId" clId="{7864E128-F8E5-4C3B-B427-8C25E8C185A6}" dt="2025-11-25T15:40:39.203" v="8461" actId="20577"/>
        <pc:sldMkLst>
          <pc:docMk/>
          <pc:sldMk cId="4052209774" sldId="404"/>
        </pc:sldMkLst>
        <pc:spChg chg="mod">
          <ac:chgData name="Viet Pham Hoang" userId="daff2273dfcb736e" providerId="LiveId" clId="{7864E128-F8E5-4C3B-B427-8C25E8C185A6}" dt="2025-11-25T15:40:39.203" v="8461" actId="20577"/>
          <ac:spMkLst>
            <pc:docMk/>
            <pc:sldMk cId="4052209774" sldId="404"/>
            <ac:spMk id="31747" creationId="{E67494C4-6A3B-FDB0-DB3E-DC2C3DD34C58}"/>
          </ac:spMkLst>
        </pc:spChg>
        <pc:grpChg chg="add mod">
          <ac:chgData name="Viet Pham Hoang" userId="daff2273dfcb736e" providerId="LiveId" clId="{7864E128-F8E5-4C3B-B427-8C25E8C185A6}" dt="2025-11-22T15:03:22.099" v="7484" actId="164"/>
          <ac:grpSpMkLst>
            <pc:docMk/>
            <pc:sldMk cId="4052209774" sldId="404"/>
            <ac:grpSpMk id="6" creationId="{F1C34001-EE21-025E-D1AB-15EB8D780D92}"/>
          </ac:grpSpMkLst>
        </pc:grpChg>
        <pc:picChg chg="add mod">
          <ac:chgData name="Viet Pham Hoang" userId="daff2273dfcb736e" providerId="LiveId" clId="{7864E128-F8E5-4C3B-B427-8C25E8C185A6}" dt="2025-11-22T15:03:22.099" v="7484" actId="164"/>
          <ac:picMkLst>
            <pc:docMk/>
            <pc:sldMk cId="4052209774" sldId="404"/>
            <ac:picMk id="3" creationId="{4A1A1920-082E-C97A-48B5-C733F756A586}"/>
          </ac:picMkLst>
        </pc:picChg>
        <pc:picChg chg="add mod">
          <ac:chgData name="Viet Pham Hoang" userId="daff2273dfcb736e" providerId="LiveId" clId="{7864E128-F8E5-4C3B-B427-8C25E8C185A6}" dt="2025-11-22T15:03:22.099" v="7484" actId="164"/>
          <ac:picMkLst>
            <pc:docMk/>
            <pc:sldMk cId="4052209774" sldId="404"/>
            <ac:picMk id="5" creationId="{2FA71B53-1185-AE74-C38E-8895EE419B5A}"/>
          </ac:picMkLst>
        </pc:picChg>
      </pc:sldChg>
      <pc:sldChg chg="addSp delSp modSp add mod">
        <pc:chgData name="Viet Pham Hoang" userId="daff2273dfcb736e" providerId="LiveId" clId="{7864E128-F8E5-4C3B-B427-8C25E8C185A6}" dt="2025-11-25T15:40:55.071" v="8495" actId="20577"/>
        <pc:sldMkLst>
          <pc:docMk/>
          <pc:sldMk cId="978911805" sldId="405"/>
        </pc:sldMkLst>
        <pc:spChg chg="mod">
          <ac:chgData name="Viet Pham Hoang" userId="daff2273dfcb736e" providerId="LiveId" clId="{7864E128-F8E5-4C3B-B427-8C25E8C185A6}" dt="2025-11-25T15:40:55.071" v="8495" actId="20577"/>
          <ac:spMkLst>
            <pc:docMk/>
            <pc:sldMk cId="978911805" sldId="405"/>
            <ac:spMk id="31747" creationId="{B550006C-4B87-42B9-E8CF-70F348BAC630}"/>
          </ac:spMkLst>
        </pc:spChg>
        <pc:picChg chg="add mod">
          <ac:chgData name="Viet Pham Hoang" userId="daff2273dfcb736e" providerId="LiveId" clId="{7864E128-F8E5-4C3B-B427-8C25E8C185A6}" dt="2025-11-22T15:04:50.405" v="7489" actId="1076"/>
          <ac:picMkLst>
            <pc:docMk/>
            <pc:sldMk cId="978911805" sldId="405"/>
            <ac:picMk id="4" creationId="{29CF7E4A-58C1-746C-6825-312F1CB64609}"/>
          </ac:picMkLst>
        </pc:picChg>
        <pc:picChg chg="add mod">
          <ac:chgData name="Viet Pham Hoang" userId="daff2273dfcb736e" providerId="LiveId" clId="{7864E128-F8E5-4C3B-B427-8C25E8C185A6}" dt="2025-11-22T15:05:22.085" v="7491" actId="1076"/>
          <ac:picMkLst>
            <pc:docMk/>
            <pc:sldMk cId="978911805" sldId="405"/>
            <ac:picMk id="8" creationId="{BEE8EF56-D423-6CFC-346A-EAA9F4C31698}"/>
          </ac:picMkLst>
        </pc:picChg>
        <pc:picChg chg="add mod">
          <ac:chgData name="Viet Pham Hoang" userId="daff2273dfcb736e" providerId="LiveId" clId="{7864E128-F8E5-4C3B-B427-8C25E8C185A6}" dt="2025-11-22T15:05:54.164" v="7493" actId="1076"/>
          <ac:picMkLst>
            <pc:docMk/>
            <pc:sldMk cId="978911805" sldId="405"/>
            <ac:picMk id="10" creationId="{391F44B5-C3B3-D69F-8C72-04640FCB2EB7}"/>
          </ac:picMkLst>
        </pc:picChg>
      </pc:sldChg>
      <pc:sldChg chg="delSp modSp add mod">
        <pc:chgData name="Viet Pham Hoang" userId="daff2273dfcb736e" providerId="LiveId" clId="{7864E128-F8E5-4C3B-B427-8C25E8C185A6}" dt="2025-11-22T15:19:08.276" v="7549" actId="20577"/>
        <pc:sldMkLst>
          <pc:docMk/>
          <pc:sldMk cId="4044976681" sldId="406"/>
        </pc:sldMkLst>
        <pc:spChg chg="mod">
          <ac:chgData name="Viet Pham Hoang" userId="daff2273dfcb736e" providerId="LiveId" clId="{7864E128-F8E5-4C3B-B427-8C25E8C185A6}" dt="2025-11-22T15:19:08.276" v="7549" actId="20577"/>
          <ac:spMkLst>
            <pc:docMk/>
            <pc:sldMk cId="4044976681" sldId="406"/>
            <ac:spMk id="31747" creationId="{C6B547C8-EB82-BA9E-500D-6CD84CC916C3}"/>
          </ac:spMkLst>
        </pc:spChg>
      </pc:sldChg>
      <pc:sldChg chg="modSp add mod">
        <pc:chgData name="Viet Pham Hoang" userId="daff2273dfcb736e" providerId="LiveId" clId="{7864E128-F8E5-4C3B-B427-8C25E8C185A6}" dt="2025-11-22T15:23:46.284" v="7560" actId="12"/>
        <pc:sldMkLst>
          <pc:docMk/>
          <pc:sldMk cId="2054333314" sldId="407"/>
        </pc:sldMkLst>
        <pc:spChg chg="mod">
          <ac:chgData name="Viet Pham Hoang" userId="daff2273dfcb736e" providerId="LiveId" clId="{7864E128-F8E5-4C3B-B427-8C25E8C185A6}" dt="2025-11-22T15:23:46.284" v="7560" actId="12"/>
          <ac:spMkLst>
            <pc:docMk/>
            <pc:sldMk cId="2054333314" sldId="407"/>
            <ac:spMk id="31747" creationId="{BC1AC9FA-0A93-DE74-187B-F2385A1158D8}"/>
          </ac:spMkLst>
        </pc:spChg>
      </pc:sldChg>
      <pc:sldChg chg="addSp modSp add mod">
        <pc:chgData name="Viet Pham Hoang" userId="daff2273dfcb736e" providerId="LiveId" clId="{7864E128-F8E5-4C3B-B427-8C25E8C185A6}" dt="2025-11-22T15:26:39.108" v="7589" actId="1076"/>
        <pc:sldMkLst>
          <pc:docMk/>
          <pc:sldMk cId="3994443849" sldId="408"/>
        </pc:sldMkLst>
        <pc:spChg chg="mod">
          <ac:chgData name="Viet Pham Hoang" userId="daff2273dfcb736e" providerId="LiveId" clId="{7864E128-F8E5-4C3B-B427-8C25E8C185A6}" dt="2025-11-22T15:26:23.808" v="7587" actId="20577"/>
          <ac:spMkLst>
            <pc:docMk/>
            <pc:sldMk cId="3994443849" sldId="408"/>
            <ac:spMk id="31747" creationId="{1568D281-4DA2-88DD-D1BD-65ACD723F29B}"/>
          </ac:spMkLst>
        </pc:spChg>
        <pc:picChg chg="add mod">
          <ac:chgData name="Viet Pham Hoang" userId="daff2273dfcb736e" providerId="LiveId" clId="{7864E128-F8E5-4C3B-B427-8C25E8C185A6}" dt="2025-11-22T15:26:39.108" v="7589" actId="1076"/>
          <ac:picMkLst>
            <pc:docMk/>
            <pc:sldMk cId="3994443849" sldId="408"/>
            <ac:picMk id="3" creationId="{D2E16DBD-5EA4-C2BA-D32B-3F993EA6CB20}"/>
          </ac:picMkLst>
        </pc:picChg>
      </pc:sldChg>
      <pc:sldChg chg="modSp add mod">
        <pc:chgData name="Viet Pham Hoang" userId="daff2273dfcb736e" providerId="LiveId" clId="{7864E128-F8E5-4C3B-B427-8C25E8C185A6}" dt="2025-11-23T04:36:16.621" v="8110" actId="20577"/>
        <pc:sldMkLst>
          <pc:docMk/>
          <pc:sldMk cId="738980277" sldId="409"/>
        </pc:sldMkLst>
        <pc:spChg chg="mod">
          <ac:chgData name="Viet Pham Hoang" userId="daff2273dfcb736e" providerId="LiveId" clId="{7864E128-F8E5-4C3B-B427-8C25E8C185A6}" dt="2025-11-23T04:36:16.621" v="8110" actId="20577"/>
          <ac:spMkLst>
            <pc:docMk/>
            <pc:sldMk cId="738980277" sldId="409"/>
            <ac:spMk id="31747" creationId="{E1E7B4B8-B0A4-BE47-CFA4-A85C5789584C}"/>
          </ac:spMkLst>
        </pc:spChg>
      </pc:sldChg>
      <pc:sldChg chg="addSp delSp modSp add mod">
        <pc:chgData name="Viet Pham Hoang" userId="daff2273dfcb736e" providerId="LiveId" clId="{7864E128-F8E5-4C3B-B427-8C25E8C185A6}" dt="2025-11-22T15:36:34.908" v="7770" actId="1037"/>
        <pc:sldMkLst>
          <pc:docMk/>
          <pc:sldMk cId="3397358085" sldId="410"/>
        </pc:sldMkLst>
        <pc:spChg chg="mod">
          <ac:chgData name="Viet Pham Hoang" userId="daff2273dfcb736e" providerId="LiveId" clId="{7864E128-F8E5-4C3B-B427-8C25E8C185A6}" dt="2025-11-22T15:34:59.859" v="7750" actId="20577"/>
          <ac:spMkLst>
            <pc:docMk/>
            <pc:sldMk cId="3397358085" sldId="410"/>
            <ac:spMk id="31747" creationId="{E72947B0-97CF-FA11-31D7-BFDAEE15AFAF}"/>
          </ac:spMkLst>
        </pc:spChg>
        <pc:picChg chg="add mod">
          <ac:chgData name="Viet Pham Hoang" userId="daff2273dfcb736e" providerId="LiveId" clId="{7864E128-F8E5-4C3B-B427-8C25E8C185A6}" dt="2025-11-22T15:35:40.613" v="7757" actId="14100"/>
          <ac:picMkLst>
            <pc:docMk/>
            <pc:sldMk cId="3397358085" sldId="410"/>
            <ac:picMk id="4" creationId="{2901FD3B-C547-EB71-F576-E64071BE4DB4}"/>
          </ac:picMkLst>
        </pc:picChg>
        <pc:picChg chg="add mod">
          <ac:chgData name="Viet Pham Hoang" userId="daff2273dfcb736e" providerId="LiveId" clId="{7864E128-F8E5-4C3B-B427-8C25E8C185A6}" dt="2025-11-22T15:35:37.091" v="7756" actId="14100"/>
          <ac:picMkLst>
            <pc:docMk/>
            <pc:sldMk cId="3397358085" sldId="410"/>
            <ac:picMk id="6" creationId="{E46A2C76-1EE6-6F1C-B656-616EEC8F0C03}"/>
          </ac:picMkLst>
        </pc:picChg>
        <pc:picChg chg="add mod">
          <ac:chgData name="Viet Pham Hoang" userId="daff2273dfcb736e" providerId="LiveId" clId="{7864E128-F8E5-4C3B-B427-8C25E8C185A6}" dt="2025-11-22T15:36:34.908" v="7770" actId="1037"/>
          <ac:picMkLst>
            <pc:docMk/>
            <pc:sldMk cId="3397358085" sldId="410"/>
            <ac:picMk id="8" creationId="{4C2D007F-981E-FDBB-72F0-81622AD89D7E}"/>
          </ac:picMkLst>
        </pc:picChg>
        <pc:picChg chg="add mod">
          <ac:chgData name="Viet Pham Hoang" userId="daff2273dfcb736e" providerId="LiveId" clId="{7864E128-F8E5-4C3B-B427-8C25E8C185A6}" dt="2025-11-22T15:36:29.225" v="7768" actId="1038"/>
          <ac:picMkLst>
            <pc:docMk/>
            <pc:sldMk cId="3397358085" sldId="410"/>
            <ac:picMk id="10" creationId="{E921F3D3-374E-D883-B209-B4ABF78235EB}"/>
          </ac:picMkLst>
        </pc:picChg>
      </pc:sldChg>
      <pc:sldChg chg="addSp delSp modSp add mod">
        <pc:chgData name="Viet Pham Hoang" userId="daff2273dfcb736e" providerId="LiveId" clId="{7864E128-F8E5-4C3B-B427-8C25E8C185A6}" dt="2025-11-22T15:39:08.628" v="7799" actId="14100"/>
        <pc:sldMkLst>
          <pc:docMk/>
          <pc:sldMk cId="3098300563" sldId="411"/>
        </pc:sldMkLst>
        <pc:spChg chg="mod">
          <ac:chgData name="Viet Pham Hoang" userId="daff2273dfcb736e" providerId="LiveId" clId="{7864E128-F8E5-4C3B-B427-8C25E8C185A6}" dt="2025-11-22T15:36:51.619" v="7773" actId="6549"/>
          <ac:spMkLst>
            <pc:docMk/>
            <pc:sldMk cId="3098300563" sldId="411"/>
            <ac:spMk id="31747" creationId="{5FABAAA4-15F4-CEBC-E463-E902D9C36D7A}"/>
          </ac:spMkLst>
        </pc:spChg>
        <pc:picChg chg="add mod">
          <ac:chgData name="Viet Pham Hoang" userId="daff2273dfcb736e" providerId="LiveId" clId="{7864E128-F8E5-4C3B-B427-8C25E8C185A6}" dt="2025-11-22T15:37:19.684" v="7780" actId="14100"/>
          <ac:picMkLst>
            <pc:docMk/>
            <pc:sldMk cId="3098300563" sldId="411"/>
            <ac:picMk id="3" creationId="{28A51883-8102-5C5F-EA4B-8D08BD750B0A}"/>
          </ac:picMkLst>
        </pc:picChg>
        <pc:picChg chg="mod">
          <ac:chgData name="Viet Pham Hoang" userId="daff2273dfcb736e" providerId="LiveId" clId="{7864E128-F8E5-4C3B-B427-8C25E8C185A6}" dt="2025-11-22T15:36:56.069" v="7775" actId="1076"/>
          <ac:picMkLst>
            <pc:docMk/>
            <pc:sldMk cId="3098300563" sldId="411"/>
            <ac:picMk id="4" creationId="{C4837349-6ADB-1C9E-5803-9B2E4C67E00E}"/>
          </ac:picMkLst>
        </pc:picChg>
        <pc:picChg chg="add mod">
          <ac:chgData name="Viet Pham Hoang" userId="daff2273dfcb736e" providerId="LiveId" clId="{7864E128-F8E5-4C3B-B427-8C25E8C185A6}" dt="2025-11-22T15:37:43.333" v="7784" actId="1076"/>
          <ac:picMkLst>
            <pc:docMk/>
            <pc:sldMk cId="3098300563" sldId="411"/>
            <ac:picMk id="7" creationId="{13678BEC-1DCC-0A5B-4ECB-1391144C265F}"/>
          </ac:picMkLst>
        </pc:picChg>
        <pc:picChg chg="mod">
          <ac:chgData name="Viet Pham Hoang" userId="daff2273dfcb736e" providerId="LiveId" clId="{7864E128-F8E5-4C3B-B427-8C25E8C185A6}" dt="2025-11-22T15:37:22.453" v="7781" actId="1076"/>
          <ac:picMkLst>
            <pc:docMk/>
            <pc:sldMk cId="3098300563" sldId="411"/>
            <ac:picMk id="10" creationId="{28F974B1-DAD8-FBC5-2BC7-1ACE30AAFD6B}"/>
          </ac:picMkLst>
        </pc:picChg>
        <pc:picChg chg="add mod">
          <ac:chgData name="Viet Pham Hoang" userId="daff2273dfcb736e" providerId="LiveId" clId="{7864E128-F8E5-4C3B-B427-8C25E8C185A6}" dt="2025-11-22T15:38:25.076" v="7790" actId="14100"/>
          <ac:picMkLst>
            <pc:docMk/>
            <pc:sldMk cId="3098300563" sldId="411"/>
            <ac:picMk id="11" creationId="{3A2C2512-2EE7-3E60-83A4-F1DBF3CAB58A}"/>
          </ac:picMkLst>
        </pc:picChg>
        <pc:picChg chg="add mod">
          <ac:chgData name="Viet Pham Hoang" userId="daff2273dfcb736e" providerId="LiveId" clId="{7864E128-F8E5-4C3B-B427-8C25E8C185A6}" dt="2025-11-22T15:38:41.073" v="7794" actId="1035"/>
          <ac:picMkLst>
            <pc:docMk/>
            <pc:sldMk cId="3098300563" sldId="411"/>
            <ac:picMk id="13" creationId="{3276F1AF-FC1F-CAE8-A20C-2FB7B3E96E3A}"/>
          </ac:picMkLst>
        </pc:picChg>
        <pc:picChg chg="add mod">
          <ac:chgData name="Viet Pham Hoang" userId="daff2273dfcb736e" providerId="LiveId" clId="{7864E128-F8E5-4C3B-B427-8C25E8C185A6}" dt="2025-11-22T15:39:08.628" v="7799" actId="14100"/>
          <ac:picMkLst>
            <pc:docMk/>
            <pc:sldMk cId="3098300563" sldId="411"/>
            <ac:picMk id="15" creationId="{343C33E0-884A-C1D4-4654-E7F1DE34C439}"/>
          </ac:picMkLst>
        </pc:picChg>
      </pc:sldChg>
      <pc:sldChg chg="addSp delSp modSp add mod">
        <pc:chgData name="Viet Pham Hoang" userId="daff2273dfcb736e" providerId="LiveId" clId="{7864E128-F8E5-4C3B-B427-8C25E8C185A6}" dt="2025-11-22T15:45:02.572" v="7848" actId="1037"/>
        <pc:sldMkLst>
          <pc:docMk/>
          <pc:sldMk cId="2372878489" sldId="412"/>
        </pc:sldMkLst>
        <pc:picChg chg="mod">
          <ac:chgData name="Viet Pham Hoang" userId="daff2273dfcb736e" providerId="LiveId" clId="{7864E128-F8E5-4C3B-B427-8C25E8C185A6}" dt="2025-11-22T15:43:49.640" v="7832" actId="1035"/>
          <ac:picMkLst>
            <pc:docMk/>
            <pc:sldMk cId="2372878489" sldId="412"/>
            <ac:picMk id="3" creationId="{E41FE245-F549-410C-7C4F-361AB3442500}"/>
          </ac:picMkLst>
        </pc:picChg>
        <pc:picChg chg="add mod">
          <ac:chgData name="Viet Pham Hoang" userId="daff2273dfcb736e" providerId="LiveId" clId="{7864E128-F8E5-4C3B-B427-8C25E8C185A6}" dt="2025-11-22T15:43:49.640" v="7832" actId="1035"/>
          <ac:picMkLst>
            <pc:docMk/>
            <pc:sldMk cId="2372878489" sldId="412"/>
            <ac:picMk id="8" creationId="{4D1946C0-B945-E1AE-8D93-E3901D7D87F1}"/>
          </ac:picMkLst>
        </pc:picChg>
        <pc:picChg chg="add mod">
          <ac:chgData name="Viet Pham Hoang" userId="daff2273dfcb736e" providerId="LiveId" clId="{7864E128-F8E5-4C3B-B427-8C25E8C185A6}" dt="2025-11-22T15:44:26.354" v="7843"/>
          <ac:picMkLst>
            <pc:docMk/>
            <pc:sldMk cId="2372878489" sldId="412"/>
            <ac:picMk id="9" creationId="{3CA6DA47-03ED-1A46-AD87-E9E5B9E11FEB}"/>
          </ac:picMkLst>
        </pc:picChg>
        <pc:picChg chg="mod">
          <ac:chgData name="Viet Pham Hoang" userId="daff2273dfcb736e" providerId="LiveId" clId="{7864E128-F8E5-4C3B-B427-8C25E8C185A6}" dt="2025-11-22T15:44:23.006" v="7842" actId="1036"/>
          <ac:picMkLst>
            <pc:docMk/>
            <pc:sldMk cId="2372878489" sldId="412"/>
            <ac:picMk id="10" creationId="{29FE0185-D6A9-562F-8D44-50AAD76CF876}"/>
          </ac:picMkLst>
        </pc:picChg>
        <pc:picChg chg="add mod">
          <ac:chgData name="Viet Pham Hoang" userId="daff2273dfcb736e" providerId="LiveId" clId="{7864E128-F8E5-4C3B-B427-8C25E8C185A6}" dt="2025-11-22T15:45:02.572" v="7848" actId="1037"/>
          <ac:picMkLst>
            <pc:docMk/>
            <pc:sldMk cId="2372878489" sldId="412"/>
            <ac:picMk id="14" creationId="{F4ACEB78-0C42-697F-E2FF-CE7742AA82C9}"/>
          </ac:picMkLst>
        </pc:picChg>
      </pc:sldChg>
      <pc:sldChg chg="addSp delSp modSp add mod">
        <pc:chgData name="Viet Pham Hoang" userId="daff2273dfcb736e" providerId="LiveId" clId="{7864E128-F8E5-4C3B-B427-8C25E8C185A6}" dt="2025-11-22T15:48:47.764" v="7879" actId="1076"/>
        <pc:sldMkLst>
          <pc:docMk/>
          <pc:sldMk cId="3095036815" sldId="413"/>
        </pc:sldMkLst>
        <pc:spChg chg="mod">
          <ac:chgData name="Viet Pham Hoang" userId="daff2273dfcb736e" providerId="LiveId" clId="{7864E128-F8E5-4C3B-B427-8C25E8C185A6}" dt="2025-11-22T15:47:47.236" v="7865" actId="20577"/>
          <ac:spMkLst>
            <pc:docMk/>
            <pc:sldMk cId="3095036815" sldId="413"/>
            <ac:spMk id="31747" creationId="{6A4E228A-2578-C7DF-D139-BF4C0B6A8F3D}"/>
          </ac:spMkLst>
        </pc:spChg>
        <pc:picChg chg="add mod">
          <ac:chgData name="Viet Pham Hoang" userId="daff2273dfcb736e" providerId="LiveId" clId="{7864E128-F8E5-4C3B-B427-8C25E8C185A6}" dt="2025-11-22T15:46:28.452" v="7852" actId="1076"/>
          <ac:picMkLst>
            <pc:docMk/>
            <pc:sldMk cId="3095036815" sldId="413"/>
            <ac:picMk id="3" creationId="{48857E61-7143-4728-75E8-22B8BE890072}"/>
          </ac:picMkLst>
        </pc:picChg>
        <pc:picChg chg="add mod">
          <ac:chgData name="Viet Pham Hoang" userId="daff2273dfcb736e" providerId="LiveId" clId="{7864E128-F8E5-4C3B-B427-8C25E8C185A6}" dt="2025-11-22T15:47:13.388" v="7859" actId="1076"/>
          <ac:picMkLst>
            <pc:docMk/>
            <pc:sldMk cId="3095036815" sldId="413"/>
            <ac:picMk id="7" creationId="{E81B3480-D09B-1948-A5D1-B63623A54220}"/>
          </ac:picMkLst>
        </pc:picChg>
        <pc:picChg chg="add mod">
          <ac:chgData name="Viet Pham Hoang" userId="daff2273dfcb736e" providerId="LiveId" clId="{7864E128-F8E5-4C3B-B427-8C25E8C185A6}" dt="2025-11-22T15:47:44.260" v="7863" actId="1076"/>
          <ac:picMkLst>
            <pc:docMk/>
            <pc:sldMk cId="3095036815" sldId="413"/>
            <ac:picMk id="11" creationId="{1927D90C-4537-D7F3-8715-AFCAAC2002BB}"/>
          </ac:picMkLst>
        </pc:picChg>
        <pc:picChg chg="add mod">
          <ac:chgData name="Viet Pham Hoang" userId="daff2273dfcb736e" providerId="LiveId" clId="{7864E128-F8E5-4C3B-B427-8C25E8C185A6}" dt="2025-11-22T15:48:36.285" v="7875" actId="14100"/>
          <ac:picMkLst>
            <pc:docMk/>
            <pc:sldMk cId="3095036815" sldId="413"/>
            <ac:picMk id="13" creationId="{41EB5FCD-C797-9ACD-5573-1EC0F8787A5F}"/>
          </ac:picMkLst>
        </pc:picChg>
        <pc:picChg chg="add mod">
          <ac:chgData name="Viet Pham Hoang" userId="daff2273dfcb736e" providerId="LiveId" clId="{7864E128-F8E5-4C3B-B427-8C25E8C185A6}" dt="2025-11-22T15:48:31.059" v="7873" actId="14100"/>
          <ac:picMkLst>
            <pc:docMk/>
            <pc:sldMk cId="3095036815" sldId="413"/>
            <ac:picMk id="15" creationId="{5C4B2E81-977F-A93D-CB9E-BD61F72EE241}"/>
          </ac:picMkLst>
        </pc:picChg>
        <pc:picChg chg="add mod">
          <ac:chgData name="Viet Pham Hoang" userId="daff2273dfcb736e" providerId="LiveId" clId="{7864E128-F8E5-4C3B-B427-8C25E8C185A6}" dt="2025-11-22T15:48:47.764" v="7879" actId="1076"/>
          <ac:picMkLst>
            <pc:docMk/>
            <pc:sldMk cId="3095036815" sldId="413"/>
            <ac:picMk id="17" creationId="{ED812796-9711-B443-7695-C49FD6B1D2B8}"/>
          </ac:picMkLst>
        </pc:picChg>
      </pc:sldChg>
      <pc:sldChg chg="modSp add mod">
        <pc:chgData name="Viet Pham Hoang" userId="daff2273dfcb736e" providerId="LiveId" clId="{7864E128-F8E5-4C3B-B427-8C25E8C185A6}" dt="2025-11-25T15:19:36.632" v="8203" actId="255"/>
        <pc:sldMkLst>
          <pc:docMk/>
          <pc:sldMk cId="4014585195" sldId="414"/>
        </pc:sldMkLst>
        <pc:spChg chg="mod">
          <ac:chgData name="Viet Pham Hoang" userId="daff2273dfcb736e" providerId="LiveId" clId="{7864E128-F8E5-4C3B-B427-8C25E8C185A6}" dt="2025-11-25T15:19:36.632" v="8203" actId="255"/>
          <ac:spMkLst>
            <pc:docMk/>
            <pc:sldMk cId="4014585195" sldId="414"/>
            <ac:spMk id="31747" creationId="{802C6C3F-FDCB-B12B-6908-6D0F451500DC}"/>
          </ac:spMkLst>
        </pc:spChg>
      </pc:sldChg>
      <pc:sldChg chg="modSp add mod">
        <pc:chgData name="Viet Pham Hoang" userId="daff2273dfcb736e" providerId="LiveId" clId="{7864E128-F8E5-4C3B-B427-8C25E8C185A6}" dt="2025-11-25T15:21:39.400" v="8214" actId="15"/>
        <pc:sldMkLst>
          <pc:docMk/>
          <pc:sldMk cId="1877019678" sldId="415"/>
        </pc:sldMkLst>
        <pc:spChg chg="mod">
          <ac:chgData name="Viet Pham Hoang" userId="daff2273dfcb736e" providerId="LiveId" clId="{7864E128-F8E5-4C3B-B427-8C25E8C185A6}" dt="2025-11-25T15:21:39.400" v="8214" actId="15"/>
          <ac:spMkLst>
            <pc:docMk/>
            <pc:sldMk cId="1877019678" sldId="415"/>
            <ac:spMk id="31747" creationId="{BA569302-B7B1-7628-6760-F2E71A447BFB}"/>
          </ac:spMkLst>
        </pc:spChg>
      </pc:sldChg>
      <pc:sldChg chg="modSp add mod">
        <pc:chgData name="Viet Pham Hoang" userId="daff2273dfcb736e" providerId="LiveId" clId="{7864E128-F8E5-4C3B-B427-8C25E8C185A6}" dt="2025-11-25T15:26:31.610" v="8280" actId="20577"/>
        <pc:sldMkLst>
          <pc:docMk/>
          <pc:sldMk cId="2900000413" sldId="416"/>
        </pc:sldMkLst>
        <pc:spChg chg="mod">
          <ac:chgData name="Viet Pham Hoang" userId="daff2273dfcb736e" providerId="LiveId" clId="{7864E128-F8E5-4C3B-B427-8C25E8C185A6}" dt="2025-11-25T15:26:31.610" v="8280" actId="20577"/>
          <ac:spMkLst>
            <pc:docMk/>
            <pc:sldMk cId="2900000413" sldId="416"/>
            <ac:spMk id="31747" creationId="{759B276D-1AC3-BA6E-FE1F-E8969CB35526}"/>
          </ac:spMkLst>
        </pc:spChg>
      </pc:sldChg>
      <pc:sldChg chg="modSp add mod">
        <pc:chgData name="Viet Pham Hoang" userId="daff2273dfcb736e" providerId="LiveId" clId="{7864E128-F8E5-4C3B-B427-8C25E8C185A6}" dt="2025-11-25T15:30:49.335" v="8336" actId="2711"/>
        <pc:sldMkLst>
          <pc:docMk/>
          <pc:sldMk cId="3033901192" sldId="417"/>
        </pc:sldMkLst>
        <pc:spChg chg="mod">
          <ac:chgData name="Viet Pham Hoang" userId="daff2273dfcb736e" providerId="LiveId" clId="{7864E128-F8E5-4C3B-B427-8C25E8C185A6}" dt="2025-11-25T15:30:49.335" v="8336" actId="2711"/>
          <ac:spMkLst>
            <pc:docMk/>
            <pc:sldMk cId="3033901192" sldId="417"/>
            <ac:spMk id="31747" creationId="{9538618E-5849-30FA-4F4B-CFEAE033B15B}"/>
          </ac:spMkLst>
        </pc:spChg>
      </pc:sldChg>
      <pc:sldChg chg="modSp add mod">
        <pc:chgData name="Viet Pham Hoang" userId="daff2273dfcb736e" providerId="LiveId" clId="{7864E128-F8E5-4C3B-B427-8C25E8C185A6}" dt="2025-11-25T15:37:40.059" v="8403" actId="15"/>
        <pc:sldMkLst>
          <pc:docMk/>
          <pc:sldMk cId="3712070473" sldId="418"/>
        </pc:sldMkLst>
        <pc:spChg chg="mod">
          <ac:chgData name="Viet Pham Hoang" userId="daff2273dfcb736e" providerId="LiveId" clId="{7864E128-F8E5-4C3B-B427-8C25E8C185A6}" dt="2025-11-25T15:37:40.059" v="8403" actId="15"/>
          <ac:spMkLst>
            <pc:docMk/>
            <pc:sldMk cId="3712070473" sldId="418"/>
            <ac:spMk id="31747" creationId="{390B9E4D-A8E7-9556-FC85-3CF5220BFC17}"/>
          </ac:spMkLst>
        </pc:spChg>
      </pc:sldChg>
      <pc:sldChg chg="modSp add mod">
        <pc:chgData name="Viet Pham Hoang" userId="daff2273dfcb736e" providerId="LiveId" clId="{7864E128-F8E5-4C3B-B427-8C25E8C185A6}" dt="2025-11-25T15:38:57.717" v="8416" actId="12"/>
        <pc:sldMkLst>
          <pc:docMk/>
          <pc:sldMk cId="3392579203" sldId="419"/>
        </pc:sldMkLst>
        <pc:spChg chg="mod">
          <ac:chgData name="Viet Pham Hoang" userId="daff2273dfcb736e" providerId="LiveId" clId="{7864E128-F8E5-4C3B-B427-8C25E8C185A6}" dt="2025-11-25T15:38:57.717" v="8416" actId="12"/>
          <ac:spMkLst>
            <pc:docMk/>
            <pc:sldMk cId="3392579203" sldId="419"/>
            <ac:spMk id="31747" creationId="{68C9F8E4-4D52-428F-0197-2F15AF773A84}"/>
          </ac:spMkLst>
        </pc:spChg>
      </pc:sldChg>
      <pc:sldChg chg="modSp add mod">
        <pc:chgData name="Viet Pham Hoang" userId="daff2273dfcb736e" providerId="LiveId" clId="{7864E128-F8E5-4C3B-B427-8C25E8C185A6}" dt="2025-11-25T15:46:16.608" v="8655" actId="12"/>
        <pc:sldMkLst>
          <pc:docMk/>
          <pc:sldMk cId="1648025707" sldId="420"/>
        </pc:sldMkLst>
        <pc:spChg chg="mod">
          <ac:chgData name="Viet Pham Hoang" userId="daff2273dfcb736e" providerId="LiveId" clId="{7864E128-F8E5-4C3B-B427-8C25E8C185A6}" dt="2025-11-25T15:46:16.608" v="8655" actId="12"/>
          <ac:spMkLst>
            <pc:docMk/>
            <pc:sldMk cId="1648025707" sldId="420"/>
            <ac:spMk id="31747" creationId="{6823FA9B-4311-4E64-8077-FE76A2A51142}"/>
          </ac:spMkLst>
        </pc:spChg>
      </pc:sldChg>
      <pc:sldChg chg="add">
        <pc:chgData name="Viet Pham Hoang" userId="daff2273dfcb736e" providerId="LiveId" clId="{7864E128-F8E5-4C3B-B427-8C25E8C185A6}" dt="2025-11-25T15:46:41.078" v="8656"/>
        <pc:sldMkLst>
          <pc:docMk/>
          <pc:sldMk cId="1729878010" sldId="421"/>
        </pc:sldMkLst>
      </pc:sldChg>
      <pc:sldChg chg="modSp add mod">
        <pc:chgData name="Viet Pham Hoang" userId="daff2273dfcb736e" providerId="LiveId" clId="{7864E128-F8E5-4C3B-B427-8C25E8C185A6}" dt="2025-11-25T15:47:54.263" v="8668" actId="15"/>
        <pc:sldMkLst>
          <pc:docMk/>
          <pc:sldMk cId="1686574255" sldId="422"/>
        </pc:sldMkLst>
        <pc:spChg chg="mod">
          <ac:chgData name="Viet Pham Hoang" userId="daff2273dfcb736e" providerId="LiveId" clId="{7864E128-F8E5-4C3B-B427-8C25E8C185A6}" dt="2025-11-25T15:47:54.263" v="8668" actId="15"/>
          <ac:spMkLst>
            <pc:docMk/>
            <pc:sldMk cId="1686574255" sldId="422"/>
            <ac:spMk id="31747" creationId="{452F6D6F-AAB6-3B68-B2FD-5B0CC2037288}"/>
          </ac:spMkLst>
        </pc:spChg>
      </pc:sldChg>
      <pc:sldChg chg="modSp add mod">
        <pc:chgData name="Viet Pham Hoang" userId="daff2273dfcb736e" providerId="LiveId" clId="{7864E128-F8E5-4C3B-B427-8C25E8C185A6}" dt="2025-11-25T15:55:07.202" v="8764" actId="255"/>
        <pc:sldMkLst>
          <pc:docMk/>
          <pc:sldMk cId="2704334806" sldId="423"/>
        </pc:sldMkLst>
        <pc:spChg chg="mod">
          <ac:chgData name="Viet Pham Hoang" userId="daff2273dfcb736e" providerId="LiveId" clId="{7864E128-F8E5-4C3B-B427-8C25E8C185A6}" dt="2025-11-25T15:55:07.202" v="8764" actId="255"/>
          <ac:spMkLst>
            <pc:docMk/>
            <pc:sldMk cId="2704334806" sldId="423"/>
            <ac:spMk id="31747" creationId="{DD06E028-6F8E-F9A5-6D34-C80F6EAE7C9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9F93347-9E3B-4D42-B9E0-98FE3BD6FFA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p>
        </p:txBody>
      </p:sp>
      <p:sp>
        <p:nvSpPr>
          <p:cNvPr id="56323" name="Rectangle 3">
            <a:extLst>
              <a:ext uri="{FF2B5EF4-FFF2-40B4-BE49-F238E27FC236}">
                <a16:creationId xmlns:a16="http://schemas.microsoft.com/office/drawing/2014/main" id="{46877048-5F8C-435A-9D8C-1D5B0FA9385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934D041F-1863-43F5-BB9E-46A9707583B6}" type="datetimeFigureOut">
              <a:rPr lang="en-US"/>
              <a:pPr>
                <a:defRPr/>
              </a:pPr>
              <a:t>11/25/2025</a:t>
            </a:fld>
            <a:endParaRPr lang="en-US"/>
          </a:p>
        </p:txBody>
      </p:sp>
      <p:sp>
        <p:nvSpPr>
          <p:cNvPr id="56324" name="Rectangle 4">
            <a:extLst>
              <a:ext uri="{FF2B5EF4-FFF2-40B4-BE49-F238E27FC236}">
                <a16:creationId xmlns:a16="http://schemas.microsoft.com/office/drawing/2014/main" id="{315D30AE-C4DA-46EA-AD7B-F8E3C4FB0C4B}"/>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p>
        </p:txBody>
      </p:sp>
      <p:sp>
        <p:nvSpPr>
          <p:cNvPr id="56325" name="Rectangle 5">
            <a:extLst>
              <a:ext uri="{FF2B5EF4-FFF2-40B4-BE49-F238E27FC236}">
                <a16:creationId xmlns:a16="http://schemas.microsoft.com/office/drawing/2014/main" id="{51A1DB38-68FA-4DDD-85FD-84BA7ADE2C0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2DA930E-B91D-4EBE-97AE-47EE09A4906A}" type="slidenum">
              <a:rPr lang="en-US" altLang="vi-VN"/>
              <a:pPr>
                <a:defRPr/>
              </a:pPr>
              <a:t>‹#›</a:t>
            </a:fld>
            <a:endParaRPr lang="en-US" altLang="vi-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8C5133-B1D3-4161-8909-ADBC85C01BA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A162CE2-9F45-414A-ACCA-6F2425150BD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E676FCE-B4B2-46F6-829C-6FEDEDA9B491}" type="datetimeFigureOut">
              <a:rPr lang="en-US"/>
              <a:pPr>
                <a:defRPr/>
              </a:pPr>
              <a:t>11/25/2025</a:t>
            </a:fld>
            <a:endParaRPr lang="en-US"/>
          </a:p>
        </p:txBody>
      </p:sp>
      <p:sp>
        <p:nvSpPr>
          <p:cNvPr id="4" name="Slide Image Placeholder 3">
            <a:extLst>
              <a:ext uri="{FF2B5EF4-FFF2-40B4-BE49-F238E27FC236}">
                <a16:creationId xmlns:a16="http://schemas.microsoft.com/office/drawing/2014/main" id="{36E952A6-B07A-482D-8225-C8C8DD8BF60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F549C2D-31F6-4030-AE28-CAF666F5463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 noProof="0"/>
              <a:t>Click to edit Master text styles</a:t>
            </a:r>
          </a:p>
          <a:p>
            <a:pPr lvl="1"/>
            <a:r>
              <a:rPr lang="en" noProof="0"/>
              <a:t>Second level</a:t>
            </a:r>
          </a:p>
          <a:p>
            <a:pPr lvl="2"/>
            <a:r>
              <a:rPr lang="en" noProof="0"/>
              <a:t>Third level</a:t>
            </a:r>
          </a:p>
          <a:p>
            <a:pPr lvl="3"/>
            <a:r>
              <a:rPr lang="en" noProof="0"/>
              <a:t>Fourth level</a:t>
            </a:r>
          </a:p>
          <a:p>
            <a:pPr lvl="4"/>
            <a:r>
              <a:rPr lang="en" noProof="0"/>
              <a:t>Fifth level</a:t>
            </a:r>
          </a:p>
        </p:txBody>
      </p:sp>
      <p:sp>
        <p:nvSpPr>
          <p:cNvPr id="6" name="Footer Placeholder 5">
            <a:extLst>
              <a:ext uri="{FF2B5EF4-FFF2-40B4-BE49-F238E27FC236}">
                <a16:creationId xmlns:a16="http://schemas.microsoft.com/office/drawing/2014/main" id="{5660B162-01AE-4DC0-A867-AC6CB9492D4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8E2C3FD-37D0-4023-9ECA-BA70B3E1383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C84B2E-CD01-4231-A65F-68AEE333339C}" type="slidenum">
              <a:rPr lang="en-US" altLang="vi-VN"/>
              <a:pPr>
                <a:defRPr/>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1</a:t>
            </a:fld>
            <a:endParaRPr lang="en-US" altLang="vi-VN"/>
          </a:p>
        </p:txBody>
      </p:sp>
    </p:spTree>
    <p:extLst>
      <p:ext uri="{BB962C8B-B14F-4D97-AF65-F5344CB8AC3E}">
        <p14:creationId xmlns:p14="http://schemas.microsoft.com/office/powerpoint/2010/main" val="408279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322A1-2B77-EBAF-63BE-64B7DA9A5A4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9A17019-67AF-0979-5321-29E908AD9D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7158291-39AE-E5F3-655D-784F77FA81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17337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a:solidFill>
                  <a:schemeClr val="tx1"/>
                </a:solidFill>
                <a:effectLst/>
                <a:latin typeface="+mn-lt"/>
                <a:ea typeface="+mn-ea"/>
                <a:cs typeface="+mn-cs"/>
              </a:rPr>
              <a:t>Nội dung chính</a:t>
            </a:r>
          </a:p>
          <a:p>
            <a:r>
              <a:rPr lang="en-US" sz="1200" b="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Phân đoạn và cửa sổ trượt</a:t>
            </a:r>
            <a:r>
              <a:rPr lang="vi-VN"/>
              <a:t> </a:t>
            </a:r>
            <a:br>
              <a:rPr lang="vi-VN"/>
            </a:br>
            <a:r>
              <a:rPr lang="en-US" sz="1200" b="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Đặc trưng thống kê</a:t>
            </a:r>
            <a:r>
              <a:rPr lang="vi-VN"/>
              <a:t> </a:t>
            </a:r>
            <a:r>
              <a:rPr lang="en-US" sz="1200" b="0" kern="1200">
                <a:solidFill>
                  <a:schemeClr val="tx1"/>
                </a:solidFill>
                <a:effectLst/>
                <a:latin typeface="+mn-lt"/>
                <a:ea typeface="+mn-ea"/>
                <a:cs typeface="+mn-cs"/>
              </a:rPr>
              <a:t> </a:t>
            </a:r>
          </a:p>
          <a:p>
            <a:r>
              <a:rPr lang="en-US" sz="1200" b="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Đặc trưng miền thời gian</a:t>
            </a:r>
            <a:endParaRPr lang="en-US" sz="1200" b="0" i="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Đặc trưng miền tần số</a:t>
            </a:r>
            <a:r>
              <a:rPr lang="vi-VN"/>
              <a:t> </a:t>
            </a:r>
            <a:br>
              <a:rPr lang="vi-VN"/>
            </a:br>
            <a:r>
              <a:rPr lang="en-US" sz="1200" b="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Lựa chọn đặc trưng dựa trên tri thức miền (domain knowledge)</a:t>
            </a:r>
            <a:r>
              <a:rPr lang="vi-VN"/>
              <a:t> </a:t>
            </a:r>
            <a:br>
              <a:rPr lang="vi-VN"/>
            </a:br>
            <a:endParaRPr lang="en-US" sz="1200" b="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3</a:t>
            </a:fld>
            <a:endParaRPr lang="en-US" altLang="vi-VN"/>
          </a:p>
        </p:txBody>
      </p:sp>
    </p:spTree>
    <p:extLst>
      <p:ext uri="{BB962C8B-B14F-4D97-AF65-F5344CB8AC3E}">
        <p14:creationId xmlns:p14="http://schemas.microsoft.com/office/powerpoint/2010/main" val="101060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798E9-669E-9C82-30D5-BDD72A91BC8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8F43294-AB31-AD87-F5E1-D6A58E95981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A3BD9ED-1BFD-B4D9-180C-9E45B4A32F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54563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B0BC2-C8A7-C9AD-697A-703092B8CEC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298D3E8-F7E5-4CE3-C6AB-B765C0B7CB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08DABD7-8C6C-0FB3-31FC-0CC2FD568E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91395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D5DDA-E2C9-AC2D-F08B-D299B0FC5D1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942582A-40B4-1994-A0BF-FD22987709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DB7FE09-4D6C-2DDC-8D04-37B24168AD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54786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E8D9F-F697-A6A2-1768-36FC30C491A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4072DFA-E6E5-3046-D162-15BDA192AC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CB4E866-FD46-4010-7394-F066159F3F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79924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2C36F-B59B-2563-0B80-B705ADB2531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5B2D7BB-11BA-5D6D-98D2-1AF96C7C01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7DE64C6-AF9D-BAC4-2603-4ED449551B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48148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1AB85-AE32-74B9-2126-AB1875C8AF1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BFB362D-EB07-769A-A7F9-13BA0C0A19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1A7EF55-E2AF-C32A-1E38-D7094C05FB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Hai đường cong thăm dò được tạo ra thông qua phép làm mịn trung bình lăn. Chúng ta có thể sử dụng chúng để tìm kiếm xu hướng trong dữ liệu đặc biệt nhiễu hoặc để quyết định loại độ lệch nào so với hành vi tuyến tính đáng quan tâm để nghiên cứu so với loại nào có thể chỉ là nhiễu.</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740301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928DE-C1C5-0B03-A232-1451F359915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53A3F88-2270-DFD4-4530-D7B65A9E14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D0D817C-3F3A-CF61-4156-183CFE466A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Cửa sổ cuộn tối thiểu được căn chỉnh sang trái (gạch ngang dài) hoặc sang phải (gạch ngang ngắn). Căn chỉnh bên trái hiển thị các sự kiện trong tương lai, trong khi bên phải chỉ hiển thị các sự kiện trong quá khứ. Điều này rất quan trọng cần lưu ý để tránh việc nhìn trước. Tuy nhiên, đôi khi căn chỉnh bên trái có thể hữu ích để đặt ra những câu hỏi thăm dò như "nếu tôi biết trước điều này, liệu nó có hữu ích không?". Đôi khi, ngay cả việc nhìn trước cũng không mang lại thông tin, nghĩa là một biến cụ thể không mang lại thông tin. Khi việc biết trước tương lai của một phép đo không hữu ích, thì có khả năng nó không phải là một phép đo hữu ích tại bất kỳ thời điểm nào trong bối cảnh chuỗi thời gian.</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50338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BACDC-DE24-2816-7922-25A8742019A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BC003DF-AA7B-B780-7208-A0167197BF3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6FCC8E3-5AC8-7461-598D-007FF278B1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90002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9B2DB-A1C6-AEF6-A05A-17F7C9EDDCA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42A77B2-EB6A-D829-B9ED-04B153EFF6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7E7DD04-ACB4-23DD-E733-06529CEF1DE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10704289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BFD80-B25C-364F-2472-09B56C7C0FB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DDCBDB3-AA29-BBFD-08DF-DD49BFFC9D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1A4A726-F616-FA54-7CA2-D6DC248A34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3219902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85106-D69F-CC80-D037-8CA412D9FE6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EEA24E4-439D-3913-B0EA-0AF1E86415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E9BFDB5-F437-7205-31E1-5980F21C89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3581178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34F2B-2D97-4EBD-9B19-F361BEC9713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BEB760A-8722-5636-EA88-E819DD1EFD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97592E3-F837-5684-E024-AF98A091C8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1125352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EA5DA-D5A0-229D-ED3D-F6C59D39309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A9E98AC-204E-0F7E-875C-35E934A53D1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4583938-F7CB-0D87-A5CA-D20A8C715E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2855939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F0208-B766-EDE4-C998-5BD63836103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A128BF5-7E2A-3047-797F-EE13E07F87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A97902C-7660-9D29-09E4-DEC9F8E861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2360900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7AD1F-8BE4-E8A9-03ED-CF1479BC779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2A65CBD-2ED2-1045-08E8-2617DDD451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B4E73BA-55A9-788D-ECC8-EB8AE5A4FA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17512126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A33D8-8109-E05A-5050-8C0CF1B6939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71D8DCC-F98F-0DB4-7C88-2AE332B2BC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8891CEE-D43E-F8F2-9C8B-B42D3DEAF1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665990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AADAD-A681-7176-6BC9-6B410FA6E5D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E8A7F46-CF9D-1BCE-D831-7FEF1F2C72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966C58B-D12A-1732-7C46-CC62B06A49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b="0"/>
          </a:p>
        </p:txBody>
      </p:sp>
    </p:spTree>
    <p:extLst>
      <p:ext uri="{BB962C8B-B14F-4D97-AF65-F5344CB8AC3E}">
        <p14:creationId xmlns:p14="http://schemas.microsoft.com/office/powerpoint/2010/main" val="1554859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F7BB3-9223-58AE-2746-7B6B07E67CB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7EFD63A-5CA8-21D8-EF65-2FFA2936DE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8085D70-3C78-B61A-4B11-6D5EF2B5DF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1406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1F403-3BBB-D262-42AE-8264020DECF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E4EE31A-FFD2-69F0-F8EE-904FBA3162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760087E-5F88-228B-7D89-3A19FFC72F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19866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BABF-99D3-8996-1178-3E1F9E80644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862D6CA-A31F-94F2-4AE6-7F1A21CD42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DF60550-EE2C-0C98-A536-6054D37A45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42269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1C993-6891-9FCA-CD90-6782D6C0D5B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AF65F30-0E60-E4B8-2670-5771C531810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4239E5B-5946-5C5D-333C-A83F7851F9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350153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DF67-B0E1-A57B-011F-13257B31589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C70B932-11E4-D395-6325-28B8F30DBC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5A7D496-9F97-D561-0FE1-0DA6E93169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5479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DD56C-4018-F4DA-C2F4-16E6C93B862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7A6C75D-BF45-414F-3DEA-33CD8FD8AE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905870A-C40D-48F2-9CF6-2F8C14E94B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89966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FE4DE-B30D-2AF4-2316-C35E4A11DB9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0756564-57C5-F3F9-D7F5-89B7E080B8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4DC9C0A-1466-683F-0821-31FB9A0E29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343920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4ABA4-3EEA-356B-5769-2030EA3F5CE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96D19A1-D060-D4FF-CFD8-51A3137F9E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65C97B9-898C-B562-3508-63E42F1E51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9631677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E1DAB-DE67-BD53-B58B-2038A560471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F60AA4B-C092-EBE3-91C4-2690E4A900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0A3ABBB-3CF4-2B90-C081-479B2BE4B7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443850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44826-9488-B397-68D9-36409442030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3247EE1-295A-D0E9-03C7-B7DF716832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A44C48D-3E2E-6359-235F-8DA0F22929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6955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F0AC5-321B-D744-15B6-FFF54D7D3F7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D098A28-FA8E-3812-D1F7-0FB69D955A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5CE9129-7740-2050-1399-5B2FCBDC18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255858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E513F-7D92-BF5A-5BAE-CCE9A767DEF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4E0015A-D8CD-20EE-A76C-4816C190D9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4169818-7519-6E15-B483-ECA90D099A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7943145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67EC0-953E-CDA0-FC30-35BE455F3F0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9E62179-3623-54F8-5493-78553F0421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4BAFCA9-AB3E-34D8-56EC-B0137E0209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346290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3E5DC-C8DB-38E8-6B41-80AC887B648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7EC8720-4313-1EA8-EBFD-68BB2E4617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44162C8-2A4F-D2D5-FFA5-D80A2ECBD9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175863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1DF54-67F7-6C50-D324-C33397E8C03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F1E479A-33A1-AA28-F8EC-C191CE22E8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6ADE2E1-7215-568B-22B0-5FDBFEFF06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503932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F81FC-8F6B-CF63-14BE-B92A0A46E1C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BEF76BA-4539-2250-10C0-3DCCFAED55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1FED65A-1CAB-90EC-D31E-4221CC056B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065734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EAAC-7D26-196F-1414-F84CC3E7820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2750EBF-EB8A-B7D3-6D90-AAAE4E23300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1E4ED15-FBD2-4E9F-51AB-ACFBE9625A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33106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9F554-C6F4-CDDD-1AC2-0F1D1715E5A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8005692-B365-665C-0B7C-FA4B1F96C3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5FF186D-1563-57E5-F095-7F141D31BD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781874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68C3A-0CF8-7ADC-757B-281695E3C51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A3CDDA0-6081-B87A-F845-E8F904C815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0257906-AF40-CDF2-C19F-3929FA750B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69511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22D5F-192B-4CB4-027B-FA90039FAAE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C69D7F3-A04E-2ACE-1619-894B215470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E5A1F73-237A-1124-4CD4-9F9A3F27F0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57187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15DD-9445-2C0A-5266-6043EB4A6D0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0D9CB1A-6C4E-E70D-FFC8-EF16BDB8B28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F23E4EA-DB92-A7B5-629F-613293EDA7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128441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3EE07-D5DB-3CFE-FCDC-2B0C9036D4C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EF8AA48-DAC8-614B-14D3-22D7713816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FAB0FA1-9113-92FA-C318-18FA0FEEFA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178184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872FB-0BDF-42F3-6E7C-FD532971A07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CBF1911-80FB-CCBC-999E-66DE42647B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8E2A704-F4C8-9C71-2C23-61D35C2F15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679456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67934-B189-3782-AABD-BB87D520DCE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CC89931-7FEB-3ABF-9093-DE6127AFEE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4DC708D-D0CD-2469-BF6C-8D40FB7AFE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870066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B19B-20CF-194E-641D-026E98FCB7D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B1D7120-5E72-623E-3EB3-40DC9BFCB2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E2AF656-D143-8D7C-8ED3-E7C1DAC776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2380440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21D59-F683-6D21-0CA1-49C5A10AFA5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4661642-98B9-E84A-6328-82DCB8F90B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AB0ABD3-F54E-85D2-D8D1-EE9D71DBBB4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555077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AF78B-CDCD-3046-714B-3E6098DBC2B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6BA2311-819F-3E9E-05F8-682767BD0B2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9482AE4-7EF5-0491-1211-3188364747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248242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6D3D4-CA42-0E4C-00C0-B6157C427E0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217CF42-1E10-B1D5-7682-0F4F5E5983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91BF87C-8CDA-6F0A-1C95-2503E698A93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265407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5FAC5-C2E2-0D3A-402A-97FBA84F614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F6A9AC9-9C6A-4EFB-32E8-32FEF8E05D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8D6864D-EA7B-2B2E-12F7-56BFBEB7BB8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898108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91B9A-D33A-7B47-FEF2-4E9BF02435C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4AD3DCB-5501-BED5-29CD-81B9BB258A9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1CC0C3B-DA0A-07A1-F208-B995D118AA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994674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4312-061A-9F80-D1BF-2D282904EC6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B8F3EF8-B4F1-92B6-149B-660BE52F62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A516D80-D96F-12F2-B781-B5482F380A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788324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F74F2-6FA2-F4D2-497E-68FA6ABB8A4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D374D44-75F5-BFB0-017C-12D7915DE5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DDD4997-88B3-C4CD-D180-B0FBC12F0E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7406805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75ACB-00AF-9D6E-7902-22CEF7BEA6E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AC91ADA-01A8-CCDA-F14D-0D61A0AB71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D333007-020B-A649-80A2-07A64DF959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540526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89DF-A3C0-26CE-DBBE-3748DF9AB74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A323A58-A7CC-7F70-AB6D-121E49E2BC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AE1E248-D0C6-7721-8A0C-A4C70FB6AF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500143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B511-54FB-0737-66A3-0389E0CA1CD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CC723B4-BE8C-46ED-7FB7-2DC2F35779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A4793EF-94B5-8D26-67EC-7F82B2B781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1834897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8F98F-DB8A-1936-8CE1-BEB4E0A0330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A5A2087-C00F-F9F1-A02B-327384EB6F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3F1572-AB1D-CE35-D25C-26AFE580D4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6293696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E2D52-C0FC-1160-5146-54F18163BD8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20E8B5D-4F3C-5697-EF4D-F6DC7ABEF2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8D81A95-4AA3-587E-7DF1-B56A317F8A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02215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8F5B-F45A-C33B-F043-3F3EA05520F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C062B28-D469-8AF5-6649-5861CE0A43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1B96A94-E37B-A5B4-1A6A-6A2185DA2F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25361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B1F5B-B2B2-8AD5-F835-097250AC62B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127356A-1FCA-49FC-8967-6C984C933C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38118FE-A096-B518-7386-D012FD8E66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13255994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7DCFB-B14A-6003-1633-514109B849D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59B32E4-7375-C39F-3049-F6814711DF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2432069-53BD-A5A8-27CD-2BA433972D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917873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5B0DC-A762-A7EE-D362-C77110222C7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23E1E83-7EFE-AAE0-E907-360EBBC2EE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8C70786-72C8-30F6-C233-231EBAD743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5189690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76B9-3D5F-0AB6-6AAA-F3D8DB5DF49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BB6113D-FDAC-9DE2-1CB4-5355EDD43B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EA2A94D-DBA4-502C-CA6D-39689358F64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817778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1E86-2F43-7998-9FE2-E933A023339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6386402-9F2E-792A-37DA-7B45DE01E1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8DBB87F-F882-925E-4A8B-2CBFEB690F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1016428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2D383-E59C-3665-1743-204B749C6AE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F31C17A-2095-4317-7FBC-9244F27AB5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0613D80-3638-4FEA-A685-482471011A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163093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82505-9DE6-DFFA-6A3D-2EC30916413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07F18EF-0134-75D0-C94B-3D750C4826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F824F06-E1E5-BCF3-7FDA-2D762719F0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812652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6D48A-CA76-CA41-A111-9EC2534B06A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64329C1-A2C8-E6AB-79CA-4CD9B79D41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4EDE11D-DE91-42AD-B6CB-F5ABC70068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084923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F7EB-42FF-ED65-B294-A46843FC92C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D18C006-5B6B-1B3B-D75D-893C63A448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8F18CE9-F671-71A3-1939-A58FD6341A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337687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299EE-6A9F-A938-CA85-8AFBFA8038A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2B7ECBE-3298-DADF-66D7-9AA1EBAF2B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16E3AEE-45F2-BA11-3F70-D43C4373E1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153187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C7E68-528B-DDFD-5681-ADF4F4F9AF2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4BCFBDB-9892-CF3F-2BDA-27F5A8A075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3F72593-A3DD-6691-CA29-8E2FECA9D1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107686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1315-C888-3B19-3834-AEA6A3394FF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5319D8B-E356-BC20-F372-403E078409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6D660C1-E7E2-3599-923D-1AA469E9728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Phép biến đổi logarit được sử dụng nếu phương sai của chuỗi tăng hoặc giảm theo thời gian, và giá trị trung bình gần như không đổi. Giả định rằng các giá trị quan sát đều dương (vì logarit chỉ được xác định cho các số dương). Cũng có thể sử dụng phép biến đổi căn bậc hai hoặc phép biến đổi nghịch đảo, hoặc bất kỳ phép biến đổi nào khác từ họ phép biến đổi Box-Cox.</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8250560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39A9-0C2C-6A92-9A5E-BC14E4FC2BC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7DA800A-7E5E-107B-5977-198F3B244E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DD253F3-1FC6-728B-FA73-4C7640727F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0051654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36C9F-9A31-A71E-F186-C24DB61CD9E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31CC179-2D30-1F95-015C-0C21FFBE60D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74B09F8-C57C-4F00-FEC2-89B60802A8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759799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ECC50-B43E-A027-D8FC-9C2215960D4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25797FF-B9EF-CA1A-9C4C-B439F5B2A0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C46C2AD-7F25-FB15-D671-2AF3784FBE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937731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37697-37BF-9688-1AB2-E085A047418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2C6A46E-09FF-159D-2E26-25EF505BF1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6C1A09D-F9AB-9061-EC96-A2DDC0A47D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8251485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9C39-535C-CC24-5673-614E732E31A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9A2DACC-4B29-AAC8-C753-8B8C13C60F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A3C3E05-EA7A-5777-DCE8-7804E91A5C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3171854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F10AD-AEBD-6B97-A6E9-AC2C004EA45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B786FE8-3DF6-0BF1-5D3B-205655CE7C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70C3EC7-6ADE-941C-65CB-73FC02D463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0375193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EC05A-32F8-CF1D-3192-2F6A10CFE87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719F40C-9AB4-84AA-04A6-8D76047B21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61C2636-F3F2-80E7-AFFE-9F77096FA1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541772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FE0A4-C0DF-D88B-95A1-F538479DC5F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8400B37-CEC2-BCB0-0E25-A3B4E04267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884E6E2-CF92-353E-B2D7-100641B771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3715423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F30F9-E829-5F0D-BFAE-B32E9088576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9D4E1E2-F3C3-2740-1110-4DB2407AE27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3C4BD1E-6A9E-D0EF-1715-122519386A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2919728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677BE-BF07-7B61-82B9-BF29F3C8BCB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C3B68FF-33CF-168C-AB87-080C9DCF28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582ED4-F94E-E5B8-6692-4A882CD928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47932128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B7AE7-6FCE-A22F-492F-B74A3A82B6F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102D745-3665-B5DF-2E63-8F904AAEFB1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C8EAB25-7E93-D019-09B9-5C750BF003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61220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45F0A-9E64-793F-083A-2152A5F6ADE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723533B-CA92-BF06-F56B-07D3358B74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60AACFE-79C1-7E72-B3C7-9C090919B7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03455485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A6F4-331A-EDB9-743F-6D041D3A7EB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1D2CEBD-C243-FF58-5391-D9B4B5B2EF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F8027D9-5D5F-657D-D8D3-9E5ACE534A8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342528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A40BE-DC2A-0B5E-F1AA-F357D0F0C10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29ABC3A-6D7B-EFB2-B5A3-883E65DC93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5CC363B-6806-5EEF-3346-0A8C8BDAF0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5104707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1494D-9F1A-9BD0-BA6E-A8802F0500D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B77D22A-389E-4CFB-1565-EED8EFD5B5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22C9E13-55BB-0D70-B57C-B7A38EC5EA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1" kern="1200">
                <a:solidFill>
                  <a:schemeClr val="tx1"/>
                </a:solidFill>
                <a:effectLst/>
                <a:latin typeface="+mn-lt"/>
                <a:ea typeface="+mn-ea"/>
                <a:cs typeface="+mn-cs"/>
              </a:rPr>
              <a:t>Mục tiêu của phần này</a:t>
            </a:r>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Hiểu khái niệm miền tri thức trong trích đặc trưng</a:t>
            </a:r>
          </a:p>
          <a:p>
            <a:pPr lvl="0"/>
            <a:r>
              <a:rPr lang="en-US" sz="1200" kern="1200">
                <a:solidFill>
                  <a:schemeClr val="tx1"/>
                </a:solidFill>
                <a:effectLst/>
                <a:latin typeface="+mn-lt"/>
                <a:ea typeface="+mn-ea"/>
                <a:cs typeface="+mn-cs"/>
              </a:rPr>
              <a:t>Vì sao tri thức miền quan trọng</a:t>
            </a:r>
          </a:p>
          <a:p>
            <a:pPr lvl="0"/>
            <a:r>
              <a:rPr lang="en-US" sz="1200" kern="1200">
                <a:solidFill>
                  <a:schemeClr val="tx1"/>
                </a:solidFill>
                <a:effectLst/>
                <a:latin typeface="+mn-lt"/>
                <a:ea typeface="+mn-ea"/>
                <a:cs typeface="+mn-cs"/>
              </a:rPr>
              <a:t>Cách kết hợp miền tri thức khi trích chọn đặc trưng</a:t>
            </a:r>
          </a:p>
          <a:p>
            <a:r>
              <a:rPr lang="en-US" sz="1200" kern="1200">
                <a:solidFill>
                  <a:schemeClr val="tx1"/>
                </a:solidFill>
                <a:effectLst/>
                <a:latin typeface="+mn-lt"/>
                <a:ea typeface="+mn-ea"/>
                <a:cs typeface="+mn-cs"/>
              </a:rPr>
              <a:t>Ví dụ thực tế</a:t>
            </a:r>
          </a:p>
        </p:txBody>
      </p:sp>
    </p:spTree>
    <p:extLst>
      <p:ext uri="{BB962C8B-B14F-4D97-AF65-F5344CB8AC3E}">
        <p14:creationId xmlns:p14="http://schemas.microsoft.com/office/powerpoint/2010/main" val="153216124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E788E-33EC-BC81-84E6-23697072777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36307A8-8935-C904-A20C-7C5115CAE4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02DD7C2-BD2D-017D-E705-625BEB96ED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9732255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193D1-FEB0-87C8-6EA9-D887E405ABE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F9DAC81-CE5A-5ED1-C8C0-0FBB4E182C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206DD08-3F83-404F-0107-70B94652D8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258118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0F899-02FF-0CD4-7030-A990EE084A1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85E424C-4A99-43E4-FA09-7575280D113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2065C3A-BDD0-B84A-DEB0-DB9C78BE2B0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5674544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82353-7BEF-E810-5B0D-9054AD92C8C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78333DC-0726-3F8B-3400-575BEA35D9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F302391-F483-7142-85F9-120ADFFC7D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1757784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C5104-9689-69A6-63FB-47C9ECCEA53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277433C-9030-EF13-C9FA-7299C55D544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64E33D9-FE02-E9A1-8245-B811169D76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79661242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2CAD5-D8E1-8A7D-ACCB-3836224160A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76DB2BA-20C3-3328-019C-DA03289281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5441A77-174E-D25E-5E9B-BAD5D87072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704349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rang bìa">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C9AE8D-2638-44D9-A41A-6AB555737D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60495" y="2078018"/>
            <a:ext cx="5732807" cy="2181139"/>
          </a:xfrm>
        </p:spPr>
        <p:txBody>
          <a:bodyPr anchor="b">
            <a:normAutofit/>
          </a:bodyPr>
          <a:lstStyle>
            <a:lvl1pPr algn="l">
              <a:lnSpc>
                <a:spcPct val="100000"/>
              </a:lnSpc>
              <a:defRPr sz="3300" b="1">
                <a:solidFill>
                  <a:schemeClr val="bg1"/>
                </a:solidFill>
                <a:latin typeface="Arial" panose="020B0604020202090204" pitchFamily="34" charset="0"/>
                <a:cs typeface="Arial" panose="020B060402020209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60496" y="4535992"/>
            <a:ext cx="3830682" cy="1278213"/>
          </a:xfrm>
        </p:spPr>
        <p:txBody>
          <a:bodyPr>
            <a:normAutofit/>
          </a:bodyPr>
          <a:lstStyle>
            <a:lvl1pPr marL="0" indent="0" algn="l">
              <a:buNone/>
              <a:defRPr sz="1200">
                <a:solidFill>
                  <a:srgbClr val="F9E3E6"/>
                </a:solidFill>
                <a:latin typeface="Arial" panose="020B0604020202090204" pitchFamily="34" charset="0"/>
                <a:cs typeface="Arial" panose="020B060402020209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 Placeholder 11"/>
          <p:cNvSpPr>
            <a:spLocks noGrp="1"/>
          </p:cNvSpPr>
          <p:nvPr>
            <p:ph type="body" sz="quarter" idx="10"/>
          </p:nvPr>
        </p:nvSpPr>
        <p:spPr>
          <a:xfrm>
            <a:off x="1060847" y="1569800"/>
            <a:ext cx="5732859" cy="431800"/>
          </a:xfrm>
        </p:spPr>
        <p:txBody>
          <a:bodyPr anchor="ctr">
            <a:normAutofit/>
          </a:bodyPr>
          <a:lstStyle>
            <a:lvl1pPr marL="0" indent="0">
              <a:buNone/>
              <a:defRPr sz="1350" b="1">
                <a:solidFill>
                  <a:schemeClr val="bg1"/>
                </a:solidFill>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75261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g nội dun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54B3C802-7423-4A1F-BD0B-137F23A660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425" y="455613"/>
            <a:ext cx="3841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220589" y="365126"/>
            <a:ext cx="7294762" cy="747683"/>
          </a:xfrm>
        </p:spPr>
        <p:txBody>
          <a:bodyPr>
            <a:normAutofit/>
          </a:bodyPr>
          <a:lstStyle>
            <a:lvl1pPr>
              <a:defRPr sz="2400" b="1">
                <a:solidFill>
                  <a:srgbClr val="CF2941"/>
                </a:solidFill>
                <a:latin typeface="Arial" panose="020B0604020202090204" pitchFamily="34" charset="0"/>
                <a:cs typeface="Arial" panose="020B0604020202090204" pitchFamily="34" charset="0"/>
              </a:defRPr>
            </a:lvl1pPr>
          </a:lstStyle>
          <a:p>
            <a:r>
              <a:rPr lang="en-US"/>
              <a:t>Click to edit Master title style</a:t>
            </a:r>
          </a:p>
        </p:txBody>
      </p:sp>
      <p:sp>
        <p:nvSpPr>
          <p:cNvPr id="12" name="Content Placeholder 11"/>
          <p:cNvSpPr>
            <a:spLocks noGrp="1"/>
          </p:cNvSpPr>
          <p:nvPr>
            <p:ph sz="quarter" idx="10"/>
          </p:nvPr>
        </p:nvSpPr>
        <p:spPr>
          <a:xfrm>
            <a:off x="659920" y="1285875"/>
            <a:ext cx="7855430" cy="4692650"/>
          </a:xfrm>
        </p:spPr>
        <p:txBody>
          <a:bodyPr>
            <a:normAutofit/>
          </a:bodyPr>
          <a:lstStyle>
            <a:lvl1pPr>
              <a:lnSpc>
                <a:spcPct val="120000"/>
              </a:lnSpc>
              <a:spcBef>
                <a:spcPts val="0"/>
              </a:spcBef>
              <a:defRPr sz="1500">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117021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7531975-1476-46CA-A0D7-F6D360A54CA6}"/>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A7A78D7E-716A-4B23-A617-CEDC2BF7E50B}"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
        <p:nvSpPr>
          <p:cNvPr id="5" name="Text Box 18">
            <a:extLst>
              <a:ext uri="{FF2B5EF4-FFF2-40B4-BE49-F238E27FC236}">
                <a16:creationId xmlns:a16="http://schemas.microsoft.com/office/drawing/2014/main" id="{5579B3D1-716B-4603-8D54-99E812286E60}"/>
              </a:ext>
            </a:extLst>
          </p:cNvPr>
          <p:cNvSpPr txBox="1">
            <a:spLocks noChangeArrowheads="1"/>
          </p:cNvSpPr>
          <p:nvPr userDrawn="1"/>
        </p:nvSpPr>
        <p:spPr bwMode="auto">
          <a:xfrm>
            <a:off x="5562600" y="6324600"/>
            <a:ext cx="2819400" cy="366713"/>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endParaRPr lang="en-US"/>
          </a:p>
        </p:txBody>
      </p:sp>
      <p:sp>
        <p:nvSpPr>
          <p:cNvPr id="3" name="Content Placeholder 2"/>
          <p:cNvSpPr>
            <a:spLocks noGrp="1"/>
          </p:cNvSpPr>
          <p:nvPr>
            <p:ph idx="1"/>
          </p:nvPr>
        </p:nvSpPr>
        <p:spPr>
          <a:xfrm>
            <a:off x="457200" y="1524000"/>
            <a:ext cx="8229600" cy="4800600"/>
          </a:xfrm>
        </p:spPr>
        <p:txBody>
          <a:bodyPr/>
          <a:lstStyle>
            <a:lvl1pPr>
              <a:defRPr b="0">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endParaRPr lang="vi-VN"/>
          </a:p>
        </p:txBody>
      </p:sp>
      <p:sp>
        <p:nvSpPr>
          <p:cNvPr id="6" name="Date Placeholder 3">
            <a:extLst>
              <a:ext uri="{FF2B5EF4-FFF2-40B4-BE49-F238E27FC236}">
                <a16:creationId xmlns:a16="http://schemas.microsoft.com/office/drawing/2014/main" id="{21C2D723-900F-44AC-AD35-DD16A620BD26}"/>
              </a:ext>
            </a:extLst>
          </p:cNvPr>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defRPr>
            </a:lvl1pPr>
          </a:lstStyle>
          <a:p>
            <a:pPr>
              <a:defRPr/>
            </a:pPr>
            <a:endParaRPr lang="en-US"/>
          </a:p>
        </p:txBody>
      </p:sp>
    </p:spTree>
    <p:extLst>
      <p:ext uri="{BB962C8B-B14F-4D97-AF65-F5344CB8AC3E}">
        <p14:creationId xmlns:p14="http://schemas.microsoft.com/office/powerpoint/2010/main" val="36641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BA1F89-E299-4B1D-BB7A-60A8A0039099}"/>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4FB0403-2387-45B2-80DC-D656960D82D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10C5E3F6-8AEA-4737-9BC3-097CFC93B04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58D7BF53-DA4D-49B2-A41D-A59F9E62EE4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1C6C8E5-8661-4805-99AA-2F7920504AED}"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75C9FE92-E6E4-401B-8862-E4C3A20F983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106E2ED-AD73-43BF-8945-297E8C72EED1}"/>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EC1B67C-906F-4054-9F8E-B864D8B1C543}" type="slidenum">
              <a:rPr lang="en-US" altLang="vi-VN"/>
              <a:pPr>
                <a:defRPr/>
              </a:pPr>
              <a:t>‹#›</a:t>
            </a:fld>
            <a:endParaRPr lang="en-US" altLang="vi-VN"/>
          </a:p>
        </p:txBody>
      </p:sp>
    </p:spTree>
    <p:extLst>
      <p:ext uri="{BB962C8B-B14F-4D97-AF65-F5344CB8AC3E}">
        <p14:creationId xmlns:p14="http://schemas.microsoft.com/office/powerpoint/2010/main" val="77930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AF032-90B2-4B8E-9ACD-DDA273CA24C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906C4709-E8D5-427E-BF3A-1E643D3B6037}"/>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657772F-81DA-46BC-B666-D417A4F95A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7F0F47-345E-453A-B4C5-FD215F86959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6C32B8EC-82E6-47E2-A74E-2F5B09F0B4EB}"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FD316BA4-8F67-4644-BDF7-69BE1D03FDBD}"/>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4EAC6E0-B658-45F7-8FDB-6613C3F1CE1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4F5E71D-EFB4-41ED-90D2-35ACED0C11EB}" type="slidenum">
              <a:rPr lang="en-US" altLang="vi-VN"/>
              <a:pPr>
                <a:defRPr/>
              </a:pPr>
              <a:t>‹#›</a:t>
            </a:fld>
            <a:endParaRPr lang="en-US" altLang="vi-VN"/>
          </a:p>
        </p:txBody>
      </p:sp>
    </p:spTree>
    <p:extLst>
      <p:ext uri="{BB962C8B-B14F-4D97-AF65-F5344CB8AC3E}">
        <p14:creationId xmlns:p14="http://schemas.microsoft.com/office/powerpoint/2010/main" val="247591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75BEFD-7CD3-44FD-84E2-FA3960F9BAC7}"/>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D1069F7F-4E9F-4D91-AACA-9D6664EFA1F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27A70FC1-9CC1-44A8-BA33-D54531265B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BAD04ED-BCC5-4FB7-9E25-D8EE09833A7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B946182-61C8-4AFB-AC8B-6D1BC44F2BD6}"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9E4D792D-E7DE-45F6-9831-0C8E7E2069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419A06E2-1CAC-4358-A3E2-4DD9E70B838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8D656AC-B607-4727-BA23-CA3D8E9EC72A}" type="slidenum">
              <a:rPr lang="en-US" altLang="vi-VN"/>
              <a:pPr>
                <a:defRPr/>
              </a:pPr>
              <a:t>‹#›</a:t>
            </a:fld>
            <a:endParaRPr lang="en-US" altLang="vi-VN"/>
          </a:p>
        </p:txBody>
      </p:sp>
    </p:spTree>
    <p:extLst>
      <p:ext uri="{BB962C8B-B14F-4D97-AF65-F5344CB8AC3E}">
        <p14:creationId xmlns:p14="http://schemas.microsoft.com/office/powerpoint/2010/main" val="135836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7D9A56-5387-4CA7-A86F-0C323E11B33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02932FDC-3591-4688-B334-3E3A2E5F12B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B2AB2B1-3206-4046-89D7-E397352180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3C5D5F8-85B9-4D6F-8C99-E14E44E5975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DFE6F9F-DC30-44B2-84B6-95AE16A0C81A}"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7FD26208-5C0C-4155-B085-BA82177BAEF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E4EA8E2-9291-4CC1-8716-AF4DAFD17D1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268B3F-CEFD-4AD9-A174-031E68694F66}" type="slidenum">
              <a:rPr lang="en-US" altLang="vi-VN"/>
              <a:pPr>
                <a:defRPr/>
              </a:pPr>
              <a:t>‹#›</a:t>
            </a:fld>
            <a:endParaRPr lang="en-US" altLang="vi-VN"/>
          </a:p>
        </p:txBody>
      </p:sp>
    </p:spTree>
    <p:extLst>
      <p:ext uri="{BB962C8B-B14F-4D97-AF65-F5344CB8AC3E}">
        <p14:creationId xmlns:p14="http://schemas.microsoft.com/office/powerpoint/2010/main" val="819259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D0565B-280D-4031-AF93-6C981E355A5A}"/>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7580B2EC-2016-4996-A0F7-6ADEA3F96324}"/>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97D2569-10A5-4C9C-9880-1C10F028A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2A765E8-769C-44FB-B4F6-04CB1240AF5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DB9A50C9-E674-46A5-912B-3A9C7DCBE90D}"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57A4D466-B12E-4935-99B7-B637468E748B}"/>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B7E83A5-3050-4D3F-9E15-6BB950A93A6A}"/>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0D003E0-2DD2-48A3-AD0D-BCAC5D3333FD}" type="slidenum">
              <a:rPr lang="en-US" altLang="vi-VN"/>
              <a:pPr>
                <a:defRPr/>
              </a:pPr>
              <a:t>‹#›</a:t>
            </a:fld>
            <a:endParaRPr lang="en-US" altLang="vi-VN"/>
          </a:p>
        </p:txBody>
      </p:sp>
    </p:spTree>
    <p:extLst>
      <p:ext uri="{BB962C8B-B14F-4D97-AF65-F5344CB8AC3E}">
        <p14:creationId xmlns:p14="http://schemas.microsoft.com/office/powerpoint/2010/main" val="261074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D169F8-9A82-4FC8-9A1A-3CB1A248775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EDECC5E3-7B3D-4114-8750-670D1191E2C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9E6FA6F-8A53-4A3F-89E7-1F4055F493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1F123A92-A68C-44EB-B368-64998F6E7914}"/>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60B01A7-AE41-4611-B796-230FE9AED7F3}"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B384BF3E-063C-4705-9F60-68035C37739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4A7BCAC-F442-4F34-818B-3C4F07F1578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0E115F8-3F6B-4E9B-AC3A-6183C1DF0966}" type="slidenum">
              <a:rPr lang="en-US" altLang="vi-VN"/>
              <a:pPr>
                <a:defRPr/>
              </a:pPr>
              <a:t>‹#›</a:t>
            </a:fld>
            <a:endParaRPr lang="en-US" altLang="vi-VN"/>
          </a:p>
        </p:txBody>
      </p:sp>
    </p:spTree>
    <p:extLst>
      <p:ext uri="{BB962C8B-B14F-4D97-AF65-F5344CB8AC3E}">
        <p14:creationId xmlns:p14="http://schemas.microsoft.com/office/powerpoint/2010/main" val="411775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2D11E-766A-46AD-9755-50C64E35D1E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92C1444-9F34-40C9-8B11-AD3E6D3F55F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B0A6DA7-CC92-4E40-AB68-02A4DAB0CB5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325A412-E800-4776-876A-16172D63C2F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4A84A57-FC9C-4062-99DB-2409A0289843}"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28FF0F9F-865B-413E-AB26-26D2043B0632}"/>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BD610D4-9C54-49A5-A9AA-B43D5712AE3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F0FCFC5-63BF-4C03-AD30-1FBA13972EB1}" type="slidenum">
              <a:rPr lang="en-US" altLang="vi-VN"/>
              <a:pPr>
                <a:defRPr/>
              </a:pPr>
              <a:t>‹#›</a:t>
            </a:fld>
            <a:endParaRPr lang="en-US" altLang="vi-VN"/>
          </a:p>
        </p:txBody>
      </p:sp>
    </p:spTree>
    <p:extLst>
      <p:ext uri="{BB962C8B-B14F-4D97-AF65-F5344CB8AC3E}">
        <p14:creationId xmlns:p14="http://schemas.microsoft.com/office/powerpoint/2010/main" val="240109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7E580A-B2B1-4BAD-97FE-E1DBBAB65A0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BA5F9B4-6DC8-495C-9570-A418D99D8DD9}"/>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AC7B323-31B4-49CE-B05E-D28C4DC4B33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1B5917-E5E6-43B6-B5EC-4EEC059DB4E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8E7A1A4-B1D6-4288-B79D-8848D5313B81}"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01F1DC93-09E7-4A5D-9F5B-499349846F36}"/>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6C5BA19-E34C-4F20-BA02-940779B7B6EC}"/>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3D8925D-920C-4E38-B8EB-58A42D14F104}" type="slidenum">
              <a:rPr lang="en-US" altLang="vi-VN"/>
              <a:pPr>
                <a:defRPr/>
              </a:pPr>
              <a:t>‹#›</a:t>
            </a:fld>
            <a:endParaRPr lang="en-US" altLang="vi-VN"/>
          </a:p>
        </p:txBody>
      </p:sp>
    </p:spTree>
    <p:extLst>
      <p:ext uri="{BB962C8B-B14F-4D97-AF65-F5344CB8AC3E}">
        <p14:creationId xmlns:p14="http://schemas.microsoft.com/office/powerpoint/2010/main" val="1208267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7097AA-337A-483E-935C-82C70A1F952B}"/>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85AEBDE-FD2A-4B13-A6A9-ACCAFD920A5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021FC847-46A6-4FE4-8AF8-C086260F59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2C48EABF-C205-41CD-91FA-873B5D63AD9D}"/>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14CE82E1-64DF-42CB-BEDD-AACBA67A4420}"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2F695D52-7B99-462B-A3E1-92290BEAEF4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841650B-B511-4CBB-B463-A71B79432DD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CC2123C6-52BA-45DF-97B7-3F81DD9A3ECE}" type="slidenum">
              <a:rPr lang="en-US" altLang="vi-VN"/>
              <a:pPr>
                <a:defRPr/>
              </a:pPr>
              <a:t>‹#›</a:t>
            </a:fld>
            <a:endParaRPr lang="en-US" altLang="vi-VN"/>
          </a:p>
        </p:txBody>
      </p:sp>
    </p:spTree>
    <p:extLst>
      <p:ext uri="{BB962C8B-B14F-4D97-AF65-F5344CB8AC3E}">
        <p14:creationId xmlns:p14="http://schemas.microsoft.com/office/powerpoint/2010/main" val="2086788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5E0483-A792-4045-8864-41463734F395}"/>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79038D5-0CCB-4EDF-83E8-3D8C27244E9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BFFFDB-BD6C-41F9-A8CE-2A529FB7BE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5B9F4AB-A506-416E-B422-C16F7056F09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7BF12630-CBF9-4D21-8ACC-C4A683052FB3}"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DE26882A-32B8-4114-A8B4-3AFAFB2DEFB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4E2B516-B639-44D7-B5B8-4018461BB61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7C2FF69C-060C-4204-AA34-532950E70272}" type="slidenum">
              <a:rPr lang="en-US" altLang="vi-VN"/>
              <a:pPr>
                <a:defRPr/>
              </a:pPr>
              <a:t>‹#›</a:t>
            </a:fld>
            <a:endParaRPr lang="en-US" altLang="vi-VN"/>
          </a:p>
        </p:txBody>
      </p:sp>
    </p:spTree>
    <p:extLst>
      <p:ext uri="{BB962C8B-B14F-4D97-AF65-F5344CB8AC3E}">
        <p14:creationId xmlns:p14="http://schemas.microsoft.com/office/powerpoint/2010/main" val="2298506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3806BD-CB89-4F90-A178-026A4FF8200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D5BD9E0-DD1D-4C67-885A-F63AFAC806B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ECCFFBC-391D-48D3-8D2F-AE86EAB23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266F053-D4CF-45E3-AB0C-F857D395C6A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E2603BB-6633-4A30-AEA4-55053CCAA452}"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DDDD5B70-5FED-4037-B2FD-CC1DD5CDF393}"/>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D4A7811-E123-46D3-8001-368C2915F7FF}"/>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6F35A6E-579E-4754-8433-8E0CA9545382}" type="slidenum">
              <a:rPr lang="en-US" altLang="vi-VN"/>
              <a:pPr>
                <a:defRPr/>
              </a:pPr>
              <a:t>‹#›</a:t>
            </a:fld>
            <a:endParaRPr lang="en-US" altLang="vi-VN"/>
          </a:p>
        </p:txBody>
      </p:sp>
    </p:spTree>
    <p:extLst>
      <p:ext uri="{BB962C8B-B14F-4D97-AF65-F5344CB8AC3E}">
        <p14:creationId xmlns:p14="http://schemas.microsoft.com/office/powerpoint/2010/main" val="3072807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32DDC6-18C2-4C20-AA7A-EF7A2C79AB1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CF590FC-8F4F-46BA-A3B1-3804A378252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FBFEB91-3895-4ED2-94A4-302A745722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CE8E6FC-62D9-425C-B2AD-40BFD193ED4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DFAFB6A-D74D-4B17-9EE7-AAD2D35942C7}"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D2CAE64E-04AE-4F36-A297-28C2562FCF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3D1268C6-738E-4EA2-812D-68E9EB5D831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661264F9-6DCD-4656-ADEA-DC63670494D6}" type="slidenum">
              <a:rPr lang="en-US" altLang="vi-VN"/>
              <a:pPr>
                <a:defRPr/>
              </a:pPr>
              <a:t>‹#›</a:t>
            </a:fld>
            <a:endParaRPr lang="en-US" altLang="vi-VN"/>
          </a:p>
        </p:txBody>
      </p:sp>
    </p:spTree>
    <p:extLst>
      <p:ext uri="{BB962C8B-B14F-4D97-AF65-F5344CB8AC3E}">
        <p14:creationId xmlns:p14="http://schemas.microsoft.com/office/powerpoint/2010/main" val="3657852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FBFD43-81E5-4003-A04E-3158F8BCAE10}"/>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0358DB0-9F74-46AB-B557-1F00733C1F7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D821A2F-4E79-4C98-A87F-1C5853359B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0E9BB2A-BF45-43BE-B309-64F5A59F6AC0}"/>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33626FDE-F99E-438E-A715-6DBAB9DB5D35}"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49C9B3C0-E24C-4D1C-8CB6-E4D26BCE8C9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ABB5B596-C1D5-4335-A312-AE43AD7E443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53B18FC-0F7B-4898-BA4E-B8324D107C01}" type="slidenum">
              <a:rPr lang="en-US" altLang="vi-VN"/>
              <a:pPr>
                <a:defRPr/>
              </a:pPr>
              <a:t>‹#›</a:t>
            </a:fld>
            <a:endParaRPr lang="en-US" altLang="vi-VN"/>
          </a:p>
        </p:txBody>
      </p:sp>
    </p:spTree>
    <p:extLst>
      <p:ext uri="{BB962C8B-B14F-4D97-AF65-F5344CB8AC3E}">
        <p14:creationId xmlns:p14="http://schemas.microsoft.com/office/powerpoint/2010/main" val="158412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DBE904-0096-4FA3-B654-A045C375B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6496644-0C9E-4953-8D62-EE37D147E33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D004611-F84A-4D9D-B620-5F563EB6AA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89D5E299-2FBC-47DE-AAD3-3206A10F00C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EC6098F7-DDBA-41E4-97EC-C2CDF4D58FA8}"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98971909-C816-42E9-A593-9587A524E5E7}"/>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3B5EF1-AFD1-4246-9334-072899BAD7B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3DFCB6FA-4ACE-4F43-88FD-0DBEB43AEBC2}" type="slidenum">
              <a:rPr lang="en-US" altLang="vi-VN"/>
              <a:pPr>
                <a:defRPr/>
              </a:pPr>
              <a:t>‹#›</a:t>
            </a:fld>
            <a:endParaRPr lang="en-US" altLang="vi-VN"/>
          </a:p>
        </p:txBody>
      </p:sp>
    </p:spTree>
    <p:extLst>
      <p:ext uri="{BB962C8B-B14F-4D97-AF65-F5344CB8AC3E}">
        <p14:creationId xmlns:p14="http://schemas.microsoft.com/office/powerpoint/2010/main" val="422570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4197CD-D473-4D30-8231-D3263AFBC56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FEEBDCA-0FED-4FE2-A647-996C8B2BC77E}"/>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460438B-94C4-41DE-AAB3-35F546166D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D554F4B-7598-4FC3-B163-2D5A98A8891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9AAD9F3-1855-4FA8-ADC6-154B05C16C21}"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C824F11B-0064-48B1-913C-759270C5846E}"/>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F93F799-BB59-4DE7-AAD5-BB58D91122E6}"/>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209B9CD-4B15-4114-B848-E69213AE6228}" type="slidenum">
              <a:rPr lang="en-US" altLang="vi-VN"/>
              <a:pPr>
                <a:defRPr/>
              </a:pPr>
              <a:t>‹#›</a:t>
            </a:fld>
            <a:endParaRPr lang="en-US" altLang="vi-VN"/>
          </a:p>
        </p:txBody>
      </p:sp>
    </p:spTree>
    <p:extLst>
      <p:ext uri="{BB962C8B-B14F-4D97-AF65-F5344CB8AC3E}">
        <p14:creationId xmlns:p14="http://schemas.microsoft.com/office/powerpoint/2010/main" val="128381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944DDE-B883-4EDE-AFAC-BA5ED6C522A3}"/>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D9BF648-F089-4AC5-A606-DE1D413BEC20}"/>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1903521-DE98-46E6-A1AE-AA4D624811D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C191FAFE-840B-4F0B-BC16-78BFE530A2A9}"/>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B371D067-861B-4D46-9B97-43F9ABA4AE90}"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8E33FD78-31A9-48B2-ACE6-D4222642D22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4BE48B6-84DD-4DF1-A68E-E3F6A19D5F5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2EDCB40-A02C-4F1D-861C-A7FB852F50D8}" type="slidenum">
              <a:rPr lang="en-US" altLang="vi-VN"/>
              <a:pPr>
                <a:defRPr/>
              </a:pPr>
              <a:t>‹#›</a:t>
            </a:fld>
            <a:endParaRPr lang="en-US" altLang="vi-VN"/>
          </a:p>
        </p:txBody>
      </p:sp>
    </p:spTree>
    <p:extLst>
      <p:ext uri="{BB962C8B-B14F-4D97-AF65-F5344CB8AC3E}">
        <p14:creationId xmlns:p14="http://schemas.microsoft.com/office/powerpoint/2010/main" val="220592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7F1D13-6FE5-46BD-A832-06EF3CA0DD32}"/>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BF4578F-4B51-40FB-A67F-EA768F07FF4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C65DC6-8187-4087-853A-39DA50786F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4E702C8-B6AA-4D8A-AD1C-84B87C2F7B5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0DBB05ED-92DC-4CDD-9C86-AC4378CB198E}"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3078BEDF-0F6F-44B8-91D8-934F19D4CEE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2A5D93B-905D-46CD-B21F-C8DCE2504EB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42E95E38-2CB4-4BB1-B5FC-15E3AB4DF361}" type="slidenum">
              <a:rPr lang="en-US" altLang="vi-VN"/>
              <a:pPr>
                <a:defRPr/>
              </a:pPr>
              <a:t>‹#›</a:t>
            </a:fld>
            <a:endParaRPr lang="en-US" altLang="vi-VN"/>
          </a:p>
        </p:txBody>
      </p:sp>
    </p:spTree>
    <p:extLst>
      <p:ext uri="{BB962C8B-B14F-4D97-AF65-F5344CB8AC3E}">
        <p14:creationId xmlns:p14="http://schemas.microsoft.com/office/powerpoint/2010/main" val="3594134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42AC1E-BD5A-4458-A301-0A546299D0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8D785F6-6DAC-40AF-B5C3-D0AAAF46804B}"/>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0CD954B-16ED-4151-A8BD-030522D25E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B955C83-CC2A-4F9B-BADC-0DD72B3A0D0A}"/>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A3D1C37-917A-48F6-B80B-19F73F2F46BF}"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6E7096A4-2987-4C51-BAC3-6CE431EB17A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BD2D74C-241B-4BEA-9DC7-10006A0169C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A36A90D-91C7-4180-8A5C-72EE2C0EB5BA}" type="slidenum">
              <a:rPr lang="en-US" altLang="vi-VN"/>
              <a:pPr>
                <a:defRPr/>
              </a:pPr>
              <a:t>‹#›</a:t>
            </a:fld>
            <a:endParaRPr lang="en-US" altLang="vi-VN"/>
          </a:p>
        </p:txBody>
      </p:sp>
    </p:spTree>
    <p:extLst>
      <p:ext uri="{BB962C8B-B14F-4D97-AF65-F5344CB8AC3E}">
        <p14:creationId xmlns:p14="http://schemas.microsoft.com/office/powerpoint/2010/main" val="288234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F74DA8-4E70-4826-8215-146673FB24D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119C42FF-DB5D-4D93-865E-0EE761283B0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7717D83-BCFB-446B-81AC-AA1B646545D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8255BDC-E3FB-4F77-93F6-EB036B47E03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DB0C0EF-89C2-44BF-83A8-F99C50B4D8FC}"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7F9FEFC2-E665-44B8-B36C-EFE498D8386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C88689AA-4273-4B45-9DA9-E66DDB74009B}"/>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709521B-32F6-43CF-9AD2-D05C32575577}" type="slidenum">
              <a:rPr lang="en-US" altLang="vi-VN"/>
              <a:pPr>
                <a:defRPr/>
              </a:pPr>
              <a:t>‹#›</a:t>
            </a:fld>
            <a:endParaRPr lang="en-US" altLang="vi-VN"/>
          </a:p>
        </p:txBody>
      </p:sp>
    </p:spTree>
    <p:extLst>
      <p:ext uri="{BB962C8B-B14F-4D97-AF65-F5344CB8AC3E}">
        <p14:creationId xmlns:p14="http://schemas.microsoft.com/office/powerpoint/2010/main" val="1227544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1AFCF1-B795-43D3-872B-C7E07A99DF7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FF8D792-3E97-452A-9CEF-905EBF3DD28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40E8D81-43DB-4E2F-976A-A226466545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4BC771B-15E6-4B53-90E7-1D8AFB643F1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24268A3-F6E8-42FF-A634-50A0F186C576}"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6E9F9C85-3DBD-4777-9A66-32F84BE67175}"/>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979CB39-C844-423B-A6ED-AF025CD7BD7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496DC31-492E-42C4-998F-FA4853586612}" type="slidenum">
              <a:rPr lang="en-US" altLang="vi-VN"/>
              <a:pPr>
                <a:defRPr/>
              </a:pPr>
              <a:t>‹#›</a:t>
            </a:fld>
            <a:endParaRPr lang="en-US" altLang="vi-VN"/>
          </a:p>
        </p:txBody>
      </p:sp>
    </p:spTree>
    <p:extLst>
      <p:ext uri="{BB962C8B-B14F-4D97-AF65-F5344CB8AC3E}">
        <p14:creationId xmlns:p14="http://schemas.microsoft.com/office/powerpoint/2010/main" val="2749360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1F4494-5EAE-4544-BF4F-C4B04779B5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7D43672-E425-4DED-A1F3-C670ECA705A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61D9410-21D7-4E81-A510-71D8D5F83A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E25E23B-CD7D-4746-9592-7F545D2C82D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CC41BE0F-F3DB-4B21-824D-06624EFAF839}"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8EDB3F6E-7DD5-493C-BEBC-DF0DFD3D46F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05057DB-759B-459B-8272-7898220D3E6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EEE310B-8E8E-426A-8255-73C45EB43C41}" type="slidenum">
              <a:rPr lang="en-US" altLang="vi-VN"/>
              <a:pPr>
                <a:defRPr/>
              </a:pPr>
              <a:t>‹#›</a:t>
            </a:fld>
            <a:endParaRPr lang="en-US" altLang="vi-VN"/>
          </a:p>
        </p:txBody>
      </p:sp>
    </p:spTree>
    <p:extLst>
      <p:ext uri="{BB962C8B-B14F-4D97-AF65-F5344CB8AC3E}">
        <p14:creationId xmlns:p14="http://schemas.microsoft.com/office/powerpoint/2010/main" val="4101512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E69A4A2-751E-48A8-AB77-3C75A548F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475CB137-907C-44B1-A27B-2A5AAAE55D98}"/>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51C9603-3F91-4122-B56F-AF9713EE67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0795BC1A-6AD2-4E31-A0B2-7C99CEBE148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0322FA5-C25C-4690-A9AF-321A2A32C9A0}"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0CDF5E1D-8B9D-4089-BE2E-45FF49F62A1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9FA3FE1E-18CD-4F63-9EA4-CD19FCBB0DA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0FE793C-A753-472A-9712-FF3C4AF54013}" type="slidenum">
              <a:rPr lang="en-US" altLang="vi-VN"/>
              <a:pPr>
                <a:defRPr/>
              </a:pPr>
              <a:t>‹#›</a:t>
            </a:fld>
            <a:endParaRPr lang="en-US" altLang="vi-VN"/>
          </a:p>
        </p:txBody>
      </p:sp>
    </p:spTree>
    <p:extLst>
      <p:ext uri="{BB962C8B-B14F-4D97-AF65-F5344CB8AC3E}">
        <p14:creationId xmlns:p14="http://schemas.microsoft.com/office/powerpoint/2010/main" val="1646066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021B01-5852-46FC-9CEE-536DA9643EE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AA05113-72A7-4465-B59C-7B18690B232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B657C75-3BBB-4F7F-ADEE-7F0750F646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766CE78-4C5D-4444-961A-510573A6530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4D4CF33-30C4-4A25-AD9D-674363988958}" type="datetimeFigureOut">
              <a:rPr lang="en-US"/>
              <a:pPr>
                <a:defRPr/>
              </a:pPr>
              <a:t>11/25/2025</a:t>
            </a:fld>
            <a:endParaRPr lang="en-US" dirty="0"/>
          </a:p>
        </p:txBody>
      </p:sp>
      <p:sp>
        <p:nvSpPr>
          <p:cNvPr id="9" name="Footer Placeholder 4">
            <a:extLst>
              <a:ext uri="{FF2B5EF4-FFF2-40B4-BE49-F238E27FC236}">
                <a16:creationId xmlns:a16="http://schemas.microsoft.com/office/drawing/2014/main" id="{972ED7C8-3B45-45AC-BFC5-82F97DD2545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A79228-DFD9-4D31-8B7D-B7C8102A239D}"/>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A8DB52-396C-4BFA-B409-5B4AD0D428F9}" type="slidenum">
              <a:rPr lang="en-US" altLang="vi-VN"/>
              <a:pPr>
                <a:defRPr/>
              </a:pPr>
              <a:t>‹#›</a:t>
            </a:fld>
            <a:endParaRPr lang="en-US" altLang="vi-VN"/>
          </a:p>
        </p:txBody>
      </p:sp>
    </p:spTree>
    <p:extLst>
      <p:ext uri="{BB962C8B-B14F-4D97-AF65-F5344CB8AC3E}">
        <p14:creationId xmlns:p14="http://schemas.microsoft.com/office/powerpoint/2010/main" val="224471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8"/>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B1FADD2-9AEF-4112-A008-13435246E7AD}"/>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vi-VN" altLang="vi-VN"/>
          </a:p>
        </p:txBody>
      </p:sp>
      <p:sp>
        <p:nvSpPr>
          <p:cNvPr id="1027" name="Text Placeholder 2">
            <a:extLst>
              <a:ext uri="{FF2B5EF4-FFF2-40B4-BE49-F238E27FC236}">
                <a16:creationId xmlns:a16="http://schemas.microsoft.com/office/drawing/2014/main" id="{73695798-0E77-4D09-BDB3-11EDA758EC0C}"/>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vi-VN" altLang="vi-VN"/>
          </a:p>
        </p:txBody>
      </p:sp>
      <p:sp>
        <p:nvSpPr>
          <p:cNvPr id="7" name="TextBox 6">
            <a:extLst>
              <a:ext uri="{FF2B5EF4-FFF2-40B4-BE49-F238E27FC236}">
                <a16:creationId xmlns:a16="http://schemas.microsoft.com/office/drawing/2014/main" id="{1F22D2C2-2174-4EC5-BF12-42B65A60AB3D}"/>
              </a:ext>
            </a:extLst>
          </p:cNvPr>
          <p:cNvSpPr txBox="1"/>
          <p:nvPr/>
        </p:nvSpPr>
        <p:spPr>
          <a:xfrm>
            <a:off x="7862888" y="6311900"/>
            <a:ext cx="1101725" cy="25400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 altLang="vi-VN" sz="1000">
                <a:solidFill>
                  <a:srgbClr val="CF2941"/>
                </a:solidFill>
                <a:ea typeface="Roboto" panose="02000000000000000000" pitchFamily="2" charset="0"/>
                <a:cs typeface="Arial" panose="020B0604020202020204" pitchFamily="34" charset="0"/>
              </a:rPr>
              <a:t>Page</a:t>
            </a:r>
            <a:fld id="{8758EBCD-83FD-4789-A0AE-CA69175CA752}" type="slidenum">
              <a:rPr lang="en-US" altLang="vi-VN" sz="1000" smtClean="0">
                <a:solidFill>
                  <a:srgbClr val="CF2941"/>
                </a:solidFill>
                <a:ea typeface="Roboto" panose="02000000000000000000" pitchFamily="2" charset="0"/>
                <a:cs typeface="Arial" panose="020B0604020202020204" pitchFamily="34" charset="0"/>
              </a:rPr>
              <a:pPr eaLnBrk="1" hangingPunct="1">
                <a:defRPr/>
              </a:pPr>
              <a:t>‹#›</a:t>
            </a:fld>
            <a:endParaRPr lang="en-US" altLang="vi-VN" sz="1000">
              <a:solidFill>
                <a:srgbClr val="CF2941"/>
              </a:solidFill>
              <a:ea typeface="Roboto" panose="02000000000000000000" pitchFamily="2" charset="0"/>
              <a:cs typeface="Arial" panose="020B0604020202020204" pitchFamily="34" charset="0"/>
            </a:endParaRPr>
          </a:p>
        </p:txBody>
      </p:sp>
      <p:sp>
        <p:nvSpPr>
          <p:cNvPr id="9" name="Rectangle 6">
            <a:extLst>
              <a:ext uri="{FF2B5EF4-FFF2-40B4-BE49-F238E27FC236}">
                <a16:creationId xmlns:a16="http://schemas.microsoft.com/office/drawing/2014/main" id="{DBC91B36-E970-401E-B9A6-82822345988C}"/>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811270A4-66D7-42EB-8F6A-9261B83C2708}"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Tree>
  </p:cSld>
  <p:clrMap bg1="lt1" tx1="dk1" bg2="lt2" tx2="dk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 id="2147484790" r:id="rId18"/>
    <p:sldLayoutId id="2147484791" r:id="rId19"/>
    <p:sldLayoutId id="2147484792" r:id="rId20"/>
    <p:sldLayoutId id="2147484793" r:id="rId21"/>
    <p:sldLayoutId id="2147484794" r:id="rId22"/>
    <p:sldLayoutId id="2147484795" r:id="rId23"/>
    <p:sldLayoutId id="2147484796" r:id="rId24"/>
    <p:sldLayoutId id="2147484797" r:id="rId25"/>
    <p:sldLayoutId id="2147484798" r:id="rId26"/>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9pPr>
    </p:titleStyle>
    <p:bodyStyle>
      <a:lvl1pPr algn="l" defTabSz="685800" rtl="0" eaLnBrk="0" fontAlgn="base" hangingPunct="0">
        <a:lnSpc>
          <a:spcPct val="90000"/>
        </a:lnSpc>
        <a:spcBef>
          <a:spcPts val="750"/>
        </a:spcBef>
        <a:spcAft>
          <a:spcPct val="0"/>
        </a:spcAft>
        <a:buFont typeface="Arial" panose="020B0604020202020204" pitchFamily="34" charset="0"/>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4.xml"/><Relationship Id="rId7" Type="http://schemas.openxmlformats.org/officeDocument/2006/relationships/image" Target="../media/image7.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3.xml"/><Relationship Id="rId5" Type="http://schemas.openxmlformats.org/officeDocument/2006/relationships/slideLayout" Target="../slideLayouts/slideLayout2.xml"/><Relationship Id="rId10" Type="http://schemas.openxmlformats.org/officeDocument/2006/relationships/image" Target="../media/image10.png"/><Relationship Id="rId4" Type="http://schemas.openxmlformats.org/officeDocument/2006/relationships/tags" Target="../tags/tag5.xml"/><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7.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14.xml"/><Relationship Id="rId7" Type="http://schemas.openxmlformats.org/officeDocument/2006/relationships/image" Target="../media/image23.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notesSlide" Target="../notesSlides/notesSlide27.xml"/><Relationship Id="rId11" Type="http://schemas.openxmlformats.org/officeDocument/2006/relationships/image" Target="../media/image27.png"/><Relationship Id="rId5" Type="http://schemas.openxmlformats.org/officeDocument/2006/relationships/slideLayout" Target="../slideLayouts/slideLayout2.xml"/><Relationship Id="rId10" Type="http://schemas.openxmlformats.org/officeDocument/2006/relationships/image" Target="../media/image26.png"/><Relationship Id="rId4" Type="http://schemas.openxmlformats.org/officeDocument/2006/relationships/tags" Target="../tags/tag15.xml"/><Relationship Id="rId9" Type="http://schemas.openxmlformats.org/officeDocument/2006/relationships/image" Target="../media/image25.png"/></Relationships>
</file>

<file path=ppt/slides/_rels/slide2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18.xml"/><Relationship Id="rId7" Type="http://schemas.openxmlformats.org/officeDocument/2006/relationships/image" Target="../media/image25.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4.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1.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4.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30.xml"/><Relationship Id="rId5" Type="http://schemas.openxmlformats.org/officeDocument/2006/relationships/image" Target="../media/image50.png"/><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2.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51.png"/><Relationship Id="rId5" Type="http://schemas.openxmlformats.org/officeDocument/2006/relationships/image" Target="../media/image4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52.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5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54.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4.png"/><Relationship Id="rId7" Type="http://schemas.openxmlformats.org/officeDocument/2006/relationships/image" Target="../media/image90.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5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60.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6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png"/></Relationships>
</file>

<file path=ppt/slides/_rels/slide6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image" Target="../media/image10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6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 Id="rId9" Type="http://schemas.openxmlformats.org/officeDocument/2006/relationships/image" Target="../media/image115.png"/></Relationships>
</file>

<file path=ppt/slides/_rels/slide67.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120.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68.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117.png"/><Relationship Id="rId7" Type="http://schemas.openxmlformats.org/officeDocument/2006/relationships/image" Target="../media/image123.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 Id="rId9" Type="http://schemas.openxmlformats.org/officeDocument/2006/relationships/image" Target="../media/image125.png"/></Relationships>
</file>

<file path=ppt/slides/_rels/slide69.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128.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1.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1F1D606E-D653-45CB-95A5-529D67CA7274}"/>
              </a:ext>
            </a:extLst>
          </p:cNvPr>
          <p:cNvSpPr>
            <a:spLocks noGrp="1"/>
          </p:cNvSpPr>
          <p:nvPr>
            <p:ph type="ctrTitle"/>
          </p:nvPr>
        </p:nvSpPr>
        <p:spPr>
          <a:xfrm>
            <a:off x="0" y="1143000"/>
            <a:ext cx="9144000" cy="906463"/>
          </a:xfrm>
        </p:spPr>
        <p:txBody>
          <a:bodyPr/>
          <a:lstStyle/>
          <a:p>
            <a:pPr algn="ctr" eaLnBrk="1" hangingPunct="1"/>
            <a:r>
              <a:rPr lang="en-US" altLang="vi-VN" sz="2800" cap="all">
                <a:latin typeface="Times New Roman" panose="02020603050405020304" pitchFamily="18" charset="0"/>
                <a:cs typeface="Times New Roman" panose="02020603050405020304" pitchFamily="18" charset="0"/>
              </a:rPr>
              <a:t>P</a:t>
            </a:r>
            <a:r>
              <a:rPr lang="en" altLang="vi-VN" sz="2800" cap="all">
                <a:latin typeface="Times New Roman" panose="02020603050405020304" pitchFamily="18" charset="0"/>
                <a:cs typeface="Times New Roman" panose="02020603050405020304" pitchFamily="18" charset="0"/>
              </a:rPr>
              <a:t>hân tích dữ liệu chuỗi thời gian</a:t>
            </a:r>
            <a:endParaRPr lang="en" altLang="vi-VN" sz="2800" cap="all"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6EA7369-B7A3-44EE-9408-C24AA67B81B7}"/>
              </a:ext>
            </a:extLst>
          </p:cNvPr>
          <p:cNvSpPr txBox="1"/>
          <p:nvPr/>
        </p:nvSpPr>
        <p:spPr>
          <a:xfrm>
            <a:off x="0" y="3276600"/>
            <a:ext cx="9144000" cy="1508125"/>
          </a:xfrm>
          <a:prstGeom prst="rect">
            <a:avLst/>
          </a:prstGeom>
          <a:noFill/>
        </p:spPr>
        <p:txBody>
          <a:bodyPr wrap="square">
            <a:spAutoFit/>
          </a:bodyPr>
          <a:lstStyle/>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Trích chọn đặc trưng</a:t>
            </a:r>
            <a:endParaRPr lang="en" sz="4400" b="1" dirty="0">
              <a:solidFill>
                <a:srgbClr val="FFCC66"/>
              </a:solidFill>
              <a:latin typeface="Times New Roman" panose="02020603050405020304" pitchFamily="18" charset="0"/>
              <a:cs typeface="Times New Roman" panose="02020603050405020304" pitchFamily="18" charset="0"/>
            </a:endParaRPr>
          </a:p>
          <a:p>
            <a:pPr algn="ctr" eaLnBrk="1" hangingPunct="1">
              <a:defRPr/>
            </a:pPr>
            <a:endParaRPr lang="en-US" sz="4800" b="1" dirty="0">
              <a:solidFill>
                <a:schemeClr val="accent1">
                  <a:lumMod val="50000"/>
                </a:schemeClr>
              </a:solidFill>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6E91B-C31A-7D45-7595-651615DF7F4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7212D0B-A875-9C89-C5E8-AFEB0F04AFFA}"/>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33EB7202-8DD2-6A61-9507-678A1C77904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Trích chọn đặc trưng để làm gì</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Dữ liệu thô thường:</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Rất dài</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Khó xử lý trực tiếp</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Chứa nhiều nhiễu</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Trích chọn đặc trưng giúp:</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Tóm tắt thông tin</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Giảm chiều dữ liệu</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Dễ huấn luyện mô hình</a:t>
            </a:r>
          </a:p>
          <a:p>
            <a:pPr marL="457200" lvl="0" indent="-457200">
              <a:buFont typeface="Wingdings" panose="05000000000000000000" pitchFamily="2" charset="2"/>
              <a:buChar char="Ø"/>
            </a:pP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6087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2578-D553-1E2B-585A-73E40B0758F2}"/>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Nội dung</a:t>
            </a:r>
          </a:p>
        </p:txBody>
      </p:sp>
      <p:sp>
        <p:nvSpPr>
          <p:cNvPr id="5" name="Content Placeholder 2">
            <a:extLst>
              <a:ext uri="{FF2B5EF4-FFF2-40B4-BE49-F238E27FC236}">
                <a16:creationId xmlns:a16="http://schemas.microsoft.com/office/drawing/2014/main" id="{BB1D7740-926A-3DCE-3F06-3714AC5C4E65}"/>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Phân đoạn và cửa sổ trượt</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Đặc trưng thống kê </a:t>
            </a:r>
            <a:r>
              <a:rPr lang="en-US">
                <a:latin typeface="Times New Roman" panose="02020603050405020304" pitchFamily="18" charset="0"/>
                <a:cs typeface="Times New Roman" panose="02020603050405020304" pitchFamily="18" charset="0"/>
              </a:rPr>
              <a:t> </a:t>
            </a: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Đặc trưng miền thời gian</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Đặc trưng miền tần số </a:t>
            </a:r>
            <a:endParaRPr lang="en-US">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vi-VN">
                <a:latin typeface="Times New Roman" panose="02020603050405020304" pitchFamily="18" charset="0"/>
                <a:cs typeface="Times New Roman" panose="02020603050405020304" pitchFamily="18" charset="0"/>
              </a:rPr>
              <a:t>Lựa chọn đặc trưng dựa trên tri thức miền (domain knowledge) </a:t>
            </a:r>
            <a:br>
              <a:rPr lang="vi-VN">
                <a:latin typeface="Times New Roman" panose="02020603050405020304" pitchFamily="18" charset="0"/>
                <a:cs typeface="Times New Roman" panose="02020603050405020304" pitchFamily="18" charset="0"/>
              </a:rPr>
            </a:b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563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6DD38-D4FC-F2F1-BEB7-B2532809B71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38B32DF-8376-933B-5B89-87BD27C39DB6}"/>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9135AF39-2F2A-33C1-09AF-58DBB3A36F6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đoạn chuỗi thời gian (Time Series Segmentation)</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Phân đoạn là quá trình chia chuỗi thời gian dài thành nhiều đoạn nhỏ, trong đó mỗi đoạn có tính chất ổn định hoặc đồng nhất hơn (về xu hướng, phương sai, tần số, biên độ,…).</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Mục đích:</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Tìm điểm thay đổi (change points) theo thời gian</a:t>
            </a:r>
            <a:r>
              <a:rPr lang="en-US" sz="2400">
                <a:latin typeface="Times New Roman" panose="02020603050405020304" pitchFamily="18" charset="0"/>
                <a:cs typeface="Times New Roman" panose="02020603050405020304" pitchFamily="18" charset="0"/>
              </a:rPr>
              <a:t> hoặc điểm bất thường</a:t>
            </a:r>
            <a:r>
              <a:rPr lang="vi-VN" sz="240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Đại diện chuỗi bằng một số đoạn có ý nghĩa (piecewise constant, piecewise linear…).</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Làm mô hình tốt hơn, giảm nhiễu, giải thích dễ hơn.</a:t>
            </a:r>
          </a:p>
          <a:p>
            <a:pPr marL="5715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1763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6AC80-EE88-D891-BF02-CDD2A6C3746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7694A9B-07C2-FCE8-0E5A-4E40ABF2D2AE}"/>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B104CC3D-B4A4-0176-972E-3C050BEFD5F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Phân đoạn chuỗi thời gian (Time Series Segmentation)</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Các kiểu phân đoạn phổ biến: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Phân đoạn dựa trên mô hình: </a:t>
            </a:r>
            <a:r>
              <a:rPr lang="vi-VN" sz="2400">
                <a:latin typeface="Times New Roman" panose="02020603050405020304" pitchFamily="18" charset="0"/>
                <a:cs typeface="Times New Roman" panose="02020603050405020304" pitchFamily="18" charset="0"/>
              </a:rPr>
              <a:t>Giả </a:t>
            </a:r>
            <a:r>
              <a:rPr lang="en-US" sz="2400">
                <a:latin typeface="Times New Roman" panose="02020603050405020304" pitchFamily="18" charset="0"/>
                <a:cs typeface="Times New Roman" panose="02020603050405020304" pitchFamily="18" charset="0"/>
              </a:rPr>
              <a:t>sử</a:t>
            </a:r>
            <a:r>
              <a:rPr lang="vi-VN" sz="2400">
                <a:latin typeface="Times New Roman" panose="02020603050405020304" pitchFamily="18" charset="0"/>
                <a:cs typeface="Times New Roman" panose="02020603050405020304" pitchFamily="18" charset="0"/>
              </a:rPr>
              <a:t> mỗi đoạn tuân theo một mô hình đơn giản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 Tìm ranh giới sao cho mô hình phù hợp nhất.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Phân đoạn dựa trên sự thay đổi của các thông tin thống kê </a:t>
            </a:r>
            <a:r>
              <a:rPr lang="en-US" sz="2400" b="1">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mean/ variance/ trend/ distribution)</a:t>
            </a:r>
            <a:r>
              <a:rPr lang="el-GR" sz="2400">
                <a:latin typeface="Times New Roman" panose="02020603050405020304" pitchFamily="18" charset="0"/>
                <a:cs typeface="Times New Roman" panose="02020603050405020304" pitchFamily="18" charset="0"/>
              </a:rPr>
              <a:t> → </a:t>
            </a:r>
            <a:r>
              <a:rPr lang="en-US" sz="2400">
                <a:latin typeface="Times New Roman" panose="02020603050405020304" pitchFamily="18" charset="0"/>
                <a:cs typeface="Times New Roman" panose="02020603050405020304" pitchFamily="18" charset="0"/>
              </a:rPr>
              <a:t>sinh ra change point.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Phân đoạn dựa trên tín hiệu (chuyển dữ liệu sang miền tần số với các phép biến đổi Fourier/Wavelet).</a:t>
            </a:r>
          </a:p>
          <a:p>
            <a:pPr marL="5715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512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09573-A3C6-C4E5-0C5B-C05830FB38C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CB197B2-8391-98A9-C344-7A8FDEB97407}"/>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44C7C408-334A-2047-37A6-60E0A1C7FDD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Cửa sổ trượt (sliding window)</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Đôi khi còn được gọi là cửa sổ lăn (rolling window)</a:t>
            </a:r>
          </a:p>
          <a:p>
            <a:pPr lvl="1">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Cửa sổ trượt (sliding window) là kỹ thuật lấy </a:t>
            </a:r>
            <a:r>
              <a:rPr lang="en-US" sz="2800">
                <a:latin typeface="Times New Roman" panose="02020603050405020304" pitchFamily="18" charset="0"/>
                <a:cs typeface="Times New Roman" panose="02020603050405020304" pitchFamily="18" charset="0"/>
              </a:rPr>
              <a:t>các</a:t>
            </a:r>
            <a:r>
              <a:rPr lang="vi-VN" sz="2800">
                <a:latin typeface="Times New Roman" panose="02020603050405020304" pitchFamily="18" charset="0"/>
                <a:cs typeface="Times New Roman" panose="02020603050405020304" pitchFamily="18" charset="0"/>
              </a:rPr>
              <a:t> đoạn con (window) có độ dài cố định từ chuỗi thời gian</a:t>
            </a: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Thay vì phân đoạn tĩnh, ta trượt một cửa sổ nhỏ dọc theo chuỗi </a:t>
            </a:r>
            <a:r>
              <a:rPr lang="vi-VN" sz="2800">
                <a:latin typeface="Times New Roman" panose="02020603050405020304" pitchFamily="18" charset="0"/>
                <a:cs typeface="Times New Roman" panose="02020603050405020304" pitchFamily="18" charset="0"/>
              </a:rPr>
              <a:t>để tạo ra các đoạn liên tiếp.</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Thường được định nghĩa bởi:</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Window size (W): chiều dài cửa sổ</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Step size (S): khoảng dịch chuyển mỗi lần</a:t>
            </a:r>
          </a:p>
          <a:p>
            <a:pPr marL="5715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4445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B2599-94AA-D94E-7815-FF8AF98879E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F4FF014-6266-FC0D-7A9D-8A35213BC064}"/>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C48FCF1F-CBF4-1A9D-ED35-E7AA448440C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Cửa sổ trượt (sliding window)</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lvl="2"/>
            <a:r>
              <a:rPr lang="vi-VN" sz="2400">
                <a:latin typeface="Times New Roman" panose="02020603050405020304" pitchFamily="18" charset="0"/>
                <a:cs typeface="Times New Roman" panose="02020603050405020304" pitchFamily="18" charset="0"/>
              </a:rPr>
              <a:t>Chuỗi thời gian:</a:t>
            </a:r>
          </a:p>
          <a:p>
            <a:pPr lvl="2"/>
            <a:r>
              <a:rPr lang="vi-VN" sz="2400">
                <a:latin typeface="Times New Roman" panose="02020603050405020304" pitchFamily="18" charset="0"/>
                <a:cs typeface="Times New Roman" panose="02020603050405020304" pitchFamily="18" charset="0"/>
              </a:rPr>
              <a:t>[1, 2, 3, 4, 5, 6]</a:t>
            </a:r>
          </a:p>
          <a:p>
            <a:pPr lvl="2"/>
            <a:r>
              <a:rPr lang="vi-VN" sz="2400">
                <a:latin typeface="Times New Roman" panose="02020603050405020304" pitchFamily="18" charset="0"/>
                <a:cs typeface="Times New Roman" panose="02020603050405020304" pitchFamily="18" charset="0"/>
              </a:rPr>
              <a:t>Cửa sổ kích thước 3 </a:t>
            </a:r>
            <a:r>
              <a:rPr lang="en-US" sz="2400">
                <a:latin typeface="Times New Roman" panose="02020603050405020304" pitchFamily="18" charset="0"/>
                <a:cs typeface="Times New Roman" panose="02020603050405020304" pitchFamily="18" charset="0"/>
              </a:rPr>
              <a:t>và m</a:t>
            </a:r>
            <a:r>
              <a:rPr lang="vi-VN" sz="2400">
                <a:latin typeface="Times New Roman" panose="02020603050405020304" pitchFamily="18" charset="0"/>
                <a:cs typeface="Times New Roman" panose="02020603050405020304" pitchFamily="18" charset="0"/>
              </a:rPr>
              <a:t>ỗi lần cửa sổ trượt sang phải 1 bước.</a:t>
            </a:r>
          </a:p>
          <a:p>
            <a:pPr lvl="2"/>
            <a:r>
              <a:rPr lang="vi-VN" sz="2400">
                <a:latin typeface="Times New Roman" panose="02020603050405020304" pitchFamily="18" charset="0"/>
                <a:cs typeface="Times New Roman" panose="02020603050405020304" pitchFamily="18" charset="0"/>
              </a:rPr>
              <a:t>→ các cửa sổ trượt sẽ là:</a:t>
            </a:r>
          </a:p>
          <a:p>
            <a:pPr lvl="2"/>
            <a:r>
              <a:rPr lang="vi-VN" sz="2400">
                <a:latin typeface="Times New Roman" panose="02020603050405020304" pitchFamily="18" charset="0"/>
                <a:cs typeface="Times New Roman" panose="02020603050405020304" pitchFamily="18" charset="0"/>
              </a:rPr>
              <a:t>[1, 2, 3]</a:t>
            </a:r>
          </a:p>
          <a:p>
            <a:pPr lvl="2"/>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[2, 3, 4]</a:t>
            </a:r>
          </a:p>
          <a:p>
            <a:pPr lvl="2"/>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[3, 4, 5]</a:t>
            </a:r>
          </a:p>
          <a:p>
            <a:pPr lvl="2"/>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[4, 5, 6]</a:t>
            </a:r>
          </a:p>
          <a:p>
            <a:pPr lvl="1">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697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339E-645A-632E-3B9D-3FD794D61F7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380C2FB-BC27-52BB-042B-E9BC1FE33434}"/>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A8575E68-17FD-0E90-8249-42BB109A681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Cửa sổ trượt (sliding window)</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Với mỗi vị trí, ta có thể trích chọn đặc trưng trong cửa sổ đó. </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Làm mịn dữ liệu</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Tổng hợp dữ liệu</a:t>
            </a:r>
          </a:p>
        </p:txBody>
      </p:sp>
    </p:spTree>
    <p:extLst>
      <p:ext uri="{BB962C8B-B14F-4D97-AF65-F5344CB8AC3E}">
        <p14:creationId xmlns:p14="http://schemas.microsoft.com/office/powerpoint/2010/main" val="3127009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7E208-BA90-C82C-9E62-3381DE45A59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C33D4FE-D50A-3A9C-4DC6-720234A2B4AA}"/>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C62FB1DB-0D38-816E-6512-46C5912D0B9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Cửa sổ trượt (sliding window)</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457200" lvl="1" indent="0"/>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81A2E0E-8A61-C226-4B0C-462BD0CAFF7E}"/>
              </a:ext>
            </a:extLst>
          </p:cNvPr>
          <p:cNvPicPr>
            <a:picLocks noChangeAspect="1"/>
          </p:cNvPicPr>
          <p:nvPr/>
        </p:nvPicPr>
        <p:blipFill>
          <a:blip r:embed="rId3"/>
          <a:stretch>
            <a:fillRect/>
          </a:stretch>
        </p:blipFill>
        <p:spPr>
          <a:xfrm>
            <a:off x="990600" y="2397034"/>
            <a:ext cx="6858000" cy="3276600"/>
          </a:xfrm>
          <a:prstGeom prst="rect">
            <a:avLst/>
          </a:prstGeom>
        </p:spPr>
      </p:pic>
    </p:spTree>
    <p:extLst>
      <p:ext uri="{BB962C8B-B14F-4D97-AF65-F5344CB8AC3E}">
        <p14:creationId xmlns:p14="http://schemas.microsoft.com/office/powerpoint/2010/main" val="2371454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FE55F-DB3B-DDB6-7DB1-8D66613FBFF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F3A77A7-2D34-D189-5042-03D1BF549D03}"/>
              </a:ext>
            </a:extLst>
          </p:cNvPr>
          <p:cNvSpPr>
            <a:spLocks noGrp="1"/>
          </p:cNvSpPr>
          <p:nvPr>
            <p:ph type="title"/>
          </p:nvPr>
        </p:nvSpPr>
        <p:spPr>
          <a:xfrm>
            <a:off x="1220788" y="365125"/>
            <a:ext cx="7904162" cy="747713"/>
          </a:xfrm>
        </p:spPr>
        <p:txBody>
          <a:bodyPr>
            <a:noAutofit/>
          </a:bodyPr>
          <a:lstStyle/>
          <a:p>
            <a:pPr marL="57150">
              <a:defRPr/>
            </a:pPr>
            <a:r>
              <a:rPr lang="vi-VN" sz="3200">
                <a:latin typeface="Times New Roman" panose="02020603050405020304" pitchFamily="18" charset="0"/>
                <a:cs typeface="Times New Roman" panose="02020603050405020304" pitchFamily="18" charset="0"/>
              </a:rPr>
              <a:t>Phân đoạn và cửa sổ trượt</a:t>
            </a:r>
            <a:endParaRPr lang="en-US" sz="320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7C065FE4-E1BC-0CB2-3F13-B6D7CE5FF1F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Cửa sổ trượt (sliding window)</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457200" lvl="1" indent="0"/>
            <a:endParaRPr lang="en-US" sz="2800">
              <a:latin typeface="Times New Roman" panose="02020603050405020304" pitchFamily="18" charset="0"/>
              <a:cs typeface="Times New Roman" panose="02020603050405020304" pitchFamily="18" charset="0"/>
            </a:endParaRPr>
          </a:p>
          <a:p>
            <a:pPr marL="57150" indent="0"/>
            <a:endParaRPr lang="en-US" sz="28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4FB4355-6E61-9720-10AB-AB1BD0F235A8}"/>
              </a:ext>
            </a:extLst>
          </p:cNvPr>
          <p:cNvPicPr>
            <a:picLocks noChangeAspect="1"/>
          </p:cNvPicPr>
          <p:nvPr/>
        </p:nvPicPr>
        <p:blipFill>
          <a:blip r:embed="rId3"/>
          <a:stretch>
            <a:fillRect/>
          </a:stretch>
        </p:blipFill>
        <p:spPr>
          <a:xfrm>
            <a:off x="1133475" y="2362200"/>
            <a:ext cx="6858000" cy="3276600"/>
          </a:xfrm>
          <a:prstGeom prst="rect">
            <a:avLst/>
          </a:prstGeom>
        </p:spPr>
      </p:pic>
    </p:spTree>
    <p:extLst>
      <p:ext uri="{BB962C8B-B14F-4D97-AF65-F5344CB8AC3E}">
        <p14:creationId xmlns:p14="http://schemas.microsoft.com/office/powerpoint/2010/main" val="1738485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C1F81-A5D3-3CC3-383E-C236DD773CB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00F14A8-44A5-1324-5482-D54D2D0BD78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646C7AAF-AE78-45CE-B814-71F2835E2F3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Vì sao cần đặc trưng thống kê?</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Dữ liệu thô → dài &amp; khó xử lý</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Đặc trưng thống kê giúp:</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Tóm tắt thông tin của đoạn/cửa sổ</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So sánh giữa các chuỗi</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Đưa vào mô hình học máy</a:t>
            </a:r>
          </a:p>
        </p:txBody>
      </p:sp>
    </p:spTree>
    <p:extLst>
      <p:ext uri="{BB962C8B-B14F-4D97-AF65-F5344CB8AC3E}">
        <p14:creationId xmlns:p14="http://schemas.microsoft.com/office/powerpoint/2010/main" val="2219434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83DE6-85CD-AE8F-A39A-E5C0D57D457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CBC18F2-5FC0-4CC4-809D-1900CCEC75E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E0D2503B-B4E5-9865-A7A4-13CB9717CB5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Đặc trưng thống kê trong </a:t>
            </a:r>
            <a:r>
              <a:rPr lang="en-US" sz="2800">
                <a:latin typeface="Times New Roman" panose="02020603050405020304" pitchFamily="18" charset="0"/>
                <a:cs typeface="Times New Roman" panose="02020603050405020304" pitchFamily="18" charset="0"/>
              </a:rPr>
              <a:t>chuỗi thời gian </a:t>
            </a:r>
            <a:r>
              <a:rPr lang="vi-VN" sz="2800">
                <a:latin typeface="Times New Roman" panose="02020603050405020304" pitchFamily="18" charset="0"/>
                <a:cs typeface="Times New Roman" panose="02020603050405020304" pitchFamily="18" charset="0"/>
              </a:rPr>
              <a:t>thường chia thành 4 nhóm lớn:</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Mức độ trung tâm</a:t>
            </a:r>
            <a:r>
              <a:rPr lang="en-US" sz="2800">
                <a:latin typeface="Times New Roman" panose="02020603050405020304" pitchFamily="18" charset="0"/>
                <a:cs typeface="Times New Roman" panose="02020603050405020304" pitchFamily="18" charset="0"/>
              </a:rPr>
              <a:t>: trung bình (mean), </a:t>
            </a:r>
            <a:endParaRPr lang="vi-VN"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Độ phân tán</a:t>
            </a:r>
            <a:r>
              <a:rPr lang="en-US" sz="2800">
                <a:latin typeface="Times New Roman" panose="02020603050405020304" pitchFamily="18" charset="0"/>
                <a:cs typeface="Times New Roman" panose="02020603050405020304" pitchFamily="18" charset="0"/>
              </a:rPr>
              <a:t>: phương sai (variance), độ lệch chuẩn</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Hình dạng phân phối</a:t>
            </a:r>
            <a:r>
              <a:rPr lang="en-US" sz="2800">
                <a:latin typeface="Times New Roman" panose="02020603050405020304" pitchFamily="18" charset="0"/>
                <a:cs typeface="Times New Roman" panose="02020603050405020304" pitchFamily="18" charset="0"/>
              </a:rPr>
              <a:t>: độ lệch (skewness)</a:t>
            </a:r>
            <a:r>
              <a:rPr lang="vi-VN" sz="280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Phụ thuộc theo thời gian</a:t>
            </a: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 autocorrelation</a:t>
            </a:r>
            <a:r>
              <a:rPr lang="en-US" sz="2800">
                <a:latin typeface="Times New Roman" panose="02020603050405020304" pitchFamily="18" charset="0"/>
                <a:cs typeface="Times New Roman" panose="02020603050405020304" pitchFamily="18" charset="0"/>
              </a:rPr>
              <a:t> function (ACF)</a:t>
            </a:r>
            <a:endParaRPr lang="vi-VN" sz="28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7054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5AC41-D091-5675-AF69-2B11DACFA51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EA0F2ED-6158-C431-3FDE-2833094E665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79CEEE98-E6C6-E5AA-6BCC-9D24E796629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Trung bình (mean) </a:t>
            </a:r>
            <a:r>
              <a:rPr lang="en-US" sz="2800">
                <a:latin typeface="Times New Roman" panose="02020603050405020304" pitchFamily="18" charset="0"/>
                <a:cs typeface="Times New Roman" panose="02020603050405020304" pitchFamily="18" charset="0"/>
              </a:rPr>
              <a:t>là một đặc trưng điển hình của chuỗi</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Cho chuỗi thời gian               , </a:t>
            </a:r>
            <a:r>
              <a:rPr lang="en-US" sz="2800" b="1">
                <a:latin typeface="Times New Roman" panose="02020603050405020304" pitchFamily="18" charset="0"/>
                <a:cs typeface="Times New Roman" panose="02020603050405020304" pitchFamily="18" charset="0"/>
              </a:rPr>
              <a:t>trung bình của chuỗi</a:t>
            </a:r>
            <a:r>
              <a:rPr lang="en-US" sz="2800">
                <a:latin typeface="Times New Roman" panose="02020603050405020304" pitchFamily="18" charset="0"/>
                <a:cs typeface="Times New Roman" panose="02020603050405020304" pitchFamily="18" charset="0"/>
              </a:rPr>
              <a:t> là</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 Chuỗi {2, 4, 6, 8}</a:t>
            </a:r>
            <a:r>
              <a:rPr lang="en-US" sz="2800">
                <a:latin typeface="Times New Roman" panose="02020603050405020304" pitchFamily="18" charset="0"/>
                <a:cs typeface="Times New Roman" panose="02020603050405020304" pitchFamily="18" charset="0"/>
                <a:sym typeface="Wingdings" panose="05000000000000000000" pitchFamily="2" charset="2"/>
              </a:rPr>
              <a:t></a:t>
            </a:r>
            <a:r>
              <a:rPr lang="en-US" sz="2800">
                <a:latin typeface="Times New Roman" panose="02020603050405020304" pitchFamily="18" charset="0"/>
                <a:cs typeface="Times New Roman" panose="02020603050405020304" pitchFamily="18" charset="0"/>
              </a:rPr>
              <a:t>Mean = (2+4+6+8)/4 = 5</a:t>
            </a:r>
          </a:p>
          <a:p>
            <a:pPr marL="457200" indent="-4572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Giả sử chuỗi được sắp xếp theo thứ tự tăng dần như</a:t>
            </a:r>
          </a:p>
          <a:p>
            <a:pPr marL="400050" lvl="1" indent="0"/>
            <a:r>
              <a:rPr lang="en-US" sz="2800">
                <a:latin typeface="Times New Roman" panose="02020603050405020304" pitchFamily="18" charset="0"/>
                <a:cs typeface="Times New Roman" panose="02020603050405020304" pitchFamily="18" charset="0"/>
              </a:rPr>
              <a:t>                                               , </a:t>
            </a:r>
            <a:r>
              <a:rPr lang="en-US" sz="2800" b="1">
                <a:latin typeface="Times New Roman" panose="02020603050405020304" pitchFamily="18" charset="0"/>
                <a:cs typeface="Times New Roman" panose="02020603050405020304" pitchFamily="18" charset="0"/>
              </a:rPr>
              <a:t>trung vị </a:t>
            </a:r>
            <a:r>
              <a:rPr lang="en-US" sz="2800">
                <a:latin typeface="Times New Roman" panose="02020603050405020304" pitchFamily="18" charset="0"/>
                <a:cs typeface="Times New Roman" panose="02020603050405020304" pitchFamily="18" charset="0"/>
              </a:rPr>
              <a:t>của chuỗi là </a:t>
            </a:r>
            <a:endParaRPr lang="ar-AE" sz="28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p:pic>
        <p:nvPicPr>
          <p:cNvPr id="18" name="Picture 17" descr="\documentclass{article}&#10;\usepackage{amsmath}&#10;\pagestyle{empty}&#10;\begin{document}&#10;&#10;$\{x_t\}_{t=1}^{T}$&#10;&#10;&#10;\end{document}" title="IguanaTex Bitmap Display">
            <a:extLst>
              <a:ext uri="{FF2B5EF4-FFF2-40B4-BE49-F238E27FC236}">
                <a16:creationId xmlns:a16="http://schemas.microsoft.com/office/drawing/2014/main" id="{57524425-1496-AD1E-2E01-BF37F9141DE7}"/>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3886200" y="1752600"/>
            <a:ext cx="1100800" cy="386134"/>
          </a:xfrm>
          <a:prstGeom prst="rect">
            <a:avLst/>
          </a:prstGeom>
        </p:spPr>
      </p:pic>
      <p:pic>
        <p:nvPicPr>
          <p:cNvPr id="20" name="Picture 19" descr="\documentclass{article}&#10;\usepackage{amsmath}&#10;\pagestyle{empty}&#10;\begin{document}&#10;&#10;$\bar{x} = \frac{1}{T}\sum\limits_{t = 1}^{T}x_t$&#10;&#10;&#10;\end{document}" title="IguanaTex Bitmap Display">
            <a:extLst>
              <a:ext uri="{FF2B5EF4-FFF2-40B4-BE49-F238E27FC236}">
                <a16:creationId xmlns:a16="http://schemas.microsoft.com/office/drawing/2014/main" id="{4D5D98E5-F6D6-FD2D-F29B-021AF07456D2}"/>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3429001" y="2389303"/>
            <a:ext cx="1838933" cy="814934"/>
          </a:xfrm>
          <a:prstGeom prst="rect">
            <a:avLst/>
          </a:prstGeom>
        </p:spPr>
      </p:pic>
      <p:pic>
        <p:nvPicPr>
          <p:cNvPr id="22" name="Picture 21" descr="\documentclass{article}&#10;\usepackage{amsmath}&#10;\pagestyle{empty}&#10;\begin{document}&#10;&#10;$x_{(1)} \le x_{(2)} \le \cdots \le x_{(T)}$&#10;&#10;&#10;\end{document}" title="IguanaTex Bitmap Display">
            <a:extLst>
              <a:ext uri="{FF2B5EF4-FFF2-40B4-BE49-F238E27FC236}">
                <a16:creationId xmlns:a16="http://schemas.microsoft.com/office/drawing/2014/main" id="{C6F41EDD-5BA6-7CEF-5A4C-733A9AA6DC65}"/>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967680" y="4267200"/>
            <a:ext cx="3588264" cy="352001"/>
          </a:xfrm>
          <a:prstGeom prst="rect">
            <a:avLst/>
          </a:prstGeom>
        </p:spPr>
      </p:pic>
      <p:pic>
        <p:nvPicPr>
          <p:cNvPr id="28" name="Picture 27" descr="\documentclass{article}&#10;\usepackage{amsmath}&#10;\pagestyle{empty}&#10;\begin{document}&#10;&#10;$\textrm{median}\left(\{x_t\}\right) = \left\{\begin{matrix}\frac{1}{2}\left(x_{\left(\frac{T}{2}\right)} + x_{\left(\frac{T}{2}+1\right)}\right), &amp; \textrm{ if T is even} \\ x_{\left(\frac{T+1}{2}\right)}, &amp; \textrm{ if T is odd}\end{matrix}\right.$&#10;&#10;&#10;\end{document}" title="IguanaTex Bitmap Display">
            <a:extLst>
              <a:ext uri="{FF2B5EF4-FFF2-40B4-BE49-F238E27FC236}">
                <a16:creationId xmlns:a16="http://schemas.microsoft.com/office/drawing/2014/main" id="{03CB07E3-42D5-1D48-9B41-6F851BC1B1A7}"/>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1676401" y="4846016"/>
            <a:ext cx="7085714" cy="1003886"/>
          </a:xfrm>
          <a:prstGeom prst="rect">
            <a:avLst/>
          </a:prstGeom>
        </p:spPr>
      </p:pic>
    </p:spTree>
    <p:extLst>
      <p:ext uri="{BB962C8B-B14F-4D97-AF65-F5344CB8AC3E}">
        <p14:creationId xmlns:p14="http://schemas.microsoft.com/office/powerpoint/2010/main" val="462064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AB318-1CF6-3736-EBC6-5E6FA3132E0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441E00B-F279-2BFD-D7F4-38B840CEE38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3DE43FCE-B117-468B-14A5-1264DBBDC7A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P</a:t>
            </a:r>
            <a:r>
              <a:rPr lang="vi-VN" sz="2800" b="1">
                <a:latin typeface="Times New Roman" panose="02020603050405020304" pitchFamily="18" charset="0"/>
                <a:cs typeface="Times New Roman" panose="02020603050405020304" pitchFamily="18" charset="0"/>
              </a:rPr>
              <a:t>hương sai (Variance)</a:t>
            </a:r>
            <a:r>
              <a:rPr lang="en-US" sz="2800" b="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đo </a:t>
            </a:r>
            <a:r>
              <a:rPr lang="vi-VN" sz="2800">
                <a:latin typeface="Times New Roman" panose="02020603050405020304" pitchFamily="18" charset="0"/>
                <a:cs typeface="Times New Roman" panose="02020603050405020304" pitchFamily="18" charset="0"/>
              </a:rPr>
              <a:t>mức độ dao động của chuỗi</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Độ lệch chuẩn (Standard deviation)</a:t>
            </a:r>
            <a:r>
              <a:rPr lang="en-US" sz="2800">
                <a:latin typeface="Times New Roman" panose="02020603050405020304" pitchFamily="18" charset="0"/>
                <a:cs typeface="Times New Roman" panose="02020603050405020304" pitchFamily="18" charset="0"/>
              </a:rPr>
              <a:t> là căn bậc hai của phương sai </a:t>
            </a:r>
          </a:p>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Range = max – min</a:t>
            </a: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Maximum (max): </a:t>
            </a:r>
            <a:r>
              <a:rPr lang="en-US" sz="2800">
                <a:latin typeface="Times New Roman" panose="02020603050405020304" pitchFamily="18" charset="0"/>
                <a:cs typeface="Times New Roman" panose="02020603050405020304" pitchFamily="18" charset="0"/>
              </a:rPr>
              <a:t>Giá trị cao nhất trong đoạn</a:t>
            </a: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Minimum (min): </a:t>
            </a:r>
            <a:r>
              <a:rPr lang="en-US" sz="2800">
                <a:latin typeface="Times New Roman" panose="02020603050405020304" pitchFamily="18" charset="0"/>
                <a:cs typeface="Times New Roman" panose="02020603050405020304" pitchFamily="18" charset="0"/>
              </a:rPr>
              <a:t>Giá trị thấp nhất trong đoạn</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max, min giúp phát hiện đỉnh, đáy, bất thường</a:t>
            </a:r>
          </a:p>
          <a:p>
            <a:pPr lvl="1"/>
            <a:r>
              <a:rPr lang="en-US" sz="2800">
                <a:latin typeface="Times New Roman" panose="02020603050405020304" pitchFamily="18" charset="0"/>
                <a:cs typeface="Times New Roman" panose="02020603050405020304" pitchFamily="18" charset="0"/>
              </a:rPr>
              <a:t>Ví dụ: Chuỗi {2, 5, 3, 8, 1}</a:t>
            </a:r>
          </a:p>
          <a:p>
            <a:pPr lvl="2"/>
            <a:r>
              <a:rPr lang="en-US" sz="2800">
                <a:latin typeface="Times New Roman" panose="02020603050405020304" pitchFamily="18" charset="0"/>
                <a:cs typeface="Times New Roman" panose="02020603050405020304" pitchFamily="18" charset="0"/>
              </a:rPr>
              <a:t>max = 8, min = 1, range = 7</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ar-AE" sz="2800" b="1">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p:pic>
        <p:nvPicPr>
          <p:cNvPr id="4" name="Picture 3" descr="\documentclass{article}&#10;\usepackage{amsmath}&#10;\pagestyle{empty}&#10;\begin{document}&#10;&#10;$\sigma^2 = \frac{1}{T}\sum\limits_{t = 1}^{T}(x_t-\bar{x})^2$&#10;&#10;&#10;\end{document}" title="IguanaTex Bitmap Display">
            <a:extLst>
              <a:ext uri="{FF2B5EF4-FFF2-40B4-BE49-F238E27FC236}">
                <a16:creationId xmlns:a16="http://schemas.microsoft.com/office/drawing/2014/main" id="{078DA23F-C17F-D531-63A2-CEC0E266519C}"/>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3274383" y="1763932"/>
            <a:ext cx="3012265" cy="814934"/>
          </a:xfrm>
          <a:prstGeom prst="rect">
            <a:avLst/>
          </a:prstGeom>
        </p:spPr>
      </p:pic>
    </p:spTree>
    <p:extLst>
      <p:ext uri="{BB962C8B-B14F-4D97-AF65-F5344CB8AC3E}">
        <p14:creationId xmlns:p14="http://schemas.microsoft.com/office/powerpoint/2010/main" val="717280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4A46B-1A2E-713B-709B-68D98391964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C6A58C2-B627-26E2-D0F9-0F663D346A2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D90217A2-E45D-A0F3-C8F9-2DB2AE71031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Độ lệch (Skewness) </a:t>
                </a:r>
                <a:r>
                  <a:rPr lang="en-US" sz="2800">
                    <a:latin typeface="Times New Roman" panose="02020603050405020304" pitchFamily="18" charset="0"/>
                    <a:cs typeface="Times New Roman" panose="02020603050405020304" pitchFamily="18" charset="0"/>
                  </a:rPr>
                  <a:t>đo </a:t>
                </a:r>
                <a:r>
                  <a:rPr lang="en-US" sz="2800" b="1">
                    <a:latin typeface="Times New Roman" panose="02020603050405020304" pitchFamily="18" charset="0"/>
                    <a:cs typeface="Times New Roman" panose="02020603050405020304" pitchFamily="18" charset="0"/>
                  </a:rPr>
                  <a:t>mức độ bất đối xứng</a:t>
                </a:r>
                <a:r>
                  <a:rPr lang="en-US" sz="2800">
                    <a:latin typeface="Times New Roman" panose="02020603050405020304" pitchFamily="18" charset="0"/>
                    <a:cs typeface="Times New Roman" panose="02020603050405020304" pitchFamily="18" charset="0"/>
                  </a:rPr>
                  <a:t> của phân phối dữ liệu so với trung tâm.</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Công thức:</a:t>
                </a:r>
                <a14:m>
                  <m:oMath xmlns:m="http://schemas.openxmlformats.org/officeDocument/2006/math">
                    <m:r>
                      <a:rPr lang="en-US" sz="2800" b="0" i="0" smtClean="0">
                        <a:latin typeface="Cambria Math" panose="02040503050406030204" pitchFamily="18" charset="0"/>
                      </a:rPr>
                      <m:t> </m:t>
                    </m:r>
                    <m:r>
                      <m:rPr>
                        <m:nor/>
                      </m:rPr>
                      <a:rPr lang="en-US" sz="2800" b="0">
                        <a:latin typeface="Times New Roman" panose="02020603050405020304" pitchFamily="18" charset="0"/>
                        <a:cs typeface="Times New Roman" panose="02020603050405020304" pitchFamily="18" charset="0"/>
                      </a:rPr>
                      <m:t>Skewness</m:t>
                    </m:r>
                    <m:r>
                      <a:rPr lang="en-US" sz="2800">
                        <a:latin typeface="Cambria Math" panose="02040503050406030204" pitchFamily="18" charset="0"/>
                      </a:rPr>
                      <m:t>=</m:t>
                    </m:r>
                    <m:f>
                      <m:fPr>
                        <m:ctrlPr>
                          <a:rPr lang="ar-AE" sz="2800" i="1">
                            <a:latin typeface="Cambria Math" panose="02040503050406030204" pitchFamily="18" charset="0"/>
                          </a:rPr>
                        </m:ctrlPr>
                      </m:fPr>
                      <m:num>
                        <m:r>
                          <a:rPr lang="ar-AE" sz="2800" i="1">
                            <a:latin typeface="Cambria Math" panose="02040503050406030204" pitchFamily="18" charset="0"/>
                          </a:rPr>
                          <m:t>𝐸</m:t>
                        </m:r>
                        <m:d>
                          <m:dPr>
                            <m:begChr m:val="["/>
                            <m:endChr m:val=""/>
                            <m:ctrlPr>
                              <a:rPr lang="ar-AE" sz="2800" i="1">
                                <a:latin typeface="Cambria Math" panose="02040503050406030204" pitchFamily="18" charset="0"/>
                              </a:rPr>
                            </m:ctrlPr>
                          </m:dPr>
                          <m:e>
                            <m:d>
                              <m:dPr>
                                <m:endChr m:val="]"/>
                                <m:ctrlPr>
                                  <a:rPr lang="ar-AE" sz="2800" i="1">
                                    <a:latin typeface="Cambria Math" panose="02040503050406030204" pitchFamily="18" charset="0"/>
                                  </a:rPr>
                                </m:ctrlPr>
                              </m:dPr>
                              <m:e>
                                <m:r>
                                  <a:rPr lang="ar-AE" sz="2800" i="1">
                                    <a:latin typeface="Cambria Math" panose="02040503050406030204" pitchFamily="18" charset="0"/>
                                  </a:rPr>
                                  <m:t>𝑋</m:t>
                                </m:r>
                                <m:r>
                                  <a:rPr lang="ar-AE" sz="2800">
                                    <a:latin typeface="Cambria Math" panose="02040503050406030204" pitchFamily="18" charset="0"/>
                                  </a:rPr>
                                  <m:t>−</m:t>
                                </m:r>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𝑥</m:t>
                                    </m:r>
                                  </m:e>
                                </m:acc>
                                <m:sSup>
                                  <m:sSupPr>
                                    <m:ctrlPr>
                                      <a:rPr lang="ar-AE" sz="2800" i="1">
                                        <a:latin typeface="Cambria Math" panose="02040503050406030204" pitchFamily="18" charset="0"/>
                                      </a:rPr>
                                    </m:ctrlPr>
                                  </m:sSupPr>
                                  <m:e>
                                    <m:d>
                                      <m:dPr>
                                        <m:begChr m:val=""/>
                                        <m:endChr m:val=""/>
                                        <m:ctrlPr>
                                          <a:rPr lang="ar-AE" sz="2800" i="1">
                                            <a:latin typeface="Cambria Math" panose="02040503050406030204" pitchFamily="18" charset="0"/>
                                          </a:rPr>
                                        </m:ctrlPr>
                                      </m:dPr>
                                      <m:e>
                                        <m:r>
                                          <a:rPr lang="ar-AE" sz="2800">
                                            <a:latin typeface="Cambria Math" panose="02040503050406030204" pitchFamily="18" charset="0"/>
                                          </a:rPr>
                                          <m:t>)</m:t>
                                        </m:r>
                                      </m:e>
                                    </m:d>
                                  </m:e>
                                  <m:sup>
                                    <m:r>
                                      <a:rPr lang="ar-AE" sz="2800">
                                        <a:latin typeface="Cambria Math" panose="02040503050406030204" pitchFamily="18" charset="0"/>
                                      </a:rPr>
                                      <m:t>3</m:t>
                                    </m:r>
                                  </m:sup>
                                </m:sSup>
                              </m:e>
                            </m:d>
                          </m:e>
                        </m:d>
                      </m:num>
                      <m:den>
                        <m:sSup>
                          <m:sSupPr>
                            <m:ctrlPr>
                              <a:rPr lang="ar-AE" sz="2800" i="1">
                                <a:latin typeface="Cambria Math" panose="02040503050406030204" pitchFamily="18" charset="0"/>
                              </a:rPr>
                            </m:ctrlPr>
                          </m:sSupPr>
                          <m:e>
                            <m:r>
                              <a:rPr lang="ar-AE" sz="2800" i="1">
                                <a:latin typeface="Cambria Math" panose="02040503050406030204" pitchFamily="18" charset="0"/>
                              </a:rPr>
                              <m:t>𝜎</m:t>
                            </m:r>
                          </m:e>
                          <m:sup>
                            <m:r>
                              <a:rPr lang="ar-AE" sz="2800">
                                <a:latin typeface="Cambria Math" panose="02040503050406030204" pitchFamily="18" charset="0"/>
                              </a:rPr>
                              <m:t>3</m:t>
                            </m:r>
                          </m:sup>
                        </m:sSup>
                      </m:den>
                    </m:f>
                  </m:oMath>
                </a14:m>
                <a:endParaRPr lang="ar-AE" sz="2800" b="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Trong thực tế (mẫu dữ liệu):</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D90217A2-E45D-A0F3-C8F9-2DB2AE71031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4"/>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5" name="Picture 4" descr="\documentclass{article}&#10;\usepackage{amsmath}&#10;\pagestyle{empty}&#10;\begin{document}&#10;&#10;$\textrm{Skewness} = \frac{\frac{1}{T}\sum\limits_{t = 1}^{T}(x_t-\bar{x})^3}{\left(\frac{1}{T}\sum\limits_{t = 1}^{T}(x_t-\bar{x})^2\right)^{3/2}}$&#10;&#10;&#10;\end{document}" title="IguanaTex Bitmap Display">
            <a:extLst>
              <a:ext uri="{FF2B5EF4-FFF2-40B4-BE49-F238E27FC236}">
                <a16:creationId xmlns:a16="http://schemas.microsoft.com/office/drawing/2014/main" id="{222495C5-0640-4571-7D98-8DAF37E89D0A}"/>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2438400" y="3352800"/>
            <a:ext cx="4458664" cy="1322668"/>
          </a:xfrm>
          <a:prstGeom prst="rect">
            <a:avLst/>
          </a:prstGeom>
        </p:spPr>
      </p:pic>
    </p:spTree>
    <p:extLst>
      <p:ext uri="{BB962C8B-B14F-4D97-AF65-F5344CB8AC3E}">
        <p14:creationId xmlns:p14="http://schemas.microsoft.com/office/powerpoint/2010/main" val="1943308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8F4E4-F7DD-8A11-2A74-8C542B5E21C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50BFD99-0BDD-7946-7C89-C4922D834F2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6208DF4D-15B7-63CA-D57B-E992392525E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Độ lệch (Skewness) </a:t>
            </a:r>
            <a:r>
              <a:rPr lang="en-US" sz="2800">
                <a:latin typeface="Times New Roman" panose="02020603050405020304" pitchFamily="18" charset="0"/>
                <a:cs typeface="Times New Roman" panose="02020603050405020304" pitchFamily="18" charset="0"/>
              </a:rPr>
              <a:t>đo </a:t>
            </a:r>
            <a:r>
              <a:rPr lang="en-US" sz="2800" b="1">
                <a:latin typeface="Times New Roman" panose="02020603050405020304" pitchFamily="18" charset="0"/>
                <a:cs typeface="Times New Roman" panose="02020603050405020304" pitchFamily="18" charset="0"/>
              </a:rPr>
              <a:t>mức độ bất đối xứng</a:t>
            </a:r>
            <a:r>
              <a:rPr lang="en-US" sz="2800">
                <a:latin typeface="Times New Roman" panose="02020603050405020304" pitchFamily="18" charset="0"/>
                <a:cs typeface="Times New Roman" panose="02020603050405020304" pitchFamily="18" charset="0"/>
              </a:rPr>
              <a:t> của phân phối dữ liệu so với trung tâm.</a:t>
            </a:r>
          </a:p>
          <a:p>
            <a:pPr marL="800100" lvl="1" indent="-3429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Nếu skewness = 0</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 Phân phối đối xứng (như phân phối chuẩn)</a:t>
            </a:r>
          </a:p>
          <a:p>
            <a:pPr marL="800100" lvl="1" indent="-3429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Nếu skewness &gt; 0</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 Lệch phải (right-skewed)</a:t>
            </a:r>
            <a:endParaRPr lang="en-US" sz="28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Đuôi bên phải dài hơn</a:t>
            </a:r>
            <a:endParaRPr lang="en-US" sz="24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Hiện tượng thường gặp: dữ liệu có vài giá trị lớn đột biến</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Nếu skewness &lt; 0</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 Lệch trái (left-skewed)</a:t>
            </a:r>
            <a:endParaRPr lang="en-US" sz="28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Đuôi bên trái dài</a:t>
            </a:r>
            <a:endParaRPr lang="en-US" sz="24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Dữ liệu có nhiều giá trị nhỏ bất thường</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ar-AE" sz="2800" b="1">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1987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12331-641C-5933-8453-561B7430549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5D8753E-BE22-29DB-8ADC-C1A32D53503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17D764BE-A369-BCB8-193F-5A0E89B40CF0}"/>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Sự tự hiệp phương sai (auto-covariance) </a:t>
                </a:r>
                <a:r>
                  <a:rPr lang="vi-VN" sz="2800">
                    <a:latin typeface="Times New Roman" panose="02020603050405020304" pitchFamily="18" charset="0"/>
                    <a:cs typeface="Times New Roman" panose="02020603050405020304" pitchFamily="18" charset="0"/>
                  </a:rPr>
                  <a:t>đo lường mức độ liên kết tuyến tínhgiữa bất kỳ hai biến nào của cùng một chuỗi thời gian.</a:t>
                </a:r>
                <a:endParaRPr lang="en-US" sz="2800">
                  <a:latin typeface="Times New Roman" panose="02020603050405020304" pitchFamily="18" charset="0"/>
                  <a:cs typeface="Times New Roman" panose="02020603050405020304" pitchFamily="18" charset="0"/>
                </a:endParaRPr>
              </a:p>
              <a:p>
                <a:pPr marL="0" indent="0" algn="ctr"/>
                <a14:m>
                  <m:oMath xmlns:m="http://schemas.openxmlformats.org/officeDocument/2006/math">
                    <m:r>
                      <a:rPr lang="ar-AE" sz="2400" i="1">
                        <a:latin typeface="Cambria Math" panose="02040503050406030204" pitchFamily="18" charset="0"/>
                      </a:rPr>
                      <m:t>𝛾</m:t>
                    </m:r>
                    <m:d>
                      <m:dPr>
                        <m:ctrlPr>
                          <a:rPr lang="en-US" sz="2400" i="1">
                            <a:latin typeface="Cambria Math" panose="02040503050406030204" pitchFamily="18" charset="0"/>
                          </a:rPr>
                        </m:ctrlPr>
                      </m:dPr>
                      <m:e>
                        <m:r>
                          <a:rPr lang="en-US" sz="2400" i="1">
                            <a:latin typeface="Cambria Math" panose="02040503050406030204" pitchFamily="18" charset="0"/>
                          </a:rPr>
                          <m:t>𝑡</m:t>
                        </m:r>
                        <m:r>
                          <a:rPr lang="en-US" sz="2400" i="1">
                            <a:latin typeface="Cambria Math" panose="02040503050406030204" pitchFamily="18" charset="0"/>
                          </a:rPr>
                          <m:t>,</m:t>
                        </m:r>
                        <m:r>
                          <a:rPr lang="en-US" sz="2400" b="0" i="1" smtClean="0">
                            <a:latin typeface="Cambria Math" panose="02040503050406030204" pitchFamily="18" charset="0"/>
                          </a:rPr>
                          <m:t>𝑠</m:t>
                        </m:r>
                      </m:e>
                    </m:d>
                    <m:r>
                      <a:rPr lang="en-US" sz="2400" i="1">
                        <a:latin typeface="Cambria Math" panose="02040503050406030204" pitchFamily="18" charset="0"/>
                      </a:rPr>
                      <m:t>=</m:t>
                    </m:r>
                    <m:r>
                      <m:rPr>
                        <m:nor/>
                      </m:rPr>
                      <a:rPr lang="en-US" sz="2400" b="0" i="0" smtClean="0"/>
                      <m:t>Cov</m:t>
                    </m:r>
                    <m:r>
                      <m:rPr>
                        <m:nor/>
                      </m:rPr>
                      <a:rPr lang="en-US" sz="2400"/>
                      <m:t>(</m:t>
                    </m:r>
                    <m:sSub>
                      <m:sSubPr>
                        <m:ctrlPr>
                          <a:rPr lang="ar-AE"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ar-AE"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𝑠</m:t>
                        </m:r>
                      </m:sub>
                    </m:sSub>
                    <m:r>
                      <m:rPr>
                        <m:nor/>
                      </m:rPr>
                      <a:rPr lang="en-US" sz="2400"/>
                      <m:t>)</m:t>
                    </m:r>
                  </m:oMath>
                </a14:m>
                <a:r>
                  <a:rPr lang="en-US" sz="2400">
                    <a:latin typeface="Times New Roman" panose="02020603050405020304" pitchFamily="18" charset="0"/>
                    <a:cs typeface="Times New Roman" panose="02020603050405020304" pitchFamily="18" charset="0"/>
                  </a:rPr>
                  <a:t> = E[(</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𝐸</m:t>
                    </m:r>
                    <m:r>
                      <a:rPr lang="en-US" sz="2400" i="1">
                        <a:latin typeface="Cambria Math" panose="02040503050406030204" pitchFamily="18" charset="0"/>
                      </a:rPr>
                      <m:t>[</m:t>
                    </m:r>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𝑡</m:t>
                        </m:r>
                      </m:sub>
                    </m:sSub>
                    <m:r>
                      <a:rPr lang="en-US" sz="2400" i="1">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r>
                      <a:rPr lang="en-US" sz="2400" b="0" i="1" smtClean="0">
                        <a:latin typeface="Cambria Math" panose="02040503050406030204" pitchFamily="18" charset="0"/>
                      </a:rPr>
                      <m:t>𝐸</m:t>
                    </m:r>
                    <m:r>
                      <a:rPr lang="en-US" sz="2400" b="0" i="1" smtClean="0">
                        <a:latin typeface="Cambria Math" panose="02040503050406030204" pitchFamily="18" charset="0"/>
                      </a:rPr>
                      <m:t>[</m:t>
                    </m:r>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𝑠</m:t>
                        </m:r>
                      </m:sub>
                    </m:sSub>
                    <m:r>
                      <a:rPr lang="en-US" sz="2400" b="0" i="1" smtClean="0">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a:t>
                </a:r>
              </a:p>
              <a:p>
                <a:pPr marL="0" indent="0" algn="ctr"/>
                <a:endParaRPr lang="en-US" sz="8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Nếu 𝛾(𝑠</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𝑡) = 0, điều này có nghĩa là hai biến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𝑡</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và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𝑠</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không tương quan tuyến tính, tuy nhiên, chúng vẫn có thể tương quan phi tuyến tính.</a:t>
                </a:r>
                <a:endParaRPr lang="en-US"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Nếu 𝛾(𝑠</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𝑡) = 0, và hai biến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𝑡</m:t>
                        </m:r>
                      </m:sub>
                    </m:sSub>
                    <m:r>
                      <a:rPr lang="en-US" sz="2400" i="1">
                        <a:latin typeface="Cambria Math" panose="02040503050406030204" pitchFamily="18" charset="0"/>
                      </a:rPr>
                      <m:t>,</m:t>
                    </m:r>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𝑠</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có phân phối chuẩn hai biến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thì điều này dẫn đến thực tế là chúng độc lập.</a:t>
                </a:r>
                <a:endParaRPr lang="en-US"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Phương sai mẫu là một trường hợp đặc biệt của hàm tự hiệp phương sai 𝛾(𝑠</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𝑡), bằng cách cho 𝑠 = 𝑡, điều này có nghĩa là</a:t>
                </a:r>
                <a:r>
                  <a:rPr lang="en-US" sz="2400">
                    <a:latin typeface="Times New Roman" panose="02020603050405020304" pitchFamily="18" charset="0"/>
                    <a:cs typeface="Times New Roman" panose="02020603050405020304" pitchFamily="18" charset="0"/>
                  </a:rPr>
                  <a:t> </a:t>
                </a:r>
              </a:p>
              <a:p>
                <a:pPr marL="400050" lvl="1" indent="0" algn="ctr"/>
                <a:r>
                  <a:rPr lang="en-US" sz="2400">
                    <a:latin typeface="Times New Roman" panose="02020603050405020304" pitchFamily="18" charset="0"/>
                    <a:cs typeface="Times New Roman" panose="02020603050405020304" pitchFamily="18" charset="0"/>
                  </a:rPr>
                  <a:t>Var</a:t>
                </a:r>
                <a:r>
                  <a:rPr lang="vi-VN"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𝑡</m:t>
                        </m:r>
                      </m:sub>
                    </m:sSub>
                  </m:oMath>
                </a14:m>
                <a:r>
                  <a:rPr lang="vi-VN" sz="2400">
                    <a:latin typeface="Times New Roman" panose="02020603050405020304" pitchFamily="18" charset="0"/>
                    <a:cs typeface="Times New Roman" panose="02020603050405020304" pitchFamily="18" charset="0"/>
                  </a:rPr>
                  <a:t>) = 𝛾(𝑡</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𝑡).</a:t>
                </a:r>
                <a:endParaRPr lang="en-US" sz="24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17D764BE-A369-BCB8-193F-5A0E89B40CF0}"/>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7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888084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F825F-4F34-E770-7389-2A8B1B4FB61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5D87481-C445-72DA-E3CE-20E10E64768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8BB9DBE9-2F4F-8E91-66F2-0FF1BC11C574}"/>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 Hàm tự tương quan (Autocorrelation Function - ACF) </a:t>
                </a:r>
                <a:r>
                  <a:rPr lang="vi-VN" sz="2800">
                    <a:latin typeface="Times New Roman" panose="02020603050405020304" pitchFamily="18" charset="0"/>
                    <a:cs typeface="Times New Roman" panose="02020603050405020304" pitchFamily="18" charset="0"/>
                  </a:rPr>
                  <a:t>đo tương quan giữa dữ liệu với chính nó ở các độ trễ (lag).</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ACF tại lag </a:t>
                </a:r>
                <a14:m>
                  <m:oMath xmlns:m="http://schemas.openxmlformats.org/officeDocument/2006/math">
                    <m:r>
                      <a:rPr lang="en-US" sz="2800" i="1">
                        <a:latin typeface="Cambria Math" panose="02040503050406030204" pitchFamily="18" charset="0"/>
                      </a:rPr>
                      <m:t>𝑘</m:t>
                    </m:r>
                  </m:oMath>
                </a14:m>
                <a:r>
                  <a:rPr lang="en-US" sz="2800">
                    <a:latin typeface="Times New Roman" panose="02020603050405020304" pitchFamily="18" charset="0"/>
                    <a:cs typeface="Times New Roman" panose="02020603050405020304" pitchFamily="18" charset="0"/>
                  </a:rPr>
                  <a:t>:</a:t>
                </a:r>
              </a:p>
              <a:p>
                <a:pPr/>
                <a14:m>
                  <m:oMathPara xmlns:m="http://schemas.openxmlformats.org/officeDocument/2006/math">
                    <m:oMathParaPr>
                      <m:jc m:val="centerGroup"/>
                    </m:oMathParaPr>
                    <m:oMath xmlns:m="http://schemas.openxmlformats.org/officeDocument/2006/math">
                      <m:r>
                        <a:rPr lang="ar-AE" sz="2800" i="1">
                          <a:latin typeface="Cambria Math" panose="02040503050406030204" pitchFamily="18" charset="0"/>
                        </a:rPr>
                        <m:t>𝜌</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𝑘</m:t>
                      </m:r>
                      <m:r>
                        <a:rPr lang="en-US" sz="2800" b="0" i="1" smtClean="0">
                          <a:latin typeface="Cambria Math" panose="02040503050406030204" pitchFamily="18" charset="0"/>
                        </a:rPr>
                        <m:t>)</m:t>
                      </m:r>
                      <m:r>
                        <a:rPr lang="ar-AE" sz="2800">
                          <a:latin typeface="Cambria Math" panose="02040503050406030204" pitchFamily="18" charset="0"/>
                        </a:rPr>
                        <m:t>=</m:t>
                      </m:r>
                      <m:f>
                        <m:fPr>
                          <m:ctrlPr>
                            <a:rPr lang="ar-AE" sz="2800" i="1">
                              <a:latin typeface="Cambria Math" panose="02040503050406030204" pitchFamily="18" charset="0"/>
                            </a:rPr>
                          </m:ctrlPr>
                        </m:fPr>
                        <m:num>
                          <m:r>
                            <a:rPr lang="ar-AE" sz="2800" i="1">
                              <a:latin typeface="Cambria Math" panose="02040503050406030204" pitchFamily="18" charset="0"/>
                            </a:rPr>
                            <m:t>𝛾</m:t>
                          </m:r>
                          <m:r>
                            <a:rPr lang="en-US" sz="2800" i="1">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𝑘</m:t>
                          </m:r>
                          <m:r>
                            <a:rPr lang="en-US" sz="2800" b="0" i="1" smtClean="0">
                              <a:latin typeface="Cambria Math" panose="02040503050406030204" pitchFamily="18" charset="0"/>
                            </a:rPr>
                            <m:t>)</m:t>
                          </m:r>
                        </m:num>
                        <m:den>
                          <m:r>
                            <a:rPr lang="ar-AE" sz="2800" i="1">
                              <a:latin typeface="Cambria Math" panose="02040503050406030204" pitchFamily="18" charset="0"/>
                            </a:rPr>
                            <m:t>𝛾</m:t>
                          </m:r>
                          <m:r>
                            <a:rPr lang="en-US" sz="2800" i="1">
                              <a:latin typeface="Cambria Math" panose="02040503050406030204" pitchFamily="18" charset="0"/>
                            </a:rPr>
                            <m:t>(</m:t>
                          </m:r>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𝑡</m:t>
                          </m:r>
                          <m:r>
                            <a:rPr lang="en-US" sz="2800" b="0" i="1" smtClean="0">
                              <a:latin typeface="Cambria Math" panose="02040503050406030204" pitchFamily="18" charset="0"/>
                            </a:rPr>
                            <m:t>)</m:t>
                          </m:r>
                        </m:den>
                      </m:f>
                    </m:oMath>
                  </m:oMathPara>
                </a14:m>
                <a:endParaRPr lang="ar-AE"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Trong đó:</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Autocovariance:</a:t>
                </a:r>
                <a14:m>
                  <m:oMath xmlns:m="http://schemas.openxmlformats.org/officeDocument/2006/math">
                    <m:r>
                      <a:rPr lang="ar-AE" sz="2800" i="1">
                        <a:latin typeface="Cambria Math" panose="02040503050406030204" pitchFamily="18" charset="0"/>
                      </a:rPr>
                      <m:t>𝛾</m:t>
                    </m:r>
                    <m:d>
                      <m:dPr>
                        <m:ctrlPr>
                          <a:rPr lang="en-US" sz="2800" i="1">
                            <a:latin typeface="Cambria Math" panose="02040503050406030204" pitchFamily="18" charset="0"/>
                          </a:rPr>
                        </m:ctrlPr>
                      </m:dPr>
                      <m:e>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𝑘</m:t>
                        </m:r>
                      </m:e>
                    </m:d>
                    <m:r>
                      <a:rPr lang="en-US" sz="2800" b="0" i="1" smtClean="0">
                        <a:latin typeface="Cambria Math" panose="02040503050406030204" pitchFamily="18" charset="0"/>
                      </a:rPr>
                      <m:t>= </m:t>
                    </m:r>
                    <m:r>
                      <m:rPr>
                        <m:nor/>
                      </m:rPr>
                      <a:rPr lang="en-US" sz="2800"/>
                      <m:t>co</m:t>
                    </m:r>
                    <m:r>
                      <m:rPr>
                        <m:nor/>
                      </m:rPr>
                      <a:rPr lang="en-US" sz="2800" b="0" i="0" smtClean="0"/>
                      <m:t>variance</m:t>
                    </m:r>
                    <m:r>
                      <m:rPr>
                        <m:nor/>
                      </m:rPr>
                      <a:rPr lang="en-US" sz="2800"/>
                      <m:t>(</m:t>
                    </m:r>
                    <m:sSub>
                      <m:sSubPr>
                        <m:ctrlPr>
                          <a:rPr lang="ar-AE"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ar-AE"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r>
                          <a:rPr lang="en-US" sz="2800" i="1">
                            <a:latin typeface="Cambria Math" panose="02040503050406030204" pitchFamily="18" charset="0"/>
                          </a:rPr>
                          <m:t>−</m:t>
                        </m:r>
                        <m:r>
                          <a:rPr lang="ar-AE" sz="2800" i="1">
                            <a:latin typeface="Cambria Math" panose="02040503050406030204" pitchFamily="18" charset="0"/>
                          </a:rPr>
                          <m:t>𝑘</m:t>
                        </m:r>
                      </m:sub>
                    </m:sSub>
                    <m:r>
                      <m:rPr>
                        <m:nor/>
                      </m:rPr>
                      <a:rPr lang="en-US" sz="2800"/>
                      <m:t>)</m:t>
                    </m:r>
                  </m:oMath>
                </a14:m>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Variance (autocovariance tại lag 0):</a:t>
                </a:r>
              </a:p>
              <a:p>
                <a:pPr marL="0" indent="0"/>
                <a:endParaRPr lang="en-US" sz="32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8BB9DBE9-2F4F-8E91-66F2-0FF1BC11C574}"/>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1136" t="-1230" r="-60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9" name="Picture 8" descr="\documentclass{article}&#10;\usepackage{amsmath}&#10;\pagestyle{empty}&#10;\begin{document}&#10;&#10;$\gamma (t,t-k) = \frac{1}{T}\sum\limits_{t = k + 1}^{T}{(x_t - \bar{x})(x_{t-k} - \bar{x})}$&#10;&#10;&#10;\end{document}" title="IguanaTex Bitmap Display">
            <a:extLst>
              <a:ext uri="{FF2B5EF4-FFF2-40B4-BE49-F238E27FC236}">
                <a16:creationId xmlns:a16="http://schemas.microsoft.com/office/drawing/2014/main" id="{FB1FD610-3A90-9BA8-4FD1-3F5FBD8DEF46}"/>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2057400" y="4343400"/>
            <a:ext cx="6054397" cy="853334"/>
          </a:xfrm>
          <a:prstGeom prst="rect">
            <a:avLst/>
          </a:prstGeom>
        </p:spPr>
      </p:pic>
      <p:pic>
        <p:nvPicPr>
          <p:cNvPr id="11" name="Picture 10" descr="\documentclass{article}&#10;\usepackage{amsmath}&#10;\pagestyle{empty}&#10;\begin{document}&#10;&#10;$\gamma (t,t) = \frac{1}{T}\sum\limits_{t = 1}^{T}{(x_t - \bar{x})^2} = \sigma^2$&#10;&#10;&#10;\end{document}" title="IguanaTex Bitmap Display">
            <a:extLst>
              <a:ext uri="{FF2B5EF4-FFF2-40B4-BE49-F238E27FC236}">
                <a16:creationId xmlns:a16="http://schemas.microsoft.com/office/drawing/2014/main" id="{EF303642-1892-D3D7-E4DD-E0E0F8F6542B}"/>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3200400" y="5620155"/>
            <a:ext cx="4443730" cy="814934"/>
          </a:xfrm>
          <a:prstGeom prst="rect">
            <a:avLst/>
          </a:prstGeom>
        </p:spPr>
      </p:pic>
    </p:spTree>
    <p:extLst>
      <p:ext uri="{BB962C8B-B14F-4D97-AF65-F5344CB8AC3E}">
        <p14:creationId xmlns:p14="http://schemas.microsoft.com/office/powerpoint/2010/main" val="205584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B7C98-AD1E-928C-1378-3BA7D5AE95F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4F85E44-4EC0-A485-9F6B-AFC2D198B30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231166F-F377-B338-FCA9-8F4EFE73D61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ACF (Autocorrelation Function) </a:t>
                </a:r>
                <a:r>
                  <a:rPr lang="vi-VN" sz="2800">
                    <a:latin typeface="Times New Roman" panose="02020603050405020304" pitchFamily="18" charset="0"/>
                    <a:cs typeface="Times New Roman" panose="02020603050405020304" pitchFamily="18" charset="0"/>
                  </a:rPr>
                  <a:t>đo tương quan giữa dữ liệu với chính nó ở các độ trễ (lag).</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Đặc điểm của hàm tự tương quan</a:t>
                </a:r>
                <a:endParaRPr lang="en-US" sz="2800">
                  <a:latin typeface="Times New Roman" panose="02020603050405020304" pitchFamily="18" charset="0"/>
                  <a:cs typeface="Times New Roman" panose="02020603050405020304" pitchFamily="18" charset="0"/>
                </a:endParaRPr>
              </a:p>
              <a:p>
                <a:pPr marL="1314450" lvl="2" indent="-457200">
                  <a:buFont typeface="Courier New" panose="02070309020205020404" pitchFamily="49" charset="0"/>
                  <a:buChar char="o"/>
                </a:pPr>
                <a14:m>
                  <m:oMath xmlns:m="http://schemas.openxmlformats.org/officeDocument/2006/math">
                    <m:r>
                      <a:rPr lang="ar-AE" sz="2400" i="1">
                        <a:latin typeface="Cambria Math" panose="02040503050406030204" pitchFamily="18" charset="0"/>
                      </a:rPr>
                      <m:t>𝜌</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 1</a:t>
                </a:r>
              </a:p>
              <a:p>
                <a:pPr marL="1314450" lvl="2" indent="-457200">
                  <a:buFont typeface="Courier New" panose="02070309020205020404" pitchFamily="49" charset="0"/>
                  <a:buChar char="o"/>
                </a:pPr>
                <a14:m>
                  <m:oMath xmlns:m="http://schemas.openxmlformats.org/officeDocument/2006/math">
                    <m:r>
                      <a:rPr lang="ar-AE" sz="2400" i="1">
                        <a:latin typeface="Cambria Math" panose="02040503050406030204" pitchFamily="18" charset="0"/>
                      </a:rPr>
                      <m:t>𝜌</m:t>
                    </m:r>
                    <m:r>
                      <a:rPr lang="en-US" sz="2400" i="1">
                        <a:latin typeface="Cambria Math" panose="02040503050406030204" pitchFamily="18" charset="0"/>
                      </a:rPr>
                      <m:t>(</m:t>
                    </m:r>
                    <m:r>
                      <a:rPr lang="en-US" sz="2400" b="0" i="1" smtClean="0">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a:t>
                </a:r>
                <a:r>
                  <a:rPr lang="ar-AE" sz="2400">
                    <a:latin typeface="Times New Roman" panose="02020603050405020304" pitchFamily="18" charset="0"/>
                    <a:cs typeface="Times New Roman" panose="02020603050405020304" pitchFamily="18" charset="0"/>
                  </a:rPr>
                  <a:t> </a:t>
                </a:r>
                <a14:m>
                  <m:oMath xmlns:m="http://schemas.openxmlformats.org/officeDocument/2006/math">
                    <m:r>
                      <a:rPr lang="ar-AE" sz="2400" i="1">
                        <a:latin typeface="Cambria Math" panose="02040503050406030204" pitchFamily="18" charset="0"/>
                      </a:rPr>
                      <m:t>𝜌</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r>
                      <a:rPr lang="en-US" sz="2400" b="0" i="1" smtClean="0">
                        <a:latin typeface="Cambria Math" panose="02040503050406030204" pitchFamily="18" charset="0"/>
                      </a:rPr>
                      <m:t>𝑠</m:t>
                    </m:r>
                    <m:r>
                      <a:rPr lang="en-US" sz="2400" i="1">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a:t>
                </a:r>
              </a:p>
              <a:p>
                <a:pPr marL="1314450" lvl="2" indent="-457200">
                  <a:buFont typeface="Courier New" panose="02070309020205020404" pitchFamily="49" charset="0"/>
                  <a:buChar char="o"/>
                </a:pPr>
                <a14:m>
                  <m:oMath xmlns:m="http://schemas.openxmlformats.org/officeDocument/2006/math">
                    <m:r>
                      <a:rPr lang="ar-AE" sz="2400" i="1">
                        <a:latin typeface="Cambria Math" panose="02040503050406030204" pitchFamily="18" charset="0"/>
                      </a:rPr>
                      <m:t>𝜌</m:t>
                    </m:r>
                    <m:r>
                      <a:rPr lang="en-US" sz="2400" i="1">
                        <a:latin typeface="Cambria Math" panose="02040503050406030204" pitchFamily="18" charset="0"/>
                      </a:rPr>
                      <m:t>(</m:t>
                    </m:r>
                    <m:r>
                      <a:rPr lang="en-US" sz="2400" b="0" i="1" smtClean="0">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𝑡</m:t>
                    </m:r>
                    <m:r>
                      <a:rPr lang="en-US" sz="2400" i="1">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1</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a:latin typeface="Times New Roman" panose="02020603050405020304" pitchFamily="18" charset="0"/>
                    <a:cs typeface="Times New Roman" panose="02020603050405020304" pitchFamily="18" charset="0"/>
                  </a:rPr>
                  <a:t> </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ACF cho biết </a:t>
                </a:r>
                <a:r>
                  <a:rPr lang="en-US" sz="2800" b="1">
                    <a:latin typeface="Times New Roman" panose="02020603050405020304" pitchFamily="18" charset="0"/>
                    <a:cs typeface="Times New Roman" panose="02020603050405020304" pitchFamily="18" charset="0"/>
                  </a:rPr>
                  <a:t>chuỗi có nhớ quá khứ nhiều không</a:t>
                </a:r>
                <a:endParaRPr lang="en-US" sz="28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Nếu ACF giảm từ từ → có trend hoặc chu kỳ</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Nếu ACF giảm nhanh → dữ liệu khá stationary</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Dạng đồ thị (correlogram)</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Trục x: lag</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Trục y: autocorrelation</a:t>
                </a:r>
              </a:p>
              <a:p>
                <a:pPr marL="85725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B231166F-F377-B338-FCA9-8F4EFE73D61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246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213492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4EAC1-5AFA-EE45-E2F4-7597A236ABC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1585464-ABC1-E4A5-0B7E-FF02070DCAA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FABF5DC7-17A3-EFF0-8A84-E54287170AD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ACF (Autocorrelation Function) </a:t>
            </a:r>
            <a:r>
              <a:rPr lang="vi-VN" sz="2800">
                <a:latin typeface="Times New Roman" panose="02020603050405020304" pitchFamily="18" charset="0"/>
                <a:cs typeface="Times New Roman" panose="02020603050405020304" pitchFamily="18" charset="0"/>
              </a:rPr>
              <a:t>đo tương quan giữa dữ liệu với chính nó ở các độ trễ (lag).</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 correlogram</a:t>
            </a:r>
          </a:p>
          <a:p>
            <a:pPr marL="857250" lvl="1" indent="-3429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AD6C0F7-7B7A-9308-1974-D0B4A4DE6D39}"/>
              </a:ext>
            </a:extLst>
          </p:cNvPr>
          <p:cNvPicPr>
            <a:picLocks noChangeAspect="1"/>
          </p:cNvPicPr>
          <p:nvPr/>
        </p:nvPicPr>
        <p:blipFill>
          <a:blip r:embed="rId3"/>
          <a:stretch>
            <a:fillRect/>
          </a:stretch>
        </p:blipFill>
        <p:spPr>
          <a:xfrm>
            <a:off x="2667000" y="2590800"/>
            <a:ext cx="5149046" cy="4002702"/>
          </a:xfrm>
          <a:prstGeom prst="rect">
            <a:avLst/>
          </a:prstGeom>
        </p:spPr>
      </p:pic>
    </p:spTree>
    <p:extLst>
      <p:ext uri="{BB962C8B-B14F-4D97-AF65-F5344CB8AC3E}">
        <p14:creationId xmlns:p14="http://schemas.microsoft.com/office/powerpoint/2010/main" val="1513930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C818E-029E-051B-C0BF-30FECF936C6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F5BE4AE-9A60-DBC4-C054-660FAFD89F5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02602916-DE9B-9457-E979-FA214958F00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Một số đặc trưng thống kê cơ bản khác</a:t>
            </a:r>
          </a:p>
          <a:p>
            <a:pPr lvl="1">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Entropy</a:t>
            </a:r>
            <a:endParaRPr lang="en-US" sz="2800">
              <a:latin typeface="Times New Roman" panose="02020603050405020304" pitchFamily="18" charset="0"/>
              <a:cs typeface="Times New Roman" panose="02020603050405020304" pitchFamily="18" charset="0"/>
            </a:endParaRPr>
          </a:p>
          <a:p>
            <a:pPr lvl="1"/>
            <a:endParaRPr lang="en-US" sz="2800">
              <a:latin typeface="Times New Roman" panose="02020603050405020304" pitchFamily="18" charset="0"/>
              <a:cs typeface="Times New Roman" panose="02020603050405020304" pitchFamily="18" charset="0"/>
            </a:endParaRPr>
          </a:p>
          <a:p>
            <a:pPr lvl="1"/>
            <a:endParaRPr lang="en-US" sz="2800">
              <a:latin typeface="Times New Roman" panose="02020603050405020304" pitchFamily="18" charset="0"/>
              <a:cs typeface="Times New Roman" panose="02020603050405020304" pitchFamily="18" charset="0"/>
            </a:endParaRPr>
          </a:p>
          <a:p>
            <a:pPr lvl="2"/>
            <a:r>
              <a:rPr lang="en-US" sz="2800">
                <a:latin typeface="Times New Roman" panose="02020603050405020304" pitchFamily="18" charset="0"/>
                <a:cs typeface="Times New Roman" panose="02020603050405020304" pitchFamily="18" charset="0"/>
              </a:rPr>
              <a:t>📌 Ý nghĩa:</a:t>
            </a:r>
          </a:p>
          <a:p>
            <a:pPr marL="18288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Đo mức “hỗn loạn” hoặc độ phức tạp</a:t>
            </a:r>
          </a:p>
          <a:p>
            <a:pPr marL="18288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Thấp → dữ liệu lặp lại, đơn điệu</a:t>
            </a:r>
          </a:p>
          <a:p>
            <a:pPr marL="18288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Cao → dữ liệu khó đoán, phức tạp</a:t>
            </a:r>
          </a:p>
          <a:p>
            <a:pPr lvl="2"/>
            <a:r>
              <a:rPr lang="en-US" sz="2800">
                <a:latin typeface="Times New Roman" panose="02020603050405020304" pitchFamily="18" charset="0"/>
                <a:cs typeface="Times New Roman" panose="02020603050405020304" pitchFamily="18" charset="0"/>
              </a:rPr>
              <a:t>📝 Ví dụ:</a:t>
            </a:r>
          </a:p>
          <a:p>
            <a:pPr lvl="3"/>
            <a:r>
              <a:rPr lang="en-US" sz="2800">
                <a:latin typeface="Times New Roman" panose="02020603050405020304" pitchFamily="18" charset="0"/>
                <a:cs typeface="Times New Roman" panose="02020603050405020304" pitchFamily="18" charset="0"/>
              </a:rPr>
              <a:t>Chuỗi hoàn toàn đều → entropy thấp</a:t>
            </a:r>
          </a:p>
          <a:p>
            <a:pPr lvl="3"/>
            <a:r>
              <a:rPr lang="en-US" sz="2800">
                <a:latin typeface="Times New Roman" panose="02020603050405020304" pitchFamily="18" charset="0"/>
                <a:cs typeface="Times New Roman" panose="02020603050405020304" pitchFamily="18" charset="0"/>
              </a:rPr>
              <a:t>Chuỗi ngẫu nhiên → entropy cao</a:t>
            </a:r>
          </a:p>
          <a:p>
            <a:pPr marL="0" indent="0"/>
            <a:endParaRPr lang="en-US" sz="2800">
              <a:latin typeface="Times New Roman" panose="02020603050405020304" pitchFamily="18" charset="0"/>
              <a:cs typeface="Times New Roman" panose="02020603050405020304" pitchFamily="18" charset="0"/>
            </a:endParaRPr>
          </a:p>
        </p:txBody>
      </p:sp>
      <p:pic>
        <p:nvPicPr>
          <p:cNvPr id="3" name="Picture 2" descr="\documentclass{article}&#10;\usepackage{amsmath}&#10;\pagestyle{empty}&#10;\begin{document}&#10;&#10;$H = -\sum p(x) \log p(x)$&#10;&#10;&#10;\end{document}" title="IguanaTex Bitmap Display">
            <a:extLst>
              <a:ext uri="{FF2B5EF4-FFF2-40B4-BE49-F238E27FC236}">
                <a16:creationId xmlns:a16="http://schemas.microsoft.com/office/drawing/2014/main" id="{698CB431-CB24-50FD-AA8E-876555A921FB}"/>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2743200" y="2285999"/>
            <a:ext cx="3404800" cy="356266"/>
          </a:xfrm>
          <a:prstGeom prst="rect">
            <a:avLst/>
          </a:prstGeom>
        </p:spPr>
      </p:pic>
    </p:spTree>
    <p:extLst>
      <p:ext uri="{BB962C8B-B14F-4D97-AF65-F5344CB8AC3E}">
        <p14:creationId xmlns:p14="http://schemas.microsoft.com/office/powerpoint/2010/main" val="4129909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93758-2E35-3657-9664-CE74A50294B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598C4D7-A52E-7610-62E7-211951D9FA8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6BE3B8BA-0CB4-58F6-54A0-42C5E70631F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Các đặc trưng thống kê cơ bản</a:t>
            </a:r>
          </a:p>
          <a:p>
            <a:pPr lvl="1">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Năng lượng (Energy)</a:t>
            </a:r>
            <a:endParaRPr lang="en-US" sz="2800">
              <a:latin typeface="Times New Roman" panose="02020603050405020304" pitchFamily="18" charset="0"/>
              <a:cs typeface="Times New Roman" panose="02020603050405020304" pitchFamily="18" charset="0"/>
            </a:endParaRPr>
          </a:p>
          <a:p>
            <a:pPr lvl="1"/>
            <a:endParaRPr lang="en-US" sz="2800">
              <a:latin typeface="Times New Roman" panose="02020603050405020304" pitchFamily="18" charset="0"/>
              <a:cs typeface="Times New Roman" panose="02020603050405020304" pitchFamily="18" charset="0"/>
            </a:endParaRPr>
          </a:p>
          <a:p>
            <a:pPr lvl="1"/>
            <a:endParaRPr lang="en-US" sz="2800">
              <a:latin typeface="Times New Roman" panose="02020603050405020304" pitchFamily="18" charset="0"/>
              <a:cs typeface="Times New Roman" panose="02020603050405020304" pitchFamily="18" charset="0"/>
            </a:endParaRPr>
          </a:p>
          <a:p>
            <a:pPr lvl="2"/>
            <a:r>
              <a:rPr lang="en-US" sz="2800">
                <a:latin typeface="Times New Roman" panose="02020603050405020304" pitchFamily="18" charset="0"/>
                <a:cs typeface="Times New Roman" panose="02020603050405020304" pitchFamily="18" charset="0"/>
              </a:rPr>
              <a:t>📌 Ý nghĩa:</a:t>
            </a:r>
          </a:p>
          <a:p>
            <a:pPr marL="17145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Tổng “sức mạnh” tín hiệu</a:t>
            </a:r>
          </a:p>
          <a:p>
            <a:pPr marL="17145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Thường dùng trong tín hiệu học</a:t>
            </a:r>
          </a:p>
          <a:p>
            <a:pPr lvl="2"/>
            <a:r>
              <a:rPr lang="en-US" sz="2800">
                <a:latin typeface="Times New Roman" panose="02020603050405020304" pitchFamily="18" charset="0"/>
                <a:cs typeface="Times New Roman" panose="02020603050405020304" pitchFamily="18" charset="0"/>
              </a:rPr>
              <a:t>📝 Ví dụ:</a:t>
            </a:r>
          </a:p>
          <a:p>
            <a:pPr lvl="3"/>
            <a:r>
              <a:rPr lang="en-US" sz="2800">
                <a:latin typeface="Times New Roman" panose="02020603050405020304" pitchFamily="18" charset="0"/>
                <a:cs typeface="Times New Roman" panose="02020603050405020304" pitchFamily="18" charset="0"/>
              </a:rPr>
              <a:t>Dãy: [1, 2, 3]</a:t>
            </a:r>
          </a:p>
          <a:p>
            <a:pPr lvl="3"/>
            <a:r>
              <a:rPr lang="en-US" sz="2800">
                <a:latin typeface="Times New Roman" panose="02020603050405020304" pitchFamily="18" charset="0"/>
                <a:cs typeface="Times New Roman" panose="02020603050405020304" pitchFamily="18" charset="0"/>
              </a:rPr>
              <a:t>Energy = 1²+2²+3² = 14</a:t>
            </a:r>
          </a:p>
          <a:p>
            <a:pPr marL="0" indent="0"/>
            <a:endParaRPr lang="en-US" sz="2800">
              <a:latin typeface="Times New Roman" panose="02020603050405020304" pitchFamily="18" charset="0"/>
              <a:cs typeface="Times New Roman" panose="02020603050405020304" pitchFamily="18" charset="0"/>
            </a:endParaRPr>
          </a:p>
        </p:txBody>
      </p:sp>
      <p:pic>
        <p:nvPicPr>
          <p:cNvPr id="4" name="Picture 3" descr="\documentclass{article}&#10;\usepackage{amsmath}&#10;\pagestyle{empty}&#10;\begin{document}&#10;&#10;$E = \sum x_i^2 $&#10;&#10;&#10;\end{document}" title="IguanaTex Bitmap Display">
            <a:extLst>
              <a:ext uri="{FF2B5EF4-FFF2-40B4-BE49-F238E27FC236}">
                <a16:creationId xmlns:a16="http://schemas.microsoft.com/office/drawing/2014/main" id="{F74B593E-53D2-C4C1-54BA-AB673D931923}"/>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2743201" y="2286000"/>
            <a:ext cx="1504001" cy="386133"/>
          </a:xfrm>
          <a:prstGeom prst="rect">
            <a:avLst/>
          </a:prstGeom>
        </p:spPr>
      </p:pic>
    </p:spTree>
    <p:extLst>
      <p:ext uri="{BB962C8B-B14F-4D97-AF65-F5344CB8AC3E}">
        <p14:creationId xmlns:p14="http://schemas.microsoft.com/office/powerpoint/2010/main" val="434476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C91D8-5AD2-1D56-D720-500B493EF92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A3A4FAE-1B4E-A06B-C06D-C1328633BC8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thống kê</a:t>
            </a:r>
          </a:p>
        </p:txBody>
      </p:sp>
      <p:sp>
        <p:nvSpPr>
          <p:cNvPr id="31747" name="Rectangle 3">
            <a:extLst>
              <a:ext uri="{FF2B5EF4-FFF2-40B4-BE49-F238E27FC236}">
                <a16:creationId xmlns:a16="http://schemas.microsoft.com/office/drawing/2014/main" id="{FFABA75D-1097-2C7A-8148-00DFD2E9FF4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Ví dụ ứng dụng thực tế</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Y tế: ECG → phát hiện bất thường</a:t>
            </a:r>
          </a:p>
          <a:p>
            <a:pPr lvl="1"/>
            <a:r>
              <a:rPr lang="en-US" sz="2800">
                <a:latin typeface="Times New Roman" panose="02020603050405020304" pitchFamily="18" charset="0"/>
                <a:cs typeface="Times New Roman" panose="02020603050405020304" pitchFamily="18" charset="0"/>
              </a:rPr>
              <a:t>📈 Tài chính: giá cổ phiếu → mức biến động</a:t>
            </a:r>
          </a:p>
          <a:p>
            <a:pPr lvl="1"/>
            <a:r>
              <a:rPr lang="en-US" sz="2800">
                <a:latin typeface="Times New Roman" panose="02020603050405020304" pitchFamily="18" charset="0"/>
                <a:cs typeface="Times New Roman" panose="02020603050405020304" pitchFamily="18" charset="0"/>
              </a:rPr>
              <a:t>🎮 Nhận diện hoạt động: xác định trạng thái</a:t>
            </a:r>
          </a:p>
          <a:p>
            <a:pPr lvl="1"/>
            <a:r>
              <a:rPr lang="en-US" sz="2800">
                <a:latin typeface="Times New Roman" panose="02020603050405020304" pitchFamily="18" charset="0"/>
                <a:cs typeface="Times New Roman" panose="02020603050405020304" pitchFamily="18" charset="0"/>
              </a:rPr>
              <a:t>🌐 Mạng: giám sát lưu lượng</a:t>
            </a: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9227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84E73-F5E3-0A44-D102-F0E53C848A0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3EA4DEB-AFC7-05E8-A064-9D0B4C1FA6D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D3163FC6-7A52-BEED-DD56-DD05CE1125D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Giới thiệu</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Phân tích chuỗi thời gian hiện đại giả định rằng bất kỳ quan sát nào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𝑥</m:t>
                        </m:r>
                      </m:e>
                      <m:sub>
                        <m:sSub>
                          <m:sSubPr>
                            <m:ctrlPr>
                              <a:rPr lang="ar-AE" sz="2400" i="1">
                                <a:latin typeface="Cambria Math" panose="02040503050406030204" pitchFamily="18" charset="0"/>
                              </a:rPr>
                            </m:ctrlPr>
                          </m:sSubPr>
                          <m:e>
                            <m:r>
                              <a:rPr lang="en-US" sz="2400" b="0" i="1" smtClean="0">
                                <a:latin typeface="Cambria Math" panose="02040503050406030204" pitchFamily="18" charset="0"/>
                              </a:rPr>
                              <m:t>𝑡</m:t>
                            </m:r>
                          </m:e>
                          <m:sub>
                            <m:r>
                              <a:rPr lang="en-US" sz="2400" i="1">
                                <a:latin typeface="Cambria Math" panose="02040503050406030204" pitchFamily="18" charset="0"/>
                              </a:rPr>
                              <m:t>1</m:t>
                            </m:r>
                          </m:sub>
                        </m:sSub>
                      </m:sub>
                    </m:sSub>
                  </m:oMath>
                </a14:m>
                <a:r>
                  <a:rPr lang="en-US" sz="2400">
                    <a:latin typeface="Times New Roman" panose="02020603050405020304" pitchFamily="18" charset="0"/>
                    <a:cs typeface="Times New Roman" panose="02020603050405020304" pitchFamily="18" charset="0"/>
                  </a:rPr>
                  <a:t> tại thời điểm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 nhất định chỉ là một quan sát duy nhất được chọn ngẫu nhiên từ biến ngẫu nhiên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sub>
                    </m:sSub>
                    <m:r>
                      <a:rPr lang="en-US" sz="2400" i="1">
                        <a:latin typeface="Cambria Math" panose="02040503050406030204" pitchFamily="18" charset="0"/>
                      </a:rPr>
                      <m:t> </m:t>
                    </m:r>
                  </m:oMath>
                </a14:m>
                <a:r>
                  <a:rPr lang="en-US" sz="2400">
                    <a:latin typeface="Times New Roman" panose="02020603050405020304" pitchFamily="18" charset="0"/>
                    <a:cs typeface="Times New Roman" panose="02020603050405020304" pitchFamily="18" charset="0"/>
                  </a:rPr>
                  <a:t> (đại diện cho tất cả các quan sát có thể được quan sát tại thời điểm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 và có hàm phân phối tích lũy 𝐹(</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sub>
                    </m:sSub>
                  </m:oMath>
                </a14:m>
                <a:r>
                  <a:rPr lang="en-US" sz="24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Tương tự, nó giả định rằng bất kỳ hai quan sát nào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𝑥</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𝑥</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2</m:t>
                            </m:r>
                          </m:sub>
                        </m:sSub>
                      </m:sub>
                    </m:sSub>
                  </m:oMath>
                </a14:m>
                <a:r>
                  <a:rPr lang="en-US" sz="2400">
                    <a:latin typeface="Times New Roman" panose="02020603050405020304" pitchFamily="18" charset="0"/>
                    <a:cs typeface="Times New Roman" panose="02020603050405020304" pitchFamily="18" charset="0"/>
                  </a:rPr>
                  <a:t>) tại bất kỳ hai thời điểm khác nhau nào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a:t>
                </a:r>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2</m:t>
                        </m:r>
                      </m:sub>
                    </m:sSub>
                  </m:oMath>
                </a14:m>
                <a:r>
                  <a:rPr lang="en-US" sz="2400">
                    <a:latin typeface="Times New Roman" panose="02020603050405020304" pitchFamily="18" charset="0"/>
                    <a:cs typeface="Times New Roman" panose="02020603050405020304" pitchFamily="18" charset="0"/>
                  </a:rPr>
                  <a:t>) đều biểu diễn một điểm duy nhất được rút ra từ biến ngẫu nhiên hai biến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sub>
                    </m:sSub>
                    <m:r>
                      <a:rPr lang="en-US" sz="2400" b="0" i="0" smtClean="0">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2</m:t>
                            </m:r>
                          </m:sub>
                        </m:sSub>
                      </m:sub>
                    </m:sSub>
                  </m:oMath>
                </a14:m>
                <a:r>
                  <a:rPr lang="en-US" sz="2400">
                    <a:latin typeface="Times New Roman" panose="02020603050405020304" pitchFamily="18" charset="0"/>
                    <a:cs typeface="Times New Roman" panose="02020603050405020304" pitchFamily="18" charset="0"/>
                  </a:rPr>
                  <a:t>) (biểu diễn tất cả các quan sát có thể được quan sát tại hai thời điểm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a:t>
                </a:r>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m:t>
                        </m:r>
                      </m:sub>
                    </m:sSub>
                  </m:oMath>
                </a14:m>
                <a:r>
                  <a:rPr lang="en-US" sz="2400">
                    <a:latin typeface="Times New Roman" panose="02020603050405020304" pitchFamily="18" charset="0"/>
                    <a:cs typeface="Times New Roman" panose="02020603050405020304" pitchFamily="18" charset="0"/>
                  </a:rPr>
                  <a:t>) và có hàm phân phối tích lũy 𝐹(</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2</m:t>
                            </m:r>
                          </m:sub>
                        </m:sSub>
                      </m:sub>
                    </m:sSub>
                  </m:oMath>
                </a14:m>
                <a:r>
                  <a:rPr lang="en-US" sz="240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endParaRPr lang="en-US" sz="2400">
                  <a:latin typeface="Times New Roman" panose="02020603050405020304" pitchFamily="18" charset="0"/>
                  <a:cs typeface="Times New Roman" panose="02020603050405020304" pitchFamily="18" charset="0"/>
                </a:endParaRPr>
              </a:p>
              <a:p>
                <a:pPr marL="0" indent="0"/>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D3163FC6-7A52-BEED-DD56-DD05CE1125D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9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369096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95E82-9884-D888-A36F-DA2535FB4F9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F37ADAC-7AA9-13EB-9C6F-0CA6621A8FB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8923ECF-5BB1-D5EE-76B0-D32C5CF69BF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Giới thiệu</a:t>
                </a:r>
              </a:p>
              <a:p>
                <a:pPr marL="400050" lvl="1" indent="0"/>
                <a:r>
                  <a:rPr lang="en-US" sz="2400">
                    <a:latin typeface="Times New Roman" panose="02020603050405020304" pitchFamily="18" charset="0"/>
                    <a:cs typeface="Times New Roman" panose="02020603050405020304" pitchFamily="18" charset="0"/>
                    <a:sym typeface="Wingdings" panose="05000000000000000000" pitchFamily="2" charset="2"/>
                  </a:rPr>
                  <a:t></a:t>
                </a:r>
                <a:r>
                  <a:rPr lang="en-US" sz="2800">
                    <a:latin typeface="Times New Roman" panose="02020603050405020304" pitchFamily="18" charset="0"/>
                    <a:cs typeface="Times New Roman" panose="02020603050405020304" pitchFamily="18" charset="0"/>
                  </a:rPr>
                  <a:t>Nhìn chung, phân tích chuỗi thời gian hiện đại giả định sự tồn tại của một quá trình ngẫu nhiên (lý thuyết) có khả năng tạo ra vô số chuỗi thời gian, và chuỗi thời gian quan sát được chỉ là một trong số đó, và có một phân phối xác suất cho các biến ngẫu nhiên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1</m:t>
                            </m:r>
                          </m:sub>
                        </m:sSub>
                      </m:sub>
                    </m:sSub>
                  </m:oMath>
                </a14:m>
                <a:r>
                  <a:rPr lang="en-US" sz="28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b="0" i="1" smtClean="0">
                                <a:latin typeface="Cambria Math" panose="02040503050406030204" pitchFamily="18" charset="0"/>
                              </a:rPr>
                              <m:t>2</m:t>
                            </m:r>
                          </m:sub>
                        </m:sSub>
                      </m:sub>
                    </m:sSub>
                  </m:oMath>
                </a14:m>
                <a:r>
                  <a:rPr lang="en-US" sz="2800">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b="0" i="1" smtClean="0">
                                <a:latin typeface="Cambria Math" panose="02040503050406030204" pitchFamily="18" charset="0"/>
                              </a:rPr>
                              <m:t>𝑛</m:t>
                            </m:r>
                          </m:sub>
                        </m:sSub>
                      </m:sub>
                    </m:sSub>
                  </m:oMath>
                </a14:m>
                <a:r>
                  <a:rPr lang="en-US" sz="2800">
                    <a:latin typeface="Times New Roman" panose="02020603050405020304" pitchFamily="18" charset="0"/>
                    <a:cs typeface="Times New Roman" panose="02020603050405020304" pitchFamily="18" charset="0"/>
                  </a:rPr>
                  <a:t>).</a:t>
                </a:r>
              </a:p>
              <a:p>
                <a:pPr marL="400050" lvl="1" indent="0"/>
                <a:r>
                  <a:rPr lang="en-US" sz="2800">
                    <a:latin typeface="Times New Roman" panose="02020603050405020304" pitchFamily="18" charset="0"/>
                    <a:cs typeface="Times New Roman" panose="02020603050405020304" pitchFamily="18" charset="0"/>
                  </a:rPr>
                  <a:t>Hàm phân phối xác suất tích lũy F(</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1</m:t>
                            </m:r>
                          </m:sub>
                        </m:sSub>
                      </m:sub>
                    </m:sSub>
                  </m:oMath>
                </a14:m>
                <a:r>
                  <a:rPr lang="en-US" sz="28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2</m:t>
                            </m:r>
                          </m:sub>
                        </m:sSub>
                      </m:sub>
                    </m:sSub>
                  </m:oMath>
                </a14:m>
                <a:r>
                  <a:rPr lang="en-US" sz="2800">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𝑛</m:t>
                            </m:r>
                          </m:sub>
                        </m:sSub>
                      </m:sub>
                    </m:sSub>
                  </m:oMath>
                </a14:m>
                <a:r>
                  <a:rPr lang="en-US" sz="2800">
                    <a:latin typeface="Times New Roman" panose="02020603050405020304" pitchFamily="18" charset="0"/>
                    <a:cs typeface="Times New Roman" panose="02020603050405020304" pitchFamily="18" charset="0"/>
                  </a:rPr>
                  <a:t>)</a:t>
                </a:r>
              </a:p>
              <a:p>
                <a:pPr marL="400050" lvl="1" indent="0" algn="ctr"/>
                <a:endParaRPr lang="en-US" sz="1200">
                  <a:latin typeface="Times New Roman" panose="02020603050405020304" pitchFamily="18" charset="0"/>
                  <a:cs typeface="Times New Roman" panose="02020603050405020304" pitchFamily="18" charset="0"/>
                </a:endParaRPr>
              </a:p>
              <a:p>
                <a:pPr marL="400050" lvl="1" indent="0" algn="ctr"/>
                <a:r>
                  <a:rPr lang="en-US" sz="2400">
                    <a:latin typeface="Times New Roman" panose="02020603050405020304" pitchFamily="18" charset="0"/>
                    <a:cs typeface="Times New Roman" panose="02020603050405020304" pitchFamily="18" charset="0"/>
                  </a:rPr>
                  <a:t>F(</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𝑐</m:t>
                        </m:r>
                      </m:e>
                      <m:sub>
                        <m:r>
                          <a:rPr lang="en-US" sz="2400" i="1">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𝑐</m:t>
                        </m:r>
                      </m:e>
                      <m:sub>
                        <m:r>
                          <a:rPr lang="en-US" sz="2400" i="1">
                            <a:latin typeface="Cambria Math" panose="02040503050406030204" pitchFamily="18" charset="0"/>
                          </a:rPr>
                          <m:t>2</m:t>
                        </m:r>
                      </m:sub>
                    </m:sSub>
                  </m:oMath>
                </a14:m>
                <a:r>
                  <a:rPr lang="en-US" sz="2400">
                    <a:latin typeface="Times New Roman" panose="02020603050405020304" pitchFamily="18" charset="0"/>
                    <a:cs typeface="Times New Roman" panose="02020603050405020304" pitchFamily="18" charset="0"/>
                  </a:rPr>
                  <a:t>, … ,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𝑐</m:t>
                        </m:r>
                      </m:e>
                      <m:sub>
                        <m:r>
                          <a:rPr lang="en-US" sz="2400" i="1">
                            <a:latin typeface="Cambria Math" panose="02040503050406030204" pitchFamily="18" charset="0"/>
                          </a:rPr>
                          <m:t>𝑛</m:t>
                        </m:r>
                      </m:sub>
                    </m:sSub>
                  </m:oMath>
                </a14:m>
                <a:r>
                  <a:rPr lang="en-US" sz="2400">
                    <a:latin typeface="Times New Roman" panose="02020603050405020304" pitchFamily="18" charset="0"/>
                    <a:cs typeface="Times New Roman" panose="02020603050405020304" pitchFamily="18" charset="0"/>
                  </a:rPr>
                  <a:t>) = Probability(</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1</m:t>
                            </m:r>
                          </m:sub>
                        </m:sSub>
                      </m:sub>
                    </m:sSub>
                    <m:r>
                      <a:rPr lang="en-US" sz="2400" i="1" smtClean="0">
                        <a:latin typeface="Cambria Math" panose="02040503050406030204" pitchFamily="18" charset="0"/>
                        <a:ea typeface="Cambria Math" panose="02040503050406030204" pitchFamily="18" charset="0"/>
                      </a:rPr>
                      <m:t>≤</m:t>
                    </m:r>
                  </m:oMath>
                </a14:m>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𝑐</m:t>
                        </m:r>
                      </m:e>
                      <m:sub>
                        <m:r>
                          <a:rPr lang="en-US" sz="2400" i="1">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2</m:t>
                            </m:r>
                          </m:sub>
                        </m:sSub>
                      </m:sub>
                    </m:sSub>
                  </m:oMath>
                </a14:m>
                <a:r>
                  <a:rPr lang="en-US" sz="240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oMath>
                </a14:m>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𝑐</m:t>
                        </m:r>
                      </m:e>
                      <m:sub>
                        <m:r>
                          <a:rPr lang="en-US" sz="2400" b="0" i="1" smtClean="0">
                            <a:latin typeface="Cambria Math" panose="02040503050406030204" pitchFamily="18" charset="0"/>
                          </a:rPr>
                          <m:t>2</m:t>
                        </m:r>
                      </m:sub>
                    </m:sSub>
                  </m:oMath>
                </a14:m>
                <a:r>
                  <a:rPr lang="en-US" sz="2400">
                    <a:latin typeface="Times New Roman" panose="02020603050405020304" pitchFamily="18" charset="0"/>
                    <a:cs typeface="Times New Roman" panose="02020603050405020304" pitchFamily="18" charset="0"/>
                  </a:rPr>
                  <a:t>, … ,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sSub>
                          <m:sSubPr>
                            <m:ctrlPr>
                              <a:rPr lang="ar-AE" sz="2400" i="1">
                                <a:latin typeface="Cambria Math" panose="02040503050406030204" pitchFamily="18" charset="0"/>
                              </a:rPr>
                            </m:ctrlPr>
                          </m:sSubPr>
                          <m:e>
                            <m:r>
                              <a:rPr lang="en-US" sz="2400" i="1">
                                <a:latin typeface="Cambria Math" panose="02040503050406030204" pitchFamily="18" charset="0"/>
                              </a:rPr>
                              <m:t>𝑡</m:t>
                            </m:r>
                          </m:e>
                          <m:sub>
                            <m:r>
                              <a:rPr lang="en-US" sz="2400" b="0" i="1" smtClean="0">
                                <a:latin typeface="Cambria Math" panose="02040503050406030204" pitchFamily="18" charset="0"/>
                              </a:rPr>
                              <m:t>𝑛</m:t>
                            </m:r>
                          </m:sub>
                        </m:sSub>
                      </m:sub>
                    </m:sSub>
                    <m:r>
                      <a:rPr lang="en-US" sz="2400" i="1">
                        <a:latin typeface="Cambria Math" panose="02040503050406030204" pitchFamily="18" charset="0"/>
                        <a:ea typeface="Cambria Math" panose="02040503050406030204" pitchFamily="18" charset="0"/>
                      </a:rPr>
                      <m:t>≤</m:t>
                    </m:r>
                    <m:r>
                      <m:rPr>
                        <m:nor/>
                      </m:rPr>
                      <a:rPr lang="ar-AE" sz="2400"/>
                      <m:t> </m:t>
                    </m:r>
                    <m:sSub>
                      <m:sSubPr>
                        <m:ctrlPr>
                          <a:rPr lang="ar-AE" sz="2400" i="1">
                            <a:latin typeface="Cambria Math" panose="02040503050406030204" pitchFamily="18" charset="0"/>
                          </a:rPr>
                        </m:ctrlPr>
                      </m:sSubPr>
                      <m:e>
                        <m:r>
                          <a:rPr lang="en-US" sz="2400" i="1">
                            <a:latin typeface="Cambria Math" panose="02040503050406030204" pitchFamily="18" charset="0"/>
                          </a:rPr>
                          <m:t>𝑐</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oMath>
                </a14:m>
                <a:endParaRPr lang="en-US" sz="2400">
                  <a:latin typeface="Times New Roman" panose="02020603050405020304" pitchFamily="18" charset="0"/>
                  <a:cs typeface="Times New Roman" panose="02020603050405020304" pitchFamily="18" charset="0"/>
                </a:endParaRPr>
              </a:p>
              <a:p>
                <a:pPr lvl="1" indent="-3429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cơ chế tạo ra các quan sát cho quá trình ngẫu nhiên đang được xem xét là không đổi theo thời gian</a:t>
                </a:r>
              </a:p>
              <a:p>
                <a:pPr marL="0" indent="0"/>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B8923ECF-5BB1-D5EE-76B0-D32C5CF69BF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5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0786696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B91FC-A03B-3718-B658-E5C9819847C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781B564-2EF3-4639-8C42-F6C47537581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45CAD62-BA61-813E-EB6F-9680866E5A8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dừng nghiêm ngặt (Strict Stationarity)</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Chúng ta nói rằng một chuỗi thời gian có tính dừng nghiêm ngặt nếu phân phối xác suất tích lũy chung của bất kỳ tập hợp con nào của các biến tạo nên chuỗi không bị ảnh hưởng bởi việc dịch chuyển thời gian về phía trước hoặc phía sau một số đơn vị thời gian bất kỳ. </a:t>
                </a:r>
              </a:p>
              <a:p>
                <a:pPr marL="400050" lvl="1" indent="0" algn="ctr"/>
                <a:endParaRPr lang="en-US" sz="800">
                  <a:latin typeface="Times New Roman" panose="02020603050405020304" pitchFamily="18" charset="0"/>
                  <a:cs typeface="Times New Roman" panose="02020603050405020304" pitchFamily="18" charset="0"/>
                </a:endParaRPr>
              </a:p>
              <a:p>
                <a:pPr marL="400050" lvl="1" indent="0" algn="ctr"/>
                <a:r>
                  <a:rPr lang="en-US" sz="2800">
                    <a:latin typeface="Times New Roman" panose="02020603050405020304" pitchFamily="18" charset="0"/>
                    <a:cs typeface="Times New Roman" panose="02020603050405020304" pitchFamily="18" charset="0"/>
                  </a:rPr>
                  <a:t>F(</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1</m:t>
                            </m:r>
                          </m:sub>
                        </m:sSub>
                      </m:sub>
                    </m:sSub>
                  </m:oMath>
                </a14:m>
                <a:r>
                  <a:rPr lang="en-US" sz="28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2</m:t>
                            </m:r>
                          </m:sub>
                        </m:sSub>
                      </m:sub>
                    </m:sSub>
                  </m:oMath>
                </a14:m>
                <a:r>
                  <a:rPr lang="en-US" sz="2800">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𝑛</m:t>
                            </m:r>
                          </m:sub>
                        </m:sSub>
                      </m:sub>
                    </m:sSub>
                  </m:oMath>
                </a14:m>
                <a:r>
                  <a:rPr lang="en-US" sz="2800">
                    <a:latin typeface="Times New Roman" panose="02020603050405020304" pitchFamily="18" charset="0"/>
                    <a:cs typeface="Times New Roman" panose="02020603050405020304" pitchFamily="18" charset="0"/>
                  </a:rPr>
                  <a:t>) = F(</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1</m:t>
                            </m:r>
                          </m:sub>
                        </m:sSub>
                        <m:r>
                          <a:rPr lang="en-US" sz="2800" b="0" i="1" smtClean="0">
                            <a:latin typeface="Cambria Math" panose="02040503050406030204" pitchFamily="18" charset="0"/>
                          </a:rPr>
                          <m:t>+</m:t>
                        </m:r>
                        <m:r>
                          <a:rPr lang="en-US" sz="2800" b="0" i="1" smtClean="0">
                            <a:latin typeface="Cambria Math" panose="02040503050406030204" pitchFamily="18" charset="0"/>
                          </a:rPr>
                          <m:t>𝑘</m:t>
                        </m:r>
                      </m:sub>
                    </m:sSub>
                  </m:oMath>
                </a14:m>
                <a:r>
                  <a:rPr lang="en-US" sz="28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2</m:t>
                            </m:r>
                          </m:sub>
                        </m:sSub>
                        <m:r>
                          <a:rPr lang="en-US" sz="2800" i="1">
                            <a:latin typeface="Cambria Math" panose="02040503050406030204" pitchFamily="18" charset="0"/>
                          </a:rPr>
                          <m:t>+</m:t>
                        </m:r>
                        <m:r>
                          <a:rPr lang="en-US" sz="2800" i="1">
                            <a:latin typeface="Cambria Math" panose="02040503050406030204" pitchFamily="18" charset="0"/>
                          </a:rPr>
                          <m:t>𝑘</m:t>
                        </m:r>
                      </m:sub>
                    </m:sSub>
                  </m:oMath>
                </a14:m>
                <a:r>
                  <a:rPr lang="en-US" sz="2800">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𝑘</m:t>
                            </m:r>
                          </m:sub>
                        </m:sSub>
                      </m:sub>
                    </m:sSub>
                  </m:oMath>
                </a14:m>
                <a:r>
                  <a:rPr lang="en-US" sz="2800">
                    <a:latin typeface="Times New Roman" panose="02020603050405020304" pitchFamily="18" charset="0"/>
                    <a:cs typeface="Times New Roman" panose="02020603050405020304" pitchFamily="18" charset="0"/>
                  </a:rPr>
                  <a:t>) </a:t>
                </a:r>
              </a:p>
              <a:p>
                <a:pPr marL="400050" lvl="1" indent="0" algn="ctr"/>
                <a:endParaRPr lang="en-US" sz="800">
                  <a:latin typeface="Times New Roman" panose="02020603050405020304" pitchFamily="18" charset="0"/>
                  <a:cs typeface="Times New Roman" panose="02020603050405020304" pitchFamily="18" charset="0"/>
                </a:endParaRPr>
              </a:p>
              <a:p>
                <a:pPr marL="800100" lvl="2" indent="0"/>
                <a:r>
                  <a:rPr lang="en-US" sz="2800">
                    <a:latin typeface="Times New Roman" panose="02020603050405020304" pitchFamily="18" charset="0"/>
                    <a:cs typeface="Times New Roman" panose="02020603050405020304" pitchFamily="18" charset="0"/>
                  </a:rPr>
                  <a:t>đối với bất kỳ điểm thời gian 𝑡 và bất kỳ độ dịch chuyển thời gian k.</a:t>
                </a:r>
              </a:p>
              <a:p>
                <a:pPr marL="0" indent="0"/>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445CAD62-BA61-813E-EB6F-9680866E5A8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20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662179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C0614-F54C-F52F-5485-A8D72ECAFB7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CB2EBB1-4F01-4130-E519-D8365CC6826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CE95C07-69D7-A374-B820-6E066108280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dừng nghiêm ngặt (Strict Stationarity)</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Từ định nghĩa này, tính dừng nghiêm ngặt đảm bảo</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giá trị trung bình và phương sai của quá trình ngẫu nhiên là hằng số (tất nhiên là với điều kiện chúng tồn tại). </a:t>
                </a:r>
              </a:p>
              <a:p>
                <a:pPr marL="914400" lvl="2" indent="0"/>
                <a:endParaRPr lang="en-US" sz="2400">
                  <a:latin typeface="Times New Roman" panose="02020603050405020304" pitchFamily="18" charset="0"/>
                  <a:cs typeface="Times New Roman" panose="02020603050405020304" pitchFamily="18" charset="0"/>
                </a:endParaRPr>
              </a:p>
              <a:p>
                <a:pPr marL="914400" lvl="2" indent="0"/>
                <a:endParaRPr lang="en-US" sz="2400">
                  <a:latin typeface="Times New Roman" panose="02020603050405020304" pitchFamily="18" charset="0"/>
                  <a:cs typeface="Times New Roman" panose="02020603050405020304" pitchFamily="18" charset="0"/>
                </a:endParaRPr>
              </a:p>
              <a:p>
                <a:pPr marL="914400" lvl="2" indent="0"/>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hiệp phương sai giữa hai biến bất kỳ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𝑠</m:t>
                        </m:r>
                      </m:sub>
                    </m:sSub>
                  </m:oMath>
                </a14:m>
                <a:r>
                  <a:rPr lang="en-US" sz="2400">
                    <a:latin typeface="Times New Roman" panose="02020603050405020304" pitchFamily="18" charset="0"/>
                    <a:cs typeface="Times New Roman" panose="02020603050405020304" pitchFamily="18" charset="0"/>
                  </a:rPr>
                  <a:t> chỉ phụ thuộc vào độ trễ thời gian (tức là khoảng cách thời gian giữa chúng).</a:t>
                </a:r>
              </a:p>
              <a:p>
                <a:pPr marL="914400" lvl="2" indent="0"/>
                <a:endParaRPr lang="en-US" sz="2400">
                  <a:latin typeface="Times New Roman" panose="02020603050405020304" pitchFamily="18" charset="0"/>
                  <a:cs typeface="Times New Roman" panose="02020603050405020304" pitchFamily="18" charset="0"/>
                </a:endParaRPr>
              </a:p>
              <a:p>
                <a:pPr marL="1257300" lvl="3" indent="0"/>
                <a:endParaRPr lang="en-US" sz="2800">
                  <a:latin typeface="Times New Roman" panose="02020603050405020304" pitchFamily="18" charset="0"/>
                  <a:cs typeface="Times New Roman" panose="02020603050405020304" pitchFamily="18" charset="0"/>
                </a:endParaRPr>
              </a:p>
              <a:p>
                <a:pPr marL="1257300" lvl="3" indent="0"/>
                <a:r>
                  <a:rPr lang="en-US" sz="2800">
                    <a:latin typeface="Times New Roman" panose="02020603050405020304" pitchFamily="18" charset="0"/>
                    <a:cs typeface="Times New Roman" panose="02020603050405020304" pitchFamily="18" charset="0"/>
                  </a:rPr>
                  <a:t>Lưu ý: </a:t>
                </a:r>
              </a:p>
            </p:txBody>
          </p:sp>
        </mc:Choice>
        <mc:Fallback xmlns="">
          <p:sp>
            <p:nvSpPr>
              <p:cNvPr id="31747" name="Rectangle 3">
                <a:extLst>
                  <a:ext uri="{FF2B5EF4-FFF2-40B4-BE49-F238E27FC236}">
                    <a16:creationId xmlns:a16="http://schemas.microsoft.com/office/drawing/2014/main" id="{7CE95C07-69D7-A374-B820-6E066108280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7"/>
                <a:stretch>
                  <a:fillRect l="-1136" t="-1230" r="-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3" name="Picture 12" descr="\documentclass{article}&#10;\usepackage{amsmath}&#10;\pagestyle{empty}&#10;\begin{document}&#10;&#10;$E[X_t] = \mu, \forall t = 0, \pm 1, \pm 2, \dots$&#10;&#10;&#10;\end{document}" title="IguanaTex Bitmap Display">
            <a:extLst>
              <a:ext uri="{FF2B5EF4-FFF2-40B4-BE49-F238E27FC236}">
                <a16:creationId xmlns:a16="http://schemas.microsoft.com/office/drawing/2014/main" id="{63226B04-E7BD-BE2A-90C0-3313A2C2BAD9}"/>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2616875" y="2982136"/>
            <a:ext cx="3823544" cy="305371"/>
          </a:xfrm>
          <a:prstGeom prst="rect">
            <a:avLst/>
          </a:prstGeom>
        </p:spPr>
      </p:pic>
      <p:pic>
        <p:nvPicPr>
          <p:cNvPr id="11" name="Picture 10" descr="\documentclass{article}&#10;\usepackage{amsmath}&#10;\pagestyle{empty}&#10;\begin{document}&#10;&#10;$Var[X_t] = \sigma^2, \forall t = 0, \pm 1, \pm 2, \dots$&#10;&#10;&#10;\end{document}" title="IguanaTex Bitmap Display">
            <a:extLst>
              <a:ext uri="{FF2B5EF4-FFF2-40B4-BE49-F238E27FC236}">
                <a16:creationId xmlns:a16="http://schemas.microsoft.com/office/drawing/2014/main" id="{A9662C39-EA46-6EDE-F96C-ADE89A3F666B}"/>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2616875" y="3493372"/>
            <a:ext cx="4264230" cy="327314"/>
          </a:xfrm>
          <a:prstGeom prst="rect">
            <a:avLst/>
          </a:prstGeom>
        </p:spPr>
      </p:pic>
      <p:pic>
        <p:nvPicPr>
          <p:cNvPr id="9" name="Picture 8" descr="\documentclass{article}&#10;\usepackage{amsmath}&#10;\pagestyle{empty}&#10;\begin{document}&#10;&#10;$\gamma(s,t) = Cov(X_s,X_t) = E[(X_t - \mu)(X_s - \mu)] = \gamma(s-t)$&#10;&#10;&#10;\end{document}" title="IguanaTex Bitmap Display">
            <a:extLst>
              <a:ext uri="{FF2B5EF4-FFF2-40B4-BE49-F238E27FC236}">
                <a16:creationId xmlns:a16="http://schemas.microsoft.com/office/drawing/2014/main" id="{62DCF645-EAA4-1C4D-57CE-A3B82F56230B}"/>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1524000" y="4897757"/>
            <a:ext cx="7394745" cy="305371"/>
          </a:xfrm>
          <a:prstGeom prst="rect">
            <a:avLst/>
          </a:prstGeom>
        </p:spPr>
      </p:pic>
      <p:pic>
        <p:nvPicPr>
          <p:cNvPr id="16" name="Picture 15" descr="\documentclass{article}&#10;\usepackage{amsmath}&#10;\pagestyle{empty}&#10;\begin{document}&#10;&#10;$\sigma^2 = \gamma(0)$&#10;&#10;&#10;\end{document}" title="IguanaTex Bitmap Display">
            <a:extLst>
              <a:ext uri="{FF2B5EF4-FFF2-40B4-BE49-F238E27FC236}">
                <a16:creationId xmlns:a16="http://schemas.microsoft.com/office/drawing/2014/main" id="{23327341-160C-3041-B5CF-F652B3F1C820}"/>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2616875" y="5563856"/>
            <a:ext cx="1247086" cy="327314"/>
          </a:xfrm>
          <a:prstGeom prst="rect">
            <a:avLst/>
          </a:prstGeom>
        </p:spPr>
      </p:pic>
    </p:spTree>
    <p:extLst>
      <p:ext uri="{BB962C8B-B14F-4D97-AF65-F5344CB8AC3E}">
        <p14:creationId xmlns:p14="http://schemas.microsoft.com/office/powerpoint/2010/main" val="3735029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63738-7146-634E-D518-20EE12E9380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2E69C6B-3D1B-3B9B-77BC-530C14D7ECC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13746C7B-C625-6533-9228-FCACA5C2869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Tính dừng (yếu) ((Weak) Stationarity)</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Chúng ta nói rằng một chuỗi là dừng yếu nếu tồn tại các mômen bậc nhất và bậc hai, và:</a:t>
            </a: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Giá trị kỳ vọng hoặc giá trị trung bình của quá trình không phụ thuộc vào thời gian t, tức là: </a:t>
            </a:r>
          </a:p>
          <a:p>
            <a:pPr marL="1371600" lvl="2" indent="-457200">
              <a:buFont typeface="Courier New" panose="02070309020205020404" pitchFamily="49" charset="0"/>
              <a:buChar char="o"/>
            </a:pPr>
            <a:endParaRPr lang="en-US" sz="30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Phương sai không phụ thuộc vào thời gian t, tức là</a:t>
            </a:r>
          </a:p>
          <a:p>
            <a:pPr marL="1371600" lvl="2" indent="-457200">
              <a:buFont typeface="Courier New" panose="02070309020205020404" pitchFamily="49" charset="0"/>
              <a:buChar char="o"/>
            </a:pPr>
            <a:endParaRPr lang="en-US" sz="30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Hiệp phương sai giữa hai biến bất kỳ chỉ phụ thuộc vào độ trễ thời gian giữa chúng, tức là,</a:t>
            </a:r>
          </a:p>
        </p:txBody>
      </p:sp>
      <p:pic>
        <p:nvPicPr>
          <p:cNvPr id="13" name="Picture 12" descr="\documentclass{article}&#10;\usepackage{amsmath}&#10;\pagestyle{empty}&#10;\begin{document}&#10;&#10;$E[X_t] = \mu, \forall t = 0, \pm 1, \pm 2, \dots$&#10;&#10;&#10;\end{document}" title="IguanaTex Bitmap Display">
            <a:extLst>
              <a:ext uri="{FF2B5EF4-FFF2-40B4-BE49-F238E27FC236}">
                <a16:creationId xmlns:a16="http://schemas.microsoft.com/office/drawing/2014/main" id="{51D45E24-4F05-FF7B-C749-6C820B1D0E75}"/>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2616875" y="3353786"/>
            <a:ext cx="3823544" cy="305371"/>
          </a:xfrm>
          <a:prstGeom prst="rect">
            <a:avLst/>
          </a:prstGeom>
        </p:spPr>
      </p:pic>
      <p:pic>
        <p:nvPicPr>
          <p:cNvPr id="11" name="Picture 10" descr="\documentclass{article}&#10;\usepackage{amsmath}&#10;\pagestyle{empty}&#10;\begin{document}&#10;&#10;$Var[X_t] = \sigma^2, \forall t = 0, \pm 1, \pm 2, \dots$&#10;&#10;&#10;\end{document}" title="IguanaTex Bitmap Display">
            <a:extLst>
              <a:ext uri="{FF2B5EF4-FFF2-40B4-BE49-F238E27FC236}">
                <a16:creationId xmlns:a16="http://schemas.microsoft.com/office/drawing/2014/main" id="{3E08EBF8-4A30-925B-CBC8-ADDCC67355EE}"/>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2362200" y="4114800"/>
            <a:ext cx="4264230" cy="327314"/>
          </a:xfrm>
          <a:prstGeom prst="rect">
            <a:avLst/>
          </a:prstGeom>
        </p:spPr>
      </p:pic>
      <p:pic>
        <p:nvPicPr>
          <p:cNvPr id="3" name="Picture 2" descr="\documentclass{article}&#10;\usepackage{amsmath}&#10;\pagestyle{empty}&#10;\begin{document}&#10;&#10;$Cov(X_s,X_t) = E[(X_t - \mu)(X_s - \mu)] = \gamma(s-t)$&#10;&#10;&#10;\end{document}" title="IguanaTex Bitmap Display">
            <a:extLst>
              <a:ext uri="{FF2B5EF4-FFF2-40B4-BE49-F238E27FC236}">
                <a16:creationId xmlns:a16="http://schemas.microsoft.com/office/drawing/2014/main" id="{EB86C693-27F4-E1A6-06FF-4A02BEAE8D81}"/>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905000" y="5486114"/>
            <a:ext cx="6182401" cy="305371"/>
          </a:xfrm>
          <a:prstGeom prst="rect">
            <a:avLst/>
          </a:prstGeom>
        </p:spPr>
      </p:pic>
    </p:spTree>
    <p:extLst>
      <p:ext uri="{BB962C8B-B14F-4D97-AF65-F5344CB8AC3E}">
        <p14:creationId xmlns:p14="http://schemas.microsoft.com/office/powerpoint/2010/main" val="3040189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F734-1375-9D91-7388-60042EBAA38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397D35D-7B27-03D1-124F-9971948FD52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EBEBD7B6-3566-0778-68A8-3AB8F3486375}"/>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857250" lvl="1" indent="-457200">
                  <a:spcBef>
                    <a:spcPct val="30000"/>
                  </a:spcBef>
                  <a:buFont typeface="Wingdings" panose="05000000000000000000" pitchFamily="2" charset="2"/>
                  <a:buChar char="q"/>
                  <a:defRPr/>
                </a:pPr>
                <a:r>
                  <a:rPr lang="en-US" sz="2800">
                    <a:latin typeface="Times New Roman" panose="02020603050405020304" pitchFamily="18" charset="0"/>
                    <a:cs typeface="Times New Roman" panose="02020603050405020304" pitchFamily="18" charset="0"/>
                  </a:rPr>
                  <a:t>Từ giờ trở đi, nếu chúng ta đề cập đến tính dừng, thì chúng ta muốn nói đến tính dừng yếu.</a:t>
                </a:r>
              </a:p>
              <a:p>
                <a:pPr marL="857250" lvl="1" indent="-457200">
                  <a:spcBef>
                    <a:spcPct val="30000"/>
                  </a:spcBef>
                  <a:buFont typeface="Wingdings" panose="05000000000000000000" pitchFamily="2" charset="2"/>
                  <a:buChar char="q"/>
                  <a:defRPr/>
                </a:pPr>
                <a:r>
                  <a:rPr lang="en-US" sz="2800">
                    <a:latin typeface="Times New Roman" panose="02020603050405020304" pitchFamily="18" charset="0"/>
                    <a:cs typeface="Times New Roman" panose="02020603050405020304" pitchFamily="18" charset="0"/>
                  </a:rPr>
                  <a:t>tính dừng chặt chẽ luôn dẫn đến tính dừng yếu, ngược lại chỉ đúng trong trường hợp phân phối tích lũy chung của các biến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1</m:t>
                            </m:r>
                          </m:sub>
                        </m:sSub>
                      </m:sub>
                    </m:sSub>
                  </m:oMath>
                </a14:m>
                <a:r>
                  <a:rPr lang="en-US" sz="28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2</m:t>
                            </m:r>
                          </m:sub>
                        </m:sSub>
                      </m:sub>
                    </m:sSub>
                  </m:oMath>
                </a14:m>
                <a:r>
                  <a:rPr lang="en-US" sz="2800">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sSub>
                          <m:sSubPr>
                            <m:ctrlPr>
                              <a:rPr lang="ar-AE" sz="2800" i="1">
                                <a:latin typeface="Cambria Math" panose="02040503050406030204" pitchFamily="18" charset="0"/>
                              </a:rPr>
                            </m:ctrlPr>
                          </m:sSubPr>
                          <m:e>
                            <m:r>
                              <a:rPr lang="en-US" sz="2800" i="1">
                                <a:latin typeface="Cambria Math" panose="02040503050406030204" pitchFamily="18" charset="0"/>
                              </a:rPr>
                              <m:t>𝑡</m:t>
                            </m:r>
                          </m:e>
                          <m:sub>
                            <m:r>
                              <a:rPr lang="en-US" sz="2800" i="1">
                                <a:latin typeface="Cambria Math" panose="02040503050406030204" pitchFamily="18" charset="0"/>
                              </a:rPr>
                              <m:t>𝑛</m:t>
                            </m:r>
                          </m:sub>
                        </m:sSub>
                      </m:sub>
                    </m:sSub>
                  </m:oMath>
                </a14:m>
                <a:r>
                  <a:rPr lang="en-US" sz="2800">
                    <a:latin typeface="Times New Roman" panose="02020603050405020304" pitchFamily="18" charset="0"/>
                    <a:cs typeface="Times New Roman" panose="02020603050405020304" pitchFamily="18" charset="0"/>
                  </a:rPr>
                  <a:t>) là phân phối chuẩn đa biến vì phân phối này được xác định hoàn toàn bởi hai mômen đầu tiên của nó</a:t>
                </a:r>
              </a:p>
            </p:txBody>
          </p:sp>
        </mc:Choice>
        <mc:Fallback xmlns="">
          <p:sp>
            <p:nvSpPr>
              <p:cNvPr id="31747" name="Rectangle 3">
                <a:extLst>
                  <a:ext uri="{FF2B5EF4-FFF2-40B4-BE49-F238E27FC236}">
                    <a16:creationId xmlns:a16="http://schemas.microsoft.com/office/drawing/2014/main" id="{EBEBD7B6-3566-0778-68A8-3AB8F3486375}"/>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086029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F99D-AFC5-0DE1-4F79-999D3B5986D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25F7328-B4C1-17CC-883A-780F3023E27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62FACD6F-9B45-26AC-2F61-F1E435E3185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857250" lvl="1" indent="-457200">
              <a:spcBef>
                <a:spcPct val="30000"/>
              </a:spcBef>
              <a:buFont typeface="Wingdings" panose="05000000000000000000" pitchFamily="2" charset="2"/>
              <a:buChar char="q"/>
              <a:defRPr/>
            </a:pPr>
            <a:r>
              <a:rPr lang="vi-VN" sz="2800">
                <a:latin typeface="Times New Roman" panose="02020603050405020304" pitchFamily="18" charset="0"/>
                <a:cs typeface="Times New Roman" panose="02020603050405020304" pitchFamily="18" charset="0"/>
              </a:rPr>
              <a:t>Nếu các đặc điểm thống kê của quá trình ngẫu nhiên tạo ra</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chuỗi thời gian không dừng, chúng ta sẽ gặp nhiều khó khan</a:t>
            </a:r>
            <a:r>
              <a:rPr lang="en-US" sz="2800">
                <a:latin typeface="Times New Roman" panose="02020603050405020304" pitchFamily="18" charset="0"/>
                <a:cs typeface="Times New Roman" panose="02020603050405020304" pitchFamily="18" charset="0"/>
              </a:rPr>
              <a:t> với</a:t>
            </a:r>
            <a:r>
              <a:rPr lang="vi-VN" sz="2800">
                <a:latin typeface="Times New Roman" panose="02020603050405020304" pitchFamily="18" charset="0"/>
                <a:cs typeface="Times New Roman" panose="02020603050405020304" pitchFamily="18" charset="0"/>
              </a:rPr>
              <a:t> số lượng các tham số lớn</a:t>
            </a:r>
            <a:endParaRPr lang="en-US" sz="2800">
              <a:latin typeface="Times New Roman" panose="02020603050405020304" pitchFamily="18" charset="0"/>
              <a:cs typeface="Times New Roman" panose="02020603050405020304" pitchFamily="18" charset="0"/>
            </a:endParaRPr>
          </a:p>
        </p:txBody>
      </p:sp>
      <p:pic>
        <p:nvPicPr>
          <p:cNvPr id="11" name="Picture 10" descr="\documentclass{article}&#10;\usepackage{amsmath}&#10;\pagestyle{empty}&#10;\begin{document}&#10;&#10;$E[\textbf{X}] = \left[\begin{matrix} E[X_1]\\ E[X_2]\\ \vdots\\ E[X_T]\end{matrix}\right]$,&#10;$Var[\textbf{X}] = \left[\begin{matrix} &#10;\gamma(1,1) &amp; \gamma(1,2) &amp; \cdots &amp; \gamma(1,T)\\&#10;\gamma(2,1) &amp; \gamma(2,2) &amp; \cdots &amp; \gamma(2,T)\\&#10;\vdots &amp; \vdots &amp; \ddots &amp; \vdots\\&#10;\gamma(T,1) &amp; \gamma(T,2) &amp; \cdots &amp; \gamma(T,T)\\&#10;\end{matrix}\right]$&#10;&#10;&#10;\end{document}" title="IguanaTex Bitmap Display">
            <a:extLst>
              <a:ext uri="{FF2B5EF4-FFF2-40B4-BE49-F238E27FC236}">
                <a16:creationId xmlns:a16="http://schemas.microsoft.com/office/drawing/2014/main" id="{E2BDC4EF-8E01-F8C3-3552-56576C0DF885}"/>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89829" y="3124200"/>
            <a:ext cx="8287085" cy="1638400"/>
          </a:xfrm>
          <a:prstGeom prst="rect">
            <a:avLst/>
          </a:prstGeom>
        </p:spPr>
      </p:pic>
    </p:spTree>
    <p:extLst>
      <p:ext uri="{BB962C8B-B14F-4D97-AF65-F5344CB8AC3E}">
        <p14:creationId xmlns:p14="http://schemas.microsoft.com/office/powerpoint/2010/main" val="388347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469EF-0AF9-FACF-FF67-5EE19CB0CDB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A07B918-C1DA-AA96-7415-6123F164703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D94379D6-7304-02F8-EC04-984223C3697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kiểm tra tính dừng</a:t>
                </a: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1: </a:t>
                </a:r>
                <a:r>
                  <a:rPr lang="en-US" sz="2800">
                    <a:latin typeface="Times New Roman" panose="02020603050405020304" pitchFamily="18" charset="0"/>
                    <a:cs typeface="Times New Roman" panose="02020603050405020304" pitchFamily="18" charset="0"/>
                  </a:rPr>
                  <a:t>Cho chuỗi tuân theo mô hình</a:t>
                </a:r>
              </a:p>
              <a:p>
                <a:pPr marL="400050" lvl="1" indent="0" algn="ctr">
                  <a:spcBef>
                    <a:spcPct val="30000"/>
                  </a:spcBef>
                  <a:defRPr/>
                </a:pP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𝑡</m:t>
                        </m:r>
                      </m:sub>
                    </m:sSub>
                  </m:oMath>
                </a14:m>
                <a:r>
                  <a:rPr lang="en-US" sz="2800" b="1">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 </m:t>
                        </m:r>
                        <m:r>
                          <a:rPr lang="en-US" sz="2800" b="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b="0" i="1">
                            <a:latin typeface="Cambria Math" panose="02040503050406030204" pitchFamily="18" charset="0"/>
                          </a:rPr>
                          <m:t>𝑡</m:t>
                        </m:r>
                      </m:sub>
                    </m:sSub>
                  </m:oMath>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Trong đó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𝑡</m:t>
                        </m:r>
                      </m:sub>
                    </m:sSub>
                    <m:r>
                      <a:rPr lang="en-US" sz="2800" b="0" i="1" smtClean="0">
                        <a:latin typeface="Cambria Math" panose="02040503050406030204" pitchFamily="18" charset="0"/>
                      </a:rPr>
                      <m:t>= </m:t>
                    </m:r>
                    <m:r>
                      <a:rPr lang="en-US" sz="2800" i="1">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sSub>
                      <m:sSubPr>
                        <m:ctrlPr>
                          <a:rPr lang="ar-AE" sz="2800" i="1">
                            <a:latin typeface="Cambria Math" panose="02040503050406030204" pitchFamily="18" charset="0"/>
                          </a:rPr>
                        </m:ctrlPr>
                      </m:sSubPr>
                      <m:e>
                        <m:r>
                          <m:rPr>
                            <m:sty m:val="p"/>
                          </m:rPr>
                          <a:rPr lang="en-US" sz="2800">
                            <a:latin typeface="Cambria Math" panose="02040503050406030204" pitchFamily="18" charset="0"/>
                            <a:ea typeface="Cambria Math" panose="02040503050406030204" pitchFamily="18" charset="0"/>
                          </a:rPr>
                          <m:t>l</m:t>
                        </m:r>
                        <m:r>
                          <a:rPr lang="en-US" sz="2800">
                            <a:latin typeface="Cambria Math" panose="02040503050406030204" pitchFamily="18" charset="0"/>
                            <a:ea typeface="Cambria Math" panose="02040503050406030204" pitchFamily="18" charset="0"/>
                          </a:rPr>
                          <m:t>à </m:t>
                        </m:r>
                        <m:r>
                          <m:rPr>
                            <m:sty m:val="p"/>
                          </m:rPr>
                          <a:rPr lang="en-US" sz="2800">
                            <a:latin typeface="Cambria Math" panose="02040503050406030204" pitchFamily="18" charset="0"/>
                            <a:ea typeface="Cambria Math" panose="02040503050406030204" pitchFamily="18" charset="0"/>
                          </a:rPr>
                          <m:t>h</m:t>
                        </m:r>
                        <m:r>
                          <a:rPr lang="en-US" sz="2800">
                            <a:latin typeface="Cambria Math" panose="02040503050406030204" pitchFamily="18" charset="0"/>
                            <a:ea typeface="Cambria Math" panose="02040503050406030204" pitchFamily="18" charset="0"/>
                          </a:rPr>
                          <m:t>ằ</m:t>
                        </m:r>
                        <m:r>
                          <m:rPr>
                            <m:sty m:val="p"/>
                          </m:rPr>
                          <a:rPr lang="en-US" sz="2800">
                            <a:latin typeface="Cambria Math" panose="02040503050406030204" pitchFamily="18" charset="0"/>
                            <a:ea typeface="Cambria Math" panose="02040503050406030204" pitchFamily="18" charset="0"/>
                          </a:rPr>
                          <m:t>ng</m:t>
                        </m:r>
                        <m:r>
                          <a:rPr lang="en-US" sz="2800">
                            <a:latin typeface="Cambria Math" panose="02040503050406030204" pitchFamily="18" charset="0"/>
                            <a:ea typeface="Cambria Math" panose="02040503050406030204" pitchFamily="18" charset="0"/>
                          </a:rPr>
                          <m:t> </m:t>
                        </m:r>
                        <m:r>
                          <m:rPr>
                            <m:sty m:val="p"/>
                          </m:rPr>
                          <a:rPr lang="en-US" sz="2800">
                            <a:latin typeface="Cambria Math" panose="02040503050406030204" pitchFamily="18" charset="0"/>
                            <a:ea typeface="Cambria Math" panose="02040503050406030204" pitchFamily="18" charset="0"/>
                          </a:rPr>
                          <m:t>s</m:t>
                        </m:r>
                        <m:r>
                          <a:rPr lang="en-US" sz="2800">
                            <a:latin typeface="Cambria Math" panose="02040503050406030204" pitchFamily="18" charset="0"/>
                            <a:ea typeface="Cambria Math" panose="02040503050406030204" pitchFamily="18" charset="0"/>
                          </a:rPr>
                          <m:t>ố</m:t>
                        </m:r>
                        <m:r>
                          <m:rPr>
                            <m:nor/>
                          </m:rPr>
                          <a:rPr lang="en-US" sz="2800" b="0" i="0" smtClean="0"/>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r>
                  <a:rPr lang="en-US" sz="2800">
                    <a:latin typeface="Times New Roman" panose="02020603050405020304" pitchFamily="18" charset="0"/>
                    <a:cs typeface="Times New Roman" panose="02020603050405020304" pitchFamily="18" charset="0"/>
                  </a:rPr>
                  <a:t> là </a:t>
                </a:r>
                <a:r>
                  <a:rPr lang="vi-VN" sz="2800">
                    <a:latin typeface="Times New Roman" panose="02020603050405020304" pitchFamily="18" charset="0"/>
                    <a:cs typeface="Times New Roman" panose="02020603050405020304" pitchFamily="18" charset="0"/>
                  </a:rPr>
                  <a:t>các biến ngẫu nhiên không tương quan với giá trị trung bình bằng không và phương sai </a:t>
                </a:r>
                <a:r>
                  <a:rPr lang="en-US" sz="2800">
                    <a:latin typeface="Times New Roman" panose="02020603050405020304" pitchFamily="18" charset="0"/>
                    <a:cs typeface="Times New Roman" panose="02020603050405020304" pitchFamily="18" charset="0"/>
                  </a:rPr>
                  <a:t>là </a:t>
                </a:r>
                <a14:m>
                  <m:oMath xmlns:m="http://schemas.openxmlformats.org/officeDocument/2006/math">
                    <m:sSup>
                      <m:sSupPr>
                        <m:ctrlPr>
                          <a:rPr lang="en-US" sz="28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sz="2800">
                    <a:latin typeface="Times New Roman" panose="02020603050405020304" pitchFamily="18" charset="0"/>
                    <a:cs typeface="Times New Roman" panose="02020603050405020304" pitchFamily="18" charset="0"/>
                  </a:rPr>
                  <a:t>.</a:t>
                </a:r>
              </a:p>
            </p:txBody>
          </p:sp>
        </mc:Choice>
        <mc:Fallback xmlns="">
          <p:sp>
            <p:nvSpPr>
              <p:cNvPr id="31747" name="Rectangle 3">
                <a:extLst>
                  <a:ext uri="{FF2B5EF4-FFF2-40B4-BE49-F238E27FC236}">
                    <a16:creationId xmlns:a16="http://schemas.microsoft.com/office/drawing/2014/main" id="{D94379D6-7304-02F8-EC04-984223C3697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597272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67615-F9A3-D8C0-9222-5C6F71F3638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32E5B4B-E1C1-149A-454E-4C07875DDC6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3D961630-B67A-FB41-FEF1-4F4C362EAF0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kiểm tra tính dừng</a:t>
                </a: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1: </a:t>
                </a:r>
                <a:r>
                  <a:rPr lang="en-US" sz="2800">
                    <a:latin typeface="Times New Roman" panose="02020603050405020304" pitchFamily="18" charset="0"/>
                    <a:cs typeface="Times New Roman" panose="02020603050405020304" pitchFamily="18" charset="0"/>
                  </a:rPr>
                  <a:t>Cho chuỗi tuân theo mô hình</a:t>
                </a:r>
              </a:p>
              <a:p>
                <a:pPr marL="400050" lvl="1" indent="0" algn="ctr">
                  <a:spcBef>
                    <a:spcPct val="30000"/>
                  </a:spcBef>
                  <a:defRPr/>
                </a:pP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𝑡</m:t>
                        </m:r>
                      </m:sub>
                    </m:sSub>
                  </m:oMath>
                </a14:m>
                <a:r>
                  <a:rPr lang="en-US" sz="2800" b="1">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 </m:t>
                        </m:r>
                        <m:r>
                          <a:rPr lang="en-US" sz="2800" b="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b="0" i="1">
                            <a:latin typeface="Cambria Math" panose="02040503050406030204" pitchFamily="18" charset="0"/>
                          </a:rPr>
                          <m:t>𝑡</m:t>
                        </m:r>
                      </m:sub>
                    </m:sSub>
                  </m:oMath>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Ta có</a:t>
                </a: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sym typeface="Wingdings" panose="05000000000000000000" pitchFamily="2" charset="2"/>
                  </a:rPr>
                  <a:t>Stationary</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3D961630-B67A-FB41-FEF1-4F4C362EAF0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1136" t="-1230" b="-344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2" name="Picture 11" descr="\documentclass{article}&#10;\usepackage{amsmath}&#10;\pagestyle{empty}&#10;\begin{document}&#10;&#10;$E[x_t] = E[\beta_t] + E[\epsilon_t] = \beta$&#10;&#10;$Var[x_t] = Var[\beta_t] + Var[\epsilon_t] = \sigma^2$&#10;&#10;&#10;\end{document}" title="IguanaTex Bitmap Display">
            <a:extLst>
              <a:ext uri="{FF2B5EF4-FFF2-40B4-BE49-F238E27FC236}">
                <a16:creationId xmlns:a16="http://schemas.microsoft.com/office/drawing/2014/main" id="{94BC0A61-7136-118F-E6D3-28752CF072DA}"/>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2380457" y="3429001"/>
            <a:ext cx="4408686" cy="669257"/>
          </a:xfrm>
          <a:prstGeom prst="rect">
            <a:avLst/>
          </a:prstGeom>
        </p:spPr>
      </p:pic>
      <p:pic>
        <p:nvPicPr>
          <p:cNvPr id="14" name="Picture 13" descr="\documentclass{article}&#10;\usepackage{amsmath}&#10;\pagestyle{empty}&#10;\begin{document}&#10;&#10;\begin{align*}&#10;Cov[x_t,x_s] &amp;= E[(\beta_t + \epsilon_t - \beta)(\beta_s + \epsilon_s - \beta)]\\&#10;&amp;= E[\epsilon_t\epsilon_s]\\&#10;&amp;= 0&#10;\end{align*}&#10;&#10;&#10;\end{document}" title="IguanaTex Bitmap Display">
            <a:extLst>
              <a:ext uri="{FF2B5EF4-FFF2-40B4-BE49-F238E27FC236}">
                <a16:creationId xmlns:a16="http://schemas.microsoft.com/office/drawing/2014/main" id="{C80C6C3C-2B13-21F5-EA90-F49B4FE0293B}"/>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2380457" y="4204619"/>
            <a:ext cx="5591770" cy="1146515"/>
          </a:xfrm>
          <a:prstGeom prst="rect">
            <a:avLst/>
          </a:prstGeom>
        </p:spPr>
      </p:pic>
    </p:spTree>
    <p:extLst>
      <p:ext uri="{BB962C8B-B14F-4D97-AF65-F5344CB8AC3E}">
        <p14:creationId xmlns:p14="http://schemas.microsoft.com/office/powerpoint/2010/main" val="1852256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36938-7E40-3230-35BD-225067AACD7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9C034F6-2414-149C-DCD3-C7D8D7BEFB8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8BEB42AD-879B-B695-207A-F5CE97F202C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kiểm tra tính dừng</a:t>
                </a: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2: </a:t>
                </a:r>
                <a:r>
                  <a:rPr lang="en-US" sz="2800">
                    <a:latin typeface="Times New Roman" panose="02020603050405020304" pitchFamily="18" charset="0"/>
                    <a:cs typeface="Times New Roman" panose="02020603050405020304" pitchFamily="18" charset="0"/>
                  </a:rPr>
                  <a:t>Cho chuỗi tuân theo mô hình</a:t>
                </a:r>
              </a:p>
              <a:p>
                <a:pPr marL="400050" lvl="1" indent="0" algn="ctr">
                  <a:spcBef>
                    <a:spcPct val="30000"/>
                  </a:spcBef>
                  <a:defRPr/>
                </a:pP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0</m:t>
                        </m:r>
                      </m:sub>
                    </m:sSub>
                  </m:oMath>
                </a14:m>
                <a:r>
                  <a:rPr lang="en-US" sz="2800" b="1">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𝑡</m:t>
                    </m:r>
                  </m:oMath>
                </a14:m>
                <a:r>
                  <a:rPr lang="en-US" sz="2800" b="1">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 </m:t>
                        </m:r>
                        <m:r>
                          <a:rPr lang="en-US" sz="2800" b="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b="0" i="1">
                            <a:latin typeface="Cambria Math" panose="02040503050406030204" pitchFamily="18" charset="0"/>
                          </a:rPr>
                          <m:t>𝑡</m:t>
                        </m:r>
                      </m:sub>
                    </m:sSub>
                  </m:oMath>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Trong đó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ea typeface="Cambria Math" panose="02040503050406030204" pitchFamily="18" charset="0"/>
                          </a:rPr>
                          <m:t>0</m:t>
                        </m:r>
                      </m:sub>
                    </m:sSub>
                    <m:r>
                      <a:rPr lang="en-US" sz="2800" b="0" i="1" smtClean="0">
                        <a:latin typeface="Cambria Math" panose="02040503050406030204" pitchFamily="18" charset="0"/>
                      </a:rPr>
                      <m:t>,</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ea typeface="Cambria Math" panose="02040503050406030204" pitchFamily="18" charset="0"/>
                          </a:rPr>
                          <m:t>1</m:t>
                        </m:r>
                      </m:sub>
                    </m:sSub>
                    <m:r>
                      <a:rPr lang="en-US" sz="2800" b="0" i="1" smtClean="0">
                        <a:latin typeface="Cambria Math" panose="02040503050406030204" pitchFamily="18" charset="0"/>
                        <a:ea typeface="Cambria Math" panose="02040503050406030204" pitchFamily="18" charset="0"/>
                      </a:rPr>
                      <m:t> </m:t>
                    </m:r>
                    <m:sSub>
                      <m:sSubPr>
                        <m:ctrlPr>
                          <a:rPr lang="ar-AE" sz="2800" i="1">
                            <a:latin typeface="Cambria Math" panose="02040503050406030204" pitchFamily="18" charset="0"/>
                          </a:rPr>
                        </m:ctrlPr>
                      </m:sSubPr>
                      <m:e>
                        <m:r>
                          <m:rPr>
                            <m:sty m:val="p"/>
                          </m:rPr>
                          <a:rPr lang="en-US" sz="2800">
                            <a:latin typeface="Cambria Math" panose="02040503050406030204" pitchFamily="18" charset="0"/>
                            <a:ea typeface="Cambria Math" panose="02040503050406030204" pitchFamily="18" charset="0"/>
                          </a:rPr>
                          <m:t>l</m:t>
                        </m:r>
                        <m:r>
                          <a:rPr lang="en-US" sz="2800">
                            <a:latin typeface="Cambria Math" panose="02040503050406030204" pitchFamily="18" charset="0"/>
                            <a:ea typeface="Cambria Math" panose="02040503050406030204" pitchFamily="18" charset="0"/>
                          </a:rPr>
                          <m:t>à </m:t>
                        </m:r>
                        <m:r>
                          <m:rPr>
                            <m:sty m:val="p"/>
                          </m:rPr>
                          <a:rPr lang="en-US" sz="2800" b="0" i="0" smtClean="0">
                            <a:latin typeface="Cambria Math" panose="02040503050406030204" pitchFamily="18" charset="0"/>
                            <a:ea typeface="Cambria Math" panose="02040503050406030204" pitchFamily="18" charset="0"/>
                          </a:rPr>
                          <m:t>c</m:t>
                        </m:r>
                        <m:r>
                          <a:rPr lang="en-US" sz="2800" b="0" i="0" smtClean="0">
                            <a:latin typeface="Cambria Math" panose="02040503050406030204" pitchFamily="18" charset="0"/>
                            <a:ea typeface="Cambria Math" panose="02040503050406030204" pitchFamily="18" charset="0"/>
                          </a:rPr>
                          <m:t>á</m:t>
                        </m:r>
                        <m:r>
                          <m:rPr>
                            <m:sty m:val="p"/>
                          </m:rPr>
                          <a:rPr lang="en-US" sz="2800" b="0" i="0" smtClean="0">
                            <a:latin typeface="Cambria Math" panose="02040503050406030204" pitchFamily="18" charset="0"/>
                            <a:ea typeface="Cambria Math" panose="02040503050406030204" pitchFamily="18" charset="0"/>
                          </a:rPr>
                          <m:t>c</m:t>
                        </m:r>
                        <m:r>
                          <a:rPr lang="en-US" sz="2800">
                            <a:latin typeface="Cambria Math" panose="02040503050406030204" pitchFamily="18" charset="0"/>
                            <a:ea typeface="Cambria Math" panose="02040503050406030204" pitchFamily="18" charset="0"/>
                          </a:rPr>
                          <m:t> </m:t>
                        </m:r>
                        <m:r>
                          <m:rPr>
                            <m:sty m:val="p"/>
                          </m:rPr>
                          <a:rPr lang="en-US" sz="2800">
                            <a:latin typeface="Cambria Math" panose="02040503050406030204" pitchFamily="18" charset="0"/>
                            <a:ea typeface="Cambria Math" panose="02040503050406030204" pitchFamily="18" charset="0"/>
                          </a:rPr>
                          <m:t>h</m:t>
                        </m:r>
                        <m:r>
                          <a:rPr lang="en-US" sz="2800">
                            <a:latin typeface="Cambria Math" panose="02040503050406030204" pitchFamily="18" charset="0"/>
                            <a:ea typeface="Cambria Math" panose="02040503050406030204" pitchFamily="18" charset="0"/>
                          </a:rPr>
                          <m:t>ằ</m:t>
                        </m:r>
                        <m:r>
                          <m:rPr>
                            <m:sty m:val="p"/>
                          </m:rPr>
                          <a:rPr lang="en-US" sz="2800">
                            <a:latin typeface="Cambria Math" panose="02040503050406030204" pitchFamily="18" charset="0"/>
                            <a:ea typeface="Cambria Math" panose="02040503050406030204" pitchFamily="18" charset="0"/>
                          </a:rPr>
                          <m:t>ng</m:t>
                        </m:r>
                        <m:r>
                          <a:rPr lang="en-US" sz="2800">
                            <a:latin typeface="Cambria Math" panose="02040503050406030204" pitchFamily="18" charset="0"/>
                            <a:ea typeface="Cambria Math" panose="02040503050406030204" pitchFamily="18" charset="0"/>
                          </a:rPr>
                          <m:t> </m:t>
                        </m:r>
                        <m:r>
                          <m:rPr>
                            <m:sty m:val="p"/>
                          </m:rPr>
                          <a:rPr lang="en-US" sz="2800">
                            <a:latin typeface="Cambria Math" panose="02040503050406030204" pitchFamily="18" charset="0"/>
                            <a:ea typeface="Cambria Math" panose="02040503050406030204" pitchFamily="18" charset="0"/>
                          </a:rPr>
                          <m:t>s</m:t>
                        </m:r>
                        <m:r>
                          <a:rPr lang="en-US" sz="2800">
                            <a:latin typeface="Cambria Math" panose="02040503050406030204" pitchFamily="18" charset="0"/>
                            <a:ea typeface="Cambria Math" panose="02040503050406030204" pitchFamily="18" charset="0"/>
                          </a:rPr>
                          <m:t>ố</m:t>
                        </m:r>
                        <m:r>
                          <m:rPr>
                            <m:nor/>
                          </m:rPr>
                          <a:rPr lang="en-US" sz="2800" b="0" i="0" smtClean="0"/>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r>
                  <a:rPr lang="en-US" sz="2800">
                    <a:latin typeface="Times New Roman" panose="02020603050405020304" pitchFamily="18" charset="0"/>
                    <a:cs typeface="Times New Roman" panose="02020603050405020304" pitchFamily="18" charset="0"/>
                  </a:rPr>
                  <a:t> là </a:t>
                </a:r>
                <a:r>
                  <a:rPr lang="vi-VN" sz="2800">
                    <a:latin typeface="Times New Roman" panose="02020603050405020304" pitchFamily="18" charset="0"/>
                    <a:cs typeface="Times New Roman" panose="02020603050405020304" pitchFamily="18" charset="0"/>
                  </a:rPr>
                  <a:t>các biến ngẫu nhiên không tương quan với giá trị trung bình bằng không và phương sai </a:t>
                </a:r>
                <a:r>
                  <a:rPr lang="en-US" sz="2800">
                    <a:latin typeface="Times New Roman" panose="02020603050405020304" pitchFamily="18" charset="0"/>
                    <a:cs typeface="Times New Roman" panose="02020603050405020304" pitchFamily="18" charset="0"/>
                  </a:rPr>
                  <a:t>là </a:t>
                </a:r>
                <a14:m>
                  <m:oMath xmlns:m="http://schemas.openxmlformats.org/officeDocument/2006/math">
                    <m:sSup>
                      <m:sSupPr>
                        <m:ctrlPr>
                          <a:rPr lang="en-US" sz="28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8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sz="2800">
                    <a:latin typeface="Times New Roman" panose="02020603050405020304" pitchFamily="18" charset="0"/>
                    <a:cs typeface="Times New Roman" panose="02020603050405020304" pitchFamily="18" charset="0"/>
                  </a:rPr>
                  <a:t>.</a:t>
                </a:r>
              </a:p>
              <a:p>
                <a:pPr marL="800100" lvl="2" indent="0">
                  <a:spcBef>
                    <a:spcPct val="30000"/>
                  </a:spcBef>
                  <a:defRPr/>
                </a:pPr>
                <a:r>
                  <a:rPr lang="en-US" sz="2800">
                    <a:latin typeface="Times New Roman" panose="02020603050405020304" pitchFamily="18" charset="0"/>
                    <a:cs typeface="Times New Roman" panose="02020603050405020304" pitchFamily="18" charset="0"/>
                  </a:rPr>
                  <a:t>Ta có: </a:t>
                </a:r>
              </a:p>
              <a:p>
                <a:pPr marL="800100" lvl="2" indent="0">
                  <a:spcBef>
                    <a:spcPct val="30000"/>
                  </a:spcBef>
                  <a:defRPr/>
                </a:pPr>
                <a:r>
                  <a:rPr lang="en-US" sz="2800">
                    <a:latin typeface="Times New Roman" panose="02020603050405020304" pitchFamily="18" charset="0"/>
                    <a:cs typeface="Times New Roman" panose="02020603050405020304" pitchFamily="18" charset="0"/>
                    <a:sym typeface="Wingdings" panose="05000000000000000000" pitchFamily="2" charset="2"/>
                  </a:rPr>
                  <a:t>not stationary</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8BEB42AD-879B-B695-207A-F5CE97F202C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4"/>
                <a:stretch>
                  <a:fillRect l="-1136" t="-1230" r="-22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descr="\documentclass{article}&#10;\usepackage{amsmath}&#10;\pagestyle{empty}&#10;\begin{document}&#10;&#10;$E[x_t] = E[\beta_0] + E[\beta_1 t] + E[\epsilon_t] = \beta_0 + \beta_1 t$&#10;&#10;&#10;&#10;&#10;\end{document}" title="IguanaTex Bitmap Display">
            <a:extLst>
              <a:ext uri="{FF2B5EF4-FFF2-40B4-BE49-F238E27FC236}">
                <a16:creationId xmlns:a16="http://schemas.microsoft.com/office/drawing/2014/main" id="{8AA6A267-9515-AA4B-8DA8-8DA2CBCBEF5E}"/>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2133600" y="4419600"/>
            <a:ext cx="5504000" cy="305371"/>
          </a:xfrm>
          <a:prstGeom prst="rect">
            <a:avLst/>
          </a:prstGeom>
        </p:spPr>
      </p:pic>
    </p:spTree>
    <p:extLst>
      <p:ext uri="{BB962C8B-B14F-4D97-AF65-F5344CB8AC3E}">
        <p14:creationId xmlns:p14="http://schemas.microsoft.com/office/powerpoint/2010/main" val="3379317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B4F65-F83D-3C33-40FE-005A43208E1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75BEDFB-4EB7-E0FB-23A2-3843755C095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556B36E0-7F61-9528-D429-16687FEDE767}"/>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kiểm tra tính dừng</a:t>
                </a: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3: </a:t>
                </a:r>
                <a:r>
                  <a:rPr lang="en-US" sz="2800">
                    <a:latin typeface="Times New Roman" panose="02020603050405020304" pitchFamily="18" charset="0"/>
                    <a:cs typeface="Times New Roman" panose="02020603050405020304" pitchFamily="18" charset="0"/>
                  </a:rPr>
                  <a:t>Cho chuỗi tuân theo mô hình</a:t>
                </a:r>
              </a:p>
              <a:p>
                <a:pPr marL="400050" lvl="1" indent="0" algn="ctr">
                  <a:spcBef>
                    <a:spcPct val="30000"/>
                  </a:spcBef>
                  <a:defRPr/>
                </a:pP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sub>
                    </m:sSub>
                    <m:r>
                      <a:rPr lang="en-US" sz="2800" b="0" i="1" smtClean="0">
                        <a:latin typeface="Cambria Math" panose="02040503050406030204" pitchFamily="18" charset="0"/>
                      </a:rPr>
                      <m:t>= </m:t>
                    </m:r>
                    <m:sSub>
                      <m:sSubPr>
                        <m:ctrlPr>
                          <a:rPr lang="ar-AE" sz="2800" i="1">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1</m:t>
                        </m:r>
                      </m:sub>
                    </m:sSub>
                  </m:oMath>
                </a14:m>
                <a:r>
                  <a:rPr lang="en-US" sz="2800" b="1">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 </m:t>
                        </m:r>
                        <m:r>
                          <a:rPr lang="en-US" sz="2800" b="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b="0" i="1">
                            <a:latin typeface="Cambria Math" panose="02040503050406030204" pitchFamily="18" charset="0"/>
                          </a:rPr>
                          <m:t>𝑡</m:t>
                        </m:r>
                      </m:sub>
                    </m:sSub>
                  </m:oMath>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Trong đó</a:t>
                </a:r>
                <a14:m>
                  <m:oMath xmlns:m="http://schemas.openxmlformats.org/officeDocument/2006/math">
                    <m:r>
                      <a:rPr lang="en-US" sz="2800" i="1">
                        <a:latin typeface="Cambria Math" panose="02040503050406030204" pitchFamily="18" charset="0"/>
                        <a:ea typeface="Cambria Math" panose="02040503050406030204" pitchFamily="18" charset="0"/>
                      </a:rPr>
                      <m:t> </m:t>
                    </m:r>
                    <m:sSub>
                      <m:sSubPr>
                        <m:ctrlPr>
                          <a:rPr lang="ar-AE" sz="2800" i="1" smtClean="0">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r>
                  <a:rPr lang="en-US" sz="2800">
                    <a:latin typeface="Times New Roman" panose="02020603050405020304" pitchFamily="18" charset="0"/>
                    <a:cs typeface="Times New Roman" panose="02020603050405020304" pitchFamily="18" charset="0"/>
                  </a:rPr>
                  <a:t> là </a:t>
                </a:r>
                <a:r>
                  <a:rPr lang="vi-VN" sz="2800">
                    <a:latin typeface="Times New Roman" panose="02020603050405020304" pitchFamily="18" charset="0"/>
                    <a:cs typeface="Times New Roman" panose="02020603050405020304" pitchFamily="18" charset="0"/>
                  </a:rPr>
                  <a:t>các biến ngẫu nhiên không tương quan với giá trị trung bình bằng không và phương sai </a:t>
                </a:r>
                <a:r>
                  <a:rPr lang="en-US" sz="2800">
                    <a:latin typeface="Times New Roman" panose="02020603050405020304" pitchFamily="18" charset="0"/>
                    <a:cs typeface="Times New Roman" panose="02020603050405020304" pitchFamily="18" charset="0"/>
                  </a:rPr>
                  <a:t>là </a:t>
                </a:r>
                <a14:m>
                  <m:oMath xmlns:m="http://schemas.openxmlformats.org/officeDocument/2006/math">
                    <m:sSup>
                      <m:sSup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800" i="1">
                            <a:latin typeface="Cambria Math" panose="02040503050406030204" pitchFamily="18" charset="0"/>
                            <a:ea typeface="Cambria Math" panose="02040503050406030204" pitchFamily="18" charset="0"/>
                            <a:cs typeface="Times New Roman" panose="02020603050405020304" pitchFamily="18" charset="0"/>
                          </a:rPr>
                          <m:t>2</m:t>
                        </m:r>
                      </m:sup>
                    </m:sSup>
                    <m:r>
                      <a:rPr lang="en-US"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Ta có:</a:t>
                </a: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sym typeface="Wingdings" panose="05000000000000000000" pitchFamily="2" charset="2"/>
                  </a:rPr>
                  <a:t>not stationary</a:t>
                </a: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556B36E0-7F61-9528-D429-16687FEDE767}"/>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4"/>
                <a:stretch>
                  <a:fillRect l="-1136" t="-1230" b="-8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0" name="Picture 9" descr="\documentclass{article}&#10;\usepackage{amsmath}&#10;\pagestyle{empty}&#10;\begin{document}&#10;&#10;$E[x_t] = E[x_{t-1}] + E[\epsilon_t] = E[x_{t-1}]$&#10;&#10;$Var[x_t] = Var[x_{t-1}] + Var[\epsilon_t] = Var[x_{t-1}] + \sigma^2$&#10;&#10;&#10;\end{document}" title="IguanaTex Bitmap Display">
            <a:extLst>
              <a:ext uri="{FF2B5EF4-FFF2-40B4-BE49-F238E27FC236}">
                <a16:creationId xmlns:a16="http://schemas.microsoft.com/office/drawing/2014/main" id="{55FF7D36-7A87-18CC-D5A6-0D44CF407826}"/>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2133600" y="4495801"/>
            <a:ext cx="6401827" cy="669257"/>
          </a:xfrm>
          <a:prstGeom prst="rect">
            <a:avLst/>
          </a:prstGeom>
        </p:spPr>
      </p:pic>
    </p:spTree>
    <p:extLst>
      <p:ext uri="{BB962C8B-B14F-4D97-AF65-F5344CB8AC3E}">
        <p14:creationId xmlns:p14="http://schemas.microsoft.com/office/powerpoint/2010/main" val="3791929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4ADC6-AC5E-D0FB-E1C9-18F3083861F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5C2DF3F-43C4-9EB1-43E6-05DBBA5E56D8}"/>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39D1631-77B7-772E-EB42-DB811856F845}"/>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vi-VN" sz="2800" b="1">
                    <a:latin typeface="Times New Roman" panose="02020603050405020304" pitchFamily="18" charset="0"/>
                    <a:cs typeface="Times New Roman" panose="02020603050405020304" pitchFamily="18" charset="0"/>
                  </a:rPr>
                  <a:t>Hàm tự tương quan (</a:t>
                </a:r>
                <a:r>
                  <a:rPr lang="en-US" sz="2800" b="1">
                    <a:latin typeface="Times New Roman" panose="02020603050405020304" pitchFamily="18" charset="0"/>
                    <a:cs typeface="Times New Roman" panose="02020603050405020304" pitchFamily="18" charset="0"/>
                  </a:rPr>
                  <a:t>Auto-Correlation function</a:t>
                </a:r>
                <a:r>
                  <a:rPr lang="en-US" sz="2800">
                    <a:latin typeface="Times New Roman" panose="02020603050405020304" pitchFamily="18" charset="0"/>
                    <a:cs typeface="Times New Roman" panose="02020603050405020304" pitchFamily="18" charset="0"/>
                  </a:rPr>
                  <a:t> </a:t>
                </a:r>
                <a:r>
                  <a:rPr lang="en-US" sz="2800"/>
                  <a:t>- </a:t>
                </a:r>
                <a:r>
                  <a:rPr lang="vi-VN" sz="2800" b="1">
                    <a:latin typeface="Times New Roman" panose="02020603050405020304" pitchFamily="18" charset="0"/>
                    <a:cs typeface="Times New Roman" panose="02020603050405020304" pitchFamily="18" charset="0"/>
                  </a:rPr>
                  <a:t>ACF)</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vi-VN" sz="2800">
                    <a:latin typeface="Times New Roman" panose="02020603050405020304" pitchFamily="18" charset="0"/>
                    <a:cs typeface="Times New Roman" panose="02020603050405020304" pitchFamily="18" charset="0"/>
                  </a:rPr>
                  <a:t>Đối với bất kỳ quá trình dừng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𝑡</m:t>
                        </m:r>
                      </m:sub>
                    </m:sSub>
                  </m:oMath>
                </a14:m>
                <a:r>
                  <a:rPr lang="vi-VN" sz="2800">
                    <a:latin typeface="Times New Roman" panose="02020603050405020304" pitchFamily="18" charset="0"/>
                    <a:cs typeface="Times New Roman" panose="02020603050405020304" pitchFamily="18" charset="0"/>
                  </a:rPr>
                  <a:t>} nào, hàm tự hiệp phương sai giữa</a:t>
                </a:r>
                <a:r>
                  <a:rPr lang="en-US" sz="28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r>
                          <a:rPr lang="en-US" sz="2800" b="0" i="1" smtClean="0">
                            <a:latin typeface="Cambria Math" panose="02040503050406030204" pitchFamily="18" charset="0"/>
                          </a:rPr>
                          <m:t>𝑡</m:t>
                        </m:r>
                      </m:sub>
                    </m:sSub>
                  </m:oMath>
                </a14:m>
                <a:r>
                  <a:rPr lang="vi-VN" sz="28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𝑘</m:t>
                        </m:r>
                      </m:sub>
                    </m:sSub>
                  </m:oMath>
                </a14:m>
                <a:r>
                  <a:rPr lang="vi-VN" sz="2800">
                    <a:latin typeface="Times New Roman" panose="02020603050405020304" pitchFamily="18" charset="0"/>
                    <a:cs typeface="Times New Roman" panose="02020603050405020304" pitchFamily="18" charset="0"/>
                  </a:rPr>
                  <a:t> được định nghĩa như sau:</a:t>
                </a:r>
                <a:endParaRPr lang="en-US" sz="2800">
                  <a:latin typeface="Times New Roman" panose="02020603050405020304" pitchFamily="18" charset="0"/>
                  <a:cs typeface="Times New Roman" panose="02020603050405020304" pitchFamily="18" charset="0"/>
                </a:endParaRPr>
              </a:p>
              <a:p>
                <a:pPr marL="400050" lvl="1"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Đây là hàm của độ trễ </a:t>
                </a:r>
                <a:r>
                  <a:rPr lang="en-US" sz="2800" i="1">
                    <a:latin typeface="Times New Roman" panose="02020603050405020304" pitchFamily="18" charset="0"/>
                    <a:cs typeface="Times New Roman" panose="02020603050405020304" pitchFamily="18" charset="0"/>
                  </a:rPr>
                  <a:t>k</a:t>
                </a:r>
                <a:r>
                  <a:rPr lang="en-US" sz="2800">
                    <a:latin typeface="Times New Roman" panose="02020603050405020304" pitchFamily="18" charset="0"/>
                    <a:cs typeface="Times New Roman" panose="02020603050405020304" pitchFamily="18" charset="0"/>
                  </a:rPr>
                  <a:t>.</a:t>
                </a:r>
              </a:p>
              <a:p>
                <a:pPr marL="857250" lvl="1" indent="-457200">
                  <a:spcBef>
                    <a:spcPct val="30000"/>
                  </a:spcBef>
                  <a:buFont typeface="Arial" panose="020B0604020202020204" pitchFamily="34" charset="0"/>
                  <a:buChar char="•"/>
                  <a:defRPr/>
                </a:pPr>
                <a:r>
                  <a:rPr lang="vi-VN" sz="2800">
                    <a:latin typeface="Times New Roman" panose="02020603050405020304" pitchFamily="18" charset="0"/>
                    <a:cs typeface="Times New Roman" panose="02020603050405020304" pitchFamily="18" charset="0"/>
                  </a:rPr>
                  <a:t>Hệ số tương quan 𝜌(𝑠</a:t>
                </a: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 𝑡) được định nghĩa là hệ số tương quan</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giữa các biến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𝑡</m:t>
                        </m:r>
                      </m:sub>
                    </m:sSub>
                  </m:oMath>
                </a14:m>
                <a:r>
                  <a:rPr lang="vi-VN" sz="28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𝑋</m:t>
                        </m:r>
                      </m:e>
                      <m:sub>
                        <m:r>
                          <a:rPr lang="en-US" sz="2800" i="1">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𝑘</m:t>
                        </m:r>
                      </m:sub>
                    </m:sSub>
                  </m:oMath>
                </a14:m>
                <a:r>
                  <a:rPr lang="vi-VN" sz="2800">
                    <a:latin typeface="Times New Roman" panose="02020603050405020304" pitchFamily="18" charset="0"/>
                    <a:cs typeface="Times New Roman" panose="02020603050405020304" pitchFamily="18" charset="0"/>
                  </a:rPr>
                  <a:t> và được biểu diễn theo dạng:</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39D1631-77B7-772E-EB42-DB811856F845}"/>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1136" t="-1353" r="-167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5" name="Picture 14" descr="\documentclass{article}&#10;\usepackage{amsmath}&#10;\pagestyle{empty}&#10;\begin{document}&#10;&#10;$\gamma(k) = Cov[X_t, X_{t-k}] = E[(X_t - \mu)(X_{t-k} - \mu)]$&#10;&#10;&#10;\end{document}" title="IguanaTex Bitmap Display">
            <a:extLst>
              <a:ext uri="{FF2B5EF4-FFF2-40B4-BE49-F238E27FC236}">
                <a16:creationId xmlns:a16="http://schemas.microsoft.com/office/drawing/2014/main" id="{1677A5C6-07C8-68D6-382D-7AEBB3B022F0}"/>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600200" y="2895600"/>
            <a:ext cx="7313066" cy="356267"/>
          </a:xfrm>
          <a:prstGeom prst="rect">
            <a:avLst/>
          </a:prstGeom>
        </p:spPr>
      </p:pic>
      <p:pic>
        <p:nvPicPr>
          <p:cNvPr id="11" name="Picture 10" descr="\documentclass{article}&#10;\usepackage{amsmath}&#10;\pagestyle{empty}&#10;\begin{document}&#10;&#10;$\rho(k) = \frac{E[(X_t - \mu)(X_{t-k} - \mu)]}{E[(X_t - \mu)^2]E[(X_{t-k} - \mu)^2]} = \frac{\gamma(k)}{\gamma(0)}$&#10;&#10;&#10;\end{document}" title="IguanaTex Bitmap Display">
            <a:extLst>
              <a:ext uri="{FF2B5EF4-FFF2-40B4-BE49-F238E27FC236}">
                <a16:creationId xmlns:a16="http://schemas.microsoft.com/office/drawing/2014/main" id="{2DAEA37B-D7CB-075C-2B87-9DAA715AB041}"/>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2180762" y="5170686"/>
            <a:ext cx="5557333" cy="546133"/>
          </a:xfrm>
          <a:prstGeom prst="rect">
            <a:avLst/>
          </a:prstGeom>
        </p:spPr>
      </p:pic>
    </p:spTree>
    <p:extLst>
      <p:ext uri="{BB962C8B-B14F-4D97-AF65-F5344CB8AC3E}">
        <p14:creationId xmlns:p14="http://schemas.microsoft.com/office/powerpoint/2010/main" val="9653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28B23-A22E-C0C9-914A-24E5B09CEDD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29DA418-4C4C-B34C-E5F8-10676FBFF10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B6A45D1-7A55-64B3-0BBA-10581DCBC9D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tìm </a:t>
                </a:r>
                <a:r>
                  <a:rPr lang="vi-VN" sz="2800" b="1">
                    <a:latin typeface="Times New Roman" panose="02020603050405020304" pitchFamily="18" charset="0"/>
                    <a:cs typeface="Times New Roman" panose="02020603050405020304" pitchFamily="18" charset="0"/>
                  </a:rPr>
                  <a:t>ACF</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1</a:t>
                </a:r>
                <a:r>
                  <a:rPr lang="en-US" sz="2800">
                    <a:latin typeface="Times New Roman" panose="02020603050405020304" pitchFamily="18" charset="0"/>
                    <a:cs typeface="Times New Roman" panose="02020603050405020304" pitchFamily="18" charset="0"/>
                  </a:rPr>
                  <a:t>: Cho quá trình ngẫu nhiên (nhiễu trắng)</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 </m:t>
                        </m:r>
                        <m:r>
                          <a:rPr lang="en-US" sz="2800" b="0" i="1" smtClean="0">
                            <a:latin typeface="Cambria Math" panose="02040503050406030204" pitchFamily="18" charset="0"/>
                          </a:rPr>
                          <m:t>{</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r>
                      <a:rPr lang="en-US" sz="2800" b="0" i="1" smtClean="0">
                        <a:latin typeface="Cambria Math" panose="02040503050406030204" pitchFamily="18" charset="0"/>
                      </a:rPr>
                      <m:t>}</m:t>
                    </m:r>
                  </m:oMath>
                </a14:m>
                <a:r>
                  <a:rPr lang="en-US" sz="2800">
                    <a:latin typeface="Times New Roman" panose="02020603050405020304" pitchFamily="18" charset="0"/>
                    <a:cs typeface="Times New Roman" panose="02020603050405020304" pitchFamily="18" charset="0"/>
                  </a:rPr>
                  <a:t> với</a:t>
                </a:r>
                <a14:m>
                  <m:oMath xmlns:m="http://schemas.openxmlformats.org/officeDocument/2006/math">
                    <m:r>
                      <a:rPr lang="en-US" sz="2800" b="0" i="0" smtClean="0">
                        <a:latin typeface="Cambria Math" panose="02040503050406030204" pitchFamily="18" charset="0"/>
                      </a:rPr>
                      <m:t> </m:t>
                    </m:r>
                    <m:sSub>
                      <m:sSubPr>
                        <m:ctrlPr>
                          <a:rPr lang="ar-AE" sz="2800" i="1" smtClean="0">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r>
                  <a:rPr lang="en-US" sz="2800">
                    <a:latin typeface="Times New Roman" panose="02020603050405020304" pitchFamily="18" charset="0"/>
                    <a:cs typeface="Times New Roman" panose="02020603050405020304" pitchFamily="18" charset="0"/>
                  </a:rPr>
                  <a:t> là </a:t>
                </a:r>
                <a:r>
                  <a:rPr lang="vi-VN" sz="2800">
                    <a:latin typeface="Times New Roman" panose="02020603050405020304" pitchFamily="18" charset="0"/>
                    <a:cs typeface="Times New Roman" panose="02020603050405020304" pitchFamily="18" charset="0"/>
                  </a:rPr>
                  <a:t>các biến ngẫu nhiên không tương quan với giá trị trung bình bằng không và phương sai </a:t>
                </a:r>
                <a:r>
                  <a:rPr lang="en-US" sz="2800">
                    <a:latin typeface="Times New Roman" panose="02020603050405020304" pitchFamily="18" charset="0"/>
                    <a:cs typeface="Times New Roman" panose="02020603050405020304" pitchFamily="18" charset="0"/>
                  </a:rPr>
                  <a:t>là </a:t>
                </a:r>
                <a14:m>
                  <m:oMath xmlns:m="http://schemas.openxmlformats.org/officeDocument/2006/math">
                    <m:sSup>
                      <m:sSup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800" i="1">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sz="2800">
                    <a:latin typeface="Times New Roman" panose="02020603050405020304" pitchFamily="18" charset="0"/>
                    <a:cs typeface="Times New Roman" panose="02020603050405020304" pitchFamily="18" charset="0"/>
                  </a:rPr>
                  <a:t>.</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B6A45D1-7A55-64B3-0BBA-10581DCBC9D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7" name="Picture 6" descr="\documentclass{article}&#10;\usepackage{amsmath}&#10;\pagestyle{empty}&#10;\begin{document}&#10;&#10;$E[\epsilon_t] = 0, \forall t = 0, \pm 1, \pm 2, \dots$&#10;&#10;$Var[\epsilon_t] = \sigma^2, \forall t = 0, \pm 1, \pm 2, \dots$&#10;&#10;$Cov[\epsilon_t, \epsilon_{t-k}] = 0, \forall t = 0, \pm 1, \pm 2, \dots$ if $k \neq 0$&#10;&#10;&#10;\end{document}" title="IguanaTex Bitmap Display">
            <a:extLst>
              <a:ext uri="{FF2B5EF4-FFF2-40B4-BE49-F238E27FC236}">
                <a16:creationId xmlns:a16="http://schemas.microsoft.com/office/drawing/2014/main" id="{A8B064D1-2751-16AD-E4D5-C194FFE702F5}"/>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676400" y="3429000"/>
            <a:ext cx="6794667" cy="1205335"/>
          </a:xfrm>
          <a:prstGeom prst="rect">
            <a:avLst/>
          </a:prstGeom>
        </p:spPr>
      </p:pic>
      <p:pic>
        <p:nvPicPr>
          <p:cNvPr id="5" name="Picture 4" descr="\documentclass{article}&#10;\usepackage{amsmath}&#10;\pagestyle{empty}&#10;\begin{document}&#10;&#10;$\rho(k) = \frac{\gamma(k)}{\gamma(0)} = \left\{\begin{matrix} 1 &amp; \textrm{if } k = 0,\\ 0 &amp; \textrm{if } k \neq 0.\end{matrix}\right.$&#10;&#10;&#10;\end{document}" title="IguanaTex Bitmap Display">
            <a:extLst>
              <a:ext uri="{FF2B5EF4-FFF2-40B4-BE49-F238E27FC236}">
                <a16:creationId xmlns:a16="http://schemas.microsoft.com/office/drawing/2014/main" id="{0D02F26D-2FCA-B71E-543D-BBF3BC4CA4E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706880" y="4876800"/>
            <a:ext cx="4255999" cy="851200"/>
          </a:xfrm>
          <a:prstGeom prst="rect">
            <a:avLst/>
          </a:prstGeom>
        </p:spPr>
      </p:pic>
    </p:spTree>
    <p:extLst>
      <p:ext uri="{BB962C8B-B14F-4D97-AF65-F5344CB8AC3E}">
        <p14:creationId xmlns:p14="http://schemas.microsoft.com/office/powerpoint/2010/main" val="838583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FA387-84C8-C4DC-0D10-F2D1296F94D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63DE2CF-1A74-585A-D1D0-09C82A5AE54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D5EC6230-2C51-BD6F-7578-668431C94CC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tìm </a:t>
                </a:r>
                <a:r>
                  <a:rPr lang="vi-VN" sz="2800" b="1">
                    <a:latin typeface="Times New Roman" panose="02020603050405020304" pitchFamily="18" charset="0"/>
                    <a:cs typeface="Times New Roman" panose="02020603050405020304" pitchFamily="18" charset="0"/>
                  </a:rPr>
                  <a:t>ACF</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2:</a:t>
                </a:r>
                <a:r>
                  <a:rPr lang="en-US" sz="2800">
                    <a:latin typeface="Times New Roman" panose="02020603050405020304" pitchFamily="18" charset="0"/>
                    <a:cs typeface="Times New Roman" panose="02020603050405020304" pitchFamily="18" charset="0"/>
                  </a:rPr>
                  <a:t> Cho chuỗi tuân theo mô hình</a:t>
                </a:r>
              </a:p>
              <a:p>
                <a:pPr marL="400050" lvl="1" indent="0" algn="ctr">
                  <a:spcBef>
                    <a:spcPct val="30000"/>
                  </a:spcBef>
                  <a:defRPr/>
                </a:pP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0</m:t>
                        </m:r>
                      </m:sub>
                    </m:sSub>
                  </m:oMath>
                </a14:m>
                <a:r>
                  <a:rPr lang="en-US" sz="2800" b="1">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1</m:t>
                        </m:r>
                      </m:sub>
                    </m:sSub>
                    <m:r>
                      <a:rPr lang="en-US" sz="2800" i="1">
                        <a:latin typeface="Cambria Math" panose="02040503050406030204" pitchFamily="18" charset="0"/>
                      </a:rPr>
                      <m:t>𝑡</m:t>
                    </m:r>
                  </m:oMath>
                </a14:m>
                <a:r>
                  <a:rPr lang="en-US" sz="2800" b="1">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Trong đó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ea typeface="Cambria Math" panose="02040503050406030204" pitchFamily="18" charset="0"/>
                          </a:rPr>
                          <m:t>0</m:t>
                        </m:r>
                      </m:sub>
                    </m:sSub>
                    <m:r>
                      <a:rPr lang="en-US" sz="2800" i="1">
                        <a:latin typeface="Cambria Math" panose="02040503050406030204" pitchFamily="18" charset="0"/>
                      </a:rPr>
                      <m:t>,</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ea typeface="Cambria Math" panose="02040503050406030204" pitchFamily="18" charset="0"/>
                          </a:rPr>
                          <m:t>0</m:t>
                        </m:r>
                      </m:sub>
                    </m:sSub>
                    <m:r>
                      <a:rPr lang="en-US" sz="2800" i="1">
                        <a:latin typeface="Cambria Math" panose="02040503050406030204" pitchFamily="18" charset="0"/>
                        <a:ea typeface="Cambria Math" panose="02040503050406030204" pitchFamily="18" charset="0"/>
                      </a:rPr>
                      <m:t> </m:t>
                    </m:r>
                    <m:sSub>
                      <m:sSubPr>
                        <m:ctrlPr>
                          <a:rPr lang="ar-AE" sz="2800" i="1">
                            <a:latin typeface="Cambria Math" panose="02040503050406030204" pitchFamily="18" charset="0"/>
                          </a:rPr>
                        </m:ctrlPr>
                      </m:sSubPr>
                      <m:e>
                        <m:r>
                          <m:rPr>
                            <m:sty m:val="p"/>
                          </m:rPr>
                          <a:rPr lang="en-US" sz="2800">
                            <a:latin typeface="Cambria Math" panose="02040503050406030204" pitchFamily="18" charset="0"/>
                            <a:ea typeface="Cambria Math" panose="02040503050406030204" pitchFamily="18" charset="0"/>
                          </a:rPr>
                          <m:t>l</m:t>
                        </m:r>
                        <m:r>
                          <a:rPr lang="en-US" sz="2800">
                            <a:latin typeface="Cambria Math" panose="02040503050406030204" pitchFamily="18" charset="0"/>
                            <a:ea typeface="Cambria Math" panose="02040503050406030204" pitchFamily="18" charset="0"/>
                          </a:rPr>
                          <m:t>à </m:t>
                        </m:r>
                        <m:r>
                          <m:rPr>
                            <m:sty m:val="p"/>
                          </m:rPr>
                          <a:rPr lang="en-US" sz="2800">
                            <a:latin typeface="Cambria Math" panose="02040503050406030204" pitchFamily="18" charset="0"/>
                            <a:ea typeface="Cambria Math" panose="02040503050406030204" pitchFamily="18" charset="0"/>
                          </a:rPr>
                          <m:t>c</m:t>
                        </m:r>
                        <m:r>
                          <a:rPr lang="en-US" sz="2800">
                            <a:latin typeface="Cambria Math" panose="02040503050406030204" pitchFamily="18" charset="0"/>
                            <a:ea typeface="Cambria Math" panose="02040503050406030204" pitchFamily="18" charset="0"/>
                          </a:rPr>
                          <m:t>á</m:t>
                        </m:r>
                        <m:r>
                          <m:rPr>
                            <m:sty m:val="p"/>
                          </m:rPr>
                          <a:rPr lang="en-US" sz="2800">
                            <a:latin typeface="Cambria Math" panose="02040503050406030204" pitchFamily="18" charset="0"/>
                            <a:ea typeface="Cambria Math" panose="02040503050406030204" pitchFamily="18" charset="0"/>
                          </a:rPr>
                          <m:t>c</m:t>
                        </m:r>
                        <m:r>
                          <a:rPr lang="en-US" sz="2800">
                            <a:latin typeface="Cambria Math" panose="02040503050406030204" pitchFamily="18" charset="0"/>
                            <a:ea typeface="Cambria Math" panose="02040503050406030204" pitchFamily="18" charset="0"/>
                          </a:rPr>
                          <m:t> </m:t>
                        </m:r>
                        <m:r>
                          <m:rPr>
                            <m:sty m:val="p"/>
                          </m:rPr>
                          <a:rPr lang="en-US" sz="2800">
                            <a:latin typeface="Cambria Math" panose="02040503050406030204" pitchFamily="18" charset="0"/>
                            <a:ea typeface="Cambria Math" panose="02040503050406030204" pitchFamily="18" charset="0"/>
                          </a:rPr>
                          <m:t>h</m:t>
                        </m:r>
                        <m:r>
                          <a:rPr lang="en-US" sz="2800">
                            <a:latin typeface="Cambria Math" panose="02040503050406030204" pitchFamily="18" charset="0"/>
                            <a:ea typeface="Cambria Math" panose="02040503050406030204" pitchFamily="18" charset="0"/>
                          </a:rPr>
                          <m:t>ằ</m:t>
                        </m:r>
                        <m:r>
                          <m:rPr>
                            <m:sty m:val="p"/>
                          </m:rPr>
                          <a:rPr lang="en-US" sz="2800">
                            <a:latin typeface="Cambria Math" panose="02040503050406030204" pitchFamily="18" charset="0"/>
                            <a:ea typeface="Cambria Math" panose="02040503050406030204" pitchFamily="18" charset="0"/>
                          </a:rPr>
                          <m:t>ng</m:t>
                        </m:r>
                        <m:r>
                          <a:rPr lang="en-US" sz="2800">
                            <a:latin typeface="Cambria Math" panose="02040503050406030204" pitchFamily="18" charset="0"/>
                            <a:ea typeface="Cambria Math" panose="02040503050406030204" pitchFamily="18" charset="0"/>
                          </a:rPr>
                          <m:t> </m:t>
                        </m:r>
                        <m:r>
                          <m:rPr>
                            <m:sty m:val="p"/>
                          </m:rPr>
                          <a:rPr lang="en-US" sz="2800">
                            <a:latin typeface="Cambria Math" panose="02040503050406030204" pitchFamily="18" charset="0"/>
                            <a:ea typeface="Cambria Math" panose="02040503050406030204" pitchFamily="18" charset="0"/>
                          </a:rPr>
                          <m:t>s</m:t>
                        </m:r>
                        <m:r>
                          <a:rPr lang="en-US" sz="2800">
                            <a:latin typeface="Cambria Math" panose="02040503050406030204" pitchFamily="18" charset="0"/>
                            <a:ea typeface="Cambria Math" panose="02040503050406030204" pitchFamily="18" charset="0"/>
                          </a:rPr>
                          <m:t>ố</m:t>
                        </m:r>
                        <m:r>
                          <m:rPr>
                            <m:nor/>
                          </m:rPr>
                          <a:rPr lang="en-US" sz="2800"/>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r>
                  <a:rPr lang="en-US" sz="2800">
                    <a:latin typeface="Times New Roman" panose="02020603050405020304" pitchFamily="18" charset="0"/>
                    <a:cs typeface="Times New Roman" panose="02020603050405020304" pitchFamily="18" charset="0"/>
                  </a:rPr>
                  <a:t> là </a:t>
                </a:r>
                <a:r>
                  <a:rPr lang="vi-VN" sz="2800">
                    <a:latin typeface="Times New Roman" panose="02020603050405020304" pitchFamily="18" charset="0"/>
                    <a:cs typeface="Times New Roman" panose="02020603050405020304" pitchFamily="18" charset="0"/>
                  </a:rPr>
                  <a:t>các biến ngẫu nhiên không tương quan với giá trị trung bình bằng không và phương sai </a:t>
                </a:r>
                <a:r>
                  <a:rPr lang="en-US" sz="2800">
                    <a:latin typeface="Times New Roman" panose="02020603050405020304" pitchFamily="18" charset="0"/>
                    <a:cs typeface="Times New Roman" panose="02020603050405020304" pitchFamily="18" charset="0"/>
                  </a:rPr>
                  <a:t>là </a:t>
                </a:r>
                <a14:m>
                  <m:oMath xmlns:m="http://schemas.openxmlformats.org/officeDocument/2006/math">
                    <m:sSup>
                      <m:sSup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800" i="1">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sz="2800">
                    <a:latin typeface="Times New Roman" panose="02020603050405020304" pitchFamily="18" charset="0"/>
                    <a:cs typeface="Times New Roman" panose="02020603050405020304" pitchFamily="18" charset="0"/>
                  </a:rPr>
                  <a:t>.</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D5EC6230-2C51-BD6F-7578-668431C94CC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6834442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D33BF-9F15-C196-8ECE-1D375F23C2D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1990509-9F63-669C-3705-427825D4796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553D2D9-5613-F62A-DB54-45C57595BC9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tìm </a:t>
                </a:r>
                <a:r>
                  <a:rPr lang="vi-VN" sz="2800" b="1">
                    <a:latin typeface="Times New Roman" panose="02020603050405020304" pitchFamily="18" charset="0"/>
                    <a:cs typeface="Times New Roman" panose="02020603050405020304" pitchFamily="18" charset="0"/>
                  </a:rPr>
                  <a:t>ACF</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2:</a:t>
                </a:r>
                <a:r>
                  <a:rPr lang="en-US" sz="2800">
                    <a:latin typeface="Times New Roman" panose="02020603050405020304" pitchFamily="18" charset="0"/>
                    <a:cs typeface="Times New Roman" panose="02020603050405020304" pitchFamily="18" charset="0"/>
                  </a:rPr>
                  <a:t> Cho chuỗi tuân theo mô hình</a:t>
                </a:r>
              </a:p>
              <a:p>
                <a:pPr marL="400050" lvl="1" indent="0" algn="ctr">
                  <a:spcBef>
                    <a:spcPct val="30000"/>
                  </a:spcBef>
                  <a:defRPr/>
                </a:pP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0</m:t>
                        </m:r>
                      </m:sub>
                    </m:sSub>
                  </m:oMath>
                </a14:m>
                <a:r>
                  <a:rPr lang="en-US" sz="2800" b="1">
                    <a:latin typeface="Times New Roman" panose="02020603050405020304" pitchFamily="18" charset="0"/>
                    <a:cs typeface="Times New Roman" panose="02020603050405020304" pitchFamily="18" charset="0"/>
                  </a:rPr>
                  <a:t> +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e>
                      <m:sub>
                        <m:r>
                          <a:rPr lang="en-US" sz="2800" i="1">
                            <a:latin typeface="Cambria Math" panose="02040503050406030204" pitchFamily="18" charset="0"/>
                          </a:rPr>
                          <m:t>1</m:t>
                        </m:r>
                      </m:sub>
                    </m:sSub>
                    <m:r>
                      <a:rPr lang="en-US" sz="2800" i="1">
                        <a:latin typeface="Cambria Math" panose="02040503050406030204" pitchFamily="18" charset="0"/>
                      </a:rPr>
                      <m:t>𝑡</m:t>
                    </m:r>
                  </m:oMath>
                </a14:m>
                <a:r>
                  <a:rPr lang="en-US" sz="2800" b="1">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Ta có:</a:t>
                </a:r>
              </a:p>
            </p:txBody>
          </p:sp>
        </mc:Choice>
        <mc:Fallback xmlns="">
          <p:sp>
            <p:nvSpPr>
              <p:cNvPr id="31747" name="Rectangle 3">
                <a:extLst>
                  <a:ext uri="{FF2B5EF4-FFF2-40B4-BE49-F238E27FC236}">
                    <a16:creationId xmlns:a16="http://schemas.microsoft.com/office/drawing/2014/main" id="{4553D2D9-5613-F62A-DB54-45C57595BC9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7" name="Picture 6" descr="\documentclass{article}&#10;\usepackage{amsmath}&#10;\pagestyle{empty}&#10;\begin{document}&#10;&#10;$E[x_t] = \beta_0 + \beta_1 t$&#10;&#10;$Var[x_t] = \sigma^2$&#10;&#10;$Cov[x_t, x_{t-k}] = E[\epsilon_t, \epsilon_{t-k}] = 0, \forall t $ if $k \neq 0$&#10;&#10;&#10;\end{document}" title="IguanaTex Bitmap Display">
            <a:extLst>
              <a:ext uri="{FF2B5EF4-FFF2-40B4-BE49-F238E27FC236}">
                <a16:creationId xmlns:a16="http://schemas.microsoft.com/office/drawing/2014/main" id="{FDEBB747-3117-1671-A6E2-85EF0F61B54A}"/>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1706880" y="3549864"/>
            <a:ext cx="6436269" cy="1205335"/>
          </a:xfrm>
          <a:prstGeom prst="rect">
            <a:avLst/>
          </a:prstGeom>
        </p:spPr>
      </p:pic>
      <p:pic>
        <p:nvPicPr>
          <p:cNvPr id="5" name="Picture 4" descr="\documentclass{article}&#10;\usepackage{amsmath}&#10;\pagestyle{empty}&#10;\begin{document}&#10;&#10;$\rho(k) = \frac{\gamma(k)}{\gamma(0)} = \left\{\begin{matrix} 1 &amp; \textrm{if } k = 0,\\ 0 &amp; \textrm{if } k \neq 0.\end{matrix}\right.$&#10;&#10;&#10;\end{document}" title="IguanaTex Bitmap Display">
            <a:extLst>
              <a:ext uri="{FF2B5EF4-FFF2-40B4-BE49-F238E27FC236}">
                <a16:creationId xmlns:a16="http://schemas.microsoft.com/office/drawing/2014/main" id="{F80BD6B8-75D7-00FD-44C1-D3CC43550299}"/>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706880" y="4876800"/>
            <a:ext cx="4255999" cy="851200"/>
          </a:xfrm>
          <a:prstGeom prst="rect">
            <a:avLst/>
          </a:prstGeom>
        </p:spPr>
      </p:pic>
    </p:spTree>
    <p:extLst>
      <p:ext uri="{BB962C8B-B14F-4D97-AF65-F5344CB8AC3E}">
        <p14:creationId xmlns:p14="http://schemas.microsoft.com/office/powerpoint/2010/main" val="675209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00811-EFE9-268A-BD0B-C8A030CAD24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CCA5075-8840-1615-D33B-114EE81BE5C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65DA2511-7CF8-E159-A249-466A3D915D50}"/>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tìm </a:t>
                </a:r>
                <a:r>
                  <a:rPr lang="vi-VN" sz="2800" b="1">
                    <a:latin typeface="Times New Roman" panose="02020603050405020304" pitchFamily="18" charset="0"/>
                    <a:cs typeface="Times New Roman" panose="02020603050405020304" pitchFamily="18" charset="0"/>
                  </a:rPr>
                  <a:t>ACF</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3:</a:t>
                </a:r>
                <a:r>
                  <a:rPr lang="en-US" sz="2800">
                    <a:latin typeface="Times New Roman" panose="02020603050405020304" pitchFamily="18" charset="0"/>
                    <a:cs typeface="Times New Roman" panose="02020603050405020304" pitchFamily="18" charset="0"/>
                  </a:rPr>
                  <a:t> Cho chuỗi tuân theo mô hình</a:t>
                </a:r>
              </a:p>
              <a:p>
                <a:pPr marL="400050" lvl="1" indent="0" algn="ctr">
                  <a:spcBef>
                    <a:spcPct val="30000"/>
                  </a:spcBef>
                  <a:defRPr/>
                </a:pPr>
                <a14:m>
                  <m:oMathPara xmlns:m="http://schemas.openxmlformats.org/officeDocument/2006/math">
                    <m:oMathParaPr>
                      <m:jc m:val="centerGroup"/>
                    </m:oMathParaPr>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1</m:t>
                          </m:r>
                        </m:sub>
                      </m:sSub>
                      <m:r>
                        <a:rPr lang="en-US" sz="2800" b="0" i="1" smtClean="0">
                          <a:latin typeface="Cambria Math" panose="02040503050406030204" pitchFamily="18" charset="0"/>
                        </a:rPr>
                        <m:t>,  </m:t>
                      </m:r>
                      <m:r>
                        <a:rPr lang="en-US" sz="2800" b="0" i="1" smtClean="0">
                          <a:latin typeface="Cambria Math" panose="02040503050406030204" pitchFamily="18" charset="0"/>
                        </a:rPr>
                        <m:t>𝑡</m:t>
                      </m:r>
                      <m:r>
                        <a:rPr lang="en-US" sz="2800" b="0" i="1" smtClean="0">
                          <a:latin typeface="Cambria Math" panose="02040503050406030204" pitchFamily="18" charset="0"/>
                        </a:rPr>
                        <m:t>=</m:t>
                      </m:r>
                      <m:r>
                        <a:rPr lang="en-US" sz="2800" b="0" i="1" smtClean="0">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2</m:t>
                      </m:r>
                      <m:r>
                        <a:rPr lang="en-US" sz="2800" b="0" i="1" smtClean="0">
                          <a:latin typeface="Cambria Math" panose="02040503050406030204" pitchFamily="18" charset="0"/>
                        </a:rPr>
                        <m:t>,… </m:t>
                      </m:r>
                    </m:oMath>
                  </m:oMathPara>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Trong đó</a:t>
                </a:r>
                <a14:m>
                  <m:oMath xmlns:m="http://schemas.openxmlformats.org/officeDocument/2006/math">
                    <m:r>
                      <a:rPr lang="en-US" sz="2800" b="0" i="0"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sSub>
                      <m:sSubPr>
                        <m:ctrlPr>
                          <a:rPr lang="ar-AE" sz="2800" i="1">
                            <a:latin typeface="Cambria Math" panose="02040503050406030204" pitchFamily="18" charset="0"/>
                          </a:rPr>
                        </m:ctrlPr>
                      </m:sSubPr>
                      <m:e>
                        <m:r>
                          <m:rPr>
                            <m:sty m:val="p"/>
                          </m:rPr>
                          <a:rPr lang="en-US" sz="2800">
                            <a:latin typeface="Cambria Math" panose="02040503050406030204" pitchFamily="18" charset="0"/>
                            <a:ea typeface="Cambria Math" panose="02040503050406030204" pitchFamily="18" charset="0"/>
                          </a:rPr>
                          <m:t>l</m:t>
                        </m:r>
                        <m:r>
                          <a:rPr lang="en-US" sz="2800">
                            <a:latin typeface="Cambria Math" panose="02040503050406030204" pitchFamily="18" charset="0"/>
                            <a:ea typeface="Cambria Math" panose="02040503050406030204" pitchFamily="18" charset="0"/>
                          </a:rPr>
                          <m:t>à </m:t>
                        </m:r>
                        <m:r>
                          <m:rPr>
                            <m:sty m:val="p"/>
                          </m:rPr>
                          <a:rPr lang="en-US" sz="2800">
                            <a:latin typeface="Cambria Math" panose="02040503050406030204" pitchFamily="18" charset="0"/>
                            <a:ea typeface="Cambria Math" panose="02040503050406030204" pitchFamily="18" charset="0"/>
                          </a:rPr>
                          <m:t>c</m:t>
                        </m:r>
                        <m:r>
                          <a:rPr lang="en-US" sz="2800">
                            <a:latin typeface="Cambria Math" panose="02040503050406030204" pitchFamily="18" charset="0"/>
                            <a:ea typeface="Cambria Math" panose="02040503050406030204" pitchFamily="18" charset="0"/>
                          </a:rPr>
                          <m:t>á</m:t>
                        </m:r>
                        <m:r>
                          <m:rPr>
                            <m:sty m:val="p"/>
                          </m:rPr>
                          <a:rPr lang="en-US" sz="2800">
                            <a:latin typeface="Cambria Math" panose="02040503050406030204" pitchFamily="18" charset="0"/>
                            <a:ea typeface="Cambria Math" panose="02040503050406030204" pitchFamily="18" charset="0"/>
                          </a:rPr>
                          <m:t>c</m:t>
                        </m:r>
                        <m:r>
                          <a:rPr lang="en-US" sz="2800">
                            <a:latin typeface="Cambria Math" panose="02040503050406030204" pitchFamily="18" charset="0"/>
                            <a:ea typeface="Cambria Math" panose="02040503050406030204" pitchFamily="18" charset="0"/>
                          </a:rPr>
                          <m:t> </m:t>
                        </m:r>
                        <m:r>
                          <m:rPr>
                            <m:sty m:val="p"/>
                          </m:rPr>
                          <a:rPr lang="en-US" sz="2800">
                            <a:latin typeface="Cambria Math" panose="02040503050406030204" pitchFamily="18" charset="0"/>
                            <a:ea typeface="Cambria Math" panose="02040503050406030204" pitchFamily="18" charset="0"/>
                          </a:rPr>
                          <m:t>h</m:t>
                        </m:r>
                        <m:r>
                          <a:rPr lang="en-US" sz="2800">
                            <a:latin typeface="Cambria Math" panose="02040503050406030204" pitchFamily="18" charset="0"/>
                            <a:ea typeface="Cambria Math" panose="02040503050406030204" pitchFamily="18" charset="0"/>
                          </a:rPr>
                          <m:t>ằ</m:t>
                        </m:r>
                        <m:r>
                          <m:rPr>
                            <m:sty m:val="p"/>
                          </m:rPr>
                          <a:rPr lang="en-US" sz="2800">
                            <a:latin typeface="Cambria Math" panose="02040503050406030204" pitchFamily="18" charset="0"/>
                            <a:ea typeface="Cambria Math" panose="02040503050406030204" pitchFamily="18" charset="0"/>
                          </a:rPr>
                          <m:t>ng</m:t>
                        </m:r>
                        <m:r>
                          <a:rPr lang="en-US" sz="2800">
                            <a:latin typeface="Cambria Math" panose="02040503050406030204" pitchFamily="18" charset="0"/>
                            <a:ea typeface="Cambria Math" panose="02040503050406030204" pitchFamily="18" charset="0"/>
                          </a:rPr>
                          <m:t> </m:t>
                        </m:r>
                        <m:r>
                          <m:rPr>
                            <m:sty m:val="p"/>
                          </m:rPr>
                          <a:rPr lang="en-US" sz="2800">
                            <a:latin typeface="Cambria Math" panose="02040503050406030204" pitchFamily="18" charset="0"/>
                            <a:ea typeface="Cambria Math" panose="02040503050406030204" pitchFamily="18" charset="0"/>
                          </a:rPr>
                          <m:t>s</m:t>
                        </m:r>
                        <m:r>
                          <a:rPr lang="en-US" sz="2800">
                            <a:latin typeface="Cambria Math" panose="02040503050406030204" pitchFamily="18" charset="0"/>
                            <a:ea typeface="Cambria Math" panose="02040503050406030204" pitchFamily="18" charset="0"/>
                          </a:rPr>
                          <m:t>ố</m:t>
                        </m:r>
                        <m:r>
                          <m:rPr>
                            <m:nor/>
                          </m:rPr>
                          <a:rPr lang="en-US" sz="2800"/>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oMath>
                </a14:m>
                <a:r>
                  <a:rPr lang="en-US" sz="2800">
                    <a:latin typeface="Times New Roman" panose="02020603050405020304" pitchFamily="18" charset="0"/>
                    <a:cs typeface="Times New Roman" panose="02020603050405020304" pitchFamily="18" charset="0"/>
                  </a:rPr>
                  <a:t> là </a:t>
                </a:r>
                <a:r>
                  <a:rPr lang="vi-VN" sz="2800">
                    <a:latin typeface="Times New Roman" panose="02020603050405020304" pitchFamily="18" charset="0"/>
                    <a:cs typeface="Times New Roman" panose="02020603050405020304" pitchFamily="18" charset="0"/>
                  </a:rPr>
                  <a:t>các biến ngẫu nhiên không tương quan với giá trị trung bình bằng không và phương sai </a:t>
                </a:r>
                <a:r>
                  <a:rPr lang="en-US" sz="2800">
                    <a:latin typeface="Times New Roman" panose="02020603050405020304" pitchFamily="18" charset="0"/>
                    <a:cs typeface="Times New Roman" panose="02020603050405020304" pitchFamily="18" charset="0"/>
                  </a:rPr>
                  <a:t>là </a:t>
                </a:r>
                <a14:m>
                  <m:oMath xmlns:m="http://schemas.openxmlformats.org/officeDocument/2006/math">
                    <m:sSup>
                      <m:sSupPr>
                        <m:ctrlPr>
                          <a:rPr lang="en-US" sz="28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8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800" i="1">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sz="2800">
                    <a:latin typeface="Times New Roman" panose="02020603050405020304" pitchFamily="18" charset="0"/>
                    <a:cs typeface="Times New Roman" panose="02020603050405020304" pitchFamily="18" charset="0"/>
                  </a:rPr>
                  <a:t>.</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65DA2511-7CF8-E159-A249-466A3D915D50}"/>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459198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93E59-96D1-81B0-3CD3-1B03D546956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B780BA6-464D-4EEA-5AD1-1A9E9E9B278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5CD8C8B-5AF2-B7D2-CC04-053A0A928DE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tìm </a:t>
                </a:r>
                <a:r>
                  <a:rPr lang="vi-VN" sz="2800" b="1">
                    <a:latin typeface="Times New Roman" panose="02020603050405020304" pitchFamily="18" charset="0"/>
                    <a:cs typeface="Times New Roman" panose="02020603050405020304" pitchFamily="18" charset="0"/>
                  </a:rPr>
                  <a:t>ACF</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3:</a:t>
                </a:r>
                <a:r>
                  <a:rPr lang="en-US" sz="2800">
                    <a:latin typeface="Times New Roman" panose="02020603050405020304" pitchFamily="18" charset="0"/>
                    <a:cs typeface="Times New Roman" panose="02020603050405020304" pitchFamily="18" charset="0"/>
                  </a:rPr>
                  <a:t> Cho chuỗi tuân theo mô hình</a:t>
                </a:r>
              </a:p>
              <a:p>
                <a:pPr marL="400050" lvl="1" indent="0" algn="ctr">
                  <a:spcBef>
                    <a:spcPct val="30000"/>
                  </a:spcBef>
                  <a:defRPr/>
                </a:pPr>
                <a14:m>
                  <m:oMathPara xmlns:m="http://schemas.openxmlformats.org/officeDocument/2006/math">
                    <m:oMathParaPr>
                      <m:jc m:val="centerGroup"/>
                    </m:oMathParaPr>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1</m:t>
                          </m:r>
                        </m:sub>
                      </m:sSub>
                      <m:r>
                        <a:rPr lang="en-US" sz="2800" i="1">
                          <a:latin typeface="Cambria Math" panose="02040503050406030204" pitchFamily="18" charset="0"/>
                        </a:rPr>
                        <m:t>,  </m:t>
                      </m:r>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1</m:t>
                      </m:r>
                      <m:r>
                        <a:rPr lang="en-US" sz="2800" i="1">
                          <a:latin typeface="Cambria Math" panose="02040503050406030204" pitchFamily="18" charset="0"/>
                        </a:rPr>
                        <m:t>, </m:t>
                      </m:r>
                      <m:r>
                        <a:rPr lang="en-US" sz="2800" i="1">
                          <a:latin typeface="Cambria Math" panose="02040503050406030204" pitchFamily="18" charset="0"/>
                        </a:rPr>
                        <m:t>2</m:t>
                      </m:r>
                      <m:r>
                        <a:rPr lang="en-US" sz="2800" i="1">
                          <a:latin typeface="Cambria Math" panose="02040503050406030204" pitchFamily="18" charset="0"/>
                        </a:rPr>
                        <m:t>,…</m:t>
                      </m:r>
                    </m:oMath>
                  </m:oMathPara>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Ta có:</a:t>
                </a:r>
              </a:p>
            </p:txBody>
          </p:sp>
        </mc:Choice>
        <mc:Fallback xmlns="">
          <p:sp>
            <p:nvSpPr>
              <p:cNvPr id="31747" name="Rectangle 3">
                <a:extLst>
                  <a:ext uri="{FF2B5EF4-FFF2-40B4-BE49-F238E27FC236}">
                    <a16:creationId xmlns:a16="http://schemas.microsoft.com/office/drawing/2014/main" id="{75CD8C8B-5AF2-B7D2-CC04-053A0A928DE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4"/>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1" name="Picture 10" descr="\documentclass{article}&#10;\usepackage{amsmath}&#10;\pagestyle{empty}&#10;\begin{document}&#10;&#10;&#10;\begin{align*}&#10;E[x_t] &amp;= 0\\&#10;Var[x_t] &amp;= Var[\epsilon_t] + \beta^2 Var[\epsilon_{t-1}] - 2\beta Cov[\epsilon_t, \epsilon_{t-1}]\\ &amp;= \sigma^2(1+\beta)\end{align*}&#10;&#10;&#10;\end{document}" title="IguanaTex Bitmap Display">
            <a:extLst>
              <a:ext uri="{FF2B5EF4-FFF2-40B4-BE49-F238E27FC236}">
                <a16:creationId xmlns:a16="http://schemas.microsoft.com/office/drawing/2014/main" id="{FBC3E02A-FC83-D65D-3D22-481635A41069}"/>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143000" y="3505200"/>
            <a:ext cx="7682136" cy="1506136"/>
          </a:xfrm>
          <a:prstGeom prst="rect">
            <a:avLst/>
          </a:prstGeom>
        </p:spPr>
      </p:pic>
    </p:spTree>
    <p:extLst>
      <p:ext uri="{BB962C8B-B14F-4D97-AF65-F5344CB8AC3E}">
        <p14:creationId xmlns:p14="http://schemas.microsoft.com/office/powerpoint/2010/main" val="2153891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4997B-1894-14FC-E2B3-22645B8E5B0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6F6B31A-A713-F651-BE6A-20D40F2A202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C6A2EA1-BD2B-E96E-D691-A06CC3CB5D7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Bài tập tìm </a:t>
                </a:r>
                <a:r>
                  <a:rPr lang="vi-VN" sz="2800" b="1">
                    <a:latin typeface="Times New Roman" panose="02020603050405020304" pitchFamily="18" charset="0"/>
                    <a:cs typeface="Times New Roman" panose="02020603050405020304" pitchFamily="18" charset="0"/>
                  </a:rPr>
                  <a:t>ACF</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b="1">
                    <a:latin typeface="Times New Roman" panose="02020603050405020304" pitchFamily="18" charset="0"/>
                    <a:cs typeface="Times New Roman" panose="02020603050405020304" pitchFamily="18" charset="0"/>
                  </a:rPr>
                  <a:t>Bài 3:</a:t>
                </a:r>
                <a:r>
                  <a:rPr lang="en-US" sz="2800">
                    <a:latin typeface="Times New Roman" panose="02020603050405020304" pitchFamily="18" charset="0"/>
                    <a:cs typeface="Times New Roman" panose="02020603050405020304" pitchFamily="18" charset="0"/>
                  </a:rPr>
                  <a:t> Cho chuỗi tuân theo mô hình</a:t>
                </a:r>
              </a:p>
              <a:p>
                <a:pPr marL="400050" lvl="1" indent="0" algn="ctr">
                  <a:spcBef>
                    <a:spcPct val="30000"/>
                  </a:spcBef>
                  <a:defRPr/>
                </a:pPr>
                <a14:m>
                  <m:oMathPara xmlns:m="http://schemas.openxmlformats.org/officeDocument/2006/math">
                    <m:oMathParaPr>
                      <m:jc m:val="centerGroup"/>
                    </m:oMathParaPr>
                    <m:oMath xmlns:m="http://schemas.openxmlformats.org/officeDocument/2006/math">
                      <m:sSub>
                        <m:sSubPr>
                          <m:ctrlPr>
                            <a:rPr lang="ar-AE"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rPr>
                            <m:t> </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sub>
                      </m:sSub>
                      <m:r>
                        <a:rPr lang="en-US" sz="2800" i="1">
                          <a:latin typeface="Cambria Math" panose="02040503050406030204" pitchFamily="18" charset="0"/>
                        </a:rPr>
                        <m:t> −</m:t>
                      </m:r>
                      <m:sSub>
                        <m:sSubPr>
                          <m:ctrlPr>
                            <a:rPr lang="ar-AE" sz="2800" i="1">
                              <a:latin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𝛽</m:t>
                          </m:r>
                          <m:r>
                            <a:rPr lang="en-US" sz="28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1</m:t>
                          </m:r>
                        </m:sub>
                      </m:sSub>
                      <m:r>
                        <a:rPr lang="en-US" sz="2800" i="1">
                          <a:latin typeface="Cambria Math" panose="02040503050406030204" pitchFamily="18" charset="0"/>
                        </a:rPr>
                        <m:t>,  </m:t>
                      </m:r>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1</m:t>
                      </m:r>
                      <m:r>
                        <a:rPr lang="en-US" sz="2800" i="1">
                          <a:latin typeface="Cambria Math" panose="02040503050406030204" pitchFamily="18" charset="0"/>
                        </a:rPr>
                        <m:t>, </m:t>
                      </m:r>
                      <m:r>
                        <a:rPr lang="en-US" sz="2800" i="1">
                          <a:latin typeface="Cambria Math" panose="02040503050406030204" pitchFamily="18" charset="0"/>
                        </a:rPr>
                        <m:t>2</m:t>
                      </m:r>
                      <m:r>
                        <a:rPr lang="en-US" sz="2800" i="1">
                          <a:latin typeface="Cambria Math" panose="02040503050406030204" pitchFamily="18" charset="0"/>
                        </a:rPr>
                        <m:t>,…</m:t>
                      </m:r>
                    </m:oMath>
                  </m:oMathPara>
                </a14:m>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r>
                  <a:rPr lang="en-US" sz="2800">
                    <a:latin typeface="Times New Roman" panose="02020603050405020304" pitchFamily="18" charset="0"/>
                    <a:cs typeface="Times New Roman" panose="02020603050405020304" pitchFamily="18" charset="0"/>
                  </a:rPr>
                  <a:t>Ta có:</a:t>
                </a:r>
              </a:p>
            </p:txBody>
          </p:sp>
        </mc:Choice>
        <mc:Fallback xmlns="">
          <p:sp>
            <p:nvSpPr>
              <p:cNvPr id="31747" name="Rectangle 3">
                <a:extLst>
                  <a:ext uri="{FF2B5EF4-FFF2-40B4-BE49-F238E27FC236}">
                    <a16:creationId xmlns:a16="http://schemas.microsoft.com/office/drawing/2014/main" id="{9C6A2EA1-BD2B-E96E-D691-A06CC3CB5D7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5"/>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9" name="Picture 8" descr="\documentclass{article}&#10;\usepackage{amsmath}&#10;\pagestyle{empty}&#10;\begin{document}&#10;&#10;$\gamma(t,t) = (1 + \beta) \sigma^2$&#10;&#10;$\gamma(t,t+1) = Cov[x_t, x_{t+1}] = -\beta \sigma^2$&#10;&#10;$\gamma(t,t+2) = Cov[x_t, x_{t+2}] = 0$&#10;&#10;$\gamma(t,t+k) = 0, \forall k = 3, 4, \dots$&#10;&#10;&#10;\end{document}" title="IguanaTex Bitmap Display">
            <a:extLst>
              <a:ext uri="{FF2B5EF4-FFF2-40B4-BE49-F238E27FC236}">
                <a16:creationId xmlns:a16="http://schemas.microsoft.com/office/drawing/2014/main" id="{5B782C43-FB49-FE89-AA83-A741B4085121}"/>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2133600" y="3201666"/>
            <a:ext cx="5277871" cy="1655469"/>
          </a:xfrm>
          <a:prstGeom prst="rect">
            <a:avLst/>
          </a:prstGeom>
        </p:spPr>
      </p:pic>
      <p:pic>
        <p:nvPicPr>
          <p:cNvPr id="11" name="Picture 10" descr="\documentclass{article}&#10;\usepackage{amsmath}&#10;\pagestyle{empty}&#10;\begin{document}&#10;&#10;$\rho(k) = \frac{\gamma(k)}{\gamma(0)} = \left\{\begin{matrix} 1 &amp; \textrm{if } k = 0,\\ -\frac{\beta}{1+\beta} &amp; \textrm{if } k = 1\\ 0 &amp; \textrm{if } k \ge 2.\end{matrix}\right.$&#10;&#10;&#10;\end{document}" title="IguanaTex Bitmap Display">
            <a:extLst>
              <a:ext uri="{FF2B5EF4-FFF2-40B4-BE49-F238E27FC236}">
                <a16:creationId xmlns:a16="http://schemas.microsoft.com/office/drawing/2014/main" id="{7F912102-CDA2-14B3-615D-3D3B787B3AD7}"/>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2133601" y="5089068"/>
            <a:ext cx="5019733" cy="1277867"/>
          </a:xfrm>
          <a:prstGeom prst="rect">
            <a:avLst/>
          </a:prstGeom>
        </p:spPr>
      </p:pic>
    </p:spTree>
    <p:extLst>
      <p:ext uri="{BB962C8B-B14F-4D97-AF65-F5344CB8AC3E}">
        <p14:creationId xmlns:p14="http://schemas.microsoft.com/office/powerpoint/2010/main" val="35633287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5C1E8-2105-351B-CDED-050F5E9233E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8907802-6734-A275-4F6E-CE90575CCDA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8C620A58-00D8-955D-1D9A-F80E34B1CA03}"/>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vi-VN" sz="2800" b="1">
                    <a:latin typeface="Times New Roman" panose="02020603050405020304" pitchFamily="18" charset="0"/>
                    <a:cs typeface="Times New Roman" panose="02020603050405020304" pitchFamily="18" charset="0"/>
                  </a:rPr>
                  <a:t>Ước tính hàm tự tương quan</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C</a:t>
                </a:r>
                <a:r>
                  <a:rPr lang="vi-VN" sz="2800">
                    <a:latin typeface="Times New Roman" panose="02020603050405020304" pitchFamily="18" charset="0"/>
                    <a:cs typeface="Times New Roman" panose="02020603050405020304" pitchFamily="18" charset="0"/>
                  </a:rPr>
                  <a:t>húng ta có thể ước tính hàm tự tương quan mẫu cho quy trình dừng</a:t>
                </a:r>
                <a:r>
                  <a:rPr lang="en-US" sz="28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800" i="1">
                            <a:latin typeface="Cambria Math" panose="02040503050406030204" pitchFamily="18" charset="0"/>
                          </a:rPr>
                        </m:ctrlPr>
                      </m:sSubPr>
                      <m:e>
                        <m:r>
                          <a:rPr lang="en-US" sz="2800" b="0" i="1" smtClean="0">
                            <a:latin typeface="Cambria Math" panose="02040503050406030204" pitchFamily="18" charset="0"/>
                          </a:rPr>
                          <m:t>{</m:t>
                        </m:r>
                        <m:r>
                          <a:rPr lang="en-US" sz="2800" b="0" i="1" smtClean="0">
                            <a:latin typeface="Cambria Math" panose="02040503050406030204" pitchFamily="18" charset="0"/>
                          </a:rPr>
                          <m:t>𝑦</m:t>
                        </m:r>
                      </m:e>
                      <m:sub>
                        <m:r>
                          <a:rPr lang="en-US" sz="2800" i="1">
                            <a:latin typeface="Cambria Math" panose="02040503050406030204" pitchFamily="18" charset="0"/>
                          </a:rPr>
                          <m:t>𝑡</m:t>
                        </m:r>
                      </m:sub>
                    </m:sSub>
                    <m:r>
                      <a:rPr lang="en-US" sz="2800" b="0" i="1" smtClean="0">
                        <a:latin typeface="Cambria Math" panose="02040503050406030204" pitchFamily="18" charset="0"/>
                      </a:rPr>
                      <m:t>}</m:t>
                    </m:r>
                  </m:oMath>
                </a14:m>
                <a:r>
                  <a:rPr lang="vi-VN" sz="2800">
                    <a:latin typeface="Times New Roman" panose="02020603050405020304" pitchFamily="18" charset="0"/>
                    <a:cs typeface="Times New Roman" panose="02020603050405020304" pitchFamily="18" charset="0"/>
                  </a:rPr>
                  <a:t> như sau</a:t>
                </a: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8C620A58-00D8-955D-1D9A-F80E34B1CA03}"/>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B0D36DC1-29E6-65F3-347A-F117CC3500BA}"/>
              </a:ext>
            </a:extLst>
          </p:cNvPr>
          <p:cNvPicPr>
            <a:picLocks noChangeAspect="1"/>
          </p:cNvPicPr>
          <p:nvPr/>
        </p:nvPicPr>
        <p:blipFill>
          <a:blip r:embed="rId4"/>
          <a:stretch>
            <a:fillRect/>
          </a:stretch>
        </p:blipFill>
        <p:spPr>
          <a:xfrm>
            <a:off x="1752600" y="2819400"/>
            <a:ext cx="5724525" cy="1066800"/>
          </a:xfrm>
          <a:prstGeom prst="rect">
            <a:avLst/>
          </a:prstGeom>
        </p:spPr>
      </p:pic>
    </p:spTree>
    <p:extLst>
      <p:ext uri="{BB962C8B-B14F-4D97-AF65-F5344CB8AC3E}">
        <p14:creationId xmlns:p14="http://schemas.microsoft.com/office/powerpoint/2010/main" val="1258923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64408-B3D9-B13B-93F7-2E7D1F0B643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6676AD1-CEB8-B5BD-875D-F145D69BEDF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1F7EA7D1-ACBF-2148-8EEC-5A40FF74DAF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vi-VN" sz="2800" b="1">
                <a:latin typeface="Times New Roman" panose="02020603050405020304" pitchFamily="18" charset="0"/>
                <a:cs typeface="Times New Roman" panose="02020603050405020304" pitchFamily="18" charset="0"/>
              </a:rPr>
              <a:t>Ước tính hàm tự tương quan</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Ví dụ:</a:t>
            </a:r>
          </a:p>
        </p:txBody>
      </p:sp>
      <p:pic>
        <p:nvPicPr>
          <p:cNvPr id="4" name="Picture 3">
            <a:extLst>
              <a:ext uri="{FF2B5EF4-FFF2-40B4-BE49-F238E27FC236}">
                <a16:creationId xmlns:a16="http://schemas.microsoft.com/office/drawing/2014/main" id="{B100C723-804E-90B9-CCFE-DA3B944B522F}"/>
              </a:ext>
            </a:extLst>
          </p:cNvPr>
          <p:cNvPicPr>
            <a:picLocks noChangeAspect="1"/>
          </p:cNvPicPr>
          <p:nvPr/>
        </p:nvPicPr>
        <p:blipFill>
          <a:blip r:embed="rId3"/>
          <a:stretch>
            <a:fillRect/>
          </a:stretch>
        </p:blipFill>
        <p:spPr>
          <a:xfrm>
            <a:off x="1762919" y="2324100"/>
            <a:ext cx="6819900" cy="1104900"/>
          </a:xfrm>
          <a:prstGeom prst="rect">
            <a:avLst/>
          </a:prstGeom>
        </p:spPr>
      </p:pic>
      <p:pic>
        <p:nvPicPr>
          <p:cNvPr id="6" name="Picture 5">
            <a:extLst>
              <a:ext uri="{FF2B5EF4-FFF2-40B4-BE49-F238E27FC236}">
                <a16:creationId xmlns:a16="http://schemas.microsoft.com/office/drawing/2014/main" id="{3B84350E-F40B-96BD-A28C-ED7BF6D088C6}"/>
              </a:ext>
            </a:extLst>
          </p:cNvPr>
          <p:cNvPicPr>
            <a:picLocks noChangeAspect="1"/>
          </p:cNvPicPr>
          <p:nvPr/>
        </p:nvPicPr>
        <p:blipFill>
          <a:blip r:embed="rId4"/>
          <a:stretch>
            <a:fillRect/>
          </a:stretch>
        </p:blipFill>
        <p:spPr>
          <a:xfrm>
            <a:off x="3200400" y="3695700"/>
            <a:ext cx="2143125" cy="1019175"/>
          </a:xfrm>
          <a:prstGeom prst="rect">
            <a:avLst/>
          </a:prstGeom>
        </p:spPr>
      </p:pic>
      <p:pic>
        <p:nvPicPr>
          <p:cNvPr id="8" name="Picture 7">
            <a:extLst>
              <a:ext uri="{FF2B5EF4-FFF2-40B4-BE49-F238E27FC236}">
                <a16:creationId xmlns:a16="http://schemas.microsoft.com/office/drawing/2014/main" id="{8C228BFE-4A25-1CFA-A4F1-7E73824B8F05}"/>
              </a:ext>
            </a:extLst>
          </p:cNvPr>
          <p:cNvPicPr>
            <a:picLocks noChangeAspect="1"/>
          </p:cNvPicPr>
          <p:nvPr/>
        </p:nvPicPr>
        <p:blipFill>
          <a:blip r:embed="rId5"/>
          <a:stretch>
            <a:fillRect/>
          </a:stretch>
        </p:blipFill>
        <p:spPr>
          <a:xfrm>
            <a:off x="3200400" y="4714875"/>
            <a:ext cx="3400425" cy="1009650"/>
          </a:xfrm>
          <a:prstGeom prst="rect">
            <a:avLst/>
          </a:prstGeom>
        </p:spPr>
      </p:pic>
    </p:spTree>
    <p:extLst>
      <p:ext uri="{BB962C8B-B14F-4D97-AF65-F5344CB8AC3E}">
        <p14:creationId xmlns:p14="http://schemas.microsoft.com/office/powerpoint/2010/main" val="11734973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2452B-BAD6-3CFA-E3BD-AC5655C8B65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A30B3C8-E180-41B3-A4D9-CF93D54F97A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44B6265B-FCB9-4D17-369E-7044E1CFE7C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vi-VN" sz="2800" b="1">
                <a:latin typeface="Times New Roman" panose="02020603050405020304" pitchFamily="18" charset="0"/>
                <a:cs typeface="Times New Roman" panose="02020603050405020304" pitchFamily="18" charset="0"/>
              </a:rPr>
              <a:t>Ước tính hàm tự tương quan</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Ví dụ:</a:t>
            </a:r>
          </a:p>
        </p:txBody>
      </p:sp>
      <p:pic>
        <p:nvPicPr>
          <p:cNvPr id="3" name="Picture 2">
            <a:extLst>
              <a:ext uri="{FF2B5EF4-FFF2-40B4-BE49-F238E27FC236}">
                <a16:creationId xmlns:a16="http://schemas.microsoft.com/office/drawing/2014/main" id="{8BC4DFD9-5509-A0AB-7A63-51749E55D4F1}"/>
              </a:ext>
            </a:extLst>
          </p:cNvPr>
          <p:cNvPicPr>
            <a:picLocks noChangeAspect="1"/>
          </p:cNvPicPr>
          <p:nvPr/>
        </p:nvPicPr>
        <p:blipFill>
          <a:blip r:embed="rId3"/>
          <a:stretch>
            <a:fillRect/>
          </a:stretch>
        </p:blipFill>
        <p:spPr>
          <a:xfrm>
            <a:off x="1828800" y="2143125"/>
            <a:ext cx="6553200" cy="1152525"/>
          </a:xfrm>
          <a:prstGeom prst="rect">
            <a:avLst/>
          </a:prstGeom>
        </p:spPr>
      </p:pic>
      <p:grpSp>
        <p:nvGrpSpPr>
          <p:cNvPr id="11" name="Group 10">
            <a:extLst>
              <a:ext uri="{FF2B5EF4-FFF2-40B4-BE49-F238E27FC236}">
                <a16:creationId xmlns:a16="http://schemas.microsoft.com/office/drawing/2014/main" id="{DBA68F15-2486-71E9-2F8E-BFD004505727}"/>
              </a:ext>
            </a:extLst>
          </p:cNvPr>
          <p:cNvGrpSpPr/>
          <p:nvPr/>
        </p:nvGrpSpPr>
        <p:grpSpPr>
          <a:xfrm>
            <a:off x="1407318" y="3306400"/>
            <a:ext cx="7396163" cy="1019175"/>
            <a:chOff x="1828800" y="3599362"/>
            <a:chExt cx="7396163" cy="1019175"/>
          </a:xfrm>
        </p:grpSpPr>
        <p:pic>
          <p:nvPicPr>
            <p:cNvPr id="7" name="Picture 6">
              <a:extLst>
                <a:ext uri="{FF2B5EF4-FFF2-40B4-BE49-F238E27FC236}">
                  <a16:creationId xmlns:a16="http://schemas.microsoft.com/office/drawing/2014/main" id="{DE6270A8-005C-1978-D785-61BA19886CE1}"/>
                </a:ext>
              </a:extLst>
            </p:cNvPr>
            <p:cNvPicPr>
              <a:picLocks noChangeAspect="1"/>
            </p:cNvPicPr>
            <p:nvPr/>
          </p:nvPicPr>
          <p:blipFill>
            <a:blip r:embed="rId4"/>
            <a:stretch>
              <a:fillRect/>
            </a:stretch>
          </p:blipFill>
          <p:spPr>
            <a:xfrm>
              <a:off x="1828800" y="3599362"/>
              <a:ext cx="6181725" cy="1019175"/>
            </a:xfrm>
            <a:prstGeom prst="rect">
              <a:avLst/>
            </a:prstGeom>
          </p:spPr>
        </p:pic>
        <p:pic>
          <p:nvPicPr>
            <p:cNvPr id="10" name="Picture 9">
              <a:extLst>
                <a:ext uri="{FF2B5EF4-FFF2-40B4-BE49-F238E27FC236}">
                  <a16:creationId xmlns:a16="http://schemas.microsoft.com/office/drawing/2014/main" id="{5AF801EC-B55F-090C-5885-388FC6B38B5C}"/>
                </a:ext>
              </a:extLst>
            </p:cNvPr>
            <p:cNvPicPr>
              <a:picLocks noChangeAspect="1"/>
            </p:cNvPicPr>
            <p:nvPr/>
          </p:nvPicPr>
          <p:blipFill>
            <a:blip r:embed="rId5"/>
            <a:stretch>
              <a:fillRect/>
            </a:stretch>
          </p:blipFill>
          <p:spPr>
            <a:xfrm>
              <a:off x="7910513" y="3908924"/>
              <a:ext cx="1314450" cy="400050"/>
            </a:xfrm>
            <a:prstGeom prst="rect">
              <a:avLst/>
            </a:prstGeom>
          </p:spPr>
        </p:pic>
      </p:grpSp>
      <p:pic>
        <p:nvPicPr>
          <p:cNvPr id="13" name="Picture 12">
            <a:extLst>
              <a:ext uri="{FF2B5EF4-FFF2-40B4-BE49-F238E27FC236}">
                <a16:creationId xmlns:a16="http://schemas.microsoft.com/office/drawing/2014/main" id="{E54BBE76-F9E9-08B4-0948-C53334CE132E}"/>
              </a:ext>
            </a:extLst>
          </p:cNvPr>
          <p:cNvPicPr>
            <a:picLocks noChangeAspect="1"/>
          </p:cNvPicPr>
          <p:nvPr/>
        </p:nvPicPr>
        <p:blipFill>
          <a:blip r:embed="rId6"/>
          <a:stretch>
            <a:fillRect/>
          </a:stretch>
        </p:blipFill>
        <p:spPr>
          <a:xfrm>
            <a:off x="1411672" y="4267200"/>
            <a:ext cx="7124700" cy="952500"/>
          </a:xfrm>
          <a:prstGeom prst="rect">
            <a:avLst/>
          </a:prstGeom>
        </p:spPr>
      </p:pic>
      <p:pic>
        <p:nvPicPr>
          <p:cNvPr id="17" name="Picture 16">
            <a:extLst>
              <a:ext uri="{FF2B5EF4-FFF2-40B4-BE49-F238E27FC236}">
                <a16:creationId xmlns:a16="http://schemas.microsoft.com/office/drawing/2014/main" id="{F26D0419-AB81-627D-1CB8-CE29E0F915AE}"/>
              </a:ext>
            </a:extLst>
          </p:cNvPr>
          <p:cNvPicPr>
            <a:picLocks noChangeAspect="1"/>
          </p:cNvPicPr>
          <p:nvPr/>
        </p:nvPicPr>
        <p:blipFill>
          <a:blip r:embed="rId7"/>
          <a:stretch>
            <a:fillRect/>
          </a:stretch>
        </p:blipFill>
        <p:spPr>
          <a:xfrm>
            <a:off x="1407318" y="5280342"/>
            <a:ext cx="5457825" cy="438150"/>
          </a:xfrm>
          <a:prstGeom prst="rect">
            <a:avLst/>
          </a:prstGeom>
        </p:spPr>
      </p:pic>
      <p:pic>
        <p:nvPicPr>
          <p:cNvPr id="19" name="Picture 18">
            <a:extLst>
              <a:ext uri="{FF2B5EF4-FFF2-40B4-BE49-F238E27FC236}">
                <a16:creationId xmlns:a16="http://schemas.microsoft.com/office/drawing/2014/main" id="{AEB8CE45-D6AF-C6AC-5A79-83DCA6A18371}"/>
              </a:ext>
            </a:extLst>
          </p:cNvPr>
          <p:cNvPicPr>
            <a:picLocks noChangeAspect="1"/>
          </p:cNvPicPr>
          <p:nvPr/>
        </p:nvPicPr>
        <p:blipFill>
          <a:blip r:embed="rId8"/>
          <a:stretch>
            <a:fillRect/>
          </a:stretch>
        </p:blipFill>
        <p:spPr>
          <a:xfrm>
            <a:off x="1407318" y="5804353"/>
            <a:ext cx="3524250" cy="419100"/>
          </a:xfrm>
          <a:prstGeom prst="rect">
            <a:avLst/>
          </a:prstGeom>
        </p:spPr>
      </p:pic>
    </p:spTree>
    <p:extLst>
      <p:ext uri="{BB962C8B-B14F-4D97-AF65-F5344CB8AC3E}">
        <p14:creationId xmlns:p14="http://schemas.microsoft.com/office/powerpoint/2010/main" val="35976447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C3C89-01EA-7B63-B810-EC2DF9D7638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32AFE54-8288-E8CD-3EE3-7AE73DB0A61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ACD678F8-C733-FDA0-A30D-0D5766BDD29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vi-VN" sz="2800" b="1">
                <a:latin typeface="Times New Roman" panose="02020603050405020304" pitchFamily="18" charset="0"/>
                <a:cs typeface="Times New Roman" panose="02020603050405020304" pitchFamily="18" charset="0"/>
              </a:rPr>
              <a:t>Ước tính hàm tự tương quan</a:t>
            </a:r>
            <a:endParaRPr lang="en-US" sz="2800" b="1">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Ví dụ:</a:t>
            </a:r>
          </a:p>
        </p:txBody>
      </p:sp>
      <p:pic>
        <p:nvPicPr>
          <p:cNvPr id="4" name="Picture 3">
            <a:extLst>
              <a:ext uri="{FF2B5EF4-FFF2-40B4-BE49-F238E27FC236}">
                <a16:creationId xmlns:a16="http://schemas.microsoft.com/office/drawing/2014/main" id="{9345A328-691F-8A1E-B4C6-AFE0D61BFC6C}"/>
              </a:ext>
            </a:extLst>
          </p:cNvPr>
          <p:cNvPicPr>
            <a:picLocks noChangeAspect="1"/>
          </p:cNvPicPr>
          <p:nvPr/>
        </p:nvPicPr>
        <p:blipFill>
          <a:blip r:embed="rId3"/>
          <a:stretch>
            <a:fillRect/>
          </a:stretch>
        </p:blipFill>
        <p:spPr>
          <a:xfrm>
            <a:off x="2362200" y="2043112"/>
            <a:ext cx="5791200" cy="3305175"/>
          </a:xfrm>
          <a:prstGeom prst="rect">
            <a:avLst/>
          </a:prstGeom>
        </p:spPr>
      </p:pic>
      <p:pic>
        <p:nvPicPr>
          <p:cNvPr id="6" name="Picture 5">
            <a:extLst>
              <a:ext uri="{FF2B5EF4-FFF2-40B4-BE49-F238E27FC236}">
                <a16:creationId xmlns:a16="http://schemas.microsoft.com/office/drawing/2014/main" id="{8414FC49-0588-9017-CF39-E2246C3449E5}"/>
              </a:ext>
            </a:extLst>
          </p:cNvPr>
          <p:cNvPicPr>
            <a:picLocks noChangeAspect="1"/>
          </p:cNvPicPr>
          <p:nvPr/>
        </p:nvPicPr>
        <p:blipFill>
          <a:blip r:embed="rId4"/>
          <a:stretch>
            <a:fillRect/>
          </a:stretch>
        </p:blipFill>
        <p:spPr>
          <a:xfrm>
            <a:off x="3810000" y="5391150"/>
            <a:ext cx="2495550" cy="495300"/>
          </a:xfrm>
          <a:prstGeom prst="rect">
            <a:avLst/>
          </a:prstGeom>
        </p:spPr>
      </p:pic>
    </p:spTree>
    <p:extLst>
      <p:ext uri="{BB962C8B-B14F-4D97-AF65-F5344CB8AC3E}">
        <p14:creationId xmlns:p14="http://schemas.microsoft.com/office/powerpoint/2010/main" val="10014160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6114A-5A90-17C8-3602-C370FC067C7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EDF5B09-2971-6985-C236-9762B440B73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0979AF4-C8E9-E952-EA44-F161EAB8DCD7}"/>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Định nghĩa:</a:t>
                </a:r>
              </a:p>
              <a:p>
                <a:pPr marL="1257300" lvl="2" indent="-457200">
                  <a:spcBef>
                    <a:spcPct val="30000"/>
                  </a:spcBef>
                  <a:buFont typeface="Courier New" panose="02070309020205020404" pitchFamily="49" charset="0"/>
                  <a:buChar char="o"/>
                  <a:defRPr/>
                </a:pPr>
                <a:r>
                  <a:rPr lang="vi-VN" sz="2400">
                    <a:latin typeface="Times New Roman" panose="02020603050405020304" pitchFamily="18" charset="0"/>
                    <a:cs typeface="Times New Roman" panose="02020603050405020304" pitchFamily="18" charset="0"/>
                  </a:rPr>
                  <a:t>Người ta có thể tính toán hệ số tự tương quan giữa hai biến</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i="1">
                            <a:latin typeface="Cambria Math" panose="02040503050406030204" pitchFamily="18" charset="0"/>
                          </a:rPr>
                          <m:t>𝑡</m:t>
                        </m:r>
                      </m:sub>
                    </m:sSub>
                  </m:oMath>
                </a14:m>
                <a:r>
                  <a:rPr lang="vi-VN"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i="1">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sub>
                    </m:sSub>
                  </m:oMath>
                </a14:m>
                <a:r>
                  <a:rPr lang="vi-VN" sz="2400">
                    <a:latin typeface="Times New Roman" panose="02020603050405020304" pitchFamily="18" charset="0"/>
                    <a:cs typeface="Times New Roman" panose="02020603050405020304" pitchFamily="18" charset="0"/>
                  </a:rPr>
                  <a:t>, và loại bỏ hoặc kiểm soát tác động của tất cảcác biến nằm giữa chúng, tức là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 </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b="0" i="1" smtClean="0">
                            <a:latin typeface="Cambria Math" panose="02040503050406030204" pitchFamily="18" charset="0"/>
                          </a:rPr>
                          <m:t>1</m:t>
                        </m:r>
                      </m:sub>
                    </m:sSub>
                  </m:oMath>
                </a14:m>
                <a:r>
                  <a:rPr lang="vi-VN" sz="2400">
                    <a:latin typeface="Times New Roman" panose="02020603050405020304" pitchFamily="18" charset="0"/>
                    <a:cs typeface="Times New Roman" panose="02020603050405020304" pitchFamily="18" charset="0"/>
                  </a:rPr>
                  <a:t>), điều này được gọi là hệ số tự tương quan một phần giữa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i="1">
                            <a:latin typeface="Cambria Math" panose="02040503050406030204" pitchFamily="18" charset="0"/>
                          </a:rPr>
                          <m:t>𝑡</m:t>
                        </m:r>
                      </m:sub>
                    </m:sSub>
                  </m:oMath>
                </a14:m>
                <a:r>
                  <a:rPr lang="vi-VN"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𝑘</m:t>
                        </m:r>
                      </m:sub>
                    </m:sSub>
                  </m:oMath>
                </a14:m>
                <a:r>
                  <a:rPr lang="vi-VN"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00979AF4-C8E9-E952-EA44-F161EAB8DCD7}"/>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990159C0-2694-0D18-913E-84EFC0CF4086}"/>
              </a:ext>
            </a:extLst>
          </p:cNvPr>
          <p:cNvPicPr>
            <a:picLocks noChangeAspect="1"/>
          </p:cNvPicPr>
          <p:nvPr/>
        </p:nvPicPr>
        <p:blipFill>
          <a:blip r:embed="rId4"/>
          <a:stretch>
            <a:fillRect/>
          </a:stretch>
        </p:blipFill>
        <p:spPr>
          <a:xfrm>
            <a:off x="1371600" y="4459171"/>
            <a:ext cx="7182852" cy="1162212"/>
          </a:xfrm>
          <a:prstGeom prst="rect">
            <a:avLst/>
          </a:prstGeom>
        </p:spPr>
      </p:pic>
    </p:spTree>
    <p:extLst>
      <p:ext uri="{BB962C8B-B14F-4D97-AF65-F5344CB8AC3E}">
        <p14:creationId xmlns:p14="http://schemas.microsoft.com/office/powerpoint/2010/main" val="30009859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52225-82FB-C3F3-4D2F-359F1161E5B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0521118-36ED-3C9E-535B-717F2FB5469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01E9789-B5C0-56E8-700B-7B66CCCA63C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Định nghĩa:</a:t>
                </a:r>
              </a:p>
              <a:p>
                <a:pPr marL="1257300" lvl="2" indent="-457200">
                  <a:spcBef>
                    <a:spcPct val="30000"/>
                  </a:spcBef>
                  <a:buFont typeface="Courier New" panose="02070309020205020404" pitchFamily="49" charset="0"/>
                  <a:buChar char="o"/>
                  <a:defRPr/>
                </a:pPr>
                <a:r>
                  <a:rPr lang="vi-VN" sz="2400">
                    <a:latin typeface="Times New Roman" panose="02020603050405020304" pitchFamily="18" charset="0"/>
                    <a:cs typeface="Times New Roman" panose="02020603050405020304" pitchFamily="18" charset="0"/>
                  </a:rPr>
                  <a:t>Ý tưởng cơ bản đằng sau phép tự tương quan một phần là tính toánhệ số tương quan tuyến tính giữa </a:t>
                </a:r>
                <a14:m>
                  <m:oMath xmlns:m="http://schemas.openxmlformats.org/officeDocument/2006/math">
                    <m:r>
                      <a:rPr lang="en-US" sz="2400" b="0" i="0" smtClean="0">
                        <a:latin typeface="Cambria Math" panose="02040503050406030204" pitchFamily="18" charset="0"/>
                      </a:rPr>
                      <m:t>(</m:t>
                    </m:r>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𝐸</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a:t>
                </a:r>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r>
                      <a:rPr lang="en-US" sz="2400" b="0" i="0" smtClean="0">
                        <a:latin typeface="Cambria Math" panose="02040503050406030204" pitchFamily="18" charset="0"/>
                      </a:rPr>
                      <m:t>,</m:t>
                    </m:r>
                  </m:oMath>
                </a14:m>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r>
                      <a:rPr lang="en-US" sz="2400" b="0" i="0" smtClean="0">
                        <a:latin typeface="Cambria Math" panose="02040503050406030204" pitchFamily="18" charset="0"/>
                      </a:rPr>
                      <m:t>]</m:t>
                    </m:r>
                  </m:oMath>
                </a14:m>
                <a:r>
                  <a:rPr lang="vi-VN" sz="2400">
                    <a:latin typeface="Times New Roman" panose="02020603050405020304" pitchFamily="18" charset="0"/>
                    <a:cs typeface="Times New Roman" panose="02020603050405020304" pitchFamily="18" charset="0"/>
                  </a:rPr>
                  <a:t>) và</a:t>
                </a:r>
                <a:r>
                  <a:rPr lang="en-US" sz="2400">
                    <a:latin typeface="Times New Roman" panose="02020603050405020304" pitchFamily="18" charset="0"/>
                    <a:cs typeface="Times New Roman" panose="02020603050405020304" pitchFamily="18" charset="0"/>
                  </a:rPr>
                  <a:t> </a:t>
                </a:r>
                <a14:m>
                  <m:oMath xmlns:m="http://schemas.openxmlformats.org/officeDocument/2006/math">
                    <m:r>
                      <a:rPr lang="en-US" sz="2400">
                        <a:latin typeface="Cambria Math" panose="02040503050406030204" pitchFamily="18" charset="0"/>
                      </a:rPr>
                      <m:t>(</m:t>
                    </m:r>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𝐸</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𝑘</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a:t>
                </a:r>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1</m:t>
                        </m:r>
                      </m:sub>
                    </m:sSub>
                    <m:r>
                      <a:rPr lang="en-US" sz="2400">
                        <a:latin typeface="Cambria Math" panose="02040503050406030204" pitchFamily="18" charset="0"/>
                      </a:rPr>
                      <m:t>,</m:t>
                    </m:r>
                  </m:oMath>
                </a14:m>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1</m:t>
                        </m:r>
                      </m:sub>
                    </m:sSub>
                    <m:r>
                      <a:rPr lang="en-US" sz="2400">
                        <a:latin typeface="Cambria Math" panose="02040503050406030204" pitchFamily="18" charset="0"/>
                      </a:rPr>
                      <m:t>]</m:t>
                    </m:r>
                  </m:oMath>
                </a14:m>
                <a:r>
                  <a:rPr lang="vi-VN" sz="2400">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endParaRPr>
              </a:p>
              <a:p>
                <a:pPr marL="1257300" lvl="3" indent="0">
                  <a:spcBef>
                    <a:spcPct val="30000"/>
                  </a:spcBef>
                  <a:defRPr/>
                </a:pPr>
                <a:r>
                  <a:rPr lang="vi-VN" sz="2400">
                    <a:latin typeface="Times New Roman" panose="02020603050405020304" pitchFamily="18" charset="0"/>
                    <a:cs typeface="Times New Roman" panose="02020603050405020304" pitchFamily="18" charset="0"/>
                  </a:rPr>
                  <a:t>Trong đó 𝐸</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a:t>
                </a:r>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1</m:t>
                        </m:r>
                      </m:sub>
                    </m:sSub>
                    <m:r>
                      <a:rPr lang="en-US" sz="2400">
                        <a:latin typeface="Cambria Math" panose="02040503050406030204" pitchFamily="18" charset="0"/>
                      </a:rPr>
                      <m:t>,</m:t>
                    </m:r>
                  </m:oMath>
                </a14:m>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và 𝐸</a:t>
                </a:r>
                <a:r>
                  <a:rPr lang="en-US" sz="2400">
                    <a:latin typeface="Times New Roman" panose="02020603050405020304" pitchFamily="18" charset="0"/>
                    <a:cs typeface="Times New Roman" panose="02020603050405020304" pitchFamily="18" charset="0"/>
                  </a:rPr>
                  <a:t>[</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𝑘</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a:t>
                </a:r>
                <a:r>
                  <a:rPr lang="ar-AE" sz="2400"/>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1</m:t>
                        </m:r>
                      </m:sub>
                    </m:sSub>
                    <m:r>
                      <a:rPr lang="en-US" sz="2400">
                        <a:latin typeface="Cambria Math" panose="02040503050406030204" pitchFamily="18" charset="0"/>
                      </a:rPr>
                      <m:t>,</m:t>
                    </m:r>
                  </m:oMath>
                </a14:m>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1</m:t>
                        </m:r>
                      </m:sub>
                    </m:sSub>
                    <m:r>
                      <a:rPr lang="en-US" sz="2400">
                        <a:latin typeface="Cambria Math" panose="02040503050406030204" pitchFamily="18" charset="0"/>
                      </a:rPr>
                      <m:t>]</m:t>
                    </m:r>
                  </m:oMath>
                </a14:m>
                <a:r>
                  <a:rPr lang="vi-VN" sz="2400">
                    <a:latin typeface="Times New Roman" panose="02020603050405020304" pitchFamily="18" charset="0"/>
                    <a:cs typeface="Times New Roman" panose="02020603050405020304" pitchFamily="18" charset="0"/>
                  </a:rPr>
                  <a:t> đượctính toán từ các phân phối xác suất có điều kiện tương ứng.</a:t>
                </a: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B01E9789-B5C0-56E8-700B-7B66CCCA63C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8311697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76ABA-8F51-14FE-D3D7-225F8C6CE7D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B0A4AA3-AB32-B467-CA5F-EAA8090EA70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F2531C4-1008-5017-12E9-F039995A621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vi-VN" sz="2800">
                    <a:latin typeface="Times New Roman" panose="02020603050405020304" pitchFamily="18" charset="0"/>
                    <a:cs typeface="Times New Roman" panose="02020603050405020304" pitchFamily="18" charset="0"/>
                  </a:rPr>
                  <a:t>Hệ phương trình Yule-Walker</a:t>
                </a:r>
                <a:r>
                  <a:rPr lang="en-US" sz="2800">
                    <a:latin typeface="Times New Roman" panose="02020603050405020304" pitchFamily="18" charset="0"/>
                    <a:cs typeface="Times New Roman" panose="02020603050405020304" pitchFamily="18" charset="0"/>
                  </a:rPr>
                  <a:t>:</a:t>
                </a:r>
              </a:p>
              <a:p>
                <a:pPr marL="13716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Giả sử chúng ta có một quá trình dừng với trung bình bằng0, chúng ta có thể viết mô hình hồi quy bội bậc𝑝 như sau:</a:t>
                </a:r>
                <a:endParaRPr lang="en-US" sz="24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1371600" lvl="3" indent="0"/>
                <a:r>
                  <a:rPr lang="en-US" sz="2400">
                    <a:latin typeface="Times New Roman" panose="02020603050405020304" pitchFamily="18" charset="0"/>
                    <a:cs typeface="Times New Roman" panose="02020603050405020304" pitchFamily="18" charset="0"/>
                  </a:rPr>
                  <a:t>Trong đó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 </m:t>
                        </m:r>
                        <m:r>
                          <a:rPr lang="en-US" sz="24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là white noise process.</a:t>
                </a:r>
              </a:p>
            </p:txBody>
          </p:sp>
        </mc:Choice>
        <mc:Fallback xmlns="">
          <p:sp>
            <p:nvSpPr>
              <p:cNvPr id="31747" name="Rectangle 3">
                <a:extLst>
                  <a:ext uri="{FF2B5EF4-FFF2-40B4-BE49-F238E27FC236}">
                    <a16:creationId xmlns:a16="http://schemas.microsoft.com/office/drawing/2014/main" id="{7F2531C4-1008-5017-12E9-F039995A621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791B0250-A681-236A-D91A-C7AE2C8E34B6}"/>
              </a:ext>
            </a:extLst>
          </p:cNvPr>
          <p:cNvPicPr>
            <a:picLocks noChangeAspect="1"/>
          </p:cNvPicPr>
          <p:nvPr/>
        </p:nvPicPr>
        <p:blipFill>
          <a:blip r:embed="rId4"/>
          <a:stretch>
            <a:fillRect/>
          </a:stretch>
        </p:blipFill>
        <p:spPr>
          <a:xfrm>
            <a:off x="1447800" y="3658689"/>
            <a:ext cx="6572250" cy="495300"/>
          </a:xfrm>
          <a:prstGeom prst="rect">
            <a:avLst/>
          </a:prstGeom>
        </p:spPr>
      </p:pic>
    </p:spTree>
    <p:extLst>
      <p:ext uri="{BB962C8B-B14F-4D97-AF65-F5344CB8AC3E}">
        <p14:creationId xmlns:p14="http://schemas.microsoft.com/office/powerpoint/2010/main" val="40849497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518C0-964A-3495-C75C-3BE6CAEED30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1E353DD-F19C-F6E2-4B63-ED04C0E1E18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DA01F987-14C1-5EA9-F68D-D55D666D7FC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vi-VN" sz="2800">
                <a:latin typeface="Times New Roman" panose="02020603050405020304" pitchFamily="18" charset="0"/>
                <a:cs typeface="Times New Roman" panose="02020603050405020304" pitchFamily="18" charset="0"/>
              </a:rPr>
              <a:t>Hệ phương trình Yule-Walker</a:t>
            </a:r>
            <a:r>
              <a:rPr lang="en-US" sz="2800">
                <a:latin typeface="Times New Roman" panose="02020603050405020304" pitchFamily="18" charset="0"/>
                <a:cs typeface="Times New Roman" panose="02020603050405020304" pitchFamily="18" charset="0"/>
              </a:rPr>
              <a:t>:</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400050" lvl="1" indent="0" algn="ctr">
              <a:spcBef>
                <a:spcPct val="30000"/>
              </a:spcBef>
              <a:defRPr/>
            </a:pP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một phương trình tuyến tính 𝑘 với các ẩn số 𝜙</a:t>
            </a:r>
            <a:r>
              <a:rPr lang="en-US" sz="2800">
                <a:latin typeface="Times New Roman" panose="02020603050405020304" pitchFamily="18" charset="0"/>
                <a:cs typeface="Times New Roman" panose="02020603050405020304" pitchFamily="18" charset="0"/>
              </a:rPr>
              <a:t>’s)</a:t>
            </a:r>
          </a:p>
        </p:txBody>
      </p:sp>
      <p:pic>
        <p:nvPicPr>
          <p:cNvPr id="3" name="Picture 2">
            <a:extLst>
              <a:ext uri="{FF2B5EF4-FFF2-40B4-BE49-F238E27FC236}">
                <a16:creationId xmlns:a16="http://schemas.microsoft.com/office/drawing/2014/main" id="{79EB2D86-3DD9-CDF8-E9C8-CC780B496E3E}"/>
              </a:ext>
            </a:extLst>
          </p:cNvPr>
          <p:cNvPicPr>
            <a:picLocks noChangeAspect="1"/>
          </p:cNvPicPr>
          <p:nvPr/>
        </p:nvPicPr>
        <p:blipFill>
          <a:blip r:embed="rId3"/>
          <a:stretch>
            <a:fillRect/>
          </a:stretch>
        </p:blipFill>
        <p:spPr>
          <a:xfrm>
            <a:off x="1447800" y="2724150"/>
            <a:ext cx="6572250" cy="495300"/>
          </a:xfrm>
          <a:prstGeom prst="rect">
            <a:avLst/>
          </a:prstGeom>
        </p:spPr>
      </p:pic>
      <p:pic>
        <p:nvPicPr>
          <p:cNvPr id="5" name="Picture 4">
            <a:extLst>
              <a:ext uri="{FF2B5EF4-FFF2-40B4-BE49-F238E27FC236}">
                <a16:creationId xmlns:a16="http://schemas.microsoft.com/office/drawing/2014/main" id="{16D80336-4287-983E-879F-BEDE8F108236}"/>
              </a:ext>
            </a:extLst>
          </p:cNvPr>
          <p:cNvPicPr>
            <a:picLocks noChangeAspect="1"/>
          </p:cNvPicPr>
          <p:nvPr/>
        </p:nvPicPr>
        <p:blipFill>
          <a:blip r:embed="rId4"/>
          <a:stretch>
            <a:fillRect/>
          </a:stretch>
        </p:blipFill>
        <p:spPr>
          <a:xfrm>
            <a:off x="1452154" y="3325812"/>
            <a:ext cx="7268589" cy="1076475"/>
          </a:xfrm>
          <a:prstGeom prst="rect">
            <a:avLst/>
          </a:prstGeom>
        </p:spPr>
      </p:pic>
      <p:pic>
        <p:nvPicPr>
          <p:cNvPr id="4" name="Picture 3">
            <a:extLst>
              <a:ext uri="{FF2B5EF4-FFF2-40B4-BE49-F238E27FC236}">
                <a16:creationId xmlns:a16="http://schemas.microsoft.com/office/drawing/2014/main" id="{DFECC214-1AF1-636C-C08E-63B411771A86}"/>
              </a:ext>
            </a:extLst>
          </p:cNvPr>
          <p:cNvPicPr>
            <a:picLocks noChangeAspect="1"/>
          </p:cNvPicPr>
          <p:nvPr/>
        </p:nvPicPr>
        <p:blipFill>
          <a:blip r:embed="rId5"/>
          <a:stretch>
            <a:fillRect/>
          </a:stretch>
        </p:blipFill>
        <p:spPr>
          <a:xfrm>
            <a:off x="1519237" y="4497763"/>
            <a:ext cx="6086475" cy="495300"/>
          </a:xfrm>
          <a:prstGeom prst="rect">
            <a:avLst/>
          </a:prstGeom>
        </p:spPr>
      </p:pic>
      <p:pic>
        <p:nvPicPr>
          <p:cNvPr id="7" name="Picture 6">
            <a:extLst>
              <a:ext uri="{FF2B5EF4-FFF2-40B4-BE49-F238E27FC236}">
                <a16:creationId xmlns:a16="http://schemas.microsoft.com/office/drawing/2014/main" id="{63FD3FF3-1158-ADA2-951E-79CF9C111B33}"/>
              </a:ext>
            </a:extLst>
          </p:cNvPr>
          <p:cNvPicPr>
            <a:picLocks noChangeAspect="1"/>
          </p:cNvPicPr>
          <p:nvPr/>
        </p:nvPicPr>
        <p:blipFill>
          <a:blip r:embed="rId6"/>
          <a:stretch>
            <a:fillRect/>
          </a:stretch>
        </p:blipFill>
        <p:spPr>
          <a:xfrm>
            <a:off x="1496219" y="5040954"/>
            <a:ext cx="7353300" cy="514350"/>
          </a:xfrm>
          <a:prstGeom prst="rect">
            <a:avLst/>
          </a:prstGeom>
        </p:spPr>
      </p:pic>
      <p:sp>
        <p:nvSpPr>
          <p:cNvPr id="8" name="Arrow: Right 7">
            <a:extLst>
              <a:ext uri="{FF2B5EF4-FFF2-40B4-BE49-F238E27FC236}">
                <a16:creationId xmlns:a16="http://schemas.microsoft.com/office/drawing/2014/main" id="{43AF8D3F-DAF9-37D0-E7C9-5AACC815ACB7}"/>
              </a:ext>
            </a:extLst>
          </p:cNvPr>
          <p:cNvSpPr/>
          <p:nvPr/>
        </p:nvSpPr>
        <p:spPr>
          <a:xfrm>
            <a:off x="469392" y="331170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6E0359E5-54CA-6EA2-8248-42ABB42A305E}"/>
              </a:ext>
            </a:extLst>
          </p:cNvPr>
          <p:cNvSpPr/>
          <p:nvPr/>
        </p:nvSpPr>
        <p:spPr>
          <a:xfrm>
            <a:off x="469392" y="447930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1FCAF001-988B-EFD4-7A4F-B3A3CAF04D5E}"/>
              </a:ext>
            </a:extLst>
          </p:cNvPr>
          <p:cNvSpPr/>
          <p:nvPr/>
        </p:nvSpPr>
        <p:spPr>
          <a:xfrm>
            <a:off x="469392" y="508525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27017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BF4AE-B078-C63F-45A2-DAA81577D11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59FF1C4-0855-0544-C12B-2BE233E3643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7A5BECBE-AF93-4339-8F4B-D7667167DE7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vi-VN" sz="2800">
                <a:latin typeface="Times New Roman" panose="02020603050405020304" pitchFamily="18" charset="0"/>
                <a:cs typeface="Times New Roman" panose="02020603050405020304" pitchFamily="18" charset="0"/>
              </a:rPr>
              <a:t>Hệ phương trình Yule-Walker</a:t>
            </a:r>
            <a:r>
              <a:rPr lang="en-US" sz="2800">
                <a:latin typeface="Times New Roman" panose="02020603050405020304" pitchFamily="18" charset="0"/>
                <a:cs typeface="Times New Roman" panose="02020603050405020304" pitchFamily="18" charset="0"/>
              </a:rPr>
              <a:t>:</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Giải phương trình ta thu được:</a:t>
            </a:r>
          </a:p>
        </p:txBody>
      </p:sp>
      <p:pic>
        <p:nvPicPr>
          <p:cNvPr id="7" name="Picture 6">
            <a:extLst>
              <a:ext uri="{FF2B5EF4-FFF2-40B4-BE49-F238E27FC236}">
                <a16:creationId xmlns:a16="http://schemas.microsoft.com/office/drawing/2014/main" id="{1E4F2DB1-0546-665D-EBFD-CB65142550CB}"/>
              </a:ext>
            </a:extLst>
          </p:cNvPr>
          <p:cNvPicPr>
            <a:picLocks noChangeAspect="1"/>
          </p:cNvPicPr>
          <p:nvPr/>
        </p:nvPicPr>
        <p:blipFill>
          <a:blip r:embed="rId3"/>
          <a:stretch>
            <a:fillRect/>
          </a:stretch>
        </p:blipFill>
        <p:spPr>
          <a:xfrm>
            <a:off x="1203371" y="2743200"/>
            <a:ext cx="7353300" cy="514350"/>
          </a:xfrm>
          <a:prstGeom prst="rect">
            <a:avLst/>
          </a:prstGeom>
        </p:spPr>
      </p:pic>
      <p:pic>
        <p:nvPicPr>
          <p:cNvPr id="6" name="Picture 5">
            <a:extLst>
              <a:ext uri="{FF2B5EF4-FFF2-40B4-BE49-F238E27FC236}">
                <a16:creationId xmlns:a16="http://schemas.microsoft.com/office/drawing/2014/main" id="{5BFCAD1B-5384-FED6-FE27-FC872513D132}"/>
              </a:ext>
            </a:extLst>
          </p:cNvPr>
          <p:cNvPicPr>
            <a:picLocks noChangeAspect="1"/>
          </p:cNvPicPr>
          <p:nvPr/>
        </p:nvPicPr>
        <p:blipFill>
          <a:blip r:embed="rId4"/>
          <a:stretch>
            <a:fillRect/>
          </a:stretch>
        </p:blipFill>
        <p:spPr>
          <a:xfrm>
            <a:off x="2209800" y="3838575"/>
            <a:ext cx="1257300" cy="400050"/>
          </a:xfrm>
          <a:prstGeom prst="rect">
            <a:avLst/>
          </a:prstGeom>
        </p:spPr>
      </p:pic>
      <p:pic>
        <p:nvPicPr>
          <p:cNvPr id="12" name="Picture 11">
            <a:extLst>
              <a:ext uri="{FF2B5EF4-FFF2-40B4-BE49-F238E27FC236}">
                <a16:creationId xmlns:a16="http://schemas.microsoft.com/office/drawing/2014/main" id="{89464D51-9DAD-65E4-9D55-1A2FA80FA237}"/>
              </a:ext>
            </a:extLst>
          </p:cNvPr>
          <p:cNvPicPr>
            <a:picLocks noChangeAspect="1"/>
          </p:cNvPicPr>
          <p:nvPr/>
        </p:nvPicPr>
        <p:blipFill>
          <a:blip r:embed="rId5"/>
          <a:stretch>
            <a:fillRect/>
          </a:stretch>
        </p:blipFill>
        <p:spPr>
          <a:xfrm>
            <a:off x="2220686" y="4219575"/>
            <a:ext cx="1409700" cy="495300"/>
          </a:xfrm>
          <a:prstGeom prst="rect">
            <a:avLst/>
          </a:prstGeom>
        </p:spPr>
      </p:pic>
      <p:pic>
        <p:nvPicPr>
          <p:cNvPr id="14" name="Picture 13">
            <a:extLst>
              <a:ext uri="{FF2B5EF4-FFF2-40B4-BE49-F238E27FC236}">
                <a16:creationId xmlns:a16="http://schemas.microsoft.com/office/drawing/2014/main" id="{7839D9C8-796A-E991-73CD-52ABC8B5A9EA}"/>
              </a:ext>
            </a:extLst>
          </p:cNvPr>
          <p:cNvPicPr>
            <a:picLocks noChangeAspect="1"/>
          </p:cNvPicPr>
          <p:nvPr/>
        </p:nvPicPr>
        <p:blipFill>
          <a:blip r:embed="rId6"/>
          <a:stretch>
            <a:fillRect/>
          </a:stretch>
        </p:blipFill>
        <p:spPr>
          <a:xfrm>
            <a:off x="2209800" y="4643437"/>
            <a:ext cx="3886200" cy="1010070"/>
          </a:xfrm>
          <a:prstGeom prst="rect">
            <a:avLst/>
          </a:prstGeom>
        </p:spPr>
      </p:pic>
      <p:pic>
        <p:nvPicPr>
          <p:cNvPr id="16" name="Picture 15">
            <a:extLst>
              <a:ext uri="{FF2B5EF4-FFF2-40B4-BE49-F238E27FC236}">
                <a16:creationId xmlns:a16="http://schemas.microsoft.com/office/drawing/2014/main" id="{97A2E68E-37B2-0146-6671-264CCB888C7E}"/>
              </a:ext>
            </a:extLst>
          </p:cNvPr>
          <p:cNvPicPr>
            <a:picLocks noChangeAspect="1"/>
          </p:cNvPicPr>
          <p:nvPr/>
        </p:nvPicPr>
        <p:blipFill>
          <a:blip r:embed="rId7"/>
          <a:stretch>
            <a:fillRect/>
          </a:stretch>
        </p:blipFill>
        <p:spPr>
          <a:xfrm>
            <a:off x="4572000" y="5665203"/>
            <a:ext cx="4229100" cy="495300"/>
          </a:xfrm>
          <a:prstGeom prst="rect">
            <a:avLst/>
          </a:prstGeom>
        </p:spPr>
      </p:pic>
    </p:spTree>
    <p:extLst>
      <p:ext uri="{BB962C8B-B14F-4D97-AF65-F5344CB8AC3E}">
        <p14:creationId xmlns:p14="http://schemas.microsoft.com/office/powerpoint/2010/main" val="23097091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F6906-1F57-7DD1-A1F5-29601AD7478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654B615-B36C-EE1C-5D67-2F61AB80C96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B1875701-6A6B-D485-13E6-A2A591FD960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Đặc điểm:</a:t>
                </a:r>
              </a:p>
              <a:p>
                <a:pPr marL="1257300" lvl="2" indent="-457200">
                  <a:spcBef>
                    <a:spcPct val="30000"/>
                  </a:spcBef>
                  <a:buFont typeface="Courier New" panose="02070309020205020404" pitchFamily="49" charset="0"/>
                  <a:buChar char="o"/>
                  <a:defRPr/>
                </a:pPr>
                <a:r>
                  <a:rPr lang="vi-VN" sz="2400">
                    <a:latin typeface="Times New Roman" panose="02020603050405020304" pitchFamily="18" charset="0"/>
                    <a:cs typeface="Times New Roman" panose="02020603050405020304" pitchFamily="18" charset="0"/>
                  </a:rPr>
                  <a:t>Hệ số tự tương quan </a:t>
                </a:r>
                <a:r>
                  <a:rPr lang="en-US" sz="2400">
                    <a:latin typeface="Times New Roman" panose="02020603050405020304" pitchFamily="18" charset="0"/>
                    <a:cs typeface="Times New Roman" panose="02020603050405020304" pitchFamily="18" charset="0"/>
                  </a:rPr>
                  <a:t>từng phần </a:t>
                </a:r>
                <a:r>
                  <a:rPr lang="vi-VN" sz="2400">
                    <a:latin typeface="Times New Roman" panose="02020603050405020304" pitchFamily="18" charset="0"/>
                    <a:cs typeface="Times New Roman" panose="02020603050405020304" pitchFamily="18" charset="0"/>
                  </a:rPr>
                  <a:t>tại độ trễ thời gian bằng 0 bằng</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một</a:t>
                </a:r>
                <a:r>
                  <a:rPr lang="en-US" sz="2400">
                    <a:latin typeface="Times New Roman" panose="02020603050405020304" pitchFamily="18" charset="0"/>
                    <a:cs typeface="Times New Roman" panose="02020603050405020304" pitchFamily="18" charset="0"/>
                  </a:rPr>
                  <a:t>, tức là </a:t>
                </a:r>
                <a14:m>
                  <m:oMath xmlns:m="http://schemas.openxmlformats.org/officeDocument/2006/math">
                    <m:sSub>
                      <m:sSubPr>
                        <m:ctrlPr>
                          <a:rPr lang="ar-AE" sz="2400" i="1">
                            <a:latin typeface="Cambria Math" panose="02040503050406030204" pitchFamily="18" charset="0"/>
                          </a:rPr>
                        </m:ctrlPr>
                      </m:sSubPr>
                      <m:e>
                        <m:r>
                          <m:rPr>
                            <m:nor/>
                          </m:rPr>
                          <a:rPr lang="vi-VN" sz="2400">
                            <a:latin typeface="Times New Roman" panose="02020603050405020304" pitchFamily="18" charset="0"/>
                            <a:cs typeface="Times New Roman" panose="02020603050405020304" pitchFamily="18" charset="0"/>
                          </a:rPr>
                          <m:t>𝜙</m:t>
                        </m:r>
                      </m:e>
                      <m:sub>
                        <m:r>
                          <m:rPr>
                            <m:nor/>
                          </m:rPr>
                          <a:rPr lang="en-US" sz="2400" b="0" i="0" smtClean="0">
                            <a:latin typeface="Times New Roman" panose="02020603050405020304" pitchFamily="18" charset="0"/>
                            <a:cs typeface="Times New Roman" panose="02020603050405020304" pitchFamily="18" charset="0"/>
                          </a:rPr>
                          <m:t>00</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1.</a:t>
                </a:r>
              </a:p>
              <a:p>
                <a:pPr marL="1257300" lvl="2" indent="-457200">
                  <a:spcBef>
                    <a:spcPct val="30000"/>
                  </a:spcBef>
                  <a:buFont typeface="Courier New" panose="02070309020205020404" pitchFamily="49" charset="0"/>
                  <a:buChar char="o"/>
                  <a:defRPr/>
                </a:pPr>
                <a:r>
                  <a:rPr lang="en-US" sz="2400">
                    <a:latin typeface="Times New Roman" panose="02020603050405020304" pitchFamily="18" charset="0"/>
                    <a:cs typeface="Times New Roman" panose="02020603050405020304" pitchFamily="18" charset="0"/>
                  </a:rPr>
                  <a:t>Giá trị của </a:t>
                </a:r>
                <a14:m>
                  <m:oMath xmlns:m="http://schemas.openxmlformats.org/officeDocument/2006/math">
                    <m:sSub>
                      <m:sSubPr>
                        <m:ctrlPr>
                          <a:rPr lang="ar-AE" sz="2400" i="1">
                            <a:latin typeface="Cambria Math" panose="02040503050406030204" pitchFamily="18" charset="0"/>
                          </a:rPr>
                        </m:ctrlPr>
                      </m:sSubPr>
                      <m:e>
                        <m:r>
                          <m:rPr>
                            <m:nor/>
                          </m:rPr>
                          <a:rPr lang="vi-VN" sz="2400">
                            <a:latin typeface="Times New Roman" panose="02020603050405020304" pitchFamily="18" charset="0"/>
                            <a:cs typeface="Times New Roman" panose="02020603050405020304" pitchFamily="18" charset="0"/>
                          </a:rPr>
                          <m:t>𝜙</m:t>
                        </m:r>
                      </m:e>
                      <m:sub>
                        <m:r>
                          <m:rPr>
                            <m:nor/>
                          </m:rPr>
                          <a:rPr lang="vi-VN" sz="2400">
                            <a:latin typeface="Times New Roman" panose="02020603050405020304" pitchFamily="18" charset="0"/>
                            <a:cs typeface="Times New Roman" panose="02020603050405020304" pitchFamily="18" charset="0"/>
                          </a:rPr>
                          <m:t>𝑘𝑘</m:t>
                        </m:r>
                      </m:sub>
                    </m:sSub>
                    <m:r>
                      <a:rPr lang="en-US" sz="2400" i="1">
                        <a:latin typeface="Cambria Math" panose="02040503050406030204" pitchFamily="18" charset="0"/>
                      </a:rPr>
                      <m:t> </m:t>
                    </m:r>
                  </m:oMath>
                </a14:m>
                <a:r>
                  <a:rPr lang="en-US" sz="2400">
                    <a:latin typeface="Times New Roman" panose="02020603050405020304" pitchFamily="18" charset="0"/>
                    <a:cs typeface="Times New Roman" panose="02020603050405020304" pitchFamily="18" charset="0"/>
                  </a:rPr>
                  <a:t>luôn nằm trong khoảng đóng [−1,1].</a:t>
                </a:r>
              </a:p>
              <a:p>
                <a:pPr marL="1257300" lvl="2" indent="-457200">
                  <a:spcBef>
                    <a:spcPct val="30000"/>
                  </a:spcBef>
                  <a:buFont typeface="Courier New" panose="02070309020205020404" pitchFamily="49" charset="0"/>
                  <a:buChar char="o"/>
                  <a:defRPr/>
                </a:pPr>
                <a:r>
                  <a:rPr lang="en-US" sz="2400">
                    <a:latin typeface="Times New Roman" panose="02020603050405020304" pitchFamily="18" charset="0"/>
                    <a:cs typeface="Times New Roman" panose="02020603050405020304" pitchFamily="18" charset="0"/>
                  </a:rPr>
                  <a:t>                    do không có quan sát nào nằm giữa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oMath>
                </a14:m>
                <a:r>
                  <a:rPr lang="en-US" sz="2400">
                    <a:latin typeface="Times New Roman" panose="02020603050405020304" pitchFamily="18" charset="0"/>
                    <a:cs typeface="Times New Roman" panose="02020603050405020304" pitchFamily="18" charset="0"/>
                  </a:rPr>
                  <a:t> và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p>
              <a:p>
                <a:pPr marL="1257300" lvl="2" indent="-457200">
                  <a:spcBef>
                    <a:spcPct val="30000"/>
                  </a:spcBef>
                  <a:buFont typeface="Courier New" panose="02070309020205020404" pitchFamily="49" charset="0"/>
                  <a:buChar char="o"/>
                  <a:defRPr/>
                </a:pPr>
                <a:r>
                  <a:rPr lang="vi-VN"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ar-AE" sz="2400" i="1">
                            <a:latin typeface="Cambria Math" panose="02040503050406030204" pitchFamily="18" charset="0"/>
                          </a:rPr>
                        </m:ctrlPr>
                      </m:sSubPr>
                      <m:e>
                        <m:r>
                          <m:rPr>
                            <m:nor/>
                          </m:rPr>
                          <a:rPr lang="vi-VN" sz="2400">
                            <a:latin typeface="Times New Roman" panose="02020603050405020304" pitchFamily="18" charset="0"/>
                            <a:cs typeface="Times New Roman" panose="02020603050405020304" pitchFamily="18" charset="0"/>
                          </a:rPr>
                          <m:t>𝜙</m:t>
                        </m:r>
                      </m:e>
                      <m:sub>
                        <m:r>
                          <m:rPr>
                            <m:nor/>
                          </m:rPr>
                          <a:rPr lang="vi-VN" sz="2400">
                            <a:latin typeface="Times New Roman" panose="02020603050405020304" pitchFamily="18" charset="0"/>
                            <a:cs typeface="Times New Roman" panose="02020603050405020304" pitchFamily="18" charset="0"/>
                          </a:rPr>
                          <m:t>𝑘𝑘</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 0, thì điều này có nghĩa là không có tự tương quan </a:t>
                </a:r>
                <a:r>
                  <a:rPr lang="en-US" sz="2400">
                    <a:latin typeface="Times New Roman" panose="02020603050405020304" pitchFamily="18" charset="0"/>
                    <a:cs typeface="Times New Roman" panose="02020603050405020304" pitchFamily="18" charset="0"/>
                  </a:rPr>
                  <a:t>từng phần </a:t>
                </a:r>
                <a:r>
                  <a:rPr lang="vi-VN" sz="2400">
                    <a:latin typeface="Times New Roman" panose="02020603050405020304" pitchFamily="18" charset="0"/>
                    <a:cs typeface="Times New Roman" panose="02020603050405020304" pitchFamily="18" charset="0"/>
                  </a:rPr>
                  <a:t>tuyến tính</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giữa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r>
                          <a:rPr lang="en-US" sz="2400" i="1">
                            <a:latin typeface="Cambria Math" panose="02040503050406030204" pitchFamily="18" charset="0"/>
                          </a:rPr>
                          <m:t>−</m:t>
                        </m:r>
                        <m:r>
                          <a:rPr lang="en-US" sz="2400" b="0" i="1" smtClean="0">
                            <a:latin typeface="Cambria Math" panose="02040503050406030204" pitchFamily="18" charset="0"/>
                          </a:rPr>
                          <m:t>𝑘</m:t>
                        </m:r>
                      </m:sub>
                    </m:sSub>
                    <m:r>
                      <a:rPr lang="en-US" sz="2400" i="1">
                        <a:latin typeface="Cambria Math" panose="02040503050406030204" pitchFamily="18" charset="0"/>
                      </a:rPr>
                      <m:t> </m:t>
                    </m:r>
                  </m:oMath>
                </a14:m>
                <a:r>
                  <a:rPr lang="vi-VN" sz="2400">
                    <a:latin typeface="Times New Roman" panose="02020603050405020304" pitchFamily="18" charset="0"/>
                    <a:cs typeface="Times New Roman" panose="02020603050405020304" pitchFamily="18" charset="0"/>
                  </a:rPr>
                  <a:t>và </a:t>
                </a:r>
                <a14:m>
                  <m:oMath xmlns:m="http://schemas.openxmlformats.org/officeDocument/2006/math">
                    <m:sSub>
                      <m:sSubPr>
                        <m:ctrlPr>
                          <a:rPr lang="ar-AE" sz="2400" i="1">
                            <a:latin typeface="Cambria Math" panose="02040503050406030204" pitchFamily="18" charset="0"/>
                          </a:rPr>
                        </m:ctrlPr>
                      </m:sSubPr>
                      <m:e>
                        <m:r>
                          <a:rPr lang="en-US" sz="2400" i="1">
                            <a:latin typeface="Cambria Math" panose="02040503050406030204" pitchFamily="18" charset="0"/>
                          </a:rPr>
                          <m:t>𝑌</m:t>
                        </m:r>
                      </m:e>
                      <m:sub>
                        <m:r>
                          <a:rPr lang="en-US"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 tuy nhiên, có thể có</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một tự tương quan </a:t>
                </a:r>
                <a:r>
                  <a:rPr lang="en-US" sz="2400">
                    <a:latin typeface="Times New Roman" panose="02020603050405020304" pitchFamily="18" charset="0"/>
                    <a:cs typeface="Times New Roman" panose="02020603050405020304" pitchFamily="18" charset="0"/>
                  </a:rPr>
                  <a:t>từng phần </a:t>
                </a:r>
                <a:r>
                  <a:rPr lang="vi-VN" sz="2400">
                    <a:latin typeface="Times New Roman" panose="02020603050405020304" pitchFamily="18" charset="0"/>
                    <a:cs typeface="Times New Roman" panose="02020603050405020304" pitchFamily="18" charset="0"/>
                  </a:rPr>
                  <a:t>phi tuyến tính giữa chúng</a:t>
                </a:r>
                <a:endParaRPr lang="en-US" sz="2400">
                  <a:latin typeface="Times New Roman" panose="02020603050405020304" pitchFamily="18" charset="0"/>
                  <a:cs typeface="Times New Roman" panose="02020603050405020304" pitchFamily="18" charset="0"/>
                </a:endParaRPr>
              </a:p>
              <a:p>
                <a:pPr marL="1257300" lvl="2" indent="-457200">
                  <a:spcBef>
                    <a:spcPct val="30000"/>
                  </a:spcBef>
                  <a:buFont typeface="Courier New" panose="02070309020205020404" pitchFamily="49" charset="0"/>
                  <a:buChar char="o"/>
                  <a:defRP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B1875701-6A6B-D485-13E6-A2A591FD960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9" name="Picture 8">
            <a:extLst>
              <a:ext uri="{FF2B5EF4-FFF2-40B4-BE49-F238E27FC236}">
                <a16:creationId xmlns:a16="http://schemas.microsoft.com/office/drawing/2014/main" id="{1050C3D1-3C00-A8F2-ED15-73C4449BE174}"/>
              </a:ext>
            </a:extLst>
          </p:cNvPr>
          <p:cNvPicPr>
            <a:picLocks noChangeAspect="1"/>
          </p:cNvPicPr>
          <p:nvPr/>
        </p:nvPicPr>
        <p:blipFill>
          <a:blip r:embed="rId4"/>
          <a:stretch>
            <a:fillRect/>
          </a:stretch>
        </p:blipFill>
        <p:spPr>
          <a:xfrm>
            <a:off x="1371600" y="4105275"/>
            <a:ext cx="1371600" cy="466725"/>
          </a:xfrm>
          <a:prstGeom prst="rect">
            <a:avLst/>
          </a:prstGeom>
        </p:spPr>
      </p:pic>
    </p:spTree>
    <p:extLst>
      <p:ext uri="{BB962C8B-B14F-4D97-AF65-F5344CB8AC3E}">
        <p14:creationId xmlns:p14="http://schemas.microsoft.com/office/powerpoint/2010/main" val="17199485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DEBD0-4FE3-1FF2-5157-164765682E1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1CC784E-5094-EBEC-3E58-DB0B8754B2E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0F852EC-17F6-69F0-682D-6145EC9CF2B4}"/>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Ví dụ ước lượng: Kí hiệu </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a:latin typeface="Cambria Math" panose="02040503050406030204" pitchFamily="18" charset="0"/>
                            <a:cs typeface="Times New Roman" panose="02020603050405020304" pitchFamily="18" charset="0"/>
                          </a:rPr>
                          <m:t>1</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0.2651,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0" smtClean="0">
                            <a:latin typeface="Cambria Math" panose="02040503050406030204" pitchFamily="18" charset="0"/>
                            <a:cs typeface="Times New Roman" panose="02020603050405020304" pitchFamily="18" charset="0"/>
                          </a:rPr>
                          <m:t>2</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-0.212,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0" smtClean="0">
                            <a:latin typeface="Cambria Math" panose="02040503050406030204" pitchFamily="18" charset="0"/>
                            <a:cs typeface="Times New Roman" panose="02020603050405020304" pitchFamily="18" charset="0"/>
                          </a:rPr>
                          <m:t>3</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-0.076,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0" smtClean="0">
                            <a:latin typeface="Cambria Math" panose="02040503050406030204" pitchFamily="18" charset="0"/>
                            <a:cs typeface="Times New Roman" panose="02020603050405020304" pitchFamily="18" charset="0"/>
                          </a:rPr>
                          <m:t>4</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-0.183, </a:t>
                </a:r>
              </a:p>
              <a:p>
                <a:pPr marL="800100" lvl="2" indent="0">
                  <a:spcBef>
                    <a:spcPct val="30000"/>
                  </a:spcBef>
                  <a:defRPr/>
                </a:pP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5</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-0.387,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6</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-0.242,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7</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0.104,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8</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0.230</a:t>
                </a: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1257300" lvl="2" indent="-457200">
                  <a:spcBef>
                    <a:spcPct val="30000"/>
                  </a:spcBef>
                  <a:buFont typeface="Courier New" panose="02070309020205020404" pitchFamily="49" charset="0"/>
                  <a:buChar char="o"/>
                  <a:defRP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0F852EC-17F6-69F0-682D-6145EC9CF2B4}"/>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069" b="-8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B971BB50-66C0-8EAD-45B4-B33EDD361810}"/>
              </a:ext>
            </a:extLst>
          </p:cNvPr>
          <p:cNvPicPr>
            <a:picLocks noChangeAspect="1"/>
          </p:cNvPicPr>
          <p:nvPr/>
        </p:nvPicPr>
        <p:blipFill>
          <a:blip r:embed="rId4"/>
          <a:stretch>
            <a:fillRect/>
          </a:stretch>
        </p:blipFill>
        <p:spPr>
          <a:xfrm>
            <a:off x="2172075" y="2819400"/>
            <a:ext cx="6001588" cy="390580"/>
          </a:xfrm>
          <a:prstGeom prst="rect">
            <a:avLst/>
          </a:prstGeom>
        </p:spPr>
      </p:pic>
      <p:pic>
        <p:nvPicPr>
          <p:cNvPr id="5" name="Picture 4">
            <a:extLst>
              <a:ext uri="{FF2B5EF4-FFF2-40B4-BE49-F238E27FC236}">
                <a16:creationId xmlns:a16="http://schemas.microsoft.com/office/drawing/2014/main" id="{77791640-7629-DB08-B539-E5E4D5D2FDEF}"/>
              </a:ext>
            </a:extLst>
          </p:cNvPr>
          <p:cNvPicPr>
            <a:picLocks noChangeAspect="1"/>
          </p:cNvPicPr>
          <p:nvPr/>
        </p:nvPicPr>
        <p:blipFill>
          <a:blip r:embed="rId5"/>
          <a:stretch>
            <a:fillRect/>
          </a:stretch>
        </p:blipFill>
        <p:spPr>
          <a:xfrm>
            <a:off x="2286000" y="3258546"/>
            <a:ext cx="4963218" cy="666843"/>
          </a:xfrm>
          <a:prstGeom prst="rect">
            <a:avLst/>
          </a:prstGeom>
        </p:spPr>
      </p:pic>
      <p:pic>
        <p:nvPicPr>
          <p:cNvPr id="7" name="Picture 6">
            <a:extLst>
              <a:ext uri="{FF2B5EF4-FFF2-40B4-BE49-F238E27FC236}">
                <a16:creationId xmlns:a16="http://schemas.microsoft.com/office/drawing/2014/main" id="{252BF58B-D5F5-3A7E-7C6C-6B0527718089}"/>
              </a:ext>
            </a:extLst>
          </p:cNvPr>
          <p:cNvPicPr>
            <a:picLocks noChangeAspect="1"/>
          </p:cNvPicPr>
          <p:nvPr/>
        </p:nvPicPr>
        <p:blipFill>
          <a:blip r:embed="rId6"/>
          <a:stretch>
            <a:fillRect/>
          </a:stretch>
        </p:blipFill>
        <p:spPr>
          <a:xfrm>
            <a:off x="2286000" y="3999412"/>
            <a:ext cx="4772025" cy="1019175"/>
          </a:xfrm>
          <a:prstGeom prst="rect">
            <a:avLst/>
          </a:prstGeom>
        </p:spPr>
      </p:pic>
      <p:pic>
        <p:nvPicPr>
          <p:cNvPr id="10" name="Picture 9">
            <a:extLst>
              <a:ext uri="{FF2B5EF4-FFF2-40B4-BE49-F238E27FC236}">
                <a16:creationId xmlns:a16="http://schemas.microsoft.com/office/drawing/2014/main" id="{B4B4DEF0-09E4-897E-A5AE-AE4763225890}"/>
              </a:ext>
            </a:extLst>
          </p:cNvPr>
          <p:cNvPicPr>
            <a:picLocks noChangeAspect="1"/>
          </p:cNvPicPr>
          <p:nvPr/>
        </p:nvPicPr>
        <p:blipFill>
          <a:blip r:embed="rId7"/>
          <a:stretch>
            <a:fillRect/>
          </a:stretch>
        </p:blipFill>
        <p:spPr>
          <a:xfrm>
            <a:off x="4639355" y="2213384"/>
            <a:ext cx="1562100" cy="495300"/>
          </a:xfrm>
          <a:prstGeom prst="rect">
            <a:avLst/>
          </a:prstGeom>
        </p:spPr>
      </p:pic>
    </p:spTree>
    <p:extLst>
      <p:ext uri="{BB962C8B-B14F-4D97-AF65-F5344CB8AC3E}">
        <p14:creationId xmlns:p14="http://schemas.microsoft.com/office/powerpoint/2010/main" val="4439975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180F3-D24D-C342-264C-5BA93C4544D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B89910D-8130-0249-4DEC-21EEB8B9AC3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CFF6D77A-B913-5A42-1999-805F8EC0744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Ví dụ ước lượng: Kí hiệu </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a:latin typeface="Cambria Math" panose="02040503050406030204" pitchFamily="18" charset="0"/>
                            <a:cs typeface="Times New Roman" panose="02020603050405020304" pitchFamily="18" charset="0"/>
                          </a:rPr>
                          <m:t>1</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0.2651,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0" smtClean="0">
                            <a:latin typeface="Cambria Math" panose="02040503050406030204" pitchFamily="18" charset="0"/>
                            <a:cs typeface="Times New Roman" panose="02020603050405020304" pitchFamily="18" charset="0"/>
                          </a:rPr>
                          <m:t>2</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-0.212,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0" smtClean="0">
                            <a:latin typeface="Cambria Math" panose="02040503050406030204" pitchFamily="18" charset="0"/>
                            <a:cs typeface="Times New Roman" panose="02020603050405020304" pitchFamily="18" charset="0"/>
                          </a:rPr>
                          <m:t>3</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-0.076,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0" smtClean="0">
                            <a:latin typeface="Cambria Math" panose="02040503050406030204" pitchFamily="18" charset="0"/>
                            <a:cs typeface="Times New Roman" panose="02020603050405020304" pitchFamily="18" charset="0"/>
                          </a:rPr>
                          <m:t>4</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-0.183, </a:t>
                </a:r>
              </a:p>
              <a:p>
                <a:pPr marL="800100" lvl="2" indent="0">
                  <a:spcBef>
                    <a:spcPct val="30000"/>
                  </a:spcBef>
                  <a:defRPr/>
                </a:pP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5</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-0.387,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6</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-0.242,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7</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0.104, </a:t>
                </a:r>
                <a14:m>
                  <m:oMath xmlns:m="http://schemas.openxmlformats.org/officeDocument/2006/math">
                    <m:sSub>
                      <m:sSubPr>
                        <m:ctrlPr>
                          <a:rPr lang="ar-AE" sz="2800" i="1">
                            <a:latin typeface="Cambria Math" panose="02040503050406030204" pitchFamily="18" charset="0"/>
                          </a:rPr>
                        </m:ctrlPr>
                      </m:sSubPr>
                      <m:e>
                        <m:r>
                          <m:rPr>
                            <m:nor/>
                          </m:rPr>
                          <a:rPr lang="en-US" sz="2800">
                            <a:latin typeface="Times New Roman" panose="02020603050405020304" pitchFamily="18" charset="0"/>
                            <a:cs typeface="Times New Roman" panose="02020603050405020304" pitchFamily="18" charset="0"/>
                          </a:rPr>
                          <m:t>r</m:t>
                        </m:r>
                      </m:e>
                      <m:sub>
                        <m:r>
                          <a:rPr lang="en-US" sz="2800" b="0" i="1" smtClean="0">
                            <a:latin typeface="Cambria Math" panose="02040503050406030204" pitchFamily="18" charset="0"/>
                            <a:cs typeface="Times New Roman" panose="02020603050405020304" pitchFamily="18" charset="0"/>
                          </a:rPr>
                          <m:t>8</m:t>
                        </m:r>
                      </m:sub>
                    </m:sSub>
                    <m:r>
                      <a:rPr lang="en-US" sz="2800">
                        <a:latin typeface="Cambria Math" panose="02040503050406030204" pitchFamily="18" charset="0"/>
                      </a:rPr>
                      <m:t> </m:t>
                    </m:r>
                  </m:oMath>
                </a14:m>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0.230</a:t>
                </a: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1257300" lvl="2" indent="-457200">
                  <a:spcBef>
                    <a:spcPct val="30000"/>
                  </a:spcBef>
                  <a:buFont typeface="Courier New" panose="02070309020205020404" pitchFamily="49" charset="0"/>
                  <a:buChar char="o"/>
                  <a:defRPr/>
                </a:pPr>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CFF6D77A-B913-5A42-1999-805F8EC0744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069" b="-86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10" name="Picture 9">
            <a:extLst>
              <a:ext uri="{FF2B5EF4-FFF2-40B4-BE49-F238E27FC236}">
                <a16:creationId xmlns:a16="http://schemas.microsoft.com/office/drawing/2014/main" id="{0F850768-FA73-9C07-FE0C-8CF733800089}"/>
              </a:ext>
            </a:extLst>
          </p:cNvPr>
          <p:cNvPicPr>
            <a:picLocks noChangeAspect="1"/>
          </p:cNvPicPr>
          <p:nvPr/>
        </p:nvPicPr>
        <p:blipFill>
          <a:blip r:embed="rId4"/>
          <a:stretch>
            <a:fillRect/>
          </a:stretch>
        </p:blipFill>
        <p:spPr>
          <a:xfrm>
            <a:off x="4639355" y="2213384"/>
            <a:ext cx="1562100" cy="495300"/>
          </a:xfrm>
          <a:prstGeom prst="rect">
            <a:avLst/>
          </a:prstGeom>
        </p:spPr>
      </p:pic>
      <p:pic>
        <p:nvPicPr>
          <p:cNvPr id="4" name="Picture 3">
            <a:extLst>
              <a:ext uri="{FF2B5EF4-FFF2-40B4-BE49-F238E27FC236}">
                <a16:creationId xmlns:a16="http://schemas.microsoft.com/office/drawing/2014/main" id="{352FCFE5-7575-7B7E-5067-DE0B225CC873}"/>
              </a:ext>
            </a:extLst>
          </p:cNvPr>
          <p:cNvPicPr>
            <a:picLocks noChangeAspect="1"/>
          </p:cNvPicPr>
          <p:nvPr/>
        </p:nvPicPr>
        <p:blipFill>
          <a:blip r:embed="rId5"/>
          <a:stretch>
            <a:fillRect/>
          </a:stretch>
        </p:blipFill>
        <p:spPr>
          <a:xfrm>
            <a:off x="2581275" y="2890837"/>
            <a:ext cx="3981450" cy="1076325"/>
          </a:xfrm>
          <a:prstGeom prst="rect">
            <a:avLst/>
          </a:prstGeom>
        </p:spPr>
      </p:pic>
      <p:pic>
        <p:nvPicPr>
          <p:cNvPr id="8" name="Picture 7">
            <a:extLst>
              <a:ext uri="{FF2B5EF4-FFF2-40B4-BE49-F238E27FC236}">
                <a16:creationId xmlns:a16="http://schemas.microsoft.com/office/drawing/2014/main" id="{224BC05C-63F8-D6B2-4BD2-2E92EDA3913B}"/>
              </a:ext>
            </a:extLst>
          </p:cNvPr>
          <p:cNvPicPr>
            <a:picLocks noChangeAspect="1"/>
          </p:cNvPicPr>
          <p:nvPr/>
        </p:nvPicPr>
        <p:blipFill>
          <a:blip r:embed="rId6"/>
          <a:stretch>
            <a:fillRect/>
          </a:stretch>
        </p:blipFill>
        <p:spPr>
          <a:xfrm>
            <a:off x="2662237" y="4073524"/>
            <a:ext cx="3819525" cy="523875"/>
          </a:xfrm>
          <a:prstGeom prst="rect">
            <a:avLst/>
          </a:prstGeom>
        </p:spPr>
      </p:pic>
    </p:spTree>
    <p:extLst>
      <p:ext uri="{BB962C8B-B14F-4D97-AF65-F5344CB8AC3E}">
        <p14:creationId xmlns:p14="http://schemas.microsoft.com/office/powerpoint/2010/main" val="5177302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A9ABB-EBDB-FC72-3AF1-EB1ED94798D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974226F-D167-AA2D-6F0F-7CCAB3DB8A5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107C0A13-9D04-2E11-98DF-7C6CC66C64A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Ví dụ ước lượng: Kí hiệu </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1257300" lvl="2" indent="-457200">
              <a:spcBef>
                <a:spcPct val="30000"/>
              </a:spcBef>
              <a:buFont typeface="Courier New" panose="02070309020205020404" pitchFamily="49" charset="0"/>
              <a:buChar char="o"/>
              <a:defRPr/>
            </a:pPr>
            <a:endParaRPr lang="en-US" sz="28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DF512E6-84A8-600A-28A9-DD82BD4B418E}"/>
              </a:ext>
            </a:extLst>
          </p:cNvPr>
          <p:cNvPicPr>
            <a:picLocks noChangeAspect="1"/>
          </p:cNvPicPr>
          <p:nvPr/>
        </p:nvPicPr>
        <p:blipFill>
          <a:blip r:embed="rId3"/>
          <a:stretch>
            <a:fillRect/>
          </a:stretch>
        </p:blipFill>
        <p:spPr>
          <a:xfrm>
            <a:off x="4639355" y="2213384"/>
            <a:ext cx="1562100" cy="495300"/>
          </a:xfrm>
          <a:prstGeom prst="rect">
            <a:avLst/>
          </a:prstGeom>
        </p:spPr>
      </p:pic>
      <p:pic>
        <p:nvPicPr>
          <p:cNvPr id="3" name="Picture 2">
            <a:extLst>
              <a:ext uri="{FF2B5EF4-FFF2-40B4-BE49-F238E27FC236}">
                <a16:creationId xmlns:a16="http://schemas.microsoft.com/office/drawing/2014/main" id="{02FE0E0E-673D-83C9-7A8E-8FB6685E1A1B}"/>
              </a:ext>
            </a:extLst>
          </p:cNvPr>
          <p:cNvPicPr>
            <a:picLocks noChangeAspect="1"/>
          </p:cNvPicPr>
          <p:nvPr/>
        </p:nvPicPr>
        <p:blipFill>
          <a:blip r:embed="rId4"/>
          <a:stretch>
            <a:fillRect/>
          </a:stretch>
        </p:blipFill>
        <p:spPr>
          <a:xfrm>
            <a:off x="914400" y="2819400"/>
            <a:ext cx="1066800" cy="346927"/>
          </a:xfrm>
          <a:prstGeom prst="rect">
            <a:avLst/>
          </a:prstGeom>
        </p:spPr>
      </p:pic>
      <p:pic>
        <p:nvPicPr>
          <p:cNvPr id="6" name="Picture 5">
            <a:extLst>
              <a:ext uri="{FF2B5EF4-FFF2-40B4-BE49-F238E27FC236}">
                <a16:creationId xmlns:a16="http://schemas.microsoft.com/office/drawing/2014/main" id="{B76ED55F-9C9B-B678-A261-0AD6A4E7320E}"/>
              </a:ext>
            </a:extLst>
          </p:cNvPr>
          <p:cNvPicPr>
            <a:picLocks noChangeAspect="1"/>
          </p:cNvPicPr>
          <p:nvPr/>
        </p:nvPicPr>
        <p:blipFill>
          <a:blip r:embed="rId5"/>
          <a:stretch>
            <a:fillRect/>
          </a:stretch>
        </p:blipFill>
        <p:spPr>
          <a:xfrm>
            <a:off x="914400" y="3286813"/>
            <a:ext cx="2438400" cy="336943"/>
          </a:xfrm>
          <a:prstGeom prst="rect">
            <a:avLst/>
          </a:prstGeom>
        </p:spPr>
      </p:pic>
      <p:pic>
        <p:nvPicPr>
          <p:cNvPr id="9" name="Picture 8">
            <a:extLst>
              <a:ext uri="{FF2B5EF4-FFF2-40B4-BE49-F238E27FC236}">
                <a16:creationId xmlns:a16="http://schemas.microsoft.com/office/drawing/2014/main" id="{C31D15F8-22BC-5201-37E1-F5642548FCD0}"/>
              </a:ext>
            </a:extLst>
          </p:cNvPr>
          <p:cNvPicPr>
            <a:picLocks noChangeAspect="1"/>
          </p:cNvPicPr>
          <p:nvPr/>
        </p:nvPicPr>
        <p:blipFill>
          <a:blip r:embed="rId6"/>
          <a:stretch>
            <a:fillRect/>
          </a:stretch>
        </p:blipFill>
        <p:spPr>
          <a:xfrm>
            <a:off x="838200" y="3737282"/>
            <a:ext cx="3810000" cy="848673"/>
          </a:xfrm>
          <a:prstGeom prst="rect">
            <a:avLst/>
          </a:prstGeom>
        </p:spPr>
      </p:pic>
      <p:pic>
        <p:nvPicPr>
          <p:cNvPr id="12" name="Picture 11">
            <a:extLst>
              <a:ext uri="{FF2B5EF4-FFF2-40B4-BE49-F238E27FC236}">
                <a16:creationId xmlns:a16="http://schemas.microsoft.com/office/drawing/2014/main" id="{371D3924-8FAE-F2D6-A06A-152C8B39A5E4}"/>
              </a:ext>
            </a:extLst>
          </p:cNvPr>
          <p:cNvPicPr>
            <a:picLocks noChangeAspect="1"/>
          </p:cNvPicPr>
          <p:nvPr/>
        </p:nvPicPr>
        <p:blipFill>
          <a:blip r:embed="rId7"/>
          <a:stretch>
            <a:fillRect/>
          </a:stretch>
        </p:blipFill>
        <p:spPr>
          <a:xfrm>
            <a:off x="914400" y="4663520"/>
            <a:ext cx="3733800" cy="402236"/>
          </a:xfrm>
          <a:prstGeom prst="rect">
            <a:avLst/>
          </a:prstGeom>
        </p:spPr>
      </p:pic>
      <p:pic>
        <p:nvPicPr>
          <p:cNvPr id="14" name="Picture 13">
            <a:extLst>
              <a:ext uri="{FF2B5EF4-FFF2-40B4-BE49-F238E27FC236}">
                <a16:creationId xmlns:a16="http://schemas.microsoft.com/office/drawing/2014/main" id="{4D5AD9F3-36BE-6CAB-D4B4-0D86744705F0}"/>
              </a:ext>
            </a:extLst>
          </p:cNvPr>
          <p:cNvPicPr>
            <a:picLocks noChangeAspect="1"/>
          </p:cNvPicPr>
          <p:nvPr/>
        </p:nvPicPr>
        <p:blipFill>
          <a:blip r:embed="rId8"/>
          <a:stretch>
            <a:fillRect/>
          </a:stretch>
        </p:blipFill>
        <p:spPr>
          <a:xfrm>
            <a:off x="974401" y="5248317"/>
            <a:ext cx="8169599" cy="771483"/>
          </a:xfrm>
          <a:prstGeom prst="rect">
            <a:avLst/>
          </a:prstGeom>
        </p:spPr>
      </p:pic>
    </p:spTree>
    <p:extLst>
      <p:ext uri="{BB962C8B-B14F-4D97-AF65-F5344CB8AC3E}">
        <p14:creationId xmlns:p14="http://schemas.microsoft.com/office/powerpoint/2010/main" val="2234221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630AF-5E49-C96C-BCB3-343339ED859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A7D2E9F-75E7-AB50-847F-78B8905B8103}"/>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Tính dừng (stationarity)</a:t>
            </a:r>
          </a:p>
        </p:txBody>
      </p:sp>
      <p:sp>
        <p:nvSpPr>
          <p:cNvPr id="31747" name="Rectangle 3">
            <a:extLst>
              <a:ext uri="{FF2B5EF4-FFF2-40B4-BE49-F238E27FC236}">
                <a16:creationId xmlns:a16="http://schemas.microsoft.com/office/drawing/2014/main" id="{28C49AE3-DB4B-7834-C452-1C5EE97CBA1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spcBef>
                <a:spcPct val="30000"/>
              </a:spcBef>
              <a:buFont typeface="Wingdings" panose="05000000000000000000" pitchFamily="2" charset="2"/>
              <a:buChar char="Ø"/>
              <a:defRPr/>
            </a:pPr>
            <a:r>
              <a:rPr lang="en-US" sz="2800" b="1">
                <a:latin typeface="Times New Roman" panose="02020603050405020304" pitchFamily="18" charset="0"/>
                <a:cs typeface="Times New Roman" panose="02020603050405020304" pitchFamily="18" charset="0"/>
              </a:rPr>
              <a:t>H</a:t>
            </a:r>
            <a:r>
              <a:rPr lang="vi-VN" sz="2800" b="1">
                <a:latin typeface="Times New Roman" panose="02020603050405020304" pitchFamily="18" charset="0"/>
                <a:cs typeface="Times New Roman" panose="02020603050405020304" pitchFamily="18" charset="0"/>
              </a:rPr>
              <a:t>àm tự tương quan</a:t>
            </a:r>
            <a:r>
              <a:rPr lang="en-US" sz="2800" b="1">
                <a:latin typeface="Times New Roman" panose="02020603050405020304" pitchFamily="18" charset="0"/>
                <a:cs typeface="Times New Roman" panose="02020603050405020304" pitchFamily="18" charset="0"/>
              </a:rPr>
              <a:t> từng phần (Partial autocorrelation function – PACF)</a:t>
            </a:r>
            <a:r>
              <a:rPr lang="en-US" sz="2800"/>
              <a:t> </a:t>
            </a:r>
          </a:p>
          <a:p>
            <a:pPr marL="857250" lvl="1" indent="-457200">
              <a:spcBef>
                <a:spcPct val="30000"/>
              </a:spcBef>
              <a:buFont typeface="Arial" panose="020B0604020202020204" pitchFamily="34" charset="0"/>
              <a:buChar char="•"/>
              <a:defRPr/>
            </a:pPr>
            <a:r>
              <a:rPr lang="en-US" sz="2800">
                <a:latin typeface="Times New Roman" panose="02020603050405020304" pitchFamily="18" charset="0"/>
                <a:cs typeface="Times New Roman" panose="02020603050405020304" pitchFamily="18" charset="0"/>
              </a:rPr>
              <a:t>Ví dụ ước lượng: Kí hiệu </a:t>
            </a: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57250" lvl="1" indent="-457200">
              <a:spcBef>
                <a:spcPct val="30000"/>
              </a:spcBef>
              <a:buFont typeface="Arial" panose="020B0604020202020204" pitchFamily="34" charset="0"/>
              <a:buChar char="•"/>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800100" lvl="2" indent="0">
              <a:spcBef>
                <a:spcPct val="30000"/>
              </a:spcBef>
              <a:defRPr/>
            </a:pPr>
            <a:endParaRPr lang="en-US" sz="2800">
              <a:latin typeface="Times New Roman" panose="02020603050405020304" pitchFamily="18" charset="0"/>
              <a:cs typeface="Times New Roman" panose="02020603050405020304" pitchFamily="18" charset="0"/>
            </a:endParaRPr>
          </a:p>
          <a:p>
            <a:pPr marL="1257300" lvl="2" indent="-457200">
              <a:spcBef>
                <a:spcPct val="30000"/>
              </a:spcBef>
              <a:buFont typeface="Courier New" panose="02070309020205020404" pitchFamily="49" charset="0"/>
              <a:buChar char="o"/>
              <a:defRPr/>
            </a:pPr>
            <a:endParaRPr lang="en-US" sz="28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8DDCB05-D050-C396-3F98-C97F63795EFC}"/>
              </a:ext>
            </a:extLst>
          </p:cNvPr>
          <p:cNvPicPr>
            <a:picLocks noChangeAspect="1"/>
          </p:cNvPicPr>
          <p:nvPr/>
        </p:nvPicPr>
        <p:blipFill>
          <a:blip r:embed="rId3"/>
          <a:stretch>
            <a:fillRect/>
          </a:stretch>
        </p:blipFill>
        <p:spPr>
          <a:xfrm>
            <a:off x="4639355" y="2213384"/>
            <a:ext cx="1562100" cy="495300"/>
          </a:xfrm>
          <a:prstGeom prst="rect">
            <a:avLst/>
          </a:prstGeom>
        </p:spPr>
      </p:pic>
      <p:pic>
        <p:nvPicPr>
          <p:cNvPr id="5" name="Picture 4">
            <a:extLst>
              <a:ext uri="{FF2B5EF4-FFF2-40B4-BE49-F238E27FC236}">
                <a16:creationId xmlns:a16="http://schemas.microsoft.com/office/drawing/2014/main" id="{DDDA614B-CA99-B3DD-CB92-717B221D1514}"/>
              </a:ext>
            </a:extLst>
          </p:cNvPr>
          <p:cNvPicPr>
            <a:picLocks noChangeAspect="1"/>
          </p:cNvPicPr>
          <p:nvPr/>
        </p:nvPicPr>
        <p:blipFill>
          <a:blip r:embed="rId4"/>
          <a:stretch>
            <a:fillRect/>
          </a:stretch>
        </p:blipFill>
        <p:spPr>
          <a:xfrm>
            <a:off x="914400" y="2743518"/>
            <a:ext cx="1732472" cy="3048000"/>
          </a:xfrm>
          <a:prstGeom prst="rect">
            <a:avLst/>
          </a:prstGeom>
        </p:spPr>
      </p:pic>
    </p:spTree>
    <p:extLst>
      <p:ext uri="{BB962C8B-B14F-4D97-AF65-F5344CB8AC3E}">
        <p14:creationId xmlns:p14="http://schemas.microsoft.com/office/powerpoint/2010/main" val="9943578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A975-B0C8-D230-C8F5-4FE9A737961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6607931-45E1-645A-467C-88CA090C58B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DF9AA389-41CD-26F0-EE93-09E77FCB3ED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Đặc trưng miền thời gian</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Vì sao cần trích đặc trưng?</a:t>
            </a:r>
            <a:endParaRPr lang="en-US" sz="28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Chuỗi thời gian thường dài &amp; nhiều nhiễu</a:t>
            </a: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Đặc trưng miền thời gian giúp:</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Tóm tắt thông tin quan trọng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Phát hiện mẫu, xu hướng, tần suất</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Đưa vào mô hình học máy</a:t>
            </a:r>
          </a:p>
        </p:txBody>
      </p:sp>
    </p:spTree>
    <p:extLst>
      <p:ext uri="{BB962C8B-B14F-4D97-AF65-F5344CB8AC3E}">
        <p14:creationId xmlns:p14="http://schemas.microsoft.com/office/powerpoint/2010/main" val="22921099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ACFA9-7508-17BC-04DC-28FDD1BBF51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84A5A58-DC07-0940-EBC4-18BD11D8058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D0A0BA19-2AAC-1323-9EBC-6487BCFF450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Đặc trưng miền thời gian</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Miền thời gian là gì?</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Miền thời gian:</a:t>
            </a:r>
          </a:p>
          <a:p>
            <a:pPr marL="1314450" lvl="2"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Phân tích trực tiếp trên dữ liệu theo thứ tự thời gian</a:t>
            </a:r>
          </a:p>
          <a:p>
            <a:pPr marL="1314450" lvl="2"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Đặc trưng mô tả mức độ, xu hướng, biến động</a:t>
            </a:r>
          </a:p>
          <a:p>
            <a:pPr lvl="1"/>
            <a:r>
              <a:rPr lang="en-US" sz="2800">
                <a:latin typeface="Times New Roman" panose="02020603050405020304" pitchFamily="18" charset="0"/>
                <a:cs typeface="Times New Roman" panose="02020603050405020304" pitchFamily="18" charset="0"/>
              </a:rPr>
              <a:t>📌 Ví dụ đặc trưng: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Giá trị trung bình (Mean)</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Độ lệch chuẩn (Standard Deviation)</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Max/Min</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Entropy, năng lượng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Skewness, kurtosis</a:t>
            </a:r>
          </a:p>
        </p:txBody>
      </p:sp>
    </p:spTree>
    <p:extLst>
      <p:ext uri="{BB962C8B-B14F-4D97-AF65-F5344CB8AC3E}">
        <p14:creationId xmlns:p14="http://schemas.microsoft.com/office/powerpoint/2010/main" val="9374779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446E8-C5E6-6A99-85CA-A4204C7D895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C2E4B48-33E0-8176-512C-B2D6D0BEB69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A013ED19-AB35-B00C-6730-8FDDFD24103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Đặc trưng miền thời gian</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Ưu &amp; hạn chế miền thời gian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Đơn giản, dễ tính toán</a:t>
            </a:r>
          </a:p>
          <a:p>
            <a:pPr lvl="1"/>
            <a:r>
              <a:rPr lang="en-US" sz="2800">
                <a:latin typeface="Times New Roman" panose="02020603050405020304" pitchFamily="18" charset="0"/>
                <a:cs typeface="Times New Roman" panose="02020603050405020304" pitchFamily="18" charset="0"/>
              </a:rPr>
              <a:t>✅ Dễ hiểu, trực quan</a:t>
            </a:r>
          </a:p>
          <a:p>
            <a:pPr lvl="1"/>
            <a:r>
              <a:rPr lang="en-US" sz="2800">
                <a:latin typeface="Times New Roman" panose="02020603050405020304" pitchFamily="18" charset="0"/>
                <a:cs typeface="Times New Roman" panose="02020603050405020304" pitchFamily="18" charset="0"/>
              </a:rPr>
              <a:t>🚫 Không phát hiện được thành phần tuần hoàn hoặc ẩn trong tần số</a:t>
            </a:r>
          </a:p>
          <a:p>
            <a:pPr marL="914400" lvl="1"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Nên dùng đặc trưng miền thời gian khi chuỗi là dừng hoặc gần dừng, hoặc khi cần mô tả thống kê cơ bản.</a:t>
            </a:r>
          </a:p>
          <a:p>
            <a:pPr marL="914400" lvl="1" indent="-457200">
              <a:buFont typeface="Wingdings" panose="05000000000000000000" pitchFamily="2" charset="2"/>
              <a:buChar char="q"/>
            </a:pPr>
            <a:r>
              <a:rPr lang="vi-VN" sz="2800">
                <a:latin typeface="Times New Roman" panose="02020603050405020304" pitchFamily="18" charset="0"/>
                <a:cs typeface="Times New Roman" panose="02020603050405020304" pitchFamily="18" charset="0"/>
              </a:rPr>
              <a:t>Ngược lại, khi chuỗi có cấu trúc chu kỳ phức tạp → cần miền tần số (FFT, wavelet).</a:t>
            </a:r>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27353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B9D7B-C663-B6A6-AAC3-EE721FD0689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53C3F9D-5B97-AD74-C3E2-6B4E3AC48A9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2BAAE0C-F532-FA51-D9F1-6C9F4EC6ED7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Toán tử chuỗi thời gian</a:t>
                </a:r>
              </a:p>
              <a:p>
                <a:pPr marL="857250" lvl="1" indent="-457200">
                  <a:buFont typeface="Arial" panose="020B0604020202020204" pitchFamily="34" charset="0"/>
                  <a:buChar char="•"/>
                </a:pPr>
                <a:r>
                  <a:rPr lang="vi-VN" sz="3200">
                    <a:latin typeface="Times New Roman" panose="02020603050405020304" pitchFamily="18" charset="0"/>
                    <a:cs typeface="Times New Roman" panose="02020603050405020304" pitchFamily="18" charset="0"/>
                  </a:rPr>
                  <a:t>Toán tử dịch ngược</a:t>
                </a:r>
                <a:r>
                  <a:rPr lang="en-US" sz="32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(Backshift operator</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Nếu giá trị của chuỗi tại thời điểm 𝑡 là </a:t>
                </a:r>
                <a14:m>
                  <m:oMath xmlns:m="http://schemas.openxmlformats.org/officeDocument/2006/math">
                    <m:sSub>
                      <m:sSubPr>
                        <m:ctrlPr>
                          <a:rPr lang="ar-AE" sz="3200" i="1">
                            <a:latin typeface="Cambria Math" panose="02040503050406030204" pitchFamily="18" charset="0"/>
                          </a:rPr>
                        </m:ctrlPr>
                      </m:sSubPr>
                      <m:e>
                        <m:r>
                          <m:rPr>
                            <m:nor/>
                          </m:rPr>
                          <a:rPr lang="en-US" sz="3200" b="0" i="1" smtClean="0">
                            <a:latin typeface="Times New Roman" panose="02020603050405020304" pitchFamily="18" charset="0"/>
                            <a:cs typeface="Times New Roman" panose="02020603050405020304" pitchFamily="18" charset="0"/>
                          </a:rPr>
                          <m:t>y</m:t>
                        </m:r>
                      </m:e>
                      <m:sub>
                        <m:r>
                          <m:rPr>
                            <m:nor/>
                          </m:rPr>
                          <a:rPr lang="en-US" sz="3200" b="0" i="1" smtClean="0">
                            <a:latin typeface="Times New Roman" panose="02020603050405020304" pitchFamily="18" charset="0"/>
                            <a:cs typeface="Times New Roman" panose="02020603050405020304" pitchFamily="18" charset="0"/>
                          </a:rPr>
                          <m:t>t</m:t>
                        </m:r>
                      </m:sub>
                    </m:sSub>
                  </m:oMath>
                </a14:m>
                <a:r>
                  <a:rPr lang="vi-VN" sz="3200">
                    <a:latin typeface="Times New Roman" panose="02020603050405020304" pitchFamily="18" charset="0"/>
                    <a:cs typeface="Times New Roman" panose="02020603050405020304" pitchFamily="18" charset="0"/>
                  </a:rPr>
                  <a:t>, và tại thời điểm </a:t>
                </a:r>
                <a:r>
                  <a:rPr lang="en-US" sz="3200" i="1">
                    <a:latin typeface="Times New Roman" panose="02020603050405020304" pitchFamily="18" charset="0"/>
                    <a:cs typeface="Times New Roman" panose="02020603050405020304" pitchFamily="18" charset="0"/>
                  </a:rPr>
                  <a:t>t - </a:t>
                </a:r>
                <a:r>
                  <a:rPr lang="vi-VN" sz="3200">
                    <a:latin typeface="Times New Roman" panose="02020603050405020304" pitchFamily="18" charset="0"/>
                    <a:cs typeface="Times New Roman" panose="02020603050405020304" pitchFamily="18" charset="0"/>
                  </a:rPr>
                  <a:t>𝑟 là </a:t>
                </a:r>
                <a14:m>
                  <m:oMath xmlns:m="http://schemas.openxmlformats.org/officeDocument/2006/math">
                    <m:sSub>
                      <m:sSubPr>
                        <m:ctrlPr>
                          <a:rPr lang="ar-AE" sz="3200" i="1">
                            <a:latin typeface="Cambria Math" panose="02040503050406030204" pitchFamily="18" charset="0"/>
                          </a:rPr>
                        </m:ctrlPr>
                      </m:sSubPr>
                      <m:e>
                        <m:r>
                          <m:rPr>
                            <m:nor/>
                          </m:rPr>
                          <a:rPr lang="en-US" sz="3200" i="1">
                            <a:latin typeface="Times New Roman" panose="02020603050405020304" pitchFamily="18" charset="0"/>
                            <a:cs typeface="Times New Roman" panose="02020603050405020304" pitchFamily="18" charset="0"/>
                          </a:rPr>
                          <m:t>y</m:t>
                        </m:r>
                      </m:e>
                      <m:sub>
                        <m:r>
                          <m:rPr>
                            <m:nor/>
                          </m:rPr>
                          <a:rPr lang="en-US" sz="3200" b="0" i="1" smtClean="0">
                            <a:latin typeface="Cambria Math" panose="02040503050406030204" pitchFamily="18" charset="0"/>
                            <a:cs typeface="Times New Roman" panose="02020603050405020304" pitchFamily="18" charset="0"/>
                          </a:rPr>
                          <m:t>t</m:t>
                        </m:r>
                        <m:r>
                          <m:rPr>
                            <m:nor/>
                          </m:rPr>
                          <a:rPr lang="en-US" sz="3200" b="0" i="1" smtClean="0">
                            <a:latin typeface="Cambria Math" panose="02040503050406030204" pitchFamily="18" charset="0"/>
                            <a:cs typeface="Times New Roman" panose="02020603050405020304" pitchFamily="18" charset="0"/>
                          </a:rPr>
                          <m:t>−</m:t>
                        </m:r>
                        <m:r>
                          <m:rPr>
                            <m:nor/>
                          </m:rPr>
                          <a:rPr lang="en-US" sz="3200" b="0" i="1" smtClean="0">
                            <a:latin typeface="Cambria Math" panose="02040503050406030204" pitchFamily="18" charset="0"/>
                            <a:cs typeface="Times New Roman" panose="02020603050405020304" pitchFamily="18" charset="0"/>
                          </a:rPr>
                          <m:t>r</m:t>
                        </m:r>
                      </m:sub>
                    </m:sSub>
                  </m:oMath>
                </a14:m>
                <a:r>
                  <a:rPr lang="vi-VN" sz="3200">
                    <a:latin typeface="Times New Roman" panose="02020603050405020304" pitchFamily="18" charset="0"/>
                    <a:cs typeface="Times New Roman" panose="02020603050405020304" pitchFamily="18" charset="0"/>
                  </a:rPr>
                  <a:t>, thì</a:t>
                </a: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toán tử dịch ngược B, được định nghĩa như sau:</a:t>
                </a:r>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42BAAE0C-F532-FA51-D9F1-6C9F4EC6ED7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r="-21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86D94E79-A886-73FD-47EA-F68367A0A7DF}"/>
              </a:ext>
            </a:extLst>
          </p:cNvPr>
          <p:cNvPicPr>
            <a:picLocks noChangeAspect="1"/>
          </p:cNvPicPr>
          <p:nvPr/>
        </p:nvPicPr>
        <p:blipFill>
          <a:blip r:embed="rId4"/>
          <a:stretch>
            <a:fillRect/>
          </a:stretch>
        </p:blipFill>
        <p:spPr>
          <a:xfrm>
            <a:off x="2895600" y="3680460"/>
            <a:ext cx="3762900" cy="2429214"/>
          </a:xfrm>
          <a:prstGeom prst="rect">
            <a:avLst/>
          </a:prstGeom>
        </p:spPr>
      </p:pic>
    </p:spTree>
    <p:extLst>
      <p:ext uri="{BB962C8B-B14F-4D97-AF65-F5344CB8AC3E}">
        <p14:creationId xmlns:p14="http://schemas.microsoft.com/office/powerpoint/2010/main" val="8287741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EB3E9-681C-46DE-6A5B-FBB78C1A4D5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EADD78B-D2A1-7D67-6CA4-92F408652CA7}"/>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DF866D07-8B86-E3C7-D846-AA02FA93EC2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Toán tử chuỗi thời gian</a:t>
            </a:r>
          </a:p>
          <a:p>
            <a:pPr marL="857250" lvl="1" indent="-457200">
              <a:buFont typeface="Arial" panose="020B0604020202020204" pitchFamily="34" charset="0"/>
              <a:buChar char="•"/>
            </a:pPr>
            <a:r>
              <a:rPr lang="vi-VN" sz="3200">
                <a:latin typeface="Times New Roman" panose="02020603050405020304" pitchFamily="18" charset="0"/>
                <a:cs typeface="Times New Roman" panose="02020603050405020304" pitchFamily="18" charset="0"/>
              </a:rPr>
              <a:t>Toán tử dịch ngược</a:t>
            </a:r>
            <a:r>
              <a:rPr lang="en-US" sz="32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(Backshift operator</a:t>
            </a:r>
            <a:r>
              <a:rPr lang="en-US" sz="3200">
                <a:latin typeface="Times New Roman" panose="02020603050405020304" pitchFamily="18" charset="0"/>
                <a:cs typeface="Times New Roman" panose="02020603050405020304" pitchFamily="18" charset="0"/>
              </a:rPr>
              <a:t>): </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Ví dụ:</a:t>
            </a:r>
          </a:p>
          <a:p>
            <a:pPr marL="13716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Ví dụ:</a:t>
            </a:r>
          </a:p>
        </p:txBody>
      </p:sp>
      <p:pic>
        <p:nvPicPr>
          <p:cNvPr id="4" name="Picture 3">
            <a:extLst>
              <a:ext uri="{FF2B5EF4-FFF2-40B4-BE49-F238E27FC236}">
                <a16:creationId xmlns:a16="http://schemas.microsoft.com/office/drawing/2014/main" id="{2BC94FB5-C011-8326-B510-73092045EFBA}"/>
              </a:ext>
            </a:extLst>
          </p:cNvPr>
          <p:cNvPicPr>
            <a:picLocks noChangeAspect="1"/>
          </p:cNvPicPr>
          <p:nvPr/>
        </p:nvPicPr>
        <p:blipFill>
          <a:blip r:embed="rId3"/>
          <a:stretch>
            <a:fillRect/>
          </a:stretch>
        </p:blipFill>
        <p:spPr>
          <a:xfrm>
            <a:off x="2667000" y="2286000"/>
            <a:ext cx="2247900" cy="438150"/>
          </a:xfrm>
          <a:prstGeom prst="rect">
            <a:avLst/>
          </a:prstGeom>
        </p:spPr>
      </p:pic>
      <p:pic>
        <p:nvPicPr>
          <p:cNvPr id="6" name="Picture 5">
            <a:extLst>
              <a:ext uri="{FF2B5EF4-FFF2-40B4-BE49-F238E27FC236}">
                <a16:creationId xmlns:a16="http://schemas.microsoft.com/office/drawing/2014/main" id="{81C1C5D6-F8FF-5D28-CB4D-0B9F689B7F26}"/>
              </a:ext>
            </a:extLst>
          </p:cNvPr>
          <p:cNvPicPr>
            <a:picLocks noChangeAspect="1"/>
          </p:cNvPicPr>
          <p:nvPr/>
        </p:nvPicPr>
        <p:blipFill>
          <a:blip r:embed="rId4"/>
          <a:stretch>
            <a:fillRect/>
          </a:stretch>
        </p:blipFill>
        <p:spPr>
          <a:xfrm>
            <a:off x="1447800" y="2724150"/>
            <a:ext cx="7600950" cy="542925"/>
          </a:xfrm>
          <a:prstGeom prst="rect">
            <a:avLst/>
          </a:prstGeom>
        </p:spPr>
      </p:pic>
      <p:pic>
        <p:nvPicPr>
          <p:cNvPr id="8" name="Picture 7">
            <a:extLst>
              <a:ext uri="{FF2B5EF4-FFF2-40B4-BE49-F238E27FC236}">
                <a16:creationId xmlns:a16="http://schemas.microsoft.com/office/drawing/2014/main" id="{DF4B57E0-9B57-CF7E-6DB1-3710341148CB}"/>
              </a:ext>
            </a:extLst>
          </p:cNvPr>
          <p:cNvPicPr>
            <a:picLocks noChangeAspect="1"/>
          </p:cNvPicPr>
          <p:nvPr/>
        </p:nvPicPr>
        <p:blipFill>
          <a:blip r:embed="rId5"/>
          <a:stretch>
            <a:fillRect/>
          </a:stretch>
        </p:blipFill>
        <p:spPr>
          <a:xfrm>
            <a:off x="2490787" y="3476625"/>
            <a:ext cx="4848225" cy="457200"/>
          </a:xfrm>
          <a:prstGeom prst="rect">
            <a:avLst/>
          </a:prstGeom>
        </p:spPr>
      </p:pic>
      <p:pic>
        <p:nvPicPr>
          <p:cNvPr id="10" name="Picture 9">
            <a:extLst>
              <a:ext uri="{FF2B5EF4-FFF2-40B4-BE49-F238E27FC236}">
                <a16:creationId xmlns:a16="http://schemas.microsoft.com/office/drawing/2014/main" id="{F162D0AF-6771-2E05-3AA3-DAE5E5D090A3}"/>
              </a:ext>
            </a:extLst>
          </p:cNvPr>
          <p:cNvPicPr>
            <a:picLocks noChangeAspect="1"/>
          </p:cNvPicPr>
          <p:nvPr/>
        </p:nvPicPr>
        <p:blipFill>
          <a:blip r:embed="rId6"/>
          <a:stretch>
            <a:fillRect/>
          </a:stretch>
        </p:blipFill>
        <p:spPr>
          <a:xfrm>
            <a:off x="2514600" y="4040187"/>
            <a:ext cx="5886450" cy="476250"/>
          </a:xfrm>
          <a:prstGeom prst="rect">
            <a:avLst/>
          </a:prstGeom>
        </p:spPr>
      </p:pic>
      <p:pic>
        <p:nvPicPr>
          <p:cNvPr id="12" name="Picture 11">
            <a:extLst>
              <a:ext uri="{FF2B5EF4-FFF2-40B4-BE49-F238E27FC236}">
                <a16:creationId xmlns:a16="http://schemas.microsoft.com/office/drawing/2014/main" id="{CFC8C4C3-B4C0-6C0B-379B-C1113A9F262D}"/>
              </a:ext>
            </a:extLst>
          </p:cNvPr>
          <p:cNvPicPr>
            <a:picLocks noChangeAspect="1"/>
          </p:cNvPicPr>
          <p:nvPr/>
        </p:nvPicPr>
        <p:blipFill>
          <a:blip r:embed="rId7"/>
          <a:stretch>
            <a:fillRect/>
          </a:stretch>
        </p:blipFill>
        <p:spPr>
          <a:xfrm>
            <a:off x="2551611" y="4662487"/>
            <a:ext cx="1876425" cy="390525"/>
          </a:xfrm>
          <a:prstGeom prst="rect">
            <a:avLst/>
          </a:prstGeom>
        </p:spPr>
      </p:pic>
      <p:pic>
        <p:nvPicPr>
          <p:cNvPr id="14" name="Picture 13">
            <a:extLst>
              <a:ext uri="{FF2B5EF4-FFF2-40B4-BE49-F238E27FC236}">
                <a16:creationId xmlns:a16="http://schemas.microsoft.com/office/drawing/2014/main" id="{9A6659A1-1B03-E5C0-9B4D-BE32047950BA}"/>
              </a:ext>
            </a:extLst>
          </p:cNvPr>
          <p:cNvPicPr>
            <a:picLocks noChangeAspect="1"/>
          </p:cNvPicPr>
          <p:nvPr/>
        </p:nvPicPr>
        <p:blipFill>
          <a:blip r:embed="rId8"/>
          <a:stretch>
            <a:fillRect/>
          </a:stretch>
        </p:blipFill>
        <p:spPr>
          <a:xfrm>
            <a:off x="3276601" y="5107781"/>
            <a:ext cx="4114800" cy="906796"/>
          </a:xfrm>
          <a:prstGeom prst="rect">
            <a:avLst/>
          </a:prstGeom>
        </p:spPr>
      </p:pic>
    </p:spTree>
    <p:extLst>
      <p:ext uri="{BB962C8B-B14F-4D97-AF65-F5344CB8AC3E}">
        <p14:creationId xmlns:p14="http://schemas.microsoft.com/office/powerpoint/2010/main" val="31553977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8CC2B-6361-E19E-6651-204606BD08E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906C5EE-8536-BC79-CAA5-094071EC333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E67494C4-6A3B-FDB0-DB3E-DC2C3DD34C5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Toán tử chuỗi thời gian</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Toán tử sai phân (Difference operator)</a:t>
                </a: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Nếu chúng ta có chuỗi thời gian </a:t>
                </a:r>
                <a14:m>
                  <m:oMath xmlns:m="http://schemas.openxmlformats.org/officeDocument/2006/math">
                    <m:sSub>
                      <m:sSubPr>
                        <m:ctrlPr>
                          <a:rPr lang="ar-AE" sz="2400" i="1">
                            <a:latin typeface="Cambria Math" panose="02040503050406030204" pitchFamily="18" charset="0"/>
                          </a:rPr>
                        </m:ctrlPr>
                      </m:sSubPr>
                      <m:e>
                        <m:r>
                          <m:rPr>
                            <m:nor/>
                          </m:rPr>
                          <a:rPr lang="en-US" sz="2400" i="1">
                            <a:latin typeface="Times New Roman" panose="02020603050405020304" pitchFamily="18" charset="0"/>
                            <a:cs typeface="Times New Roman" panose="02020603050405020304" pitchFamily="18" charset="0"/>
                          </a:rPr>
                          <m:t>y</m:t>
                        </m:r>
                      </m:e>
                      <m:sub>
                        <m:r>
                          <m:rPr>
                            <m:nor/>
                          </m:rPr>
                          <a:rPr lang="en-US" sz="2400" i="1">
                            <a:latin typeface="Times New Roman" panose="02020603050405020304" pitchFamily="18" charset="0"/>
                            <a:cs typeface="Times New Roman" panose="02020603050405020304" pitchFamily="18" charset="0"/>
                          </a:rPr>
                          <m:t>t</m:t>
                        </m:r>
                      </m:sub>
                    </m:sSub>
                  </m:oMath>
                </a14:m>
                <a:r>
                  <a:rPr lang="vi-VN" sz="2400">
                    <a:latin typeface="Times New Roman" panose="02020603050405020304" pitchFamily="18" charset="0"/>
                    <a:cs typeface="Times New Roman" panose="02020603050405020304" pitchFamily="18" charset="0"/>
                  </a:rPr>
                  <a:t>, thì toán tử </a:t>
                </a:r>
                <a:r>
                  <a:rPr lang="en-US" sz="2400">
                    <a:latin typeface="Times New Roman" panose="02020603050405020304" pitchFamily="18" charset="0"/>
                    <a:cs typeface="Times New Roman" panose="02020603050405020304" pitchFamily="18" charset="0"/>
                  </a:rPr>
                  <a:t>sai phân</a:t>
                </a:r>
                <a:r>
                  <a:rPr lang="vi-VN" sz="2400">
                    <a:latin typeface="Times New Roman" panose="02020603050405020304" pitchFamily="18" charset="0"/>
                    <a:cs typeface="Times New Roman" panose="02020603050405020304" pitchFamily="18" charset="0"/>
                  </a:rPr>
                  <a:t> được định nghĩa như sau:</a:t>
                </a:r>
                <a:endParaRPr lang="en-US" sz="24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E67494C4-6A3B-FDB0-DB3E-DC2C3DD34C5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6" name="Group 5">
            <a:extLst>
              <a:ext uri="{FF2B5EF4-FFF2-40B4-BE49-F238E27FC236}">
                <a16:creationId xmlns:a16="http://schemas.microsoft.com/office/drawing/2014/main" id="{F1C34001-EE21-025E-D1AB-15EB8D780D92}"/>
              </a:ext>
            </a:extLst>
          </p:cNvPr>
          <p:cNvGrpSpPr/>
          <p:nvPr/>
        </p:nvGrpSpPr>
        <p:grpSpPr>
          <a:xfrm>
            <a:off x="1676400" y="3124200"/>
            <a:ext cx="6105525" cy="2155507"/>
            <a:chOff x="1676400" y="3124200"/>
            <a:chExt cx="6105525" cy="2155507"/>
          </a:xfrm>
        </p:grpSpPr>
        <p:pic>
          <p:nvPicPr>
            <p:cNvPr id="3" name="Picture 2">
              <a:extLst>
                <a:ext uri="{FF2B5EF4-FFF2-40B4-BE49-F238E27FC236}">
                  <a16:creationId xmlns:a16="http://schemas.microsoft.com/office/drawing/2014/main" id="{4A1A1920-082E-C97A-48B5-C733F756A586}"/>
                </a:ext>
              </a:extLst>
            </p:cNvPr>
            <p:cNvPicPr>
              <a:picLocks noChangeAspect="1"/>
            </p:cNvPicPr>
            <p:nvPr/>
          </p:nvPicPr>
          <p:blipFill>
            <a:blip r:embed="rId4"/>
            <a:stretch>
              <a:fillRect/>
            </a:stretch>
          </p:blipFill>
          <p:spPr>
            <a:xfrm>
              <a:off x="1676400" y="3124200"/>
              <a:ext cx="6105525" cy="1800225"/>
            </a:xfrm>
            <a:prstGeom prst="rect">
              <a:avLst/>
            </a:prstGeom>
          </p:spPr>
        </p:pic>
        <p:pic>
          <p:nvPicPr>
            <p:cNvPr id="5" name="Picture 4">
              <a:extLst>
                <a:ext uri="{FF2B5EF4-FFF2-40B4-BE49-F238E27FC236}">
                  <a16:creationId xmlns:a16="http://schemas.microsoft.com/office/drawing/2014/main" id="{2FA71B53-1185-AE74-C38E-8895EE419B5A}"/>
                </a:ext>
              </a:extLst>
            </p:cNvPr>
            <p:cNvPicPr>
              <a:picLocks noChangeAspect="1"/>
            </p:cNvPicPr>
            <p:nvPr/>
          </p:nvPicPr>
          <p:blipFill>
            <a:blip r:embed="rId5"/>
            <a:stretch>
              <a:fillRect/>
            </a:stretch>
          </p:blipFill>
          <p:spPr>
            <a:xfrm>
              <a:off x="3171824" y="4803457"/>
              <a:ext cx="3114675" cy="476250"/>
            </a:xfrm>
            <a:prstGeom prst="rect">
              <a:avLst/>
            </a:prstGeom>
          </p:spPr>
        </p:pic>
      </p:grpSp>
    </p:spTree>
    <p:extLst>
      <p:ext uri="{BB962C8B-B14F-4D97-AF65-F5344CB8AC3E}">
        <p14:creationId xmlns:p14="http://schemas.microsoft.com/office/powerpoint/2010/main" val="40522097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B4106-09F5-23AB-0551-7D6397AA507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F5B8BCB-16AF-8985-F98A-6645DF701C1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B550006C-4B87-42B9-E8CF-70F348BAC63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Toán tử chuỗi thời gian</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Toán tử hiệu (Difference operator)</a:t>
            </a: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Mối quan hệ giữa phép dịch ngược và phép t</a:t>
            </a:r>
            <a:r>
              <a:rPr lang="en-US" sz="2400">
                <a:latin typeface="Times New Roman" panose="02020603050405020304" pitchFamily="18" charset="0"/>
                <a:cs typeface="Times New Roman" panose="02020603050405020304" pitchFamily="18" charset="0"/>
              </a:rPr>
              <a:t>ính sai phân </a:t>
            </a:r>
            <a:r>
              <a:rPr lang="vi-VN" sz="2400">
                <a:latin typeface="Times New Roman" panose="02020603050405020304" pitchFamily="18" charset="0"/>
                <a:cs typeface="Times New Roman" panose="02020603050405020304" pitchFamily="18" charset="0"/>
              </a:rPr>
              <a:t>có thể được ghi nhận từ mối quan hệ sau:</a:t>
            </a:r>
            <a:endParaRPr lang="en-US" sz="24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9CF7E4A-58C1-746C-6825-312F1CB64609}"/>
              </a:ext>
            </a:extLst>
          </p:cNvPr>
          <p:cNvPicPr>
            <a:picLocks noChangeAspect="1"/>
          </p:cNvPicPr>
          <p:nvPr/>
        </p:nvPicPr>
        <p:blipFill>
          <a:blip r:embed="rId3"/>
          <a:stretch>
            <a:fillRect/>
          </a:stretch>
        </p:blipFill>
        <p:spPr>
          <a:xfrm>
            <a:off x="3581400" y="2895600"/>
            <a:ext cx="1781175" cy="447675"/>
          </a:xfrm>
          <a:prstGeom prst="rect">
            <a:avLst/>
          </a:prstGeom>
        </p:spPr>
      </p:pic>
      <p:pic>
        <p:nvPicPr>
          <p:cNvPr id="8" name="Picture 7">
            <a:extLst>
              <a:ext uri="{FF2B5EF4-FFF2-40B4-BE49-F238E27FC236}">
                <a16:creationId xmlns:a16="http://schemas.microsoft.com/office/drawing/2014/main" id="{BEE8EF56-D423-6CFC-346A-EAA9F4C31698}"/>
              </a:ext>
            </a:extLst>
          </p:cNvPr>
          <p:cNvPicPr>
            <a:picLocks noChangeAspect="1"/>
          </p:cNvPicPr>
          <p:nvPr/>
        </p:nvPicPr>
        <p:blipFill>
          <a:blip r:embed="rId4"/>
          <a:stretch>
            <a:fillRect/>
          </a:stretch>
        </p:blipFill>
        <p:spPr>
          <a:xfrm>
            <a:off x="2819400" y="3695700"/>
            <a:ext cx="3105150" cy="466725"/>
          </a:xfrm>
          <a:prstGeom prst="rect">
            <a:avLst/>
          </a:prstGeom>
        </p:spPr>
      </p:pic>
      <p:pic>
        <p:nvPicPr>
          <p:cNvPr id="10" name="Picture 9">
            <a:extLst>
              <a:ext uri="{FF2B5EF4-FFF2-40B4-BE49-F238E27FC236}">
                <a16:creationId xmlns:a16="http://schemas.microsoft.com/office/drawing/2014/main" id="{391F44B5-C3B3-D69F-8C72-04640FCB2EB7}"/>
              </a:ext>
            </a:extLst>
          </p:cNvPr>
          <p:cNvPicPr>
            <a:picLocks noChangeAspect="1"/>
          </p:cNvPicPr>
          <p:nvPr/>
        </p:nvPicPr>
        <p:blipFill>
          <a:blip r:embed="rId5"/>
          <a:stretch>
            <a:fillRect/>
          </a:stretch>
        </p:blipFill>
        <p:spPr>
          <a:xfrm>
            <a:off x="2819400" y="4463687"/>
            <a:ext cx="3857625" cy="1695450"/>
          </a:xfrm>
          <a:prstGeom prst="rect">
            <a:avLst/>
          </a:prstGeom>
        </p:spPr>
      </p:pic>
    </p:spTree>
    <p:extLst>
      <p:ext uri="{BB962C8B-B14F-4D97-AF65-F5344CB8AC3E}">
        <p14:creationId xmlns:p14="http://schemas.microsoft.com/office/powerpoint/2010/main" val="9789118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D760-92C3-4C18-7178-07453F13FB0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86D4865-F400-5460-4E5C-FD9179F041EF}"/>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C6B547C8-EB82-BA9E-500D-6CD84CC916C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Trong nhiều ứng dụng, chuỗi thời gian thường</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không dừng</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ở giá trị trung bình, khi đó chúng ta thấy mức độ của chuỗi hoặc tang</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hoặc giảm theo thời gian. </a:t>
            </a:r>
            <a:endParaRPr lang="en-US"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hoặc, </a:t>
            </a:r>
            <a:r>
              <a:rPr lang="vi-VN" sz="2400">
                <a:latin typeface="Times New Roman" panose="02020603050405020304" pitchFamily="18" charset="0"/>
                <a:cs typeface="Times New Roman" panose="02020603050405020304" pitchFamily="18" charset="0"/>
              </a:rPr>
              <a:t>có phương sai thay đổi theo thời gian, </a:t>
            </a:r>
            <a:endParaRPr lang="en-US"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hoặc,</a:t>
            </a:r>
            <a:r>
              <a:rPr lang="vi-VN" sz="2400">
                <a:latin typeface="Times New Roman" panose="02020603050405020304" pitchFamily="18" charset="0"/>
                <a:cs typeface="Times New Roman" panose="02020603050405020304" pitchFamily="18" charset="0"/>
              </a:rPr>
              <a:t> có thể tồn tại cả hai</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dạng không dừng trong một chuỗi thời gian. </a:t>
            </a:r>
            <a:endParaRPr lang="en-US" sz="2400">
              <a:latin typeface="Times New Roman" panose="02020603050405020304" pitchFamily="18" charset="0"/>
              <a:cs typeface="Times New Roman" panose="02020603050405020304" pitchFamily="18" charset="0"/>
            </a:endParaRPr>
          </a:p>
          <a:p>
            <a:pPr marL="800100" lvl="2" indent="0"/>
            <a:r>
              <a:rPr lang="vi-VN" sz="2800">
                <a:latin typeface="Times New Roman" panose="02020603050405020304" pitchFamily="18" charset="0"/>
                <a:cs typeface="Times New Roman" panose="02020603050405020304" pitchFamily="18" charset="0"/>
              </a:rPr>
              <a:t>Tuy nhiên, may mắn thay,</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trong nhiều trường hợp, có thể biến đổi chuỗi thời gian thànhchuỗi dừng thông qua các phép biến đổi đơn giản. Trong trường hợp này, chúng ta</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gọi chuỗi thời gian là chuỗi thời gian dừng đồng nhất.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9766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72E38-3995-64FE-C46D-8B7F94151DC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78DD4C6-9E6F-91BC-15A6-4D940312F0E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BC1AC9FA-0A93-DE74-187B-F2385A1158D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Trong phần tiếp theo, chúng t</a:t>
            </a:r>
            <a:r>
              <a:rPr lang="en-US" sz="2800">
                <a:latin typeface="Times New Roman" panose="02020603050405020304" pitchFamily="18" charset="0"/>
                <a:cs typeface="Times New Roman" panose="02020603050405020304" pitchFamily="18" charset="0"/>
              </a:rPr>
              <a:t>a</a:t>
            </a:r>
            <a:r>
              <a:rPr lang="vi-VN" sz="2800">
                <a:latin typeface="Times New Roman" panose="02020603050405020304" pitchFamily="18" charset="0"/>
                <a:cs typeface="Times New Roman" panose="02020603050405020304" pitchFamily="18" charset="0"/>
              </a:rPr>
              <a:t> sẽ làm sáng tỏ một số phép biến đổi toán học quan trọng nhất được sử dụng để biến đổi các mô hình ngẫu nhiên không dừng thành các mô hình dừng.</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Sự khác biệt của chuỗi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Các phép biến đổi ổn định phương sai</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43333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4B20-FC68-D2C9-BC5E-B37615299B1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69D4E5B-F333-F357-DF50-F8E998C00C0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1568D281-4DA2-88DD-D1BD-65ACD723F29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Sự khác biệt của chuỗi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Nếu chuỗi thời gian quan sát được </a:t>
                </a:r>
                <a14:m>
                  <m:oMath xmlns:m="http://schemas.openxmlformats.org/officeDocument/2006/math">
                    <m:sSub>
                      <m:sSubPr>
                        <m:ctrlPr>
                          <a:rPr lang="ar-AE" sz="2400" i="1">
                            <a:latin typeface="Cambria Math" panose="02040503050406030204" pitchFamily="18" charset="0"/>
                          </a:rPr>
                        </m:ctrlPr>
                      </m:sSubPr>
                      <m:e>
                        <m:r>
                          <m:rPr>
                            <m:nor/>
                          </m:rPr>
                          <a:rPr lang="en-US" sz="2400" i="1">
                            <a:latin typeface="Times New Roman" panose="02020603050405020304" pitchFamily="18" charset="0"/>
                            <a:cs typeface="Times New Roman" panose="02020603050405020304" pitchFamily="18" charset="0"/>
                          </a:rPr>
                          <m:t>y</m:t>
                        </m:r>
                      </m:e>
                      <m:sub>
                        <m:r>
                          <m:rPr>
                            <m:nor/>
                          </m:rPr>
                          <a:rPr lang="en-US" sz="2400" i="1">
                            <a:latin typeface="Times New Roman" panose="02020603050405020304" pitchFamily="18" charset="0"/>
                            <a:cs typeface="Times New Roman" panose="02020603050405020304" pitchFamily="18" charset="0"/>
                          </a:rPr>
                          <m:t>t</m:t>
                        </m:r>
                      </m:sub>
                    </m:sSub>
                  </m:oMath>
                </a14:m>
                <a:r>
                  <a:rPr lang="vi-VN" sz="2400">
                    <a:latin typeface="Times New Roman" panose="02020603050405020304" pitchFamily="18" charset="0"/>
                    <a:cs typeface="Times New Roman" panose="02020603050405020304" pitchFamily="18" charset="0"/>
                  </a:rPr>
                  <a:t> cho thấy một số thành phần xu hướng </a:t>
                </a:r>
                <a:r>
                  <a:rPr lang="en-US" sz="2400">
                    <a:latin typeface="Times New Roman" panose="02020603050405020304" pitchFamily="18" charset="0"/>
                    <a:cs typeface="Times New Roman" panose="02020603050405020304" pitchFamily="18" charset="0"/>
                  </a:rPr>
                  <a:t>(trend) (</a:t>
                </a:r>
                <a:r>
                  <a:rPr lang="vi-VN" sz="2400">
                    <a:latin typeface="Times New Roman" panose="02020603050405020304" pitchFamily="18" charset="0"/>
                    <a:cs typeface="Times New Roman" panose="02020603050405020304" pitchFamily="18" charset="0"/>
                  </a:rPr>
                  <a:t>có tính xác định hoặc ngẫu nhiên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thì việc lấy sai phân bậc nhất của </a:t>
                </a:r>
                <a14:m>
                  <m:oMath xmlns:m="http://schemas.openxmlformats.org/officeDocument/2006/math">
                    <m:sSub>
                      <m:sSubPr>
                        <m:ctrlPr>
                          <a:rPr lang="ar-AE" sz="2400" i="1">
                            <a:latin typeface="Cambria Math" panose="02040503050406030204" pitchFamily="18" charset="0"/>
                          </a:rPr>
                        </m:ctrlPr>
                      </m:sSubPr>
                      <m:e>
                        <m:r>
                          <m:rPr>
                            <m:nor/>
                          </m:rPr>
                          <a:rPr lang="en-US" sz="2400" i="1">
                            <a:latin typeface="Times New Roman" panose="02020603050405020304" pitchFamily="18" charset="0"/>
                            <a:cs typeface="Times New Roman" panose="02020603050405020304" pitchFamily="18" charset="0"/>
                          </a:rPr>
                          <m:t>y</m:t>
                        </m:r>
                      </m:e>
                      <m:sub>
                        <m:r>
                          <m:rPr>
                            <m:nor/>
                          </m:rPr>
                          <a:rPr lang="en-US" sz="2400" i="1">
                            <a:latin typeface="Times New Roman" panose="02020603050405020304" pitchFamily="18" charset="0"/>
                            <a:cs typeface="Times New Roman" panose="02020603050405020304" pitchFamily="18" charset="0"/>
                          </a:rPr>
                          <m:t>t</m:t>
                        </m:r>
                      </m:sub>
                    </m:sSub>
                    <m:r>
                      <a:rPr lang="en-US" sz="2400" i="1">
                        <a:latin typeface="Cambria Math" panose="02040503050406030204" pitchFamily="18" charset="0"/>
                        <a:cs typeface="Times New Roman" panose="02020603050405020304" pitchFamily="18" charset="0"/>
                      </a:rPr>
                      <m:t> </m:t>
                    </m:r>
                  </m:oMath>
                </a14:m>
                <a:r>
                  <a:rPr lang="vi-VN" sz="2400">
                    <a:latin typeface="Times New Roman" panose="02020603050405020304" pitchFamily="18" charset="0"/>
                    <a:cs typeface="Times New Roman" panose="02020603050405020304" pitchFamily="18" charset="0"/>
                  </a:rPr>
                  <a:t>thường thành công trong việc biến đổi chuỗi thành chuỗi dừng</a:t>
                </a: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1568D281-4DA2-88DD-D1BD-65ACD723F29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r="-8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D2E16DBD-5EA4-C2BA-D32B-3F993EA6CB20}"/>
              </a:ext>
            </a:extLst>
          </p:cNvPr>
          <p:cNvPicPr>
            <a:picLocks noChangeAspect="1"/>
          </p:cNvPicPr>
          <p:nvPr/>
        </p:nvPicPr>
        <p:blipFill>
          <a:blip r:embed="rId4"/>
          <a:stretch>
            <a:fillRect/>
          </a:stretch>
        </p:blipFill>
        <p:spPr>
          <a:xfrm>
            <a:off x="2957512" y="3658689"/>
            <a:ext cx="3209925" cy="495300"/>
          </a:xfrm>
          <a:prstGeom prst="rect">
            <a:avLst/>
          </a:prstGeom>
        </p:spPr>
      </p:pic>
    </p:spTree>
    <p:extLst>
      <p:ext uri="{BB962C8B-B14F-4D97-AF65-F5344CB8AC3E}">
        <p14:creationId xmlns:p14="http://schemas.microsoft.com/office/powerpoint/2010/main" val="39944438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16415-6642-44EC-9385-1B00201B3CE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55A5E94-0BEC-085B-ABED-8B164E3F2056}"/>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6A4E228A-2578-C7DF-D139-BF4C0B6A8F3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Sự khác biệt của chuỗi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Ví dụ</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Nếu chuỗi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i="1">
                            <a:latin typeface="Cambria Math" panose="02040503050406030204" pitchFamily="18" charset="0"/>
                          </a:rPr>
                          <m:t>𝑡</m:t>
                        </m:r>
                      </m:sub>
                    </m:sSub>
                  </m:oMath>
                </a14:m>
                <a:r>
                  <a:rPr lang="vi-VN" sz="2400">
                    <a:latin typeface="Times New Roman" panose="02020603050405020304" pitchFamily="18" charset="0"/>
                    <a:cs typeface="Times New Roman" panose="02020603050405020304" pitchFamily="18" charset="0"/>
                  </a:rPr>
                  <a:t> tuân theo mô hình sau:</a:t>
                </a:r>
                <a:endParaRPr lang="en-US"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32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m:t>
                        </m:r>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b="0" i="0" smtClean="0">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không phải một chuỗi dừng</a:t>
                </a:r>
              </a:p>
              <a:p>
                <a:pPr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Biến đổi</a:t>
                </a:r>
              </a:p>
              <a:p>
                <a:pPr marL="12573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6A4E228A-2578-C7DF-D139-BF4C0B6A8F3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48857E61-7143-4728-75E8-22B8BE890072}"/>
              </a:ext>
            </a:extLst>
          </p:cNvPr>
          <p:cNvPicPr>
            <a:picLocks noChangeAspect="1"/>
          </p:cNvPicPr>
          <p:nvPr/>
        </p:nvPicPr>
        <p:blipFill>
          <a:blip r:embed="rId4"/>
          <a:stretch>
            <a:fillRect/>
          </a:stretch>
        </p:blipFill>
        <p:spPr>
          <a:xfrm>
            <a:off x="3401787" y="2509430"/>
            <a:ext cx="2247900" cy="476250"/>
          </a:xfrm>
          <a:prstGeom prst="rect">
            <a:avLst/>
          </a:prstGeom>
        </p:spPr>
      </p:pic>
      <p:pic>
        <p:nvPicPr>
          <p:cNvPr id="7" name="Picture 6">
            <a:extLst>
              <a:ext uri="{FF2B5EF4-FFF2-40B4-BE49-F238E27FC236}">
                <a16:creationId xmlns:a16="http://schemas.microsoft.com/office/drawing/2014/main" id="{E81B3480-D09B-1948-A5D1-B63623A54220}"/>
              </a:ext>
            </a:extLst>
          </p:cNvPr>
          <p:cNvPicPr>
            <a:picLocks noChangeAspect="1"/>
          </p:cNvPicPr>
          <p:nvPr/>
        </p:nvPicPr>
        <p:blipFill>
          <a:blip r:embed="rId5"/>
          <a:stretch>
            <a:fillRect/>
          </a:stretch>
        </p:blipFill>
        <p:spPr>
          <a:xfrm>
            <a:off x="3124200" y="3429000"/>
            <a:ext cx="2649312" cy="413706"/>
          </a:xfrm>
          <a:prstGeom prst="rect">
            <a:avLst/>
          </a:prstGeom>
        </p:spPr>
      </p:pic>
      <p:pic>
        <p:nvPicPr>
          <p:cNvPr id="11" name="Picture 10">
            <a:extLst>
              <a:ext uri="{FF2B5EF4-FFF2-40B4-BE49-F238E27FC236}">
                <a16:creationId xmlns:a16="http://schemas.microsoft.com/office/drawing/2014/main" id="{1927D90C-4537-D7F3-8715-AFCAAC2002BB}"/>
              </a:ext>
            </a:extLst>
          </p:cNvPr>
          <p:cNvPicPr>
            <a:picLocks noChangeAspect="1"/>
          </p:cNvPicPr>
          <p:nvPr/>
        </p:nvPicPr>
        <p:blipFill>
          <a:blip r:embed="rId6"/>
          <a:stretch>
            <a:fillRect/>
          </a:stretch>
        </p:blipFill>
        <p:spPr>
          <a:xfrm>
            <a:off x="1671372" y="3837737"/>
            <a:ext cx="6199790" cy="429280"/>
          </a:xfrm>
          <a:prstGeom prst="rect">
            <a:avLst/>
          </a:prstGeom>
        </p:spPr>
      </p:pic>
      <p:pic>
        <p:nvPicPr>
          <p:cNvPr id="13" name="Picture 12">
            <a:extLst>
              <a:ext uri="{FF2B5EF4-FFF2-40B4-BE49-F238E27FC236}">
                <a16:creationId xmlns:a16="http://schemas.microsoft.com/office/drawing/2014/main" id="{41EB5FCD-C797-9ACD-5573-1EC0F8787A5F}"/>
              </a:ext>
            </a:extLst>
          </p:cNvPr>
          <p:cNvPicPr>
            <a:picLocks noChangeAspect="1"/>
          </p:cNvPicPr>
          <p:nvPr/>
        </p:nvPicPr>
        <p:blipFill>
          <a:blip r:embed="rId7"/>
          <a:stretch>
            <a:fillRect/>
          </a:stretch>
        </p:blipFill>
        <p:spPr>
          <a:xfrm>
            <a:off x="2788513" y="5150224"/>
            <a:ext cx="2909245" cy="488575"/>
          </a:xfrm>
          <a:prstGeom prst="rect">
            <a:avLst/>
          </a:prstGeom>
        </p:spPr>
      </p:pic>
      <p:pic>
        <p:nvPicPr>
          <p:cNvPr id="15" name="Picture 14">
            <a:extLst>
              <a:ext uri="{FF2B5EF4-FFF2-40B4-BE49-F238E27FC236}">
                <a16:creationId xmlns:a16="http://schemas.microsoft.com/office/drawing/2014/main" id="{5C4B2E81-977F-A93D-CB9E-BD61F72EE241}"/>
              </a:ext>
            </a:extLst>
          </p:cNvPr>
          <p:cNvPicPr>
            <a:picLocks noChangeAspect="1"/>
          </p:cNvPicPr>
          <p:nvPr/>
        </p:nvPicPr>
        <p:blipFill>
          <a:blip r:embed="rId8"/>
          <a:stretch>
            <a:fillRect/>
          </a:stretch>
        </p:blipFill>
        <p:spPr>
          <a:xfrm>
            <a:off x="2825525" y="4265450"/>
            <a:ext cx="2947988" cy="445914"/>
          </a:xfrm>
          <a:prstGeom prst="rect">
            <a:avLst/>
          </a:prstGeom>
        </p:spPr>
      </p:pic>
      <p:pic>
        <p:nvPicPr>
          <p:cNvPr id="17" name="Picture 16">
            <a:extLst>
              <a:ext uri="{FF2B5EF4-FFF2-40B4-BE49-F238E27FC236}">
                <a16:creationId xmlns:a16="http://schemas.microsoft.com/office/drawing/2014/main" id="{ED812796-9711-B443-7695-C49FD6B1D2B8}"/>
              </a:ext>
            </a:extLst>
          </p:cNvPr>
          <p:cNvPicPr>
            <a:picLocks noChangeAspect="1"/>
          </p:cNvPicPr>
          <p:nvPr/>
        </p:nvPicPr>
        <p:blipFill>
          <a:blip r:embed="rId9"/>
          <a:stretch>
            <a:fillRect/>
          </a:stretch>
        </p:blipFill>
        <p:spPr>
          <a:xfrm>
            <a:off x="5706467" y="5134108"/>
            <a:ext cx="752475" cy="514350"/>
          </a:xfrm>
          <a:prstGeom prst="rect">
            <a:avLst/>
          </a:prstGeom>
        </p:spPr>
      </p:pic>
    </p:spTree>
    <p:extLst>
      <p:ext uri="{BB962C8B-B14F-4D97-AF65-F5344CB8AC3E}">
        <p14:creationId xmlns:p14="http://schemas.microsoft.com/office/powerpoint/2010/main" val="30950368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05E23-0BF5-890C-53BA-79E57A21CB6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C16BA47-DA94-8A47-3331-A4DE651140A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E72947B0-97CF-FA11-31D7-BFDAEE15AFAF}"/>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Sự khác biệt của chuỗi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Ví dụ</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Nếu chuỗi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𝑦</m:t>
                        </m:r>
                      </m:e>
                      <m:sub>
                        <m:r>
                          <a:rPr lang="en-US" sz="2400" i="1">
                            <a:latin typeface="Cambria Math" panose="02040503050406030204" pitchFamily="18" charset="0"/>
                          </a:rPr>
                          <m:t>𝑡</m:t>
                        </m:r>
                      </m:sub>
                    </m:sSub>
                  </m:oMath>
                </a14:m>
                <a:r>
                  <a:rPr lang="vi-VN" sz="2400">
                    <a:latin typeface="Times New Roman" panose="02020603050405020304" pitchFamily="18" charset="0"/>
                    <a:cs typeface="Times New Roman" panose="02020603050405020304" pitchFamily="18" charset="0"/>
                  </a:rPr>
                  <a:t> tuân theo mô hình sau:</a:t>
                </a:r>
                <a:endParaRPr lang="en-US"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3200">
                  <a:latin typeface="Times New Roman" panose="02020603050405020304" pitchFamily="18" charset="0"/>
                  <a:cs typeface="Times New Roman" panose="02020603050405020304" pitchFamily="18" charset="0"/>
                </a:endParaRPr>
              </a:p>
              <a:p>
                <a:pPr marL="800100" lvl="2" indent="0"/>
                <a:r>
                  <a:rPr lang="en-US" sz="2400">
                    <a:latin typeface="Times New Roman" panose="02020603050405020304" pitchFamily="18" charset="0"/>
                    <a:cs typeface="Times New Roman" panose="02020603050405020304" pitchFamily="18" charset="0"/>
                  </a:rPr>
                  <a:t>với </a:t>
                </a:r>
                <a:r>
                  <a:rPr lang="vi-VN" sz="2400">
                    <a:latin typeface="Times New Roman" panose="02020603050405020304" pitchFamily="18" charset="0"/>
                    <a:cs typeface="Times New Roman" panose="02020603050405020304" pitchFamily="18" charset="0"/>
                  </a:rPr>
                  <a:t>𝑡 = 1,2</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 𝑛</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Trong đó {</a:t>
                </a: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𝑊</m:t>
                        </m:r>
                      </m:e>
                      <m:sub>
                        <m:r>
                          <a:rPr lang="en-US" sz="2400" i="1">
                            <a:latin typeface="Cambria Math" panose="02040503050406030204" pitchFamily="18" charset="0"/>
                          </a:rPr>
                          <m:t>𝑡</m:t>
                        </m:r>
                      </m:sub>
                    </m:sSub>
                  </m:oMath>
                </a14:m>
                <a:r>
                  <a:rPr lang="vi-VN" sz="2400">
                    <a:latin typeface="Times New Roman" panose="02020603050405020304" pitchFamily="18" charset="0"/>
                    <a:cs typeface="Times New Roman" panose="02020603050405020304" pitchFamily="18" charset="0"/>
                  </a:rPr>
                  <a:t>} là một quá trình dừng có trung bình 𝜇, phương sai </a:t>
                </a:r>
                <a14:m>
                  <m:oMath xmlns:m="http://schemas.openxmlformats.org/officeDocument/2006/math">
                    <m:sSup>
                      <m:sSup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i="1">
                            <a:latin typeface="Cambria Math" panose="02040503050406030204" pitchFamily="18" charset="0"/>
                            <a:ea typeface="Cambria Math" panose="02040503050406030204" pitchFamily="18" charset="0"/>
                            <a:cs typeface="Times New Roman" panose="02020603050405020304" pitchFamily="18" charset="0"/>
                          </a:rPr>
                          <m:t>𝜎</m:t>
                        </m:r>
                      </m:e>
                      <m:sup>
                        <m:r>
                          <a:rPr lang="en-US" sz="2400" i="1">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và hàm hiệp phương sai</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m:rPr>
                            <m:nor/>
                          </m:rPr>
                          <a:rPr lang="vi-VN" sz="2400">
                            <a:latin typeface="Times New Roman" panose="02020603050405020304" pitchFamily="18" charset="0"/>
                            <a:cs typeface="Times New Roman" panose="02020603050405020304" pitchFamily="18" charset="0"/>
                          </a:rPr>
                          <m:t>𝛾</m:t>
                        </m:r>
                      </m:e>
                      <m:sub>
                        <m:r>
                          <m:rPr>
                            <m:nor/>
                          </m:rPr>
                          <a:rPr lang="vi-VN" sz="2400">
                            <a:latin typeface="Times New Roman" panose="02020603050405020304" pitchFamily="18" charset="0"/>
                            <a:cs typeface="Times New Roman" panose="02020603050405020304" pitchFamily="18" charset="0"/>
                          </a:rPr>
                          <m:t>𝑘</m:t>
                        </m:r>
                      </m:sub>
                    </m:sSub>
                  </m:oMath>
                </a14:m>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14:m>
                  <m:oMath xmlns:m="http://schemas.openxmlformats.org/officeDocument/2006/math">
                    <m:sSub>
                      <m:sSubPr>
                        <m:ctrlPr>
                          <a:rPr lang="ar-AE" sz="2400" i="1">
                            <a:latin typeface="Cambria Math" panose="02040503050406030204" pitchFamily="18" charset="0"/>
                          </a:rPr>
                        </m:ctrlPr>
                      </m:sSubPr>
                      <m:e>
                        <m:r>
                          <a:rPr lang="en-US" sz="2400" b="0" i="1" smtClean="0">
                            <a:latin typeface="Cambria Math" panose="02040503050406030204" pitchFamily="18" charset="0"/>
                          </a:rPr>
                          <m:t>{</m:t>
                        </m:r>
                        <m:r>
                          <a:rPr lang="en-US" sz="2400" i="1">
                            <a:latin typeface="Cambria Math" panose="02040503050406030204" pitchFamily="18" charset="0"/>
                          </a:rPr>
                          <m:t>𝑦</m:t>
                        </m:r>
                      </m:e>
                      <m:sub>
                        <m:r>
                          <a:rPr lang="en-US" sz="2400" i="1">
                            <a:latin typeface="Cambria Math" panose="02040503050406030204" pitchFamily="18" charset="0"/>
                          </a:rPr>
                          <m:t>𝑡</m:t>
                        </m:r>
                      </m:sub>
                    </m:sSub>
                    <m:r>
                      <a:rPr lang="en-US" sz="2400" b="0" i="0" smtClean="0">
                        <a:latin typeface="Cambria Math" panose="02040503050406030204" pitchFamily="18" charset="0"/>
                      </a:rPr>
                      <m:t>}</m:t>
                    </m:r>
                  </m:oMath>
                </a14:m>
                <a:r>
                  <a:rPr lang="en-US" sz="2400">
                    <a:latin typeface="Times New Roman" panose="02020603050405020304" pitchFamily="18" charset="0"/>
                    <a:cs typeface="Times New Roman" panose="02020603050405020304" pitchFamily="18" charset="0"/>
                  </a:rPr>
                  <a:t> không phải một chuỗi dừng</a:t>
                </a:r>
              </a:p>
              <a:p>
                <a:pPr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Biến đổi</a:t>
                </a:r>
              </a:p>
              <a:p>
                <a:pPr marL="12573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E72947B0-97CF-FA11-31D7-BFDAEE15AFAF}"/>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4" name="Picture 3">
            <a:extLst>
              <a:ext uri="{FF2B5EF4-FFF2-40B4-BE49-F238E27FC236}">
                <a16:creationId xmlns:a16="http://schemas.microsoft.com/office/drawing/2014/main" id="{2901FD3B-C547-EB71-F576-E64071BE4DB4}"/>
              </a:ext>
            </a:extLst>
          </p:cNvPr>
          <p:cNvPicPr>
            <a:picLocks noChangeAspect="1"/>
          </p:cNvPicPr>
          <p:nvPr/>
        </p:nvPicPr>
        <p:blipFill>
          <a:blip r:embed="rId4"/>
          <a:stretch>
            <a:fillRect/>
          </a:stretch>
        </p:blipFill>
        <p:spPr>
          <a:xfrm>
            <a:off x="3095625" y="2590800"/>
            <a:ext cx="2466975" cy="358109"/>
          </a:xfrm>
          <a:prstGeom prst="rect">
            <a:avLst/>
          </a:prstGeom>
        </p:spPr>
      </p:pic>
      <p:pic>
        <p:nvPicPr>
          <p:cNvPr id="6" name="Picture 5">
            <a:extLst>
              <a:ext uri="{FF2B5EF4-FFF2-40B4-BE49-F238E27FC236}">
                <a16:creationId xmlns:a16="http://schemas.microsoft.com/office/drawing/2014/main" id="{E46A2C76-1EE6-6F1C-B656-616EEC8F0C03}"/>
              </a:ext>
            </a:extLst>
          </p:cNvPr>
          <p:cNvPicPr>
            <a:picLocks noChangeAspect="1"/>
          </p:cNvPicPr>
          <p:nvPr/>
        </p:nvPicPr>
        <p:blipFill>
          <a:blip r:embed="rId5"/>
          <a:stretch>
            <a:fillRect/>
          </a:stretch>
        </p:blipFill>
        <p:spPr>
          <a:xfrm>
            <a:off x="2881313" y="4267201"/>
            <a:ext cx="2757488" cy="414014"/>
          </a:xfrm>
          <a:prstGeom prst="rect">
            <a:avLst/>
          </a:prstGeom>
        </p:spPr>
      </p:pic>
      <p:pic>
        <p:nvPicPr>
          <p:cNvPr id="8" name="Picture 7">
            <a:extLst>
              <a:ext uri="{FF2B5EF4-FFF2-40B4-BE49-F238E27FC236}">
                <a16:creationId xmlns:a16="http://schemas.microsoft.com/office/drawing/2014/main" id="{4C2D007F-981E-FDBB-72F0-81622AD89D7E}"/>
              </a:ext>
            </a:extLst>
          </p:cNvPr>
          <p:cNvPicPr>
            <a:picLocks noChangeAspect="1"/>
          </p:cNvPicPr>
          <p:nvPr/>
        </p:nvPicPr>
        <p:blipFill>
          <a:blip r:embed="rId6"/>
          <a:stretch>
            <a:fillRect/>
          </a:stretch>
        </p:blipFill>
        <p:spPr>
          <a:xfrm>
            <a:off x="2895600" y="4947914"/>
            <a:ext cx="6199790" cy="838200"/>
          </a:xfrm>
          <a:prstGeom prst="rect">
            <a:avLst/>
          </a:prstGeom>
        </p:spPr>
      </p:pic>
      <p:pic>
        <p:nvPicPr>
          <p:cNvPr id="10" name="Picture 9">
            <a:extLst>
              <a:ext uri="{FF2B5EF4-FFF2-40B4-BE49-F238E27FC236}">
                <a16:creationId xmlns:a16="http://schemas.microsoft.com/office/drawing/2014/main" id="{E921F3D3-374E-D883-B209-B4ABF78235EB}"/>
              </a:ext>
            </a:extLst>
          </p:cNvPr>
          <p:cNvPicPr>
            <a:picLocks noChangeAspect="1"/>
          </p:cNvPicPr>
          <p:nvPr/>
        </p:nvPicPr>
        <p:blipFill>
          <a:blip r:embed="rId7"/>
          <a:stretch>
            <a:fillRect/>
          </a:stretch>
        </p:blipFill>
        <p:spPr>
          <a:xfrm>
            <a:off x="3962400" y="5796719"/>
            <a:ext cx="2209800" cy="400382"/>
          </a:xfrm>
          <a:prstGeom prst="rect">
            <a:avLst/>
          </a:prstGeom>
        </p:spPr>
      </p:pic>
    </p:spTree>
    <p:extLst>
      <p:ext uri="{BB962C8B-B14F-4D97-AF65-F5344CB8AC3E}">
        <p14:creationId xmlns:p14="http://schemas.microsoft.com/office/powerpoint/2010/main" val="33973580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8B45-6050-DC7E-1DD3-A42D42E7E73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67A024D-032D-E2E6-586F-B2DC8114C52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5FABAAA4-15F4-CEBC-E463-E902D9C36D7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Sự khác biệt của chuỗi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Ví dụ</a:t>
            </a:r>
            <a:r>
              <a:rPr lang="en-US" sz="240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C4837349-6ADB-1C9E-5803-9B2E4C67E00E}"/>
              </a:ext>
            </a:extLst>
          </p:cNvPr>
          <p:cNvPicPr>
            <a:picLocks noChangeAspect="1"/>
          </p:cNvPicPr>
          <p:nvPr/>
        </p:nvPicPr>
        <p:blipFill>
          <a:blip r:embed="rId3"/>
          <a:stretch>
            <a:fillRect/>
          </a:stretch>
        </p:blipFill>
        <p:spPr>
          <a:xfrm>
            <a:off x="2728912" y="2209800"/>
            <a:ext cx="2466975" cy="358109"/>
          </a:xfrm>
          <a:prstGeom prst="rect">
            <a:avLst/>
          </a:prstGeom>
        </p:spPr>
      </p:pic>
      <p:pic>
        <p:nvPicPr>
          <p:cNvPr id="10" name="Picture 9">
            <a:extLst>
              <a:ext uri="{FF2B5EF4-FFF2-40B4-BE49-F238E27FC236}">
                <a16:creationId xmlns:a16="http://schemas.microsoft.com/office/drawing/2014/main" id="{28F974B1-DAD8-FBC5-2BC7-1ACE30AAFD6B}"/>
              </a:ext>
            </a:extLst>
          </p:cNvPr>
          <p:cNvPicPr>
            <a:picLocks noChangeAspect="1"/>
          </p:cNvPicPr>
          <p:nvPr/>
        </p:nvPicPr>
        <p:blipFill>
          <a:blip r:embed="rId4"/>
          <a:stretch>
            <a:fillRect/>
          </a:stretch>
        </p:blipFill>
        <p:spPr>
          <a:xfrm>
            <a:off x="5715000" y="2574441"/>
            <a:ext cx="2209800" cy="400382"/>
          </a:xfrm>
          <a:prstGeom prst="rect">
            <a:avLst/>
          </a:prstGeom>
        </p:spPr>
      </p:pic>
      <p:pic>
        <p:nvPicPr>
          <p:cNvPr id="3" name="Picture 2">
            <a:extLst>
              <a:ext uri="{FF2B5EF4-FFF2-40B4-BE49-F238E27FC236}">
                <a16:creationId xmlns:a16="http://schemas.microsoft.com/office/drawing/2014/main" id="{28A51883-8102-5C5F-EA4B-8D08BD750B0A}"/>
              </a:ext>
            </a:extLst>
          </p:cNvPr>
          <p:cNvPicPr>
            <a:picLocks noChangeAspect="1"/>
          </p:cNvPicPr>
          <p:nvPr/>
        </p:nvPicPr>
        <p:blipFill>
          <a:blip r:embed="rId5"/>
          <a:stretch>
            <a:fillRect/>
          </a:stretch>
        </p:blipFill>
        <p:spPr>
          <a:xfrm>
            <a:off x="2728913" y="2574441"/>
            <a:ext cx="2908552" cy="358110"/>
          </a:xfrm>
          <a:prstGeom prst="rect">
            <a:avLst/>
          </a:prstGeom>
        </p:spPr>
      </p:pic>
      <p:pic>
        <p:nvPicPr>
          <p:cNvPr id="7" name="Picture 6">
            <a:extLst>
              <a:ext uri="{FF2B5EF4-FFF2-40B4-BE49-F238E27FC236}">
                <a16:creationId xmlns:a16="http://schemas.microsoft.com/office/drawing/2014/main" id="{13678BEC-1DCC-0A5B-4ECB-1391144C265F}"/>
              </a:ext>
            </a:extLst>
          </p:cNvPr>
          <p:cNvPicPr>
            <a:picLocks noChangeAspect="1"/>
          </p:cNvPicPr>
          <p:nvPr/>
        </p:nvPicPr>
        <p:blipFill>
          <a:blip r:embed="rId6"/>
          <a:stretch>
            <a:fillRect/>
          </a:stretch>
        </p:blipFill>
        <p:spPr>
          <a:xfrm>
            <a:off x="2728912" y="3441606"/>
            <a:ext cx="3143250" cy="356451"/>
          </a:xfrm>
          <a:prstGeom prst="rect">
            <a:avLst/>
          </a:prstGeom>
        </p:spPr>
      </p:pic>
      <p:pic>
        <p:nvPicPr>
          <p:cNvPr id="11" name="Picture 10">
            <a:extLst>
              <a:ext uri="{FF2B5EF4-FFF2-40B4-BE49-F238E27FC236}">
                <a16:creationId xmlns:a16="http://schemas.microsoft.com/office/drawing/2014/main" id="{3A2C2512-2EE7-3E60-83A4-F1DBF3CAB58A}"/>
              </a:ext>
            </a:extLst>
          </p:cNvPr>
          <p:cNvPicPr>
            <a:picLocks noChangeAspect="1"/>
          </p:cNvPicPr>
          <p:nvPr/>
        </p:nvPicPr>
        <p:blipFill>
          <a:blip r:embed="rId7"/>
          <a:stretch>
            <a:fillRect/>
          </a:stretch>
        </p:blipFill>
        <p:spPr>
          <a:xfrm>
            <a:off x="1371599" y="3841533"/>
            <a:ext cx="6781801" cy="446276"/>
          </a:xfrm>
          <a:prstGeom prst="rect">
            <a:avLst/>
          </a:prstGeom>
        </p:spPr>
      </p:pic>
      <p:pic>
        <p:nvPicPr>
          <p:cNvPr id="13" name="Picture 12">
            <a:extLst>
              <a:ext uri="{FF2B5EF4-FFF2-40B4-BE49-F238E27FC236}">
                <a16:creationId xmlns:a16="http://schemas.microsoft.com/office/drawing/2014/main" id="{3276F1AF-FC1F-CAE8-A20C-2FB7B3E96E3A}"/>
              </a:ext>
            </a:extLst>
          </p:cNvPr>
          <p:cNvPicPr>
            <a:picLocks noChangeAspect="1"/>
          </p:cNvPicPr>
          <p:nvPr/>
        </p:nvPicPr>
        <p:blipFill>
          <a:blip r:embed="rId8"/>
          <a:stretch>
            <a:fillRect/>
          </a:stretch>
        </p:blipFill>
        <p:spPr>
          <a:xfrm>
            <a:off x="2590800" y="4343400"/>
            <a:ext cx="5638800" cy="384092"/>
          </a:xfrm>
          <a:prstGeom prst="rect">
            <a:avLst/>
          </a:prstGeom>
        </p:spPr>
      </p:pic>
      <p:pic>
        <p:nvPicPr>
          <p:cNvPr id="15" name="Picture 14">
            <a:extLst>
              <a:ext uri="{FF2B5EF4-FFF2-40B4-BE49-F238E27FC236}">
                <a16:creationId xmlns:a16="http://schemas.microsoft.com/office/drawing/2014/main" id="{343C33E0-884A-C1D4-4654-E7F1DE34C439}"/>
              </a:ext>
            </a:extLst>
          </p:cNvPr>
          <p:cNvPicPr>
            <a:picLocks noChangeAspect="1"/>
          </p:cNvPicPr>
          <p:nvPr/>
        </p:nvPicPr>
        <p:blipFill>
          <a:blip r:embed="rId9"/>
          <a:stretch>
            <a:fillRect/>
          </a:stretch>
        </p:blipFill>
        <p:spPr>
          <a:xfrm>
            <a:off x="2603862" y="4719753"/>
            <a:ext cx="1663337" cy="388939"/>
          </a:xfrm>
          <a:prstGeom prst="rect">
            <a:avLst/>
          </a:prstGeom>
        </p:spPr>
      </p:pic>
    </p:spTree>
    <p:extLst>
      <p:ext uri="{BB962C8B-B14F-4D97-AF65-F5344CB8AC3E}">
        <p14:creationId xmlns:p14="http://schemas.microsoft.com/office/powerpoint/2010/main" val="30983005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B9BD-9761-F2D3-3C60-CCCD2768921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63E15B0-F0BE-15F5-32F3-471B38BA074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5A2319E0-FA04-AA2F-9BB5-AA573410429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Sự khác biệt của chuỗi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Ví dụ</a:t>
            </a:r>
            <a:r>
              <a:rPr lang="en-US" sz="240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29FE0185-D6A9-562F-8D44-50AAD76CF876}"/>
              </a:ext>
            </a:extLst>
          </p:cNvPr>
          <p:cNvPicPr>
            <a:picLocks noChangeAspect="1"/>
          </p:cNvPicPr>
          <p:nvPr/>
        </p:nvPicPr>
        <p:blipFill>
          <a:blip r:embed="rId3"/>
          <a:stretch>
            <a:fillRect/>
          </a:stretch>
        </p:blipFill>
        <p:spPr>
          <a:xfrm>
            <a:off x="5715000" y="2190418"/>
            <a:ext cx="2209800" cy="400382"/>
          </a:xfrm>
          <a:prstGeom prst="rect">
            <a:avLst/>
          </a:prstGeom>
        </p:spPr>
      </p:pic>
      <p:pic>
        <p:nvPicPr>
          <p:cNvPr id="3" name="Picture 2">
            <a:extLst>
              <a:ext uri="{FF2B5EF4-FFF2-40B4-BE49-F238E27FC236}">
                <a16:creationId xmlns:a16="http://schemas.microsoft.com/office/drawing/2014/main" id="{E41FE245-F549-410C-7C4F-361AB3442500}"/>
              </a:ext>
            </a:extLst>
          </p:cNvPr>
          <p:cNvPicPr>
            <a:picLocks noChangeAspect="1"/>
          </p:cNvPicPr>
          <p:nvPr/>
        </p:nvPicPr>
        <p:blipFill>
          <a:blip r:embed="rId4"/>
          <a:stretch>
            <a:fillRect/>
          </a:stretch>
        </p:blipFill>
        <p:spPr>
          <a:xfrm>
            <a:off x="2728913" y="2209800"/>
            <a:ext cx="2908552" cy="358110"/>
          </a:xfrm>
          <a:prstGeom prst="rect">
            <a:avLst/>
          </a:prstGeom>
        </p:spPr>
      </p:pic>
      <p:pic>
        <p:nvPicPr>
          <p:cNvPr id="8" name="Picture 7">
            <a:extLst>
              <a:ext uri="{FF2B5EF4-FFF2-40B4-BE49-F238E27FC236}">
                <a16:creationId xmlns:a16="http://schemas.microsoft.com/office/drawing/2014/main" id="{4D1946C0-B945-E1AE-8D93-E3901D7D87F1}"/>
              </a:ext>
            </a:extLst>
          </p:cNvPr>
          <p:cNvPicPr>
            <a:picLocks noChangeAspect="1"/>
          </p:cNvPicPr>
          <p:nvPr/>
        </p:nvPicPr>
        <p:blipFill>
          <a:blip r:embed="rId5"/>
          <a:stretch>
            <a:fillRect/>
          </a:stretch>
        </p:blipFill>
        <p:spPr>
          <a:xfrm>
            <a:off x="381000" y="3969238"/>
            <a:ext cx="8686800" cy="1668960"/>
          </a:xfrm>
          <a:prstGeom prst="rect">
            <a:avLst/>
          </a:prstGeom>
        </p:spPr>
      </p:pic>
      <p:pic>
        <p:nvPicPr>
          <p:cNvPr id="9" name="Picture 8">
            <a:extLst>
              <a:ext uri="{FF2B5EF4-FFF2-40B4-BE49-F238E27FC236}">
                <a16:creationId xmlns:a16="http://schemas.microsoft.com/office/drawing/2014/main" id="{3CA6DA47-03ED-1A46-AD87-E9E5B9E11FEB}"/>
              </a:ext>
            </a:extLst>
          </p:cNvPr>
          <p:cNvPicPr>
            <a:picLocks noChangeAspect="1"/>
          </p:cNvPicPr>
          <p:nvPr/>
        </p:nvPicPr>
        <p:blipFill>
          <a:blip r:embed="rId6"/>
          <a:stretch>
            <a:fillRect/>
          </a:stretch>
        </p:blipFill>
        <p:spPr>
          <a:xfrm>
            <a:off x="457200" y="2607159"/>
            <a:ext cx="8610600" cy="1403005"/>
          </a:xfrm>
          <a:prstGeom prst="rect">
            <a:avLst/>
          </a:prstGeom>
        </p:spPr>
      </p:pic>
      <p:pic>
        <p:nvPicPr>
          <p:cNvPr id="14" name="Picture 13">
            <a:extLst>
              <a:ext uri="{FF2B5EF4-FFF2-40B4-BE49-F238E27FC236}">
                <a16:creationId xmlns:a16="http://schemas.microsoft.com/office/drawing/2014/main" id="{F4ACEB78-0C42-697F-E2FF-CE7742AA82C9}"/>
              </a:ext>
            </a:extLst>
          </p:cNvPr>
          <p:cNvPicPr>
            <a:picLocks noChangeAspect="1"/>
          </p:cNvPicPr>
          <p:nvPr/>
        </p:nvPicPr>
        <p:blipFill>
          <a:blip r:embed="rId7"/>
          <a:stretch>
            <a:fillRect/>
          </a:stretch>
        </p:blipFill>
        <p:spPr>
          <a:xfrm>
            <a:off x="304800" y="5592478"/>
            <a:ext cx="3048000" cy="381884"/>
          </a:xfrm>
          <a:prstGeom prst="rect">
            <a:avLst/>
          </a:prstGeom>
        </p:spPr>
      </p:pic>
    </p:spTree>
    <p:extLst>
      <p:ext uri="{BB962C8B-B14F-4D97-AF65-F5344CB8AC3E}">
        <p14:creationId xmlns:p14="http://schemas.microsoft.com/office/powerpoint/2010/main" val="23728784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08663-6313-ABBA-F30F-0D15B334A54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B8C4E53-88BF-AA30-F4DD-4D25F10200C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E1E7B4B8-B0A4-BE47-CFA4-A85C5789584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Biến đổi cho chuỗi thời gian không dừng</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Các phép biến đổi ổn định phương sai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Logarit</a:t>
            </a:r>
            <a:r>
              <a:rPr lang="en-US" sz="2800">
                <a:latin typeface="Times New Roman" panose="02020603050405020304" pitchFamily="18" charset="0"/>
                <a:cs typeface="Times New Roman" panose="02020603050405020304" pitchFamily="18" charset="0"/>
              </a:rPr>
              <a:t>: phổ biến nhất</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Căn bậc hai</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Nghịch đảo</a:t>
            </a:r>
          </a:p>
          <a:p>
            <a:pPr marL="857250" lvl="1" indent="-457200">
              <a:buFont typeface="Wingdings" panose="05000000000000000000" pitchFamily="2" charset="2"/>
              <a:buChar char="q"/>
            </a:pPr>
            <a:endParaRPr lang="en-US" sz="2800">
              <a:latin typeface="Times New Roman" panose="02020603050405020304" pitchFamily="18" charset="0"/>
              <a:cs typeface="Times New Roman" panose="02020603050405020304" pitchFamily="18" charset="0"/>
            </a:endParaRPr>
          </a:p>
          <a:p>
            <a:pPr marL="857250" lvl="1" indent="-457200">
              <a:buFont typeface="Wingdings" panose="05000000000000000000" pitchFamily="2" charset="2"/>
              <a:buChar char="q"/>
            </a:pPr>
            <a:r>
              <a:rPr lang="vi-VN" sz="2800">
                <a:latin typeface="Times New Roman" panose="02020603050405020304" pitchFamily="18" charset="0"/>
                <a:cs typeface="Times New Roman" panose="02020603050405020304" pitchFamily="18" charset="0"/>
              </a:rPr>
              <a:t>Phép biến đổi Box-Cox</a:t>
            </a:r>
            <a:endParaRPr lang="en-US" sz="2800">
              <a:latin typeface="Times New Roman" panose="02020603050405020304" pitchFamily="18" charset="0"/>
              <a:cs typeface="Times New Roman" panose="02020603050405020304" pitchFamily="18" charset="0"/>
            </a:endParaRPr>
          </a:p>
          <a:p>
            <a:pPr marL="857250" lvl="1"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Xem lại phần giải thích biểu đồ đường trong Chương 2.</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89802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0AC7C-6624-B30E-87B4-025B383AFC0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A1204E8-C1C3-121F-5687-8D098518B77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BA84B706-062B-2AEC-3EBE-56D2CD38C98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Đặc trưng miền tần số</a:t>
            </a: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Miền tần số là gì?</a:t>
            </a:r>
            <a:endParaRPr lang="en-US" sz="2800">
              <a:latin typeface="Times New Roman" panose="02020603050405020304" pitchFamily="18" charset="0"/>
              <a:cs typeface="Times New Roman" panose="02020603050405020304" pitchFamily="18" charset="0"/>
            </a:endParaRPr>
          </a:p>
          <a:p>
            <a:pPr lvl="2"/>
            <a:r>
              <a:rPr lang="en-US" sz="2800">
                <a:latin typeface="Times New Roman" panose="02020603050405020304" pitchFamily="18" charset="0"/>
                <a:cs typeface="Times New Roman" panose="02020603050405020304" pitchFamily="18" charset="0"/>
              </a:rPr>
              <a:t>Miền tần số:</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Phân tích dựa trên tần số dao động của tín hiệu</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Biểu diễn dữ liệu theo biên độ &amp; tần số</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Dựa trên:</a:t>
            </a:r>
          </a:p>
          <a:p>
            <a:pPr marL="177165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Biến đổi Fourier (DFT)</a:t>
            </a:r>
          </a:p>
          <a:p>
            <a:pPr marL="177165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Biến đổi Wavelet</a:t>
            </a:r>
          </a:p>
        </p:txBody>
      </p:sp>
    </p:spTree>
    <p:extLst>
      <p:ext uri="{BB962C8B-B14F-4D97-AF65-F5344CB8AC3E}">
        <p14:creationId xmlns:p14="http://schemas.microsoft.com/office/powerpoint/2010/main" val="168451332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5EEC9-4E97-C826-A13C-4417C08D193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06F443B-AD2F-0DF7-9FCE-8424D9911F28}"/>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F58638D1-8AF8-2E5D-E53D-EF2947280ED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Nhiều chuỗi thời gian có tính chu kỳ (periodicity) hoặc các kiểu dao động mà miền thời gian khó nhìn ra.</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Miền tần số giúp:</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Tìm chu kỳ nổi bật</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Phân biệt nhiễu và tín hiệu</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Ước lượng cấu trúc dao động</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Hiểu năng lượng phân bố theo tần số</a:t>
                </a:r>
              </a:p>
              <a:p>
                <a:pPr lvl="1" indent="-3429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Biến đổi Fourier (DFT)</a:t>
                </a:r>
              </a:p>
              <a:p>
                <a:pPr lvl="2"/>
                <a:r>
                  <a:rPr lang="en-US" sz="2800">
                    <a:latin typeface="Times New Roman" panose="02020603050405020304" pitchFamily="18" charset="0"/>
                    <a:cs typeface="Times New Roman" panose="02020603050405020304" pitchFamily="18" charset="0"/>
                  </a:rPr>
                  <a:t>Với chuỗi </a:t>
                </a:r>
                <a14:m>
                  <m:oMath xmlns:m="http://schemas.openxmlformats.org/officeDocument/2006/math">
                    <m:sSub>
                      <m:sSubPr>
                        <m:ctrlPr>
                          <a:rPr lang="ar-AE" sz="2800"/>
                        </m:ctrlPr>
                      </m:sSubPr>
                      <m:e>
                        <m:r>
                          <a:rPr lang="ar-AE" sz="2800" i="1"/>
                          <m:t>𝑥</m:t>
                        </m:r>
                      </m:e>
                      <m:sub>
                        <m:r>
                          <a:rPr lang="ar-AE" sz="2800" i="1"/>
                          <m:t>𝑡</m:t>
                        </m:r>
                      </m:sub>
                    </m:sSub>
                  </m:oMath>
                </a14:m>
                <a:r>
                  <a:rPr lang="ar-AE"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 biến đổi Fourier rời rạc (DFT):</a:t>
                </a:r>
              </a:p>
              <a:p>
                <a14:m>
                  <m:oMathPara xmlns:m="http://schemas.openxmlformats.org/officeDocument/2006/math">
                    <m:oMathParaPr>
                      <m:jc m:val="centerGroup"/>
                    </m:oMathParaPr>
                    <m:oMath xmlns:m="http://schemas.openxmlformats.org/officeDocument/2006/math">
                      <m:r>
                        <a:rPr lang="en-US" sz="2800" i="1"/>
                        <m:t>𝑋</m:t>
                      </m:r>
                      <m:d>
                        <m:dPr>
                          <m:ctrlPr>
                            <a:rPr lang="ar-AE" sz="2800" i="1"/>
                          </m:ctrlPr>
                        </m:dPr>
                        <m:e>
                          <m:sSub>
                            <m:sSubPr>
                              <m:ctrlPr>
                                <a:rPr lang="ar-AE" sz="2800" i="1"/>
                              </m:ctrlPr>
                            </m:sSubPr>
                            <m:e>
                              <m:r>
                                <a:rPr lang="ar-AE" sz="2800" i="1"/>
                                <m:t>𝜔</m:t>
                              </m:r>
                            </m:e>
                            <m:sub>
                              <m:r>
                                <a:rPr lang="ar-AE" sz="2800" i="1"/>
                                <m:t>𝑘</m:t>
                              </m:r>
                            </m:sub>
                          </m:sSub>
                        </m:e>
                      </m:d>
                      <m:r>
                        <a:rPr lang="ar-AE" sz="2800"/>
                        <m:t>=</m:t>
                      </m:r>
                      <m:nary>
                        <m:naryPr>
                          <m:chr m:val="∑"/>
                          <m:grow m:val="on"/>
                          <m:ctrlPr>
                            <a:rPr lang="ar-AE" sz="2800" i="1"/>
                          </m:ctrlPr>
                        </m:naryPr>
                        <m:sub>
                          <m:r>
                            <a:rPr lang="ar-AE" sz="2800" i="1"/>
                            <m:t>𝑡</m:t>
                          </m:r>
                          <m:r>
                            <a:rPr lang="ar-AE" sz="2800"/>
                            <m:t>=</m:t>
                          </m:r>
                          <m:r>
                            <a:rPr lang="ar-AE" sz="2800"/>
                            <m:t>0</m:t>
                          </m:r>
                        </m:sub>
                        <m:sup>
                          <m:r>
                            <a:rPr lang="ar-AE" sz="2800" i="1"/>
                            <m:t>𝑇</m:t>
                          </m:r>
                          <m:r>
                            <a:rPr lang="ar-AE" sz="2800"/>
                            <m:t>−</m:t>
                          </m:r>
                          <m:r>
                            <a:rPr lang="ar-AE" sz="2800"/>
                            <m:t>1</m:t>
                          </m:r>
                        </m:sup>
                        <m:e>
                          <m:sSub>
                            <m:sSubPr>
                              <m:ctrlPr>
                                <a:rPr lang="ar-AE" sz="2800" i="1"/>
                              </m:ctrlPr>
                            </m:sSubPr>
                            <m:e>
                              <m:r>
                                <a:rPr lang="ar-AE" sz="2800" i="1"/>
                                <m:t>𝑥</m:t>
                              </m:r>
                            </m:e>
                            <m:sub>
                              <m:r>
                                <a:rPr lang="ar-AE" sz="2800" i="1"/>
                                <m:t>𝑡</m:t>
                              </m:r>
                            </m:sub>
                          </m:sSub>
                        </m:e>
                      </m:nary>
                      <m:sSup>
                        <m:sSupPr>
                          <m:ctrlPr>
                            <a:rPr lang="ar-AE" sz="2800" i="1"/>
                          </m:ctrlPr>
                        </m:sSupPr>
                        <m:e>
                          <m:r>
                            <a:rPr lang="ar-AE" sz="2800" i="1"/>
                            <m:t>𝑒</m:t>
                          </m:r>
                        </m:e>
                        <m:sup>
                          <m:r>
                            <a:rPr lang="ar-AE" sz="2800"/>
                            <m:t>−</m:t>
                          </m:r>
                          <m:r>
                            <a:rPr lang="ar-AE" sz="2800" i="1"/>
                            <m:t>𝑖</m:t>
                          </m:r>
                          <m:sSub>
                            <m:sSubPr>
                              <m:ctrlPr>
                                <a:rPr lang="ar-AE" sz="2800" i="1"/>
                              </m:ctrlPr>
                            </m:sSubPr>
                            <m:e>
                              <m:r>
                                <a:rPr lang="ar-AE" sz="2800" i="1"/>
                                <m:t>𝜔</m:t>
                              </m:r>
                            </m:e>
                            <m:sub>
                              <m:r>
                                <a:rPr lang="ar-AE" sz="2800" i="1"/>
                                <m:t>𝑘</m:t>
                              </m:r>
                            </m:sub>
                          </m:sSub>
                          <m:r>
                            <a:rPr lang="ar-AE" sz="2800" i="1"/>
                            <m:t>𝑡</m:t>
                          </m:r>
                        </m:sup>
                      </m:sSup>
                      <m:r>
                        <a:rPr lang="ar-AE" sz="2800"/>
                        <m:t>, </m:t>
                      </m:r>
                      <m:sSub>
                        <m:sSubPr>
                          <m:ctrlPr>
                            <a:rPr lang="ar-AE" sz="2800" i="1"/>
                          </m:ctrlPr>
                        </m:sSubPr>
                        <m:e>
                          <m:r>
                            <a:rPr lang="ar-AE" sz="2800" i="1"/>
                            <m:t>𝜔</m:t>
                          </m:r>
                        </m:e>
                        <m:sub>
                          <m:r>
                            <a:rPr lang="ar-AE" sz="2800" i="1"/>
                            <m:t>𝑘</m:t>
                          </m:r>
                        </m:sub>
                      </m:sSub>
                      <m:r>
                        <a:rPr lang="ar-AE" sz="2800"/>
                        <m:t>=</m:t>
                      </m:r>
                      <m:f>
                        <m:fPr>
                          <m:ctrlPr>
                            <a:rPr lang="ar-AE" sz="2800" i="1"/>
                          </m:ctrlPr>
                        </m:fPr>
                        <m:num>
                          <m:r>
                            <a:rPr lang="ar-AE" sz="2800"/>
                            <m:t>2</m:t>
                          </m:r>
                          <m:r>
                            <a:rPr lang="ar-AE" sz="2800" i="1"/>
                            <m:t>𝜋</m:t>
                          </m:r>
                          <m:r>
                            <a:rPr lang="ar-AE" sz="2800" i="1"/>
                            <m:t>𝑘</m:t>
                          </m:r>
                        </m:num>
                        <m:den>
                          <m:r>
                            <a:rPr lang="ar-AE" sz="2800" i="1"/>
                            <m:t>𝑇</m:t>
                          </m:r>
                        </m:den>
                      </m:f>
                    </m:oMath>
                  </m:oMathPara>
                </a14:m>
                <a:endParaRPr lang="ar-AE" sz="28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400" b="1">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F58638D1-8AF8-2E5D-E53D-EF2947280ED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2316810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89B57-AD8E-53F6-BC21-D265CB80BF5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85DC73B-C85D-F533-77F2-DE92859603E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802C6C3F-FDCB-B12B-6908-6D0F451500D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Phổ công suất </a:t>
                </a:r>
                <a:r>
                  <a:rPr lang="en-US" sz="2800">
                    <a:latin typeface="Times New Roman" panose="02020603050405020304" pitchFamily="18" charset="0"/>
                    <a:cs typeface="Times New Roman" panose="02020603050405020304" pitchFamily="18" charset="0"/>
                  </a:rPr>
                  <a:t>(Power Spectral Density – PSD) </a:t>
                </a:r>
                <a:r>
                  <a:rPr lang="vi-VN" sz="2800">
                    <a:latin typeface="Times New Roman" panose="02020603050405020304" pitchFamily="18" charset="0"/>
                    <a:cs typeface="Times New Roman" panose="02020603050405020304" pitchFamily="18" charset="0"/>
                  </a:rPr>
                  <a:t>cho biết năng lượng của tín hiệu phân bố theo tần số như thế nào.</a:t>
                </a:r>
                <a:r>
                  <a:rPr lang="en-US" sz="2800">
                    <a:latin typeface="Times New Roman" panose="02020603050405020304" pitchFamily="18" charset="0"/>
                    <a:cs typeface="Times New Roman" panose="02020603050405020304" pitchFamily="18" charset="0"/>
                  </a:rPr>
                  <a:t> </a:t>
                </a:r>
                <a:endParaRPr lang="en-US" sz="2800" i="1">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vi-VN" sz="2800" i="1"/>
                        <m:t>𝑆</m:t>
                      </m:r>
                      <m:d>
                        <m:dPr>
                          <m:ctrlPr>
                            <a:rPr lang="ar-AE" sz="2800" i="1"/>
                          </m:ctrlPr>
                        </m:dPr>
                        <m:e>
                          <m:sSub>
                            <m:sSubPr>
                              <m:ctrlPr>
                                <a:rPr lang="ar-AE" sz="2800" i="1"/>
                              </m:ctrlPr>
                            </m:sSubPr>
                            <m:e>
                              <m:r>
                                <a:rPr lang="ar-AE" sz="2800" i="1"/>
                                <m:t>𝜔</m:t>
                              </m:r>
                            </m:e>
                            <m:sub>
                              <m:r>
                                <a:rPr lang="ar-AE" sz="2800" i="1"/>
                                <m:t>𝑘</m:t>
                              </m:r>
                            </m:sub>
                          </m:sSub>
                        </m:e>
                      </m:d>
                      <m:r>
                        <a:rPr lang="ar-AE" sz="2800"/>
                        <m:t>=</m:t>
                      </m:r>
                      <m:f>
                        <m:fPr>
                          <m:ctrlPr>
                            <a:rPr lang="ar-AE" sz="2800" i="1"/>
                          </m:ctrlPr>
                        </m:fPr>
                        <m:num>
                          <m:r>
                            <a:rPr lang="ar-AE" sz="2800"/>
                            <m:t>1</m:t>
                          </m:r>
                        </m:num>
                        <m:den>
                          <m:r>
                            <a:rPr lang="ar-AE" sz="2800" i="1"/>
                            <m:t>𝑇</m:t>
                          </m:r>
                        </m:den>
                      </m:f>
                      <m:r>
                        <a:rPr lang="ar-AE" sz="2800"/>
                        <m:t>∣</m:t>
                      </m:r>
                      <m:r>
                        <a:rPr lang="ar-AE" sz="2800" i="1"/>
                        <m:t>𝑋</m:t>
                      </m:r>
                      <m:d>
                        <m:dPr>
                          <m:ctrlPr>
                            <a:rPr lang="ar-AE" sz="2800" i="1"/>
                          </m:ctrlPr>
                        </m:dPr>
                        <m:e>
                          <m:sSub>
                            <m:sSubPr>
                              <m:ctrlPr>
                                <a:rPr lang="ar-AE" sz="2800" i="1"/>
                              </m:ctrlPr>
                            </m:sSubPr>
                            <m:e>
                              <m:r>
                                <a:rPr lang="ar-AE" sz="2800" i="1"/>
                                <m:t>𝜔</m:t>
                              </m:r>
                            </m:e>
                            <m:sub>
                              <m:r>
                                <a:rPr lang="ar-AE" sz="2800" i="1"/>
                                <m:t>𝑘</m:t>
                              </m:r>
                            </m:sub>
                          </m:sSub>
                        </m:e>
                      </m:d>
                      <m:sSup>
                        <m:sSupPr>
                          <m:ctrlPr>
                            <a:rPr lang="ar-AE" sz="2800" i="1"/>
                          </m:ctrlPr>
                        </m:sSupPr>
                        <m:e>
                          <m:r>
                            <a:rPr lang="ar-AE" sz="2800"/>
                            <m:t>∣</m:t>
                          </m:r>
                        </m:e>
                        <m:sup>
                          <m:r>
                            <a:rPr lang="ar-AE" sz="2800"/>
                            <m:t>2</m:t>
                          </m:r>
                        </m:sup>
                      </m:sSup>
                    </m:oMath>
                  </m:oMathPara>
                </a14:m>
                <a:endParaRPr lang="ar-AE" sz="2800">
                  <a:latin typeface="Times New Roman" panose="02020603050405020304" pitchFamily="18" charset="0"/>
                  <a:cs typeface="Times New Roman" panose="02020603050405020304" pitchFamily="18" charset="0"/>
                </a:endParaRPr>
              </a:p>
              <a:p>
                <a:endParaRPr lang="ar-AE"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Đỉnh (peaks)</a:t>
                </a:r>
                <a:r>
                  <a:rPr lang="vi-VN" sz="2400">
                    <a:latin typeface="Times New Roman" panose="02020603050405020304" pitchFamily="18" charset="0"/>
                    <a:cs typeface="Times New Roman" panose="02020603050405020304" pitchFamily="18" charset="0"/>
                  </a:rPr>
                  <a:t> trong PSD tương ứng với </a:t>
                </a:r>
                <a:r>
                  <a:rPr lang="vi-VN" sz="2400" b="1">
                    <a:latin typeface="Times New Roman" panose="02020603050405020304" pitchFamily="18" charset="0"/>
                    <a:cs typeface="Times New Roman" panose="02020603050405020304" pitchFamily="18" charset="0"/>
                  </a:rPr>
                  <a:t>chu kỳ mạnh</a:t>
                </a:r>
                <a:r>
                  <a:rPr lang="vi-VN" sz="2400">
                    <a:latin typeface="Times New Roman" panose="02020603050405020304" pitchFamily="18" charset="0"/>
                    <a:cs typeface="Times New Roman" panose="02020603050405020304" pitchFamily="18" charset="0"/>
                  </a:rPr>
                  <a:t> trong chuỗi</a:t>
                </a:r>
              </a:p>
              <a:p>
                <a:pPr marL="1371600" lvl="2" indent="-4572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Chiều rộng và độ cao</a:t>
                </a:r>
                <a:r>
                  <a:rPr lang="vi-VN" sz="2400">
                    <a:latin typeface="Times New Roman" panose="02020603050405020304" pitchFamily="18" charset="0"/>
                    <a:cs typeface="Times New Roman" panose="02020603050405020304" pitchFamily="18" charset="0"/>
                  </a:rPr>
                  <a:t> của đỉnh → độ ổn định của chu kỳ</a:t>
                </a:r>
              </a:p>
              <a:p>
                <a:pPr marL="1371600" lvl="2" indent="-4572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PSD rộng</a:t>
                </a:r>
                <a:r>
                  <a:rPr lang="vi-VN" sz="2400">
                    <a:latin typeface="Times New Roman" panose="02020603050405020304" pitchFamily="18" charset="0"/>
                    <a:cs typeface="Times New Roman" panose="02020603050405020304" pitchFamily="18" charset="0"/>
                  </a:rPr>
                  <a:t> → tín hiệu nhiễu hoặc dao động không ổn định</a:t>
                </a:r>
              </a:p>
              <a:p>
                <a:pPr marL="1371600" lvl="2" indent="-4572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PSD sắc, cao</a:t>
                </a:r>
                <a:r>
                  <a:rPr lang="vi-VN" sz="2400">
                    <a:latin typeface="Times New Roman" panose="02020603050405020304" pitchFamily="18" charset="0"/>
                    <a:cs typeface="Times New Roman" panose="02020603050405020304" pitchFamily="18" charset="0"/>
                  </a:rPr>
                  <a:t> → tín hiệu có chu kỳ rõ ràng</a:t>
                </a: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802C6C3F-FDCB-B12B-6908-6D0F451500D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7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0145851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D5E5D-5689-93B2-F3BC-504B2A0814C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0E11B6C-5B2E-E8EB-FAB8-3132AA0BB6A8}"/>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BA569302-B7B1-7628-6760-F2E71A447BF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Tần số chủ đạo (Dominant Frequency)</a:t>
                </a:r>
                <a:r>
                  <a:rPr lang="en-US"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Là tần số có năng lượng lớn nhất trong PSD:</a:t>
                </a:r>
              </a:p>
              <a:p>
                <a:pPr lvl="1"/>
                <a14:m>
                  <m:oMathPara xmlns:m="http://schemas.openxmlformats.org/officeDocument/2006/math">
                    <m:oMathParaPr>
                      <m:jc m:val="centerGroup"/>
                    </m:oMathParaPr>
                    <m:oMath xmlns:m="http://schemas.openxmlformats.org/officeDocument/2006/math">
                      <m:sSup>
                        <m:sSupPr>
                          <m:ctrlPr>
                            <a:rPr lang="ar-AE" sz="2400"/>
                          </m:ctrlPr>
                        </m:sSupPr>
                        <m:e>
                          <m:r>
                            <a:rPr lang="ar-AE" sz="2400" i="1"/>
                            <m:t>𝑓</m:t>
                          </m:r>
                        </m:e>
                        <m:sup>
                          <m:r>
                            <a:rPr lang="ar-AE" sz="2400"/>
                            <m:t>∗</m:t>
                          </m:r>
                        </m:sup>
                      </m:sSup>
                      <m:r>
                        <a:rPr lang="ar-AE" sz="2400"/>
                        <m:t>=</m:t>
                      </m:r>
                      <m:func>
                        <m:funcPr>
                          <m:ctrlPr>
                            <a:rPr lang="ar-AE" sz="2400" i="1"/>
                          </m:ctrlPr>
                        </m:funcPr>
                        <m:fName>
                          <m:r>
                            <m:rPr>
                              <m:sty m:val="p"/>
                            </m:rPr>
                            <a:rPr lang="vi-VN" sz="2400"/>
                            <m:t>arg</m:t>
                          </m:r>
                        </m:fName>
                        <m:e>
                          <m:limLow>
                            <m:limLowPr>
                              <m:ctrlPr>
                                <a:rPr lang="ar-AE" sz="2400" i="1"/>
                              </m:ctrlPr>
                            </m:limLowPr>
                            <m:e>
                              <m:func>
                                <m:funcPr>
                                  <m:ctrlPr>
                                    <a:rPr lang="ar-AE" sz="2400" i="1"/>
                                  </m:ctrlPr>
                                </m:funcPr>
                                <m:fName>
                                  <m:r>
                                    <m:rPr>
                                      <m:sty m:val="p"/>
                                    </m:rPr>
                                    <a:rPr lang="vi-VN" sz="2400"/>
                                    <m:t>max</m:t>
                                  </m:r>
                                </m:fName>
                                <m:e>
                                  <m:r>
                                    <a:rPr lang="en-US" sz="2400" b="0" i="1" smtClean="0">
                                      <a:latin typeface="Cambria Math" panose="02040503050406030204" pitchFamily="18" charset="0"/>
                                    </a:rPr>
                                    <m:t> </m:t>
                                  </m:r>
                                </m:e>
                              </m:func>
                            </m:e>
                            <m:lim>
                              <m:r>
                                <a:rPr lang="ar-AE" sz="2400" i="1"/>
                                <m:t>𝑓</m:t>
                              </m:r>
                            </m:lim>
                          </m:limLow>
                        </m:e>
                      </m:func>
                      <m:r>
                        <a:rPr lang="ar-AE" sz="2400" i="1"/>
                        <m:t>𝑆</m:t>
                      </m:r>
                      <m:d>
                        <m:dPr>
                          <m:ctrlPr>
                            <a:rPr lang="ar-AE" sz="2400" i="1"/>
                          </m:ctrlPr>
                        </m:dPr>
                        <m:e>
                          <m:r>
                            <a:rPr lang="ar-AE" sz="2400" i="1"/>
                            <m:t>𝑓</m:t>
                          </m:r>
                        </m:e>
                      </m:d>
                    </m:oMath>
                  </m:oMathPara>
                </a14:m>
                <a:endParaRPr lang="ar-AE" sz="2400">
                  <a:latin typeface="Times New Roman" panose="02020603050405020304" pitchFamily="18" charset="0"/>
                  <a:cs typeface="Times New Roman" panose="02020603050405020304" pitchFamily="18" charset="0"/>
                </a:endParaRPr>
              </a:p>
              <a:p>
                <a:pPr lvl="2"/>
                <a:r>
                  <a:rPr lang="vi-VN" sz="2400">
                    <a:latin typeface="Times New Roman" panose="02020603050405020304" pitchFamily="18" charset="0"/>
                    <a:cs typeface="Times New Roman" panose="02020603050405020304" pitchFamily="18" charset="0"/>
                  </a:rPr>
                  <a:t>Chu kỳ tương ứng:</a:t>
                </a:r>
              </a:p>
              <a:p>
                <a:pPr lvl="1"/>
                <a14:m>
                  <m:oMathPara xmlns:m="http://schemas.openxmlformats.org/officeDocument/2006/math">
                    <m:oMathParaPr>
                      <m:jc m:val="centerGroup"/>
                    </m:oMathParaPr>
                    <m:oMath xmlns:m="http://schemas.openxmlformats.org/officeDocument/2006/math">
                      <m:r>
                        <m:rPr>
                          <m:nor/>
                        </m:rPr>
                        <a:rPr lang="vi-VN" sz="2400" b="0">
                          <a:latin typeface="Times New Roman" panose="02020603050405020304" pitchFamily="18" charset="0"/>
                          <a:cs typeface="Times New Roman" panose="02020603050405020304" pitchFamily="18" charset="0"/>
                        </a:rPr>
                        <m:t>Period</m:t>
                      </m:r>
                      <m:r>
                        <a:rPr lang="vi-VN" sz="2400"/>
                        <m:t>=</m:t>
                      </m:r>
                      <m:f>
                        <m:fPr>
                          <m:ctrlPr>
                            <a:rPr lang="ar-AE" sz="2400" i="1"/>
                          </m:ctrlPr>
                        </m:fPr>
                        <m:num>
                          <m:r>
                            <a:rPr lang="ar-AE" sz="2400"/>
                            <m:t>1</m:t>
                          </m:r>
                        </m:num>
                        <m:den>
                          <m:sSup>
                            <m:sSupPr>
                              <m:ctrlPr>
                                <a:rPr lang="ar-AE" sz="2400" i="1"/>
                              </m:ctrlPr>
                            </m:sSupPr>
                            <m:e>
                              <m:r>
                                <a:rPr lang="ar-AE" sz="2400" i="1"/>
                                <m:t>𝑓</m:t>
                              </m:r>
                            </m:e>
                            <m:sup>
                              <m:r>
                                <a:rPr lang="ar-AE" sz="2400"/>
                                <m:t>∗</m:t>
                              </m:r>
                            </m:sup>
                          </m:sSup>
                        </m:den>
                      </m:f>
                    </m:oMath>
                  </m:oMathPara>
                </a14:m>
                <a:endParaRPr lang="ar-AE" sz="2400" b="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BA569302-B7B1-7628-6760-F2E71A447BF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7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8770196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A98C-AE01-63CF-17A2-CF811319B36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AD57731-CDFD-7A7A-472C-D2D1518FFBA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759B276D-1AC3-BA6E-FE1F-E8969CB3552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Tổng năng lượng theo dải tần số (Band Power)</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D</a:t>
                </a:r>
                <a:r>
                  <a:rPr lang="vi-VN" sz="2400">
                    <a:latin typeface="Times New Roman" panose="02020603050405020304" pitchFamily="18" charset="0"/>
                    <a:cs typeface="Times New Roman" panose="02020603050405020304" pitchFamily="18" charset="0"/>
                  </a:rPr>
                  <a:t>ải tần </a:t>
                </a:r>
                <a:r>
                  <a:rPr lang="en-US" sz="2400">
                    <a:latin typeface="Times New Roman" panose="02020603050405020304" pitchFamily="18" charset="0"/>
                    <a:cs typeface="Times New Roman" panose="02020603050405020304" pitchFamily="18" charset="0"/>
                  </a:rPr>
                  <a:t>được chia</a:t>
                </a:r>
                <a:r>
                  <a:rPr lang="vi-VN" sz="2400">
                    <a:latin typeface="Times New Roman" panose="02020603050405020304" pitchFamily="18" charset="0"/>
                    <a:cs typeface="Times New Roman" panose="02020603050405020304" pitchFamily="18" charset="0"/>
                  </a:rPr>
                  <a:t> thành các vùng:</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Low frequency → xu hướng dài hạn</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Medium → dao động vừa</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High → nhiễu, biến động nhanh</a:t>
                </a: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Đặc trưng:</a:t>
                </a:r>
                <a:r>
                  <a:rPr lang="en-US" sz="2400">
                    <a:latin typeface="Times New Roman" panose="02020603050405020304" pitchFamily="18" charset="0"/>
                    <a:cs typeface="Times New Roman" panose="02020603050405020304" pitchFamily="18" charset="0"/>
                  </a:rPr>
                  <a:t>  </a:t>
                </a:r>
                <a:endParaRPr lang="vi-VN"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vi-VN" sz="2400" b="0">
                          <a:latin typeface="Times New Roman" panose="02020603050405020304" pitchFamily="18" charset="0"/>
                          <a:cs typeface="Times New Roman" panose="02020603050405020304" pitchFamily="18" charset="0"/>
                        </a:rPr>
                        <m:t>BandPower</m:t>
                      </m:r>
                      <m:d>
                        <m:dPr>
                          <m:sepChr m:val=","/>
                          <m:ctrlPr>
                            <a:rPr lang="ar-AE" sz="2400" i="1">
                              <a:latin typeface="Cambria Math" panose="02040503050406030204" pitchFamily="18" charset="0"/>
                            </a:rPr>
                          </m:ctrlPr>
                        </m:dPr>
                        <m:e>
                          <m:r>
                            <a:rPr lang="ar-AE" sz="2400" b="0" i="1">
                              <a:latin typeface="Cambria Math" panose="02040503050406030204" pitchFamily="18" charset="0"/>
                            </a:rPr>
                            <m:t>𝑎</m:t>
                          </m:r>
                        </m:e>
                        <m:e>
                          <m:r>
                            <a:rPr lang="ar-AE" sz="2400" b="0" i="1">
                              <a:latin typeface="Cambria Math" panose="02040503050406030204" pitchFamily="18" charset="0"/>
                            </a:rPr>
                            <m:t>𝑏</m:t>
                          </m:r>
                        </m:e>
                      </m:d>
                      <m:r>
                        <a:rPr lang="ar-AE" sz="2400">
                          <a:latin typeface="Cambria Math" panose="02040503050406030204" pitchFamily="18" charset="0"/>
                        </a:rPr>
                        <m:t>=</m:t>
                      </m:r>
                      <m:nary>
                        <m:naryPr>
                          <m:grow m:val="on"/>
                          <m:ctrlPr>
                            <a:rPr lang="ar-AE" sz="2400" i="1">
                              <a:latin typeface="Cambria Math" panose="02040503050406030204" pitchFamily="18" charset="0"/>
                            </a:rPr>
                          </m:ctrlPr>
                        </m:naryPr>
                        <m:sub>
                          <m:r>
                            <a:rPr lang="ar-AE" sz="2400" i="1">
                              <a:latin typeface="Cambria Math" panose="02040503050406030204" pitchFamily="18" charset="0"/>
                            </a:rPr>
                            <m:t>𝑎</m:t>
                          </m:r>
                        </m:sub>
                        <m:sup>
                          <m:r>
                            <a:rPr lang="ar-AE" sz="2400" i="1">
                              <a:latin typeface="Cambria Math" panose="02040503050406030204" pitchFamily="18" charset="0"/>
                            </a:rPr>
                            <m:t>𝑏</m:t>
                          </m:r>
                        </m:sup>
                        <m:e>
                          <m:r>
                            <a:rPr lang="ar-AE" sz="2400" i="1">
                              <a:latin typeface="Cambria Math" panose="02040503050406030204" pitchFamily="18" charset="0"/>
                            </a:rPr>
                            <m:t>𝑆</m:t>
                          </m:r>
                        </m:e>
                      </m:nary>
                      <m:d>
                        <m:dPr>
                          <m:ctrlPr>
                            <a:rPr lang="ar-AE" sz="2400" i="1">
                              <a:latin typeface="Cambria Math" panose="02040503050406030204" pitchFamily="18" charset="0"/>
                            </a:rPr>
                          </m:ctrlPr>
                        </m:dPr>
                        <m:e>
                          <m:r>
                            <a:rPr lang="ar-AE" sz="2400" i="1">
                              <a:latin typeface="Cambria Math" panose="02040503050406030204" pitchFamily="18" charset="0"/>
                            </a:rPr>
                            <m:t>𝑓</m:t>
                          </m:r>
                        </m:e>
                      </m:d>
                      <m:r>
                        <m:rPr>
                          <m:nor/>
                        </m:rPr>
                        <a:rPr lang="ar-AE" sz="2400" i="1">
                          <a:latin typeface="Times New Roman" panose="02020603050405020304" pitchFamily="18" charset="0"/>
                          <a:cs typeface="Times New Roman" panose="02020603050405020304" pitchFamily="18" charset="0"/>
                        </a:rPr>
                        <m:t> </m:t>
                      </m:r>
                      <m:r>
                        <a:rPr lang="ar-AE" sz="2400" i="1">
                          <a:latin typeface="Cambria Math" panose="02040503050406030204" pitchFamily="18" charset="0"/>
                        </a:rPr>
                        <m:t>𝑑𝑓</m:t>
                      </m:r>
                    </m:oMath>
                  </m:oMathPara>
                </a14:m>
                <a:endParaRPr lang="ar-AE" sz="2400" b="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Ví dụ:</a:t>
                </a:r>
                <a:r>
                  <a:rPr lang="en-US" sz="2400">
                    <a:latin typeface="Times New Roman" panose="02020603050405020304" pitchFamily="18" charset="0"/>
                    <a:cs typeface="Times New Roman" panose="02020603050405020304" pitchFamily="18" charset="0"/>
                  </a:rPr>
                  <a:t> C</a:t>
                </a:r>
                <a:r>
                  <a:rPr lang="vi-VN" sz="2400">
                    <a:latin typeface="Times New Roman" panose="02020603050405020304" pitchFamily="18" charset="0"/>
                    <a:cs typeface="Times New Roman" panose="02020603050405020304" pitchFamily="18" charset="0"/>
                  </a:rPr>
                  <a:t>huỗi biến động chủ yếu ở</a:t>
                </a:r>
              </a:p>
              <a:p>
                <a:pPr marL="171450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low frequency</a:t>
                </a:r>
                <a:r>
                  <a:rPr lang="vi-VN" sz="2400">
                    <a:latin typeface="Times New Roman" panose="02020603050405020304" pitchFamily="18" charset="0"/>
                    <a:cs typeface="Times New Roman" panose="02020603050405020304" pitchFamily="18" charset="0"/>
                  </a:rPr>
                  <a:t> → xu hướng mạnh, ít nhiễu</a:t>
                </a:r>
              </a:p>
              <a:p>
                <a:pPr marL="171450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high frequency</a:t>
                </a:r>
                <a:r>
                  <a:rPr lang="vi-VN" sz="2400">
                    <a:latin typeface="Times New Roman" panose="02020603050405020304" pitchFamily="18" charset="0"/>
                    <a:cs typeface="Times New Roman" panose="02020603050405020304" pitchFamily="18" charset="0"/>
                  </a:rPr>
                  <a:t> → nhiễu nhiều, biến động ngắn hạn</a:t>
                </a: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759B276D-1AC3-BA6E-FE1F-E8969CB3552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9000004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49C26-2E65-806D-3004-5D8E3BC15E1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EEE51F8-F42A-11B3-B6AC-51691DC0A9D9}"/>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9538618E-5849-30FA-4F4B-CFEAE033B15B}"/>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Spectral Entropy (Entropy phổ)</a:t>
                </a:r>
                <a:r>
                  <a:rPr lang="en-US"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Đo mức hỗn loạn của phân bố năng lượng theo tần số.</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Cách tính:</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Chuẩn hóa PSD thành phân phối xác suất</a:t>
                </a:r>
              </a:p>
              <a:p>
                <a14:m>
                  <m:oMathPara xmlns:m="http://schemas.openxmlformats.org/officeDocument/2006/math">
                    <m:oMathParaPr>
                      <m:jc m:val="centerGroup"/>
                    </m:oMathParaPr>
                    <m:oMath xmlns:m="http://schemas.openxmlformats.org/officeDocument/2006/math">
                      <m:sSub>
                        <m:sSubPr>
                          <m:ctrlPr>
                            <a:rPr lang="ar-AE" sz="2400"/>
                          </m:ctrlPr>
                        </m:sSubPr>
                        <m:e>
                          <m:r>
                            <a:rPr lang="ar-AE" sz="2400" i="1"/>
                            <m:t>𝑝</m:t>
                          </m:r>
                        </m:e>
                        <m:sub>
                          <m:r>
                            <a:rPr lang="ar-AE" sz="2400" i="1"/>
                            <m:t>𝑘</m:t>
                          </m:r>
                        </m:sub>
                      </m:sSub>
                      <m:r>
                        <a:rPr lang="ar-AE" sz="2400"/>
                        <m:t>=</m:t>
                      </m:r>
                      <m:f>
                        <m:fPr>
                          <m:ctrlPr>
                            <a:rPr lang="ar-AE" sz="2400" i="1"/>
                          </m:ctrlPr>
                        </m:fPr>
                        <m:num>
                          <m:r>
                            <a:rPr lang="ar-AE" sz="2400" i="1"/>
                            <m:t>𝑆</m:t>
                          </m:r>
                          <m:d>
                            <m:dPr>
                              <m:ctrlPr>
                                <a:rPr lang="ar-AE" sz="2400" i="1"/>
                              </m:ctrlPr>
                            </m:dPr>
                            <m:e>
                              <m:sSub>
                                <m:sSubPr>
                                  <m:ctrlPr>
                                    <a:rPr lang="ar-AE" sz="2400" i="1"/>
                                  </m:ctrlPr>
                                </m:sSubPr>
                                <m:e>
                                  <m:r>
                                    <a:rPr lang="ar-AE" sz="2400" i="1"/>
                                    <m:t>𝜔</m:t>
                                  </m:r>
                                </m:e>
                                <m:sub>
                                  <m:r>
                                    <a:rPr lang="ar-AE" sz="2400" i="1"/>
                                    <m:t>𝑘</m:t>
                                  </m:r>
                                </m:sub>
                              </m:sSub>
                            </m:e>
                          </m:d>
                        </m:num>
                        <m:den>
                          <m:nary>
                            <m:naryPr>
                              <m:chr m:val="∑"/>
                              <m:grow m:val="on"/>
                              <m:supHide m:val="on"/>
                              <m:ctrlPr>
                                <a:rPr lang="ar-AE" sz="2400" i="1"/>
                              </m:ctrlPr>
                            </m:naryPr>
                            <m:sub>
                              <m:r>
                                <a:rPr lang="ar-AE" sz="2400" i="1"/>
                                <m:t>𝑗</m:t>
                              </m:r>
                            </m:sub>
                            <m:sup/>
                            <m:e>
                              <m:r>
                                <a:rPr lang="ar-AE" sz="2400" i="1"/>
                                <m:t>𝑆</m:t>
                              </m:r>
                            </m:e>
                          </m:nary>
                          <m:d>
                            <m:dPr>
                              <m:ctrlPr>
                                <a:rPr lang="ar-AE" sz="2400" i="1"/>
                              </m:ctrlPr>
                            </m:dPr>
                            <m:e>
                              <m:sSub>
                                <m:sSubPr>
                                  <m:ctrlPr>
                                    <a:rPr lang="ar-AE" sz="2400" i="1"/>
                                  </m:ctrlPr>
                                </m:sSubPr>
                                <m:e>
                                  <m:r>
                                    <a:rPr lang="ar-AE" sz="2400" i="1"/>
                                    <m:t>𝜔</m:t>
                                  </m:r>
                                </m:e>
                                <m:sub>
                                  <m:r>
                                    <a:rPr lang="ar-AE" sz="2400" i="1"/>
                                    <m:t>𝑗</m:t>
                                  </m:r>
                                </m:sub>
                              </m:sSub>
                            </m:e>
                          </m:d>
                        </m:den>
                      </m:f>
                    </m:oMath>
                  </m:oMathPara>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Tính entropy:</a:t>
                </a:r>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𝐻</m:t>
                      </m:r>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𝑘</m:t>
                          </m:r>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𝑘</m:t>
                              </m:r>
                            </m:sub>
                          </m:sSub>
                          <m:r>
                            <m:rPr>
                              <m:sty m:val="p"/>
                            </m:rPr>
                            <a:rPr lang="en-US" sz="2400" b="0" i="0" smtClean="0">
                              <a:latin typeface="Cambria Math" panose="02040503050406030204" pitchFamily="18" charset="0"/>
                            </a:rPr>
                            <m:t>log</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𝑝</m:t>
                              </m:r>
                            </m:e>
                            <m:sub>
                              <m:r>
                                <a:rPr lang="en-US" sz="2400" i="1">
                                  <a:latin typeface="Cambria Math" panose="02040503050406030204" pitchFamily="18" charset="0"/>
                                </a:rPr>
                                <m:t>𝑘</m:t>
                              </m:r>
                            </m:sub>
                          </m:sSub>
                          <m:r>
                            <a:rPr lang="en-US" sz="2400" b="0" i="1" smtClean="0">
                              <a:latin typeface="Cambria Math" panose="02040503050406030204" pitchFamily="18" charset="0"/>
                            </a:rPr>
                            <m:t>)</m:t>
                          </m:r>
                        </m:e>
                      </m:nary>
                    </m:oMath>
                  </m:oMathPara>
                </a14:m>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Entropy cao</a:t>
                </a:r>
                <a:r>
                  <a:rPr lang="vi-VN" sz="2400">
                    <a:latin typeface="Times New Roman" panose="02020603050405020304" pitchFamily="18" charset="0"/>
                    <a:cs typeface="Times New Roman" panose="02020603050405020304" pitchFamily="18" charset="0"/>
                  </a:rPr>
                  <a:t> → năng lượng phân tán → chuỗi nhiễu, khó dự đoán</a:t>
                </a:r>
              </a:p>
              <a:p>
                <a:pPr marL="171450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Entropy thấp</a:t>
                </a:r>
                <a:r>
                  <a:rPr lang="vi-VN" sz="2400">
                    <a:latin typeface="Times New Roman" panose="02020603050405020304" pitchFamily="18" charset="0"/>
                    <a:cs typeface="Times New Roman" panose="02020603050405020304" pitchFamily="18" charset="0"/>
                  </a:rPr>
                  <a:t> → có vài tần số trội → chu kỳ rõ ràng → dễ dự đoán</a:t>
                </a: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9538618E-5849-30FA-4F4B-CFEAE033B15B}"/>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536" b="-774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0339011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65CE7-7640-BB35-B4E6-067AB924CA6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809C834-9700-4CB3-9894-EB5B9398BF0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390B9E4D-A8E7-9556-FC85-3CF5220BFC17}"/>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Spectral Centroid (Trọng tâm phổ)</a:t>
                </a:r>
                <a:r>
                  <a:rPr lang="en-US"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Cho biết năng lượng nằm “trung bình” tại tần số nào:</a:t>
                </a:r>
              </a:p>
              <a:p>
                <a14:m>
                  <m:oMathPara xmlns:m="http://schemas.openxmlformats.org/officeDocument/2006/math">
                    <m:oMathParaPr>
                      <m:jc m:val="centerGroup"/>
                    </m:oMathParaPr>
                    <m:oMath xmlns:m="http://schemas.openxmlformats.org/officeDocument/2006/math">
                      <m:sSub>
                        <m:sSubPr>
                          <m:ctrlPr>
                            <a:rPr lang="ar-AE" sz="2400"/>
                          </m:ctrlPr>
                        </m:sSubPr>
                        <m:e>
                          <m:r>
                            <a:rPr lang="ar-AE" sz="2400" i="1"/>
                            <m:t>𝑓</m:t>
                          </m:r>
                        </m:e>
                        <m:sub>
                          <m:r>
                            <a:rPr lang="ar-AE" sz="2400" i="1"/>
                            <m:t>𝑐</m:t>
                          </m:r>
                        </m:sub>
                      </m:sSub>
                      <m:r>
                        <a:rPr lang="ar-AE" sz="2400"/>
                        <m:t>=</m:t>
                      </m:r>
                      <m:f>
                        <m:fPr>
                          <m:ctrlPr>
                            <a:rPr lang="ar-AE" sz="2400" i="1"/>
                          </m:ctrlPr>
                        </m:fPr>
                        <m:num>
                          <m:nary>
                            <m:naryPr>
                              <m:chr m:val="∑"/>
                              <m:grow m:val="on"/>
                              <m:supHide m:val="on"/>
                              <m:ctrlPr>
                                <a:rPr lang="ar-AE" sz="2400" i="1"/>
                              </m:ctrlPr>
                            </m:naryPr>
                            <m:sub>
                              <m:r>
                                <a:rPr lang="ar-AE" sz="2400" i="1"/>
                                <m:t>𝑘</m:t>
                              </m:r>
                            </m:sub>
                            <m:sup/>
                            <m:e>
                              <m:sSub>
                                <m:sSubPr>
                                  <m:ctrlPr>
                                    <a:rPr lang="ar-AE" sz="2400" i="1"/>
                                  </m:ctrlPr>
                                </m:sSubPr>
                                <m:e>
                                  <m:r>
                                    <a:rPr lang="ar-AE" sz="2400" i="1"/>
                                    <m:t>𝑓</m:t>
                                  </m:r>
                                </m:e>
                                <m:sub>
                                  <m:r>
                                    <a:rPr lang="ar-AE" sz="2400" i="1"/>
                                    <m:t>𝑘</m:t>
                                  </m:r>
                                </m:sub>
                              </m:sSub>
                            </m:e>
                          </m:nary>
                          <m:r>
                            <a:rPr lang="ar-AE" sz="2400" i="1"/>
                            <m:t>𝑆</m:t>
                          </m:r>
                          <m:d>
                            <m:dPr>
                              <m:ctrlPr>
                                <a:rPr lang="ar-AE" sz="2400" i="1"/>
                              </m:ctrlPr>
                            </m:dPr>
                            <m:e>
                              <m:sSub>
                                <m:sSubPr>
                                  <m:ctrlPr>
                                    <a:rPr lang="ar-AE" sz="2400" i="1"/>
                                  </m:ctrlPr>
                                </m:sSubPr>
                                <m:e>
                                  <m:r>
                                    <a:rPr lang="ar-AE" sz="2400" i="1"/>
                                    <m:t>𝑓</m:t>
                                  </m:r>
                                </m:e>
                                <m:sub>
                                  <m:r>
                                    <a:rPr lang="ar-AE" sz="2400" i="1"/>
                                    <m:t>𝑘</m:t>
                                  </m:r>
                                </m:sub>
                              </m:sSub>
                            </m:e>
                          </m:d>
                        </m:num>
                        <m:den>
                          <m:nary>
                            <m:naryPr>
                              <m:chr m:val="∑"/>
                              <m:grow m:val="on"/>
                              <m:supHide m:val="on"/>
                              <m:ctrlPr>
                                <a:rPr lang="ar-AE" sz="2400" i="1"/>
                              </m:ctrlPr>
                            </m:naryPr>
                            <m:sub>
                              <m:r>
                                <a:rPr lang="ar-AE" sz="2400" i="1"/>
                                <m:t>𝑘</m:t>
                              </m:r>
                            </m:sub>
                            <m:sup/>
                            <m:e>
                              <m:r>
                                <a:rPr lang="ar-AE" sz="2400" i="1"/>
                                <m:t>𝑆</m:t>
                              </m:r>
                            </m:e>
                          </m:nary>
                          <m:d>
                            <m:dPr>
                              <m:ctrlPr>
                                <a:rPr lang="ar-AE" sz="2400" i="1"/>
                              </m:ctrlPr>
                            </m:dPr>
                            <m:e>
                              <m:sSub>
                                <m:sSubPr>
                                  <m:ctrlPr>
                                    <a:rPr lang="ar-AE" sz="2400" i="1"/>
                                  </m:ctrlPr>
                                </m:sSubPr>
                                <m:e>
                                  <m:r>
                                    <a:rPr lang="ar-AE" sz="2400" i="1"/>
                                    <m:t>𝑓</m:t>
                                  </m:r>
                                </m:e>
                                <m:sub>
                                  <m:r>
                                    <a:rPr lang="ar-AE" sz="2400" i="1"/>
                                    <m:t>𝑘</m:t>
                                  </m:r>
                                </m:sub>
                              </m:sSub>
                            </m:e>
                          </m:d>
                        </m:den>
                      </m:f>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Cao → chuỗi biến động nhanh</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Thấp → xu hướng dài hạn, chậm</a:t>
                </a:r>
                <a:endParaRPr lang="en-US" sz="24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Spread – độ rộng:</a:t>
                </a:r>
              </a:p>
              <a:p>
                <a:pPr marL="457200" lvl="1" indent="0"/>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𝜎</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rad>
                        <m:radPr>
                          <m:degHide m:val="on"/>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subHide m:val="on"/>
                                  <m:supHide m:val="on"/>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naryPr>
                                <m:sub/>
                                <m:sup/>
                                <m:e>
                                  <m:sSup>
                                    <m:sSupPr>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sz="2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𝑓</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a:latin typeface="Cambria Math" panose="02040503050406030204" pitchFamily="18" charset="0"/>
                                                  <a:ea typeface="Cambria Math" panose="02040503050406030204" pitchFamily="18" charset="0"/>
                                                  <a:cs typeface="Times New Roman" panose="02020603050405020304" pitchFamily="18" charset="0"/>
                                                </a:rPr>
                                                <m:t>𝑓</m:t>
                                              </m:r>
                                            </m:e>
                                            <m: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𝑐</m:t>
                                              </m:r>
                                            </m:sub>
                                          </m:sSub>
                                        </m:e>
                                      </m:d>
                                    </m:e>
                                    <m: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𝑆</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a:latin typeface="Cambria Math" panose="02040503050406030204" pitchFamily="18" charset="0"/>
                                          <a:ea typeface="Cambria Math" panose="02040503050406030204" pitchFamily="18" charset="0"/>
                                          <a:cs typeface="Times New Roman" panose="02020603050405020304" pitchFamily="18" charset="0"/>
                                        </a:rPr>
                                        <m:t>𝑓</m:t>
                                      </m:r>
                                    </m:e>
                                    <m:sub>
                                      <m:r>
                                        <a:rPr lang="en-US" sz="2400" b="0" i="1">
                                          <a:latin typeface="Cambria Math" panose="02040503050406030204" pitchFamily="18" charset="0"/>
                                          <a:ea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e>
                              </m:nary>
                            </m:num>
                            <m:den>
                              <m:nary>
                                <m:naryPr>
                                  <m:chr m:val="∑"/>
                                  <m:subHide m:val="on"/>
                                  <m:supHide m:val="on"/>
                                  <m:ctrlPr>
                                    <a:rPr lang="en-US" sz="2400" i="1">
                                      <a:latin typeface="Cambria Math" panose="02040503050406030204" pitchFamily="18" charset="0"/>
                                      <a:ea typeface="Cambria Math" panose="02040503050406030204" pitchFamily="18" charset="0"/>
                                      <a:cs typeface="Times New Roman" panose="02020603050405020304" pitchFamily="18" charset="0"/>
                                    </a:rPr>
                                  </m:ctrlPr>
                                </m:naryPr>
                                <m:sub/>
                                <m:sup/>
                                <m:e>
                                  <m:r>
                                    <a:rPr lang="en-US" sz="2400" b="0" i="1">
                                      <a:latin typeface="Cambria Math" panose="02040503050406030204" pitchFamily="18" charset="0"/>
                                      <a:ea typeface="Cambria Math" panose="02040503050406030204" pitchFamily="18" charset="0"/>
                                      <a:cs typeface="Times New Roman" panose="02020603050405020304" pitchFamily="18" charset="0"/>
                                    </a:rPr>
                                    <m:t>𝑆</m:t>
                                  </m:r>
                                  <m:r>
                                    <a:rPr lang="en-US" sz="2400" b="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a:latin typeface="Cambria Math" panose="02040503050406030204" pitchFamily="18" charset="0"/>
                                          <a:ea typeface="Cambria Math" panose="02040503050406030204" pitchFamily="18" charset="0"/>
                                          <a:cs typeface="Times New Roman" panose="02020603050405020304" pitchFamily="18" charset="0"/>
                                        </a:rPr>
                                        <m:t>𝑓</m:t>
                                      </m:r>
                                    </m:e>
                                    <m:sub>
                                      <m:r>
                                        <a:rPr lang="en-US" sz="2400" b="0" i="1">
                                          <a:latin typeface="Cambria Math" panose="02040503050406030204" pitchFamily="18" charset="0"/>
                                          <a:ea typeface="Cambria Math" panose="02040503050406030204" pitchFamily="18" charset="0"/>
                                          <a:cs typeface="Times New Roman" panose="02020603050405020304" pitchFamily="18" charset="0"/>
                                        </a:rPr>
                                        <m:t>𝑘</m:t>
                                      </m:r>
                                    </m:sub>
                                  </m:sSub>
                                  <m:r>
                                    <a:rPr lang="en-US" sz="2400" b="0" i="1">
                                      <a:latin typeface="Cambria Math" panose="02040503050406030204" pitchFamily="18" charset="0"/>
                                      <a:ea typeface="Cambria Math" panose="02040503050406030204" pitchFamily="18" charset="0"/>
                                      <a:cs typeface="Times New Roman" panose="02020603050405020304" pitchFamily="18" charset="0"/>
                                    </a:rPr>
                                    <m:t>)</m:t>
                                  </m:r>
                                </m:e>
                              </m:nary>
                            </m:den>
                          </m:f>
                        </m:e>
                      </m:rad>
                    </m:oMath>
                  </m:oMathPara>
                </a14:m>
                <a:endParaRPr lang="en-US" sz="2400">
                  <a:latin typeface="Times New Roman" panose="02020603050405020304" pitchFamily="18" charset="0"/>
                  <a:cs typeface="Times New Roman" panose="02020603050405020304" pitchFamily="18" charset="0"/>
                </a:endParaRPr>
              </a:p>
              <a:p>
                <a:pPr marL="857250" lvl="2" indent="0"/>
                <a:r>
                  <a:rPr lang="en-US" sz="2400">
                    <a:latin typeface="Times New Roman" panose="02020603050405020304" pitchFamily="18" charset="0"/>
                    <a:cs typeface="Times New Roman" panose="02020603050405020304" pitchFamily="18" charset="0"/>
                  </a:rPr>
                  <a:t>→ Dao động trên nhiều mức tần số hay chỉ tập trung một chỗ.</a:t>
                </a:r>
              </a:p>
              <a:p>
                <a:endParaRPr lang="vi-VN"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390B9E4D-A8E7-9556-FC85-3CF5220BFC17}"/>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7120704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BB7A8-B27A-4F02-4242-84AB7F61AFF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EE6D47E-EBD9-03DD-E09E-1D8B6F05433C}"/>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68C9F8E4-4D52-428F-0197-2F15AF773A84}"/>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Coherence (nếu có 2 chuỗi)</a:t>
                </a:r>
              </a:p>
              <a:p>
                <a:pPr lvl="1"/>
                <a:r>
                  <a:rPr lang="vi-VN" sz="2400">
                    <a:latin typeface="Times New Roman" panose="02020603050405020304" pitchFamily="18" charset="0"/>
                    <a:cs typeface="Times New Roman" panose="02020603050405020304" pitchFamily="18" charset="0"/>
                  </a:rPr>
                  <a:t>Đặc trưng miền tần số cho mối quan hệ giữa hai chuỗi:</a:t>
                </a:r>
              </a:p>
              <a:p>
                <a14:m>
                  <m:oMathPara xmlns:m="http://schemas.openxmlformats.org/officeDocument/2006/math">
                    <m:oMathParaPr>
                      <m:jc m:val="centerGroup"/>
                    </m:oMathParaPr>
                    <m:oMath xmlns:m="http://schemas.openxmlformats.org/officeDocument/2006/math">
                      <m:sSub>
                        <m:sSubPr>
                          <m:ctrlPr>
                            <a:rPr lang="ar-AE" sz="2400"/>
                          </m:ctrlPr>
                        </m:sSubPr>
                        <m:e>
                          <m:r>
                            <a:rPr lang="ar-AE" sz="2400" i="1"/>
                            <m:t>𝐶</m:t>
                          </m:r>
                        </m:e>
                        <m:sub>
                          <m:r>
                            <a:rPr lang="ar-AE" sz="2400" i="1"/>
                            <m:t>𝑥𝑦</m:t>
                          </m:r>
                        </m:sub>
                      </m:sSub>
                      <m:d>
                        <m:dPr>
                          <m:ctrlPr>
                            <a:rPr lang="ar-AE" sz="2400" i="1"/>
                          </m:ctrlPr>
                        </m:dPr>
                        <m:e>
                          <m:r>
                            <a:rPr lang="ar-AE" sz="2400" i="1"/>
                            <m:t>𝜔</m:t>
                          </m:r>
                        </m:e>
                      </m:d>
                      <m:r>
                        <a:rPr lang="ar-AE" sz="2400"/>
                        <m:t>=</m:t>
                      </m:r>
                      <m:f>
                        <m:fPr>
                          <m:ctrlPr>
                            <a:rPr lang="ar-AE" sz="2400" i="1"/>
                          </m:ctrlPr>
                        </m:fPr>
                        <m:num>
                          <m:r>
                            <a:rPr lang="ar-AE" sz="2400"/>
                            <m:t>∣</m:t>
                          </m:r>
                          <m:sSub>
                            <m:sSubPr>
                              <m:ctrlPr>
                                <a:rPr lang="ar-AE" sz="2400" i="1"/>
                              </m:ctrlPr>
                            </m:sSubPr>
                            <m:e>
                              <m:r>
                                <a:rPr lang="ar-AE" sz="2400" i="1"/>
                                <m:t>𝑆</m:t>
                              </m:r>
                            </m:e>
                            <m:sub>
                              <m:r>
                                <a:rPr lang="ar-AE" sz="2400" i="1"/>
                                <m:t>𝑥𝑦</m:t>
                              </m:r>
                            </m:sub>
                          </m:sSub>
                          <m:d>
                            <m:dPr>
                              <m:ctrlPr>
                                <a:rPr lang="ar-AE" sz="2400" i="1"/>
                              </m:ctrlPr>
                            </m:dPr>
                            <m:e>
                              <m:r>
                                <a:rPr lang="ar-AE" sz="2400" i="1"/>
                                <m:t>𝜔</m:t>
                              </m:r>
                            </m:e>
                          </m:d>
                          <m:sSup>
                            <m:sSupPr>
                              <m:ctrlPr>
                                <a:rPr lang="ar-AE" sz="2400" i="1"/>
                              </m:ctrlPr>
                            </m:sSupPr>
                            <m:e>
                              <m:r>
                                <a:rPr lang="ar-AE" sz="2400"/>
                                <m:t>∣</m:t>
                              </m:r>
                            </m:e>
                            <m:sup>
                              <m:r>
                                <a:rPr lang="ar-AE" sz="2400"/>
                                <m:t>2</m:t>
                              </m:r>
                            </m:sup>
                          </m:sSup>
                        </m:num>
                        <m:den>
                          <m:sSub>
                            <m:sSubPr>
                              <m:ctrlPr>
                                <a:rPr lang="ar-AE" sz="2400" i="1"/>
                              </m:ctrlPr>
                            </m:sSubPr>
                            <m:e>
                              <m:r>
                                <a:rPr lang="ar-AE" sz="2400" i="1"/>
                                <m:t>𝑆</m:t>
                              </m:r>
                            </m:e>
                            <m:sub>
                              <m:r>
                                <a:rPr lang="ar-AE" sz="2400" i="1"/>
                                <m:t>𝑥</m:t>
                              </m:r>
                            </m:sub>
                          </m:sSub>
                          <m:d>
                            <m:dPr>
                              <m:ctrlPr>
                                <a:rPr lang="ar-AE" sz="2400" i="1"/>
                              </m:ctrlPr>
                            </m:dPr>
                            <m:e>
                              <m:r>
                                <a:rPr lang="ar-AE" sz="2400" i="1"/>
                                <m:t>𝜔</m:t>
                              </m:r>
                            </m:e>
                          </m:d>
                          <m:sSub>
                            <m:sSubPr>
                              <m:ctrlPr>
                                <a:rPr lang="ar-AE" sz="2400" i="1"/>
                              </m:ctrlPr>
                            </m:sSubPr>
                            <m:e>
                              <m:r>
                                <a:rPr lang="ar-AE" sz="2400" i="1"/>
                                <m:t>𝑆</m:t>
                              </m:r>
                            </m:e>
                            <m:sub>
                              <m:r>
                                <a:rPr lang="ar-AE" sz="2400" i="1"/>
                                <m:t>𝑦</m:t>
                              </m:r>
                            </m:sub>
                          </m:sSub>
                          <m:d>
                            <m:dPr>
                              <m:ctrlPr>
                                <a:rPr lang="ar-AE" sz="2400" i="1"/>
                              </m:ctrlPr>
                            </m:dPr>
                            <m:e>
                              <m:r>
                                <a:rPr lang="ar-AE" sz="2400" i="1"/>
                                <m:t>𝜔</m:t>
                              </m:r>
                            </m:e>
                          </m:d>
                        </m:den>
                      </m:f>
                    </m:oMath>
                  </m:oMathPara>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Tần số nào hai chuỗi tương quan mạnh</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Biết tác động theo chu kỳ giữa 2 tín hiệu</a:t>
                </a: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68C9F8E4-4D52-428F-0197-2F15AF773A84}"/>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3925792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63C37-4D3D-4DE2-F7A6-0FFC7794C2B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AED0A77-DC55-6C0A-FB71-646862CECBA5}"/>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6823FA9B-4311-4E64-8077-FE76A2A51142}"/>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Liên hệ với t</a:t>
                </a:r>
                <a:r>
                  <a:rPr lang="vi-VN" sz="2400" b="1">
                    <a:latin typeface="Times New Roman" panose="02020603050405020304" pitchFamily="18" charset="0"/>
                    <a:cs typeface="Times New Roman" panose="02020603050405020304" pitchFamily="18" charset="0"/>
                  </a:rPr>
                  <a:t>oán tử dịch ngược</a:t>
                </a:r>
                <a:r>
                  <a:rPr lang="en-US" sz="2400" b="1">
                    <a:latin typeface="Times New Roman" panose="02020603050405020304" pitchFamily="18" charset="0"/>
                    <a:cs typeface="Times New Roman" panose="02020603050405020304" pitchFamily="18" charset="0"/>
                  </a:rPr>
                  <a:t> (Backshift operator) trong</a:t>
                </a:r>
                <a:r>
                  <a:rPr lang="en-US" sz="2400">
                    <a:latin typeface="Times New Roman" panose="02020603050405020304" pitchFamily="18" charset="0"/>
                    <a:cs typeface="Times New Roman" panose="02020603050405020304" pitchFamily="18" charset="0"/>
                  </a:rPr>
                  <a:t> mô hình ARIMA </a:t>
                </a:r>
                <a:r>
                  <a:rPr lang="vi-VN" sz="2400">
                    <a:latin typeface="Times New Roman" panose="02020603050405020304" pitchFamily="18" charset="0"/>
                    <a:cs typeface="Times New Roman" panose="02020603050405020304" pitchFamily="18" charset="0"/>
                  </a:rPr>
                  <a:t>:</a:t>
                </a:r>
              </a:p>
              <a:p>
                <a14:m>
                  <m:oMathPara xmlns:m="http://schemas.openxmlformats.org/officeDocument/2006/math">
                    <m:oMathParaPr>
                      <m:jc m:val="centerGroup"/>
                    </m:oMathParaPr>
                    <m:oMath xmlns:m="http://schemas.openxmlformats.org/officeDocument/2006/math">
                      <m:r>
                        <a:rPr lang="vi-VN" sz="2400" i="1"/>
                        <m:t>𝜙</m:t>
                      </m:r>
                      <m:d>
                        <m:dPr>
                          <m:ctrlPr>
                            <a:rPr lang="ar-AE" sz="2400" i="1"/>
                          </m:ctrlPr>
                        </m:dPr>
                        <m:e>
                          <m:r>
                            <a:rPr lang="ar-AE" sz="2400" i="1"/>
                            <m:t>𝐵</m:t>
                          </m:r>
                        </m:e>
                      </m:d>
                      <m:d>
                        <m:dPr>
                          <m:endChr m:val=""/>
                          <m:ctrlPr>
                            <a:rPr lang="ar-AE" sz="2400" i="1"/>
                          </m:ctrlPr>
                        </m:dPr>
                        <m:e>
                          <m:r>
                            <a:rPr lang="ar-AE" sz="2400"/>
                            <m:t>1</m:t>
                          </m:r>
                          <m:r>
                            <a:rPr lang="ar-AE" sz="2400"/>
                            <m:t>−</m:t>
                          </m:r>
                          <m:r>
                            <a:rPr lang="ar-AE" sz="2400" i="1"/>
                            <m:t>𝐵</m:t>
                          </m:r>
                          <m:sSup>
                            <m:sSupPr>
                              <m:ctrlPr>
                                <a:rPr lang="ar-AE" sz="2400" i="1"/>
                              </m:ctrlPr>
                            </m:sSupPr>
                            <m:e>
                              <m:d>
                                <m:dPr>
                                  <m:begChr m:val=""/>
                                  <m:endChr m:val=""/>
                                  <m:ctrlPr>
                                    <a:rPr lang="ar-AE" sz="2400" i="1"/>
                                  </m:ctrlPr>
                                </m:dPr>
                                <m:e>
                                  <m:r>
                                    <a:rPr lang="ar-AE" sz="2400"/>
                                    <m:t>)</m:t>
                                  </m:r>
                                </m:e>
                              </m:d>
                            </m:e>
                            <m:sup>
                              <m:r>
                                <a:rPr lang="ar-AE" sz="2400" i="1"/>
                                <m:t>𝑑</m:t>
                              </m:r>
                            </m:sup>
                          </m:sSup>
                          <m:sSub>
                            <m:sSubPr>
                              <m:ctrlPr>
                                <a:rPr lang="ar-AE" sz="2400" i="1"/>
                              </m:ctrlPr>
                            </m:sSubPr>
                            <m:e>
                              <m:r>
                                <a:rPr lang="ar-AE" sz="2400" i="1"/>
                                <m:t>𝑥</m:t>
                              </m:r>
                            </m:e>
                            <m:sub>
                              <m:r>
                                <a:rPr lang="ar-AE" sz="2400" i="1"/>
                                <m:t>𝑡</m:t>
                              </m:r>
                            </m:sub>
                          </m:sSub>
                          <m:r>
                            <a:rPr lang="ar-AE" sz="2400"/>
                            <m:t>=</m:t>
                          </m:r>
                          <m:r>
                            <a:rPr lang="ar-AE" sz="2400" i="1"/>
                            <m:t>𝜃</m:t>
                          </m:r>
                          <m:d>
                            <m:dPr>
                              <m:ctrlPr>
                                <a:rPr lang="ar-AE" sz="2400" i="1"/>
                              </m:ctrlPr>
                            </m:dPr>
                            <m:e>
                              <m:r>
                                <a:rPr lang="ar-AE" sz="2400" i="1"/>
                                <m:t>𝐵</m:t>
                              </m:r>
                            </m:e>
                          </m:d>
                          <m:sSub>
                            <m:sSubPr>
                              <m:ctrlPr>
                                <a:rPr lang="ar-AE" sz="2400" i="1"/>
                              </m:ctrlPr>
                            </m:sSubPr>
                            <m:e>
                              <m:r>
                                <a:rPr lang="ar-AE" sz="2400" i="1"/>
                                <m:t>𝜀</m:t>
                              </m:r>
                            </m:e>
                            <m:sub>
                              <m:r>
                                <a:rPr lang="ar-AE" sz="2400" i="1"/>
                                <m:t>𝑡</m:t>
                              </m:r>
                            </m:sub>
                          </m:sSub>
                        </m:e>
                      </m:d>
                    </m:oMath>
                  </m:oMathPara>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14:m>
                  <m:oMath xmlns:m="http://schemas.openxmlformats.org/officeDocument/2006/math">
                    <m:r>
                      <a:rPr lang="vi-VN" sz="2400" i="1">
                        <a:latin typeface="Cambria Math" panose="02040503050406030204" pitchFamily="18" charset="0"/>
                      </a:rPr>
                      <m:t>𝜙</m:t>
                    </m:r>
                    <m:d>
                      <m:dPr>
                        <m:ctrlPr>
                          <a:rPr lang="ar-AE" sz="2400" i="1">
                            <a:latin typeface="Cambria Math" panose="02040503050406030204" pitchFamily="18" charset="0"/>
                          </a:rPr>
                        </m:ctrlPr>
                      </m:dPr>
                      <m:e>
                        <m:r>
                          <a:rPr lang="ar-AE" sz="2400" i="1">
                            <a:latin typeface="Cambria Math" panose="02040503050406030204" pitchFamily="18" charset="0"/>
                          </a:rPr>
                          <m:t>𝐵</m:t>
                        </m:r>
                      </m:e>
                    </m:d>
                    <m:r>
                      <a:rPr lang="en-US" sz="2400" b="0" i="1" smtClean="0">
                        <a:latin typeface="Cambria Math" panose="02040503050406030204" pitchFamily="18" charset="0"/>
                      </a:rPr>
                      <m:t>, </m:t>
                    </m:r>
                    <m:r>
                      <a:rPr lang="ar-AE" sz="2400" i="1">
                        <a:latin typeface="Cambria Math" panose="02040503050406030204" pitchFamily="18" charset="0"/>
                      </a:rPr>
                      <m:t>𝜃</m:t>
                    </m:r>
                    <m:d>
                      <m:dPr>
                        <m:ctrlPr>
                          <a:rPr lang="ar-AE" sz="2400" i="1">
                            <a:latin typeface="Cambria Math" panose="02040503050406030204" pitchFamily="18" charset="0"/>
                          </a:rPr>
                        </m:ctrlPr>
                      </m:dPr>
                      <m:e>
                        <m:r>
                          <a:rPr lang="ar-AE" sz="2400" i="1">
                            <a:latin typeface="Cambria Math" panose="02040503050406030204" pitchFamily="18" charset="0"/>
                          </a:rPr>
                          <m:t>𝐵</m:t>
                        </m:r>
                      </m:e>
                    </m:d>
                  </m:oMath>
                </a14:m>
                <a:r>
                  <a:rPr lang="en-US" sz="2400">
                    <a:latin typeface="Times New Roman" panose="02020603050405020304" pitchFamily="18" charset="0"/>
                    <a:cs typeface="Times New Roman" panose="02020603050405020304" pitchFamily="18" charset="0"/>
                  </a:rPr>
                  <a:t> là hàm đa thức, d là số nguyên.</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Trong miền tần số, toán tử dịch </a:t>
                </a:r>
                <a14:m>
                  <m:oMath xmlns:m="http://schemas.openxmlformats.org/officeDocument/2006/math">
                    <m:r>
                      <a:rPr lang="vi-VN" sz="2400" i="1"/>
                      <m:t>𝐵</m:t>
                    </m:r>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tương ứng với nhân </a:t>
                </a:r>
                <a14:m>
                  <m:oMath xmlns:m="http://schemas.openxmlformats.org/officeDocument/2006/math">
                    <m:sSup>
                      <m:sSupPr>
                        <m:ctrlPr>
                          <a:rPr lang="ar-AE" sz="2400"/>
                        </m:ctrlPr>
                      </m:sSupPr>
                      <m:e>
                        <m:r>
                          <a:rPr lang="ar-AE" sz="2400" i="1"/>
                          <m:t>𝑒</m:t>
                        </m:r>
                      </m:e>
                      <m:sup>
                        <m:r>
                          <a:rPr lang="ar-AE" sz="2400"/>
                          <m:t>−</m:t>
                        </m:r>
                        <m:r>
                          <a:rPr lang="ar-AE" sz="2400" i="1"/>
                          <m:t>𝑖</m:t>
                        </m:r>
                        <m:r>
                          <a:rPr lang="ar-AE" sz="2400" i="1"/>
                          <m:t>𝜔</m:t>
                        </m:r>
                      </m:sup>
                    </m:sSup>
                  </m:oMath>
                </a14:m>
                <a:r>
                  <a:rPr lang="ar-AE" sz="2400">
                    <a:latin typeface="Times New Roman" panose="02020603050405020304" pitchFamily="18" charset="0"/>
                    <a:cs typeface="Times New Roman" panose="02020603050405020304" pitchFamily="18" charset="0"/>
                  </a:rPr>
                  <a:t>.</a:t>
                </a:r>
                <a:br>
                  <a:rPr lang="ar-AE" sz="2400">
                    <a:latin typeface="Times New Roman" panose="02020603050405020304" pitchFamily="18" charset="0"/>
                    <a:cs typeface="Times New Roman" panose="02020603050405020304" pitchFamily="18" charset="0"/>
                  </a:rPr>
                </a:br>
                <a:r>
                  <a:rPr lang="vi-VN" sz="2400">
                    <a:latin typeface="Times New Roman" panose="02020603050405020304" pitchFamily="18" charset="0"/>
                    <a:cs typeface="Times New Roman" panose="02020603050405020304" pitchFamily="18" charset="0"/>
                  </a:rPr>
                  <a:t>Do đó, </a:t>
                </a:r>
                <a:r>
                  <a:rPr lang="en-US" sz="2400">
                    <a:latin typeface="Times New Roman" panose="02020603050405020304" pitchFamily="18" charset="0"/>
                    <a:cs typeface="Times New Roman" panose="02020603050405020304" pitchFamily="18" charset="0"/>
                  </a:rPr>
                  <a:t>mô hình ARIMA</a:t>
                </a:r>
                <a:r>
                  <a:rPr lang="vi-VN" sz="2400">
                    <a:latin typeface="Times New Roman" panose="02020603050405020304" pitchFamily="18" charset="0"/>
                    <a:cs typeface="Times New Roman" panose="02020603050405020304" pitchFamily="18" charset="0"/>
                  </a:rPr>
                  <a:t> trở thành một bộ lọc tuyến tính có đáp ứng tần số:</a:t>
                </a:r>
              </a:p>
              <a:p>
                <a14:m>
                  <m:oMathPara xmlns:m="http://schemas.openxmlformats.org/officeDocument/2006/math">
                    <m:oMathParaPr>
                      <m:jc m:val="centerGroup"/>
                    </m:oMathParaPr>
                    <m:oMath xmlns:m="http://schemas.openxmlformats.org/officeDocument/2006/math">
                      <m:r>
                        <a:rPr lang="vi-VN" sz="2400" i="1"/>
                        <m:t>𝐻</m:t>
                      </m:r>
                      <m:d>
                        <m:dPr>
                          <m:ctrlPr>
                            <a:rPr lang="ar-AE" sz="2400" i="1"/>
                          </m:ctrlPr>
                        </m:dPr>
                        <m:e>
                          <m:r>
                            <a:rPr lang="ar-AE" sz="2400" i="1"/>
                            <m:t>𝜔</m:t>
                          </m:r>
                        </m:e>
                      </m:d>
                      <m:r>
                        <a:rPr lang="ar-AE" sz="2400"/>
                        <m:t>=</m:t>
                      </m:r>
                      <m:f>
                        <m:fPr>
                          <m:ctrlPr>
                            <a:rPr lang="ar-AE" sz="2400" i="1"/>
                          </m:ctrlPr>
                        </m:fPr>
                        <m:num>
                          <m:r>
                            <a:rPr lang="ar-AE" sz="2400" i="1"/>
                            <m:t>𝜃</m:t>
                          </m:r>
                          <m:d>
                            <m:dPr>
                              <m:ctrlPr>
                                <a:rPr lang="ar-AE" sz="2400" i="1"/>
                              </m:ctrlPr>
                            </m:dPr>
                            <m:e>
                              <m:sSup>
                                <m:sSupPr>
                                  <m:ctrlPr>
                                    <a:rPr lang="ar-AE" sz="2400" i="1"/>
                                  </m:ctrlPr>
                                </m:sSupPr>
                                <m:e>
                                  <m:r>
                                    <a:rPr lang="ar-AE" sz="2400" i="1"/>
                                    <m:t>𝑒</m:t>
                                  </m:r>
                                </m:e>
                                <m:sup>
                                  <m:r>
                                    <a:rPr lang="ar-AE" sz="2400"/>
                                    <m:t>−</m:t>
                                  </m:r>
                                  <m:r>
                                    <a:rPr lang="ar-AE" sz="2400" i="1"/>
                                    <m:t>𝑖</m:t>
                                  </m:r>
                                  <m:r>
                                    <a:rPr lang="ar-AE" sz="2400" i="1"/>
                                    <m:t>𝜔</m:t>
                                  </m:r>
                                </m:sup>
                              </m:sSup>
                            </m:e>
                          </m:d>
                        </m:num>
                        <m:den>
                          <m:r>
                            <a:rPr lang="ar-AE" sz="2400" i="1"/>
                            <m:t>𝜙</m:t>
                          </m:r>
                          <m:d>
                            <m:dPr>
                              <m:ctrlPr>
                                <a:rPr lang="ar-AE" sz="2400" i="1"/>
                              </m:ctrlPr>
                            </m:dPr>
                            <m:e>
                              <m:sSup>
                                <m:sSupPr>
                                  <m:ctrlPr>
                                    <a:rPr lang="ar-AE" sz="2400" i="1"/>
                                  </m:ctrlPr>
                                </m:sSupPr>
                                <m:e>
                                  <m:r>
                                    <a:rPr lang="ar-AE" sz="2400" i="1"/>
                                    <m:t>𝑒</m:t>
                                  </m:r>
                                </m:e>
                                <m:sup>
                                  <m:r>
                                    <a:rPr lang="ar-AE" sz="2400"/>
                                    <m:t>−</m:t>
                                  </m:r>
                                  <m:r>
                                    <a:rPr lang="ar-AE" sz="2400" i="1"/>
                                    <m:t>𝑖</m:t>
                                  </m:r>
                                  <m:r>
                                    <a:rPr lang="ar-AE" sz="2400" i="1"/>
                                    <m:t>𝜔</m:t>
                                  </m:r>
                                </m:sup>
                              </m:sSup>
                            </m:e>
                          </m:d>
                          <m:d>
                            <m:dPr>
                              <m:endChr m:val=""/>
                              <m:ctrlPr>
                                <a:rPr lang="ar-AE" sz="2400" i="1"/>
                              </m:ctrlPr>
                            </m:dPr>
                            <m:e>
                              <m:r>
                                <a:rPr lang="ar-AE" sz="2400"/>
                                <m:t>1</m:t>
                              </m:r>
                              <m:r>
                                <a:rPr lang="ar-AE" sz="2400"/>
                                <m:t>−</m:t>
                              </m:r>
                              <m:sSup>
                                <m:sSupPr>
                                  <m:ctrlPr>
                                    <a:rPr lang="ar-AE" sz="2400" i="1"/>
                                  </m:ctrlPr>
                                </m:sSupPr>
                                <m:e>
                                  <m:r>
                                    <a:rPr lang="ar-AE" sz="2400" i="1"/>
                                    <m:t>𝑒</m:t>
                                  </m:r>
                                </m:e>
                                <m:sup>
                                  <m:r>
                                    <a:rPr lang="ar-AE" sz="2400"/>
                                    <m:t>−</m:t>
                                  </m:r>
                                  <m:r>
                                    <a:rPr lang="ar-AE" sz="2400" i="1"/>
                                    <m:t>𝑖</m:t>
                                  </m:r>
                                  <m:r>
                                    <a:rPr lang="ar-AE" sz="2400" i="1"/>
                                    <m:t>𝜔</m:t>
                                  </m:r>
                                </m:sup>
                              </m:sSup>
                              <m:sSup>
                                <m:sSupPr>
                                  <m:ctrlPr>
                                    <a:rPr lang="ar-AE" sz="2400" i="1"/>
                                  </m:ctrlPr>
                                </m:sSupPr>
                                <m:e>
                                  <m:d>
                                    <m:dPr>
                                      <m:begChr m:val=""/>
                                      <m:endChr m:val=""/>
                                      <m:ctrlPr>
                                        <a:rPr lang="ar-AE" sz="2400" i="1"/>
                                      </m:ctrlPr>
                                    </m:dPr>
                                    <m:e>
                                      <m:r>
                                        <a:rPr lang="ar-AE" sz="2400"/>
                                        <m:t>)</m:t>
                                      </m:r>
                                    </m:e>
                                  </m:d>
                                </m:e>
                                <m:sup>
                                  <m:r>
                                    <a:rPr lang="ar-AE" sz="2400" i="1"/>
                                    <m:t>𝑑</m:t>
                                  </m:r>
                                </m:sup>
                              </m:sSup>
                            </m:e>
                          </m:d>
                        </m:den>
                      </m:f>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Điều này cho thấy ARIMA có dạng một </a:t>
                </a:r>
                <a:r>
                  <a:rPr lang="vi-VN" sz="2400" b="1">
                    <a:latin typeface="Times New Roman" panose="02020603050405020304" pitchFamily="18" charset="0"/>
                    <a:cs typeface="Times New Roman" panose="02020603050405020304" pitchFamily="18" charset="0"/>
                  </a:rPr>
                  <a:t>linear filter</a:t>
                </a:r>
                <a:r>
                  <a:rPr lang="vi-VN" sz="2400">
                    <a:latin typeface="Times New Roman" panose="02020603050405020304" pitchFamily="18" charset="0"/>
                    <a:cs typeface="Times New Roman" panose="02020603050405020304" pitchFamily="18" charset="0"/>
                  </a:rPr>
                  <a:t> tác động lên nhiễu trắng.</a:t>
                </a:r>
              </a:p>
              <a:p>
                <a:pPr marL="457200" lvl="1" indent="0"/>
                <a:endParaRPr lang="vi-VN"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6823FA9B-4311-4E64-8077-FE76A2A51142}"/>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40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6480257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48436-C4B6-1A3F-914F-3E7D42FEBDB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CD8BB2C-E44B-741A-3CBB-9B8E275D8531}"/>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A7E56995-B549-446C-8C60-1EC286A40889}"/>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Liên hệ với t</a:t>
                </a:r>
                <a:r>
                  <a:rPr lang="vi-VN" sz="2400" b="1">
                    <a:latin typeface="Times New Roman" panose="02020603050405020304" pitchFamily="18" charset="0"/>
                    <a:cs typeface="Times New Roman" panose="02020603050405020304" pitchFamily="18" charset="0"/>
                  </a:rPr>
                  <a:t>oán tử dịch ngược</a:t>
                </a:r>
                <a:r>
                  <a:rPr lang="en-US" sz="2400" b="1">
                    <a:latin typeface="Times New Roman" panose="02020603050405020304" pitchFamily="18" charset="0"/>
                    <a:cs typeface="Times New Roman" panose="02020603050405020304" pitchFamily="18" charset="0"/>
                  </a:rPr>
                  <a:t> (Backshift operator) trong</a:t>
                </a:r>
                <a:r>
                  <a:rPr lang="en-US" sz="2400">
                    <a:latin typeface="Times New Roman" panose="02020603050405020304" pitchFamily="18" charset="0"/>
                    <a:cs typeface="Times New Roman" panose="02020603050405020304" pitchFamily="18" charset="0"/>
                  </a:rPr>
                  <a:t> mô hình ARIMA </a:t>
                </a:r>
                <a:r>
                  <a:rPr lang="vi-VN" sz="2400">
                    <a:latin typeface="Times New Roman" panose="02020603050405020304" pitchFamily="18" charset="0"/>
                    <a:cs typeface="Times New Roman" panose="02020603050405020304" pitchFamily="18" charset="0"/>
                  </a:rPr>
                  <a:t>:</a:t>
                </a:r>
              </a:p>
              <a:p>
                <a14:m>
                  <m:oMathPara xmlns:m="http://schemas.openxmlformats.org/officeDocument/2006/math">
                    <m:oMathParaPr>
                      <m:jc m:val="centerGroup"/>
                    </m:oMathParaPr>
                    <m:oMath xmlns:m="http://schemas.openxmlformats.org/officeDocument/2006/math">
                      <m:r>
                        <a:rPr lang="vi-VN" sz="2400" i="1"/>
                        <m:t>𝜙</m:t>
                      </m:r>
                      <m:d>
                        <m:dPr>
                          <m:ctrlPr>
                            <a:rPr lang="ar-AE" sz="2400" i="1"/>
                          </m:ctrlPr>
                        </m:dPr>
                        <m:e>
                          <m:r>
                            <a:rPr lang="ar-AE" sz="2400" i="1"/>
                            <m:t>𝐵</m:t>
                          </m:r>
                        </m:e>
                      </m:d>
                      <m:d>
                        <m:dPr>
                          <m:endChr m:val=""/>
                          <m:ctrlPr>
                            <a:rPr lang="ar-AE" sz="2400" i="1"/>
                          </m:ctrlPr>
                        </m:dPr>
                        <m:e>
                          <m:r>
                            <a:rPr lang="ar-AE" sz="2400"/>
                            <m:t>1</m:t>
                          </m:r>
                          <m:r>
                            <a:rPr lang="ar-AE" sz="2400"/>
                            <m:t>−</m:t>
                          </m:r>
                          <m:r>
                            <a:rPr lang="ar-AE" sz="2400" i="1"/>
                            <m:t>𝐵</m:t>
                          </m:r>
                          <m:sSup>
                            <m:sSupPr>
                              <m:ctrlPr>
                                <a:rPr lang="ar-AE" sz="2400" i="1"/>
                              </m:ctrlPr>
                            </m:sSupPr>
                            <m:e>
                              <m:d>
                                <m:dPr>
                                  <m:begChr m:val=""/>
                                  <m:endChr m:val=""/>
                                  <m:ctrlPr>
                                    <a:rPr lang="ar-AE" sz="2400" i="1"/>
                                  </m:ctrlPr>
                                </m:dPr>
                                <m:e>
                                  <m:r>
                                    <a:rPr lang="ar-AE" sz="2400"/>
                                    <m:t>)</m:t>
                                  </m:r>
                                </m:e>
                              </m:d>
                            </m:e>
                            <m:sup>
                              <m:r>
                                <a:rPr lang="ar-AE" sz="2400" i="1"/>
                                <m:t>𝑑</m:t>
                              </m:r>
                            </m:sup>
                          </m:sSup>
                          <m:sSub>
                            <m:sSubPr>
                              <m:ctrlPr>
                                <a:rPr lang="ar-AE" sz="2400" i="1"/>
                              </m:ctrlPr>
                            </m:sSubPr>
                            <m:e>
                              <m:r>
                                <a:rPr lang="ar-AE" sz="2400" i="1"/>
                                <m:t>𝑥</m:t>
                              </m:r>
                            </m:e>
                            <m:sub>
                              <m:r>
                                <a:rPr lang="ar-AE" sz="2400" i="1"/>
                                <m:t>𝑡</m:t>
                              </m:r>
                            </m:sub>
                          </m:sSub>
                          <m:r>
                            <a:rPr lang="ar-AE" sz="2400"/>
                            <m:t>=</m:t>
                          </m:r>
                          <m:r>
                            <a:rPr lang="ar-AE" sz="2400" i="1"/>
                            <m:t>𝜃</m:t>
                          </m:r>
                          <m:d>
                            <m:dPr>
                              <m:ctrlPr>
                                <a:rPr lang="ar-AE" sz="2400" i="1"/>
                              </m:ctrlPr>
                            </m:dPr>
                            <m:e>
                              <m:r>
                                <a:rPr lang="ar-AE" sz="2400" i="1"/>
                                <m:t>𝐵</m:t>
                              </m:r>
                            </m:e>
                          </m:d>
                          <m:sSub>
                            <m:sSubPr>
                              <m:ctrlPr>
                                <a:rPr lang="ar-AE" sz="2400" i="1"/>
                              </m:ctrlPr>
                            </m:sSubPr>
                            <m:e>
                              <m:r>
                                <a:rPr lang="ar-AE" sz="2400" i="1"/>
                                <m:t>𝜀</m:t>
                              </m:r>
                            </m:e>
                            <m:sub>
                              <m:r>
                                <a:rPr lang="ar-AE" sz="2400" i="1"/>
                                <m:t>𝑡</m:t>
                              </m:r>
                            </m:sub>
                          </m:sSub>
                        </m:e>
                      </m:d>
                    </m:oMath>
                  </m:oMathPara>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14:m>
                  <m:oMath xmlns:m="http://schemas.openxmlformats.org/officeDocument/2006/math">
                    <m:r>
                      <a:rPr lang="vi-VN" sz="2400" i="1">
                        <a:latin typeface="Cambria Math" panose="02040503050406030204" pitchFamily="18" charset="0"/>
                      </a:rPr>
                      <m:t>𝜙</m:t>
                    </m:r>
                    <m:d>
                      <m:dPr>
                        <m:ctrlPr>
                          <a:rPr lang="ar-AE" sz="2400" i="1">
                            <a:latin typeface="Cambria Math" panose="02040503050406030204" pitchFamily="18" charset="0"/>
                          </a:rPr>
                        </m:ctrlPr>
                      </m:dPr>
                      <m:e>
                        <m:r>
                          <a:rPr lang="ar-AE" sz="2400" i="1">
                            <a:latin typeface="Cambria Math" panose="02040503050406030204" pitchFamily="18" charset="0"/>
                          </a:rPr>
                          <m:t>𝐵</m:t>
                        </m:r>
                      </m:e>
                    </m:d>
                    <m:r>
                      <a:rPr lang="en-US" sz="2400" b="0" i="1" smtClean="0">
                        <a:latin typeface="Cambria Math" panose="02040503050406030204" pitchFamily="18" charset="0"/>
                      </a:rPr>
                      <m:t>, </m:t>
                    </m:r>
                    <m:r>
                      <a:rPr lang="ar-AE" sz="2400" i="1">
                        <a:latin typeface="Cambria Math" panose="02040503050406030204" pitchFamily="18" charset="0"/>
                      </a:rPr>
                      <m:t>𝜃</m:t>
                    </m:r>
                    <m:d>
                      <m:dPr>
                        <m:ctrlPr>
                          <a:rPr lang="ar-AE" sz="2400" i="1">
                            <a:latin typeface="Cambria Math" panose="02040503050406030204" pitchFamily="18" charset="0"/>
                          </a:rPr>
                        </m:ctrlPr>
                      </m:dPr>
                      <m:e>
                        <m:r>
                          <a:rPr lang="ar-AE" sz="2400" i="1">
                            <a:latin typeface="Cambria Math" panose="02040503050406030204" pitchFamily="18" charset="0"/>
                          </a:rPr>
                          <m:t>𝐵</m:t>
                        </m:r>
                      </m:e>
                    </m:d>
                  </m:oMath>
                </a14:m>
                <a:r>
                  <a:rPr lang="en-US" sz="2400">
                    <a:latin typeface="Times New Roman" panose="02020603050405020304" pitchFamily="18" charset="0"/>
                    <a:cs typeface="Times New Roman" panose="02020603050405020304" pitchFamily="18" charset="0"/>
                  </a:rPr>
                  <a:t> là hàm đa thức, d là số nguyên.</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Trong miền tần số, toán tử dịch </a:t>
                </a:r>
                <a14:m>
                  <m:oMath xmlns:m="http://schemas.openxmlformats.org/officeDocument/2006/math">
                    <m:r>
                      <a:rPr lang="vi-VN" sz="2400" i="1"/>
                      <m:t>𝐵</m:t>
                    </m:r>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tương ứng với nhân </a:t>
                </a:r>
                <a14:m>
                  <m:oMath xmlns:m="http://schemas.openxmlformats.org/officeDocument/2006/math">
                    <m:sSup>
                      <m:sSupPr>
                        <m:ctrlPr>
                          <a:rPr lang="ar-AE" sz="2400"/>
                        </m:ctrlPr>
                      </m:sSupPr>
                      <m:e>
                        <m:r>
                          <a:rPr lang="ar-AE" sz="2400" i="1"/>
                          <m:t>𝑒</m:t>
                        </m:r>
                      </m:e>
                      <m:sup>
                        <m:r>
                          <a:rPr lang="ar-AE" sz="2400"/>
                          <m:t>−</m:t>
                        </m:r>
                        <m:r>
                          <a:rPr lang="ar-AE" sz="2400" i="1"/>
                          <m:t>𝑖</m:t>
                        </m:r>
                        <m:r>
                          <a:rPr lang="ar-AE" sz="2400" i="1"/>
                          <m:t>𝜔</m:t>
                        </m:r>
                      </m:sup>
                    </m:sSup>
                  </m:oMath>
                </a14:m>
                <a:r>
                  <a:rPr lang="ar-AE" sz="2400">
                    <a:latin typeface="Times New Roman" panose="02020603050405020304" pitchFamily="18" charset="0"/>
                    <a:cs typeface="Times New Roman" panose="02020603050405020304" pitchFamily="18" charset="0"/>
                  </a:rPr>
                  <a:t>.</a:t>
                </a:r>
                <a:br>
                  <a:rPr lang="ar-AE" sz="2400">
                    <a:latin typeface="Times New Roman" panose="02020603050405020304" pitchFamily="18" charset="0"/>
                    <a:cs typeface="Times New Roman" panose="02020603050405020304" pitchFamily="18" charset="0"/>
                  </a:rPr>
                </a:br>
                <a:r>
                  <a:rPr lang="vi-VN" sz="2400">
                    <a:latin typeface="Times New Roman" panose="02020603050405020304" pitchFamily="18" charset="0"/>
                    <a:cs typeface="Times New Roman" panose="02020603050405020304" pitchFamily="18" charset="0"/>
                  </a:rPr>
                  <a:t>Do đó, </a:t>
                </a:r>
                <a:r>
                  <a:rPr lang="en-US" sz="2400">
                    <a:latin typeface="Times New Roman" panose="02020603050405020304" pitchFamily="18" charset="0"/>
                    <a:cs typeface="Times New Roman" panose="02020603050405020304" pitchFamily="18" charset="0"/>
                  </a:rPr>
                  <a:t>mô hình ARIMA</a:t>
                </a:r>
                <a:r>
                  <a:rPr lang="vi-VN" sz="2400">
                    <a:latin typeface="Times New Roman" panose="02020603050405020304" pitchFamily="18" charset="0"/>
                    <a:cs typeface="Times New Roman" panose="02020603050405020304" pitchFamily="18" charset="0"/>
                  </a:rPr>
                  <a:t> trở thành một bộ lọc tuyến tính có đáp ứng tần số:</a:t>
                </a:r>
              </a:p>
              <a:p>
                <a14:m>
                  <m:oMathPara xmlns:m="http://schemas.openxmlformats.org/officeDocument/2006/math">
                    <m:oMathParaPr>
                      <m:jc m:val="centerGroup"/>
                    </m:oMathParaPr>
                    <m:oMath xmlns:m="http://schemas.openxmlformats.org/officeDocument/2006/math">
                      <m:r>
                        <a:rPr lang="vi-VN" sz="2400" i="1"/>
                        <m:t>𝐻</m:t>
                      </m:r>
                      <m:d>
                        <m:dPr>
                          <m:ctrlPr>
                            <a:rPr lang="ar-AE" sz="2400" i="1"/>
                          </m:ctrlPr>
                        </m:dPr>
                        <m:e>
                          <m:r>
                            <a:rPr lang="ar-AE" sz="2400" i="1"/>
                            <m:t>𝜔</m:t>
                          </m:r>
                        </m:e>
                      </m:d>
                      <m:r>
                        <a:rPr lang="ar-AE" sz="2400"/>
                        <m:t>=</m:t>
                      </m:r>
                      <m:f>
                        <m:fPr>
                          <m:ctrlPr>
                            <a:rPr lang="ar-AE" sz="2400" i="1"/>
                          </m:ctrlPr>
                        </m:fPr>
                        <m:num>
                          <m:r>
                            <a:rPr lang="ar-AE" sz="2400" i="1"/>
                            <m:t>𝜃</m:t>
                          </m:r>
                          <m:d>
                            <m:dPr>
                              <m:ctrlPr>
                                <a:rPr lang="ar-AE" sz="2400" i="1"/>
                              </m:ctrlPr>
                            </m:dPr>
                            <m:e>
                              <m:sSup>
                                <m:sSupPr>
                                  <m:ctrlPr>
                                    <a:rPr lang="ar-AE" sz="2400" i="1"/>
                                  </m:ctrlPr>
                                </m:sSupPr>
                                <m:e>
                                  <m:r>
                                    <a:rPr lang="ar-AE" sz="2400" i="1"/>
                                    <m:t>𝑒</m:t>
                                  </m:r>
                                </m:e>
                                <m:sup>
                                  <m:r>
                                    <a:rPr lang="ar-AE" sz="2400"/>
                                    <m:t>−</m:t>
                                  </m:r>
                                  <m:r>
                                    <a:rPr lang="ar-AE" sz="2400" i="1"/>
                                    <m:t>𝑖</m:t>
                                  </m:r>
                                  <m:r>
                                    <a:rPr lang="ar-AE" sz="2400" i="1"/>
                                    <m:t>𝜔</m:t>
                                  </m:r>
                                </m:sup>
                              </m:sSup>
                            </m:e>
                          </m:d>
                        </m:num>
                        <m:den>
                          <m:r>
                            <a:rPr lang="ar-AE" sz="2400" i="1"/>
                            <m:t>𝜙</m:t>
                          </m:r>
                          <m:d>
                            <m:dPr>
                              <m:ctrlPr>
                                <a:rPr lang="ar-AE" sz="2400" i="1"/>
                              </m:ctrlPr>
                            </m:dPr>
                            <m:e>
                              <m:sSup>
                                <m:sSupPr>
                                  <m:ctrlPr>
                                    <a:rPr lang="ar-AE" sz="2400" i="1"/>
                                  </m:ctrlPr>
                                </m:sSupPr>
                                <m:e>
                                  <m:r>
                                    <a:rPr lang="ar-AE" sz="2400" i="1"/>
                                    <m:t>𝑒</m:t>
                                  </m:r>
                                </m:e>
                                <m:sup>
                                  <m:r>
                                    <a:rPr lang="ar-AE" sz="2400"/>
                                    <m:t>−</m:t>
                                  </m:r>
                                  <m:r>
                                    <a:rPr lang="ar-AE" sz="2400" i="1"/>
                                    <m:t>𝑖</m:t>
                                  </m:r>
                                  <m:r>
                                    <a:rPr lang="ar-AE" sz="2400" i="1"/>
                                    <m:t>𝜔</m:t>
                                  </m:r>
                                </m:sup>
                              </m:sSup>
                            </m:e>
                          </m:d>
                          <m:d>
                            <m:dPr>
                              <m:endChr m:val=""/>
                              <m:ctrlPr>
                                <a:rPr lang="ar-AE" sz="2400" i="1"/>
                              </m:ctrlPr>
                            </m:dPr>
                            <m:e>
                              <m:r>
                                <a:rPr lang="ar-AE" sz="2400"/>
                                <m:t>1</m:t>
                              </m:r>
                              <m:r>
                                <a:rPr lang="ar-AE" sz="2400"/>
                                <m:t>−</m:t>
                              </m:r>
                              <m:sSup>
                                <m:sSupPr>
                                  <m:ctrlPr>
                                    <a:rPr lang="ar-AE" sz="2400" i="1"/>
                                  </m:ctrlPr>
                                </m:sSupPr>
                                <m:e>
                                  <m:r>
                                    <a:rPr lang="ar-AE" sz="2400" i="1"/>
                                    <m:t>𝑒</m:t>
                                  </m:r>
                                </m:e>
                                <m:sup>
                                  <m:r>
                                    <a:rPr lang="ar-AE" sz="2400"/>
                                    <m:t>−</m:t>
                                  </m:r>
                                  <m:r>
                                    <a:rPr lang="ar-AE" sz="2400" i="1"/>
                                    <m:t>𝑖</m:t>
                                  </m:r>
                                  <m:r>
                                    <a:rPr lang="ar-AE" sz="2400" i="1"/>
                                    <m:t>𝜔</m:t>
                                  </m:r>
                                </m:sup>
                              </m:sSup>
                              <m:sSup>
                                <m:sSupPr>
                                  <m:ctrlPr>
                                    <a:rPr lang="ar-AE" sz="2400" i="1"/>
                                  </m:ctrlPr>
                                </m:sSupPr>
                                <m:e>
                                  <m:d>
                                    <m:dPr>
                                      <m:begChr m:val=""/>
                                      <m:endChr m:val=""/>
                                      <m:ctrlPr>
                                        <a:rPr lang="ar-AE" sz="2400" i="1"/>
                                      </m:ctrlPr>
                                    </m:dPr>
                                    <m:e>
                                      <m:r>
                                        <a:rPr lang="ar-AE" sz="2400"/>
                                        <m:t>)</m:t>
                                      </m:r>
                                    </m:e>
                                  </m:d>
                                </m:e>
                                <m:sup>
                                  <m:r>
                                    <a:rPr lang="ar-AE" sz="2400" i="1"/>
                                    <m:t>𝑑</m:t>
                                  </m:r>
                                </m:sup>
                              </m:sSup>
                            </m:e>
                          </m:d>
                        </m:den>
                      </m:f>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Điều này cho thấy ARIMA có dạng một </a:t>
                </a:r>
                <a:r>
                  <a:rPr lang="vi-VN" sz="2400" b="1">
                    <a:latin typeface="Times New Roman" panose="02020603050405020304" pitchFamily="18" charset="0"/>
                    <a:cs typeface="Times New Roman" panose="02020603050405020304" pitchFamily="18" charset="0"/>
                  </a:rPr>
                  <a:t>linear filter</a:t>
                </a:r>
                <a:r>
                  <a:rPr lang="vi-VN" sz="2400">
                    <a:latin typeface="Times New Roman" panose="02020603050405020304" pitchFamily="18" charset="0"/>
                    <a:cs typeface="Times New Roman" panose="02020603050405020304" pitchFamily="18" charset="0"/>
                  </a:rPr>
                  <a:t> tác động lên nhiễu trắng.</a:t>
                </a:r>
              </a:p>
              <a:p>
                <a:pPr marL="457200" lvl="1" indent="0"/>
                <a:endParaRPr lang="vi-VN"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A7E56995-B549-446C-8C60-1EC286A40889}"/>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40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7298780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AE776-F9A8-72BE-FBD3-1202462D3FF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96BCA1E-E00F-41EB-90A9-AD9D4A295360}"/>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452F6D6F-AAB6-3B68-B2FD-5B0CC203728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en-US" sz="2400" b="1">
                    <a:latin typeface="Times New Roman" panose="02020603050405020304" pitchFamily="18" charset="0"/>
                    <a:cs typeface="Times New Roman" panose="02020603050405020304" pitchFamily="18" charset="0"/>
                  </a:rPr>
                  <a:t>Liên hệ với t</a:t>
                </a:r>
                <a:r>
                  <a:rPr lang="vi-VN" sz="2400" b="1">
                    <a:latin typeface="Times New Roman" panose="02020603050405020304" pitchFamily="18" charset="0"/>
                    <a:cs typeface="Times New Roman" panose="02020603050405020304" pitchFamily="18" charset="0"/>
                  </a:rPr>
                  <a:t>oán tử dịch ngược</a:t>
                </a:r>
                <a:r>
                  <a:rPr lang="en-US" sz="2400" b="1">
                    <a:latin typeface="Times New Roman" panose="02020603050405020304" pitchFamily="18" charset="0"/>
                    <a:cs typeface="Times New Roman" panose="02020603050405020304" pitchFamily="18" charset="0"/>
                  </a:rPr>
                  <a:t> (Backshift operator) trong</a:t>
                </a:r>
                <a:r>
                  <a:rPr lang="en-US" sz="2400">
                    <a:latin typeface="Times New Roman" panose="02020603050405020304" pitchFamily="18" charset="0"/>
                    <a:cs typeface="Times New Roman" panose="02020603050405020304" pitchFamily="18" charset="0"/>
                  </a:rPr>
                  <a:t> mô hình ARIMA </a:t>
                </a:r>
                <a:r>
                  <a:rPr lang="vi-VN" sz="2400">
                    <a:latin typeface="Times New Roman" panose="02020603050405020304" pitchFamily="18" charset="0"/>
                    <a:cs typeface="Times New Roman" panose="02020603050405020304" pitchFamily="18" charset="0"/>
                  </a:rPr>
                  <a:t>:</a:t>
                </a:r>
              </a:p>
              <a:p>
                <a14:m>
                  <m:oMathPara xmlns:m="http://schemas.openxmlformats.org/officeDocument/2006/math">
                    <m:oMathParaPr>
                      <m:jc m:val="centerGroup"/>
                    </m:oMathParaPr>
                    <m:oMath xmlns:m="http://schemas.openxmlformats.org/officeDocument/2006/math">
                      <m:r>
                        <a:rPr lang="vi-VN" sz="2400" i="1"/>
                        <m:t>𝜙</m:t>
                      </m:r>
                      <m:d>
                        <m:dPr>
                          <m:ctrlPr>
                            <a:rPr lang="ar-AE" sz="2400" i="1"/>
                          </m:ctrlPr>
                        </m:dPr>
                        <m:e>
                          <m:r>
                            <a:rPr lang="ar-AE" sz="2400" i="1"/>
                            <m:t>𝐵</m:t>
                          </m:r>
                        </m:e>
                      </m:d>
                      <m:d>
                        <m:dPr>
                          <m:endChr m:val=""/>
                          <m:ctrlPr>
                            <a:rPr lang="ar-AE" sz="2400" i="1"/>
                          </m:ctrlPr>
                        </m:dPr>
                        <m:e>
                          <m:r>
                            <a:rPr lang="ar-AE" sz="2400"/>
                            <m:t>1</m:t>
                          </m:r>
                          <m:r>
                            <a:rPr lang="ar-AE" sz="2400"/>
                            <m:t>−</m:t>
                          </m:r>
                          <m:r>
                            <a:rPr lang="ar-AE" sz="2400" i="1"/>
                            <m:t>𝐵</m:t>
                          </m:r>
                          <m:sSup>
                            <m:sSupPr>
                              <m:ctrlPr>
                                <a:rPr lang="ar-AE" sz="2400" i="1"/>
                              </m:ctrlPr>
                            </m:sSupPr>
                            <m:e>
                              <m:d>
                                <m:dPr>
                                  <m:begChr m:val=""/>
                                  <m:endChr m:val=""/>
                                  <m:ctrlPr>
                                    <a:rPr lang="ar-AE" sz="2400" i="1"/>
                                  </m:ctrlPr>
                                </m:dPr>
                                <m:e>
                                  <m:r>
                                    <a:rPr lang="ar-AE" sz="2400"/>
                                    <m:t>)</m:t>
                                  </m:r>
                                </m:e>
                              </m:d>
                            </m:e>
                            <m:sup>
                              <m:r>
                                <a:rPr lang="ar-AE" sz="2400" i="1"/>
                                <m:t>𝑑</m:t>
                              </m:r>
                            </m:sup>
                          </m:sSup>
                          <m:sSub>
                            <m:sSubPr>
                              <m:ctrlPr>
                                <a:rPr lang="ar-AE" sz="2400" i="1"/>
                              </m:ctrlPr>
                            </m:sSubPr>
                            <m:e>
                              <m:r>
                                <a:rPr lang="ar-AE" sz="2400" i="1"/>
                                <m:t>𝑥</m:t>
                              </m:r>
                            </m:e>
                            <m:sub>
                              <m:r>
                                <a:rPr lang="ar-AE" sz="2400" i="1"/>
                                <m:t>𝑡</m:t>
                              </m:r>
                            </m:sub>
                          </m:sSub>
                          <m:r>
                            <a:rPr lang="ar-AE" sz="2400"/>
                            <m:t>=</m:t>
                          </m:r>
                          <m:r>
                            <a:rPr lang="ar-AE" sz="2400" i="1"/>
                            <m:t>𝜃</m:t>
                          </m:r>
                          <m:d>
                            <m:dPr>
                              <m:ctrlPr>
                                <a:rPr lang="ar-AE" sz="2400" i="1"/>
                              </m:ctrlPr>
                            </m:dPr>
                            <m:e>
                              <m:r>
                                <a:rPr lang="ar-AE" sz="2400" i="1"/>
                                <m:t>𝐵</m:t>
                              </m:r>
                            </m:e>
                          </m:d>
                          <m:sSub>
                            <m:sSubPr>
                              <m:ctrlPr>
                                <a:rPr lang="ar-AE" sz="2400" i="1"/>
                              </m:ctrlPr>
                            </m:sSubPr>
                            <m:e>
                              <m:r>
                                <a:rPr lang="ar-AE" sz="2400" i="1"/>
                                <m:t>𝜀</m:t>
                              </m:r>
                            </m:e>
                            <m:sub>
                              <m:r>
                                <a:rPr lang="ar-AE" sz="2400" i="1"/>
                                <m:t>𝑡</m:t>
                              </m:r>
                            </m:sub>
                          </m:sSub>
                        </m:e>
                      </m:d>
                    </m:oMath>
                  </m:oMathPara>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14:m>
                  <m:oMath xmlns:m="http://schemas.openxmlformats.org/officeDocument/2006/math">
                    <m:r>
                      <a:rPr lang="vi-VN" sz="2400" i="1">
                        <a:latin typeface="Cambria Math" panose="02040503050406030204" pitchFamily="18" charset="0"/>
                      </a:rPr>
                      <m:t>𝜙</m:t>
                    </m:r>
                    <m:d>
                      <m:dPr>
                        <m:ctrlPr>
                          <a:rPr lang="ar-AE" sz="2400" i="1">
                            <a:latin typeface="Cambria Math" panose="02040503050406030204" pitchFamily="18" charset="0"/>
                          </a:rPr>
                        </m:ctrlPr>
                      </m:dPr>
                      <m:e>
                        <m:r>
                          <a:rPr lang="ar-AE" sz="2400" i="1">
                            <a:latin typeface="Cambria Math" panose="02040503050406030204" pitchFamily="18" charset="0"/>
                          </a:rPr>
                          <m:t>𝐵</m:t>
                        </m:r>
                      </m:e>
                    </m:d>
                    <m:r>
                      <a:rPr lang="en-US" sz="2400" b="0" i="1" smtClean="0">
                        <a:latin typeface="Cambria Math" panose="02040503050406030204" pitchFamily="18" charset="0"/>
                      </a:rPr>
                      <m:t>, </m:t>
                    </m:r>
                    <m:r>
                      <a:rPr lang="ar-AE" sz="2400" i="1">
                        <a:latin typeface="Cambria Math" panose="02040503050406030204" pitchFamily="18" charset="0"/>
                      </a:rPr>
                      <m:t>𝜃</m:t>
                    </m:r>
                    <m:d>
                      <m:dPr>
                        <m:ctrlPr>
                          <a:rPr lang="ar-AE" sz="2400" i="1">
                            <a:latin typeface="Cambria Math" panose="02040503050406030204" pitchFamily="18" charset="0"/>
                          </a:rPr>
                        </m:ctrlPr>
                      </m:dPr>
                      <m:e>
                        <m:r>
                          <a:rPr lang="ar-AE" sz="2400" i="1">
                            <a:latin typeface="Cambria Math" panose="02040503050406030204" pitchFamily="18" charset="0"/>
                          </a:rPr>
                          <m:t>𝐵</m:t>
                        </m:r>
                      </m:e>
                    </m:d>
                  </m:oMath>
                </a14:m>
                <a:r>
                  <a:rPr lang="en-US" sz="2400">
                    <a:latin typeface="Times New Roman" panose="02020603050405020304" pitchFamily="18" charset="0"/>
                    <a:cs typeface="Times New Roman" panose="02020603050405020304" pitchFamily="18" charset="0"/>
                  </a:rPr>
                  <a:t> là hàm đa thức, d là số nguyên.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Nếu nhiễu trắng </a:t>
                </a:r>
                <a14:m>
                  <m:oMath xmlns:m="http://schemas.openxmlformats.org/officeDocument/2006/math">
                    <m:sSub>
                      <m:sSubPr>
                        <m:ctrlPr>
                          <a:rPr lang="ar-AE" sz="2400"/>
                        </m:ctrlPr>
                      </m:sSubPr>
                      <m:e>
                        <m:r>
                          <a:rPr lang="ar-AE" sz="2400" i="1"/>
                          <m:t>𝜀</m:t>
                        </m:r>
                      </m:e>
                      <m:sub>
                        <m:r>
                          <a:rPr lang="ar-AE" sz="2400" i="1"/>
                          <m:t>𝑡</m:t>
                        </m:r>
                      </m:sub>
                    </m:sSub>
                  </m:oMath>
                </a14:m>
                <a:r>
                  <a:rPr lang="en-US" sz="2400">
                    <a:latin typeface="Times New Roman" panose="02020603050405020304" pitchFamily="18" charset="0"/>
                    <a:cs typeface="Times New Roman" panose="02020603050405020304" pitchFamily="18" charset="0"/>
                  </a:rPr>
                  <a:t>có PSD là </a:t>
                </a:r>
                <a14:m>
                  <m:oMath xmlns:m="http://schemas.openxmlformats.org/officeDocument/2006/math">
                    <m:sSup>
                      <m:sSupPr>
                        <m:ctrlPr>
                          <a:rPr lang="ar-AE" sz="2400"/>
                        </m:ctrlPr>
                      </m:sSupPr>
                      <m:e>
                        <m:r>
                          <a:rPr lang="ar-AE" sz="2400" i="1"/>
                          <m:t>𝜎</m:t>
                        </m:r>
                      </m:e>
                      <m:sup>
                        <m:r>
                          <a:rPr lang="ar-AE" sz="2400"/>
                          <m:t>2</m:t>
                        </m:r>
                      </m:sup>
                    </m:sSup>
                  </m:oMath>
                </a14:m>
                <a:r>
                  <a:rPr lang="ar-AE"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thì PSD của chuỗi ARIMA là:</a:t>
                </a:r>
              </a:p>
              <a:p>
                <a14:m>
                  <m:oMathPara xmlns:m="http://schemas.openxmlformats.org/officeDocument/2006/math">
                    <m:oMathParaPr>
                      <m:jc m:val="centerGroup"/>
                    </m:oMathParaPr>
                    <m:oMath xmlns:m="http://schemas.openxmlformats.org/officeDocument/2006/math">
                      <m:sSub>
                        <m:sSubPr>
                          <m:ctrlPr>
                            <a:rPr lang="ar-AE" sz="2400"/>
                          </m:ctrlPr>
                        </m:sSubPr>
                        <m:e>
                          <m:r>
                            <a:rPr lang="ar-AE" sz="2400" i="1"/>
                            <m:t>𝑆</m:t>
                          </m:r>
                        </m:e>
                        <m:sub>
                          <m:r>
                            <a:rPr lang="ar-AE" sz="2400" i="1"/>
                            <m:t>𝑥</m:t>
                          </m:r>
                        </m:sub>
                      </m:sSub>
                      <m:d>
                        <m:dPr>
                          <m:ctrlPr>
                            <a:rPr lang="ar-AE" sz="2400" i="1"/>
                          </m:ctrlPr>
                        </m:dPr>
                        <m:e>
                          <m:r>
                            <a:rPr lang="ar-AE" sz="2400" i="1"/>
                            <m:t>𝜔</m:t>
                          </m:r>
                        </m:e>
                      </m:d>
                      <m:r>
                        <a:rPr lang="ar-AE" sz="2400"/>
                        <m:t>=</m:t>
                      </m:r>
                      <m:sSup>
                        <m:sSupPr>
                          <m:ctrlPr>
                            <a:rPr lang="ar-AE" sz="2400" i="1"/>
                          </m:ctrlPr>
                        </m:sSupPr>
                        <m:e>
                          <m:r>
                            <a:rPr lang="ar-AE" sz="2400" i="1"/>
                            <m:t>𝜎</m:t>
                          </m:r>
                        </m:e>
                        <m:sup>
                          <m:r>
                            <a:rPr lang="ar-AE" sz="2400"/>
                            <m:t>2</m:t>
                          </m:r>
                        </m:sup>
                      </m:sSup>
                      <m:r>
                        <a:rPr lang="ar-AE" sz="2400"/>
                        <m:t>⋅</m:t>
                      </m:r>
                      <m:f>
                        <m:fPr>
                          <m:ctrlPr>
                            <a:rPr lang="ar-AE" sz="2400" i="1"/>
                          </m:ctrlPr>
                        </m:fPr>
                        <m:num>
                          <m:r>
                            <a:rPr lang="ar-AE" sz="2400"/>
                            <m:t>∣</m:t>
                          </m:r>
                          <m:r>
                            <a:rPr lang="ar-AE" sz="2400" i="1"/>
                            <m:t>𝜃</m:t>
                          </m:r>
                          <m:d>
                            <m:dPr>
                              <m:ctrlPr>
                                <a:rPr lang="ar-AE" sz="2400" i="1"/>
                              </m:ctrlPr>
                            </m:dPr>
                            <m:e>
                              <m:sSup>
                                <m:sSupPr>
                                  <m:ctrlPr>
                                    <a:rPr lang="ar-AE" sz="2400" i="1"/>
                                  </m:ctrlPr>
                                </m:sSupPr>
                                <m:e>
                                  <m:r>
                                    <a:rPr lang="ar-AE" sz="2400" i="1"/>
                                    <m:t>𝑒</m:t>
                                  </m:r>
                                </m:e>
                                <m:sup>
                                  <m:r>
                                    <a:rPr lang="ar-AE" sz="2400"/>
                                    <m:t>−</m:t>
                                  </m:r>
                                  <m:r>
                                    <a:rPr lang="ar-AE" sz="2400" i="1"/>
                                    <m:t>𝑖</m:t>
                                  </m:r>
                                  <m:r>
                                    <a:rPr lang="ar-AE" sz="2400" i="1"/>
                                    <m:t>𝜔</m:t>
                                  </m:r>
                                </m:sup>
                              </m:sSup>
                            </m:e>
                          </m:d>
                          <m:sSup>
                            <m:sSupPr>
                              <m:ctrlPr>
                                <a:rPr lang="ar-AE" sz="2400" i="1"/>
                              </m:ctrlPr>
                            </m:sSupPr>
                            <m:e>
                              <m:r>
                                <a:rPr lang="ar-AE" sz="2400"/>
                                <m:t>∣</m:t>
                              </m:r>
                            </m:e>
                            <m:sup>
                              <m:r>
                                <a:rPr lang="ar-AE" sz="2400"/>
                                <m:t>2</m:t>
                              </m:r>
                            </m:sup>
                          </m:sSup>
                        </m:num>
                        <m:den>
                          <m:r>
                            <a:rPr lang="ar-AE" sz="2400"/>
                            <m:t>∣</m:t>
                          </m:r>
                          <m:r>
                            <a:rPr lang="ar-AE" sz="2400" i="1"/>
                            <m:t>𝜙</m:t>
                          </m:r>
                          <m:d>
                            <m:dPr>
                              <m:ctrlPr>
                                <a:rPr lang="ar-AE" sz="2400" i="1"/>
                              </m:ctrlPr>
                            </m:dPr>
                            <m:e>
                              <m:sSup>
                                <m:sSupPr>
                                  <m:ctrlPr>
                                    <a:rPr lang="ar-AE" sz="2400" i="1"/>
                                  </m:ctrlPr>
                                </m:sSupPr>
                                <m:e>
                                  <m:r>
                                    <a:rPr lang="ar-AE" sz="2400" i="1"/>
                                    <m:t>𝑒</m:t>
                                  </m:r>
                                </m:e>
                                <m:sup>
                                  <m:r>
                                    <a:rPr lang="ar-AE" sz="2400"/>
                                    <m:t>−</m:t>
                                  </m:r>
                                  <m:r>
                                    <a:rPr lang="ar-AE" sz="2400" i="1"/>
                                    <m:t>𝑖</m:t>
                                  </m:r>
                                  <m:r>
                                    <a:rPr lang="ar-AE" sz="2400" i="1"/>
                                    <m:t>𝜔</m:t>
                                  </m:r>
                                </m:sup>
                              </m:sSup>
                            </m:e>
                          </m:d>
                          <m:sSup>
                            <m:sSupPr>
                              <m:ctrlPr>
                                <a:rPr lang="ar-AE" sz="2400" i="1"/>
                              </m:ctrlPr>
                            </m:sSupPr>
                            <m:e>
                              <m:r>
                                <a:rPr lang="ar-AE" sz="2400"/>
                                <m:t>∣</m:t>
                              </m:r>
                            </m:e>
                            <m:sup>
                              <m:r>
                                <a:rPr lang="ar-AE" sz="2400"/>
                                <m:t>2</m:t>
                              </m:r>
                            </m:sup>
                          </m:sSup>
                          <m:r>
                            <a:rPr lang="ar-AE" sz="2400"/>
                            <m:t>∣</m:t>
                          </m:r>
                          <m:r>
                            <a:rPr lang="ar-AE" sz="2400"/>
                            <m:t>1</m:t>
                          </m:r>
                          <m:r>
                            <a:rPr lang="ar-AE" sz="2400"/>
                            <m:t>−</m:t>
                          </m:r>
                          <m:sSup>
                            <m:sSupPr>
                              <m:ctrlPr>
                                <a:rPr lang="ar-AE" sz="2400" i="1"/>
                              </m:ctrlPr>
                            </m:sSupPr>
                            <m:e>
                              <m:r>
                                <a:rPr lang="ar-AE" sz="2400" i="1"/>
                                <m:t>𝑒</m:t>
                              </m:r>
                            </m:e>
                            <m:sup>
                              <m:r>
                                <a:rPr lang="ar-AE" sz="2400"/>
                                <m:t>−</m:t>
                              </m:r>
                              <m:r>
                                <a:rPr lang="ar-AE" sz="2400" i="1"/>
                                <m:t>𝑖</m:t>
                              </m:r>
                              <m:r>
                                <a:rPr lang="ar-AE" sz="2400" i="1"/>
                                <m:t>𝜔</m:t>
                              </m:r>
                            </m:sup>
                          </m:sSup>
                          <m:sSup>
                            <m:sSupPr>
                              <m:ctrlPr>
                                <a:rPr lang="ar-AE" sz="2400" i="1"/>
                              </m:ctrlPr>
                            </m:sSupPr>
                            <m:e>
                              <m:r>
                                <a:rPr lang="ar-AE" sz="2400"/>
                                <m:t>∣</m:t>
                              </m:r>
                            </m:e>
                            <m:sup>
                              <m:r>
                                <a:rPr lang="ar-AE" sz="2400"/>
                                <m:t>2</m:t>
                              </m:r>
                              <m:r>
                                <a:rPr lang="ar-AE" sz="2400" i="1"/>
                                <m:t>𝑑</m:t>
                              </m:r>
                            </m:sup>
                          </m:sSup>
                        </m:den>
                      </m:f>
                    </m:oMath>
                  </m:oMathPara>
                </a14:m>
                <a:endParaRPr lang="ar-AE" sz="2400">
                  <a:latin typeface="Times New Roman" panose="02020603050405020304" pitchFamily="18" charset="0"/>
                  <a:cs typeface="Times New Roman" panose="02020603050405020304" pitchFamily="18" charset="0"/>
                </a:endParaRPr>
              </a:p>
              <a:p>
                <a:pPr lvl="3"/>
                <a:r>
                  <a:rPr lang="en-US" sz="2400">
                    <a:latin typeface="Times New Roman" panose="02020603050405020304" pitchFamily="18" charset="0"/>
                    <a:cs typeface="Times New Roman" panose="02020603050405020304" pitchFamily="18" charset="0"/>
                  </a:rPr>
                  <a:t>Đây là liên hệ căn bản giữa ARIMA và miền tần số.</a:t>
                </a:r>
              </a:p>
              <a:p>
                <a:pPr marL="457200" lvl="1" indent="0"/>
                <a:endParaRPr lang="vi-VN"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452F6D6F-AAB6-3B68-B2FD-5B0CC203728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6865742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87573-45F5-6545-3BB4-6C323D4FD40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3BEF7FC-57B4-89E4-ECD1-38B11C9595ED}"/>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mc:AlternateContent xmlns:mc="http://schemas.openxmlformats.org/markup-compatibility/2006">
        <mc:Choice xmlns:a14="http://schemas.microsoft.com/office/drawing/2010/main" Requires="a14">
          <p:sp>
            <p:nvSpPr>
              <p:cNvPr id="31747" name="Rectangle 3">
                <a:extLst>
                  <a:ext uri="{FF2B5EF4-FFF2-40B4-BE49-F238E27FC236}">
                    <a16:creationId xmlns:a16="http://schemas.microsoft.com/office/drawing/2014/main" id="{DD06E028-6F8E-F9A5-6D34-C80F6EAE7C91}"/>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00100" lvl="1" indent="-342900">
                  <a:buFont typeface="Arial" panose="020B0604020202020204" pitchFamily="34" charset="0"/>
                  <a:buChar char="•"/>
                </a:pPr>
                <a:r>
                  <a:rPr lang="vi-VN" sz="2400" b="1">
                    <a:latin typeface="Times New Roman" panose="02020603050405020304" pitchFamily="18" charset="0"/>
                    <a:cs typeface="Times New Roman" panose="02020603050405020304" pitchFamily="18" charset="0"/>
                  </a:rPr>
                  <a:t>Ý nghĩa của từng thành phần trong miền tần số </a:t>
                </a:r>
              </a:p>
              <a:p>
                <a:pPr marL="1257300" lvl="2" indent="-342900">
                  <a:buFont typeface="Courier New" panose="02070309020205020404" pitchFamily="49" charset="0"/>
                  <a:buChar char="o"/>
                </a:pPr>
                <a:r>
                  <a:rPr lang="vi-VN" sz="2000">
                    <a:latin typeface="Times New Roman" panose="02020603050405020304" pitchFamily="18" charset="0"/>
                    <a:cs typeface="Times New Roman" panose="02020603050405020304" pitchFamily="18" charset="0"/>
                  </a:rPr>
                  <a:t>Thành phần AR (Autoregressive)</a:t>
                </a:r>
                <a:r>
                  <a:rPr lang="en-US" sz="2000">
                    <a:latin typeface="Times New Roman" panose="02020603050405020304" pitchFamily="18" charset="0"/>
                    <a:cs typeface="Times New Roman" panose="02020603050405020304" pitchFamily="18" charset="0"/>
                  </a:rPr>
                  <a:t>: </a:t>
                </a:r>
                <a14:m>
                  <m:oMath xmlns:m="http://schemas.openxmlformats.org/officeDocument/2006/math">
                    <m:r>
                      <a:rPr lang="vi-VN" sz="2000" i="1"/>
                      <m:t>𝜙</m:t>
                    </m:r>
                    <m:d>
                      <m:dPr>
                        <m:ctrlPr>
                          <a:rPr lang="ar-AE" sz="2000" i="1"/>
                        </m:ctrlPr>
                      </m:dPr>
                      <m:e>
                        <m:r>
                          <a:rPr lang="ar-AE" sz="2000" i="1"/>
                          <m:t>𝐵</m:t>
                        </m:r>
                      </m:e>
                    </m:d>
                    <m:sSub>
                      <m:sSubPr>
                        <m:ctrlPr>
                          <a:rPr lang="ar-AE" sz="2000" i="1"/>
                        </m:ctrlPr>
                      </m:sSubPr>
                      <m:e>
                        <m:r>
                          <a:rPr lang="ar-AE" sz="2000" i="1"/>
                          <m:t>𝑥</m:t>
                        </m:r>
                      </m:e>
                      <m:sub>
                        <m:r>
                          <a:rPr lang="ar-AE" sz="2000" i="1"/>
                          <m:t>𝑡</m:t>
                        </m:r>
                      </m:sub>
                    </m:sSub>
                    <m:r>
                      <a:rPr lang="ar-AE" sz="2000"/>
                      <m:t>=</m:t>
                    </m:r>
                    <m:sSub>
                      <m:sSubPr>
                        <m:ctrlPr>
                          <a:rPr lang="ar-AE" sz="2000" i="1"/>
                        </m:ctrlPr>
                      </m:sSubPr>
                      <m:e>
                        <m:r>
                          <a:rPr lang="ar-AE" sz="2000" i="1"/>
                          <m:t>𝜀</m:t>
                        </m:r>
                      </m:e>
                      <m:sub>
                        <m:r>
                          <a:rPr lang="ar-AE" sz="2000" i="1"/>
                          <m:t>𝑡</m:t>
                        </m:r>
                      </m:sub>
                    </m:sSub>
                  </m:oMath>
                </a14:m>
                <a:endParaRPr lang="ar-AE" sz="2000">
                  <a:latin typeface="Times New Roman" panose="02020603050405020304" pitchFamily="18" charset="0"/>
                  <a:cs typeface="Times New Roman" panose="02020603050405020304" pitchFamily="18" charset="0"/>
                </a:endParaRPr>
              </a:p>
              <a:p>
                <a:pPr lvl="3"/>
                <a:r>
                  <a:rPr lang="vi-VN" sz="2000">
                    <a:latin typeface="Times New Roman" panose="02020603050405020304" pitchFamily="18" charset="0"/>
                    <a:cs typeface="Times New Roman" panose="02020603050405020304" pitchFamily="18" charset="0"/>
                  </a:rPr>
                  <a:t>Trong miền tần số, AR là bộ lọc thông thấp (low-pass).</a:t>
                </a:r>
              </a:p>
              <a:p>
                <a:pPr marL="1714500" lvl="3" indent="-342900">
                  <a:buFont typeface="Wingdings" panose="05000000000000000000" pitchFamily="2" charset="2"/>
                  <a:buChar char="§"/>
                </a:pPr>
                <a:r>
                  <a:rPr lang="vi-VN" sz="2000">
                    <a:latin typeface="Times New Roman" panose="02020603050405020304" pitchFamily="18" charset="0"/>
                    <a:cs typeface="Times New Roman" panose="02020603050405020304" pitchFamily="18" charset="0"/>
                  </a:rPr>
                  <a:t>tần số thấp → năng lượng được giữ lại</a:t>
                </a:r>
              </a:p>
              <a:p>
                <a:pPr marL="1714500" lvl="3" indent="-342900">
                  <a:buFont typeface="Wingdings" panose="05000000000000000000" pitchFamily="2" charset="2"/>
                  <a:buChar char="§"/>
                </a:pPr>
                <a:r>
                  <a:rPr lang="vi-VN" sz="2000">
                    <a:latin typeface="Times New Roman" panose="02020603050405020304" pitchFamily="18" charset="0"/>
                    <a:cs typeface="Times New Roman" panose="02020603050405020304" pitchFamily="18" charset="0"/>
                  </a:rPr>
                  <a:t>tần số cao → bị triệt tiêu</a:t>
                </a:r>
                <a:endParaRPr lang="en-US" sz="20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000">
                    <a:latin typeface="Times New Roman" panose="02020603050405020304" pitchFamily="18" charset="0"/>
                    <a:cs typeface="Times New Roman" panose="02020603050405020304" pitchFamily="18" charset="0"/>
                  </a:rPr>
                  <a:t>Thành phần MA (Moving Average)</a:t>
                </a:r>
                <a:r>
                  <a:rPr lang="en-US" sz="20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m:ctrlPr>
                      </m:sSubPr>
                      <m:e>
                        <m:r>
                          <a:rPr lang="ar-AE" sz="2000" b="0" i="1"/>
                          <m:t>𝑥</m:t>
                        </m:r>
                      </m:e>
                      <m:sub>
                        <m:r>
                          <a:rPr lang="ar-AE" sz="2000" b="0" i="1"/>
                          <m:t>𝑡</m:t>
                        </m:r>
                      </m:sub>
                    </m:sSub>
                    <m:r>
                      <a:rPr lang="ar-AE" sz="2000" b="0"/>
                      <m:t>=</m:t>
                    </m:r>
                    <m:r>
                      <a:rPr lang="ar-AE" sz="2000" b="0" i="1"/>
                      <m:t>𝜃</m:t>
                    </m:r>
                    <m:d>
                      <m:dPr>
                        <m:ctrlPr>
                          <a:rPr lang="ar-AE" sz="2000" i="1"/>
                        </m:ctrlPr>
                      </m:dPr>
                      <m:e>
                        <m:r>
                          <a:rPr lang="ar-AE" sz="2000" b="0" i="1"/>
                          <m:t>𝐵</m:t>
                        </m:r>
                      </m:e>
                    </m:d>
                    <m:sSub>
                      <m:sSubPr>
                        <m:ctrlPr>
                          <a:rPr lang="ar-AE" sz="2000" i="1"/>
                        </m:ctrlPr>
                      </m:sSubPr>
                      <m:e>
                        <m:r>
                          <a:rPr lang="ar-AE" sz="2000" b="0" i="1"/>
                          <m:t>𝜀</m:t>
                        </m:r>
                      </m:e>
                      <m:sub>
                        <m:r>
                          <a:rPr lang="ar-AE" sz="2000" b="0" i="1"/>
                          <m:t>𝑡</m:t>
                        </m:r>
                      </m:sub>
                    </m:sSub>
                  </m:oMath>
                </a14:m>
                <a:endParaRPr lang="ar-AE" sz="2000">
                  <a:latin typeface="Times New Roman" panose="02020603050405020304" pitchFamily="18" charset="0"/>
                  <a:cs typeface="Times New Roman" panose="02020603050405020304" pitchFamily="18" charset="0"/>
                </a:endParaRPr>
              </a:p>
              <a:p>
                <a:pPr lvl="3"/>
                <a:r>
                  <a:rPr lang="vi-VN" sz="2000">
                    <a:latin typeface="Times New Roman" panose="02020603050405020304" pitchFamily="18" charset="0"/>
                    <a:cs typeface="Times New Roman" panose="02020603050405020304" pitchFamily="18" charset="0"/>
                  </a:rPr>
                  <a:t>Trong miền tần số, MA là bộ lọc làm mượt trung bình</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triệt bớt nhiễu cao tần</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giữ lại dao động thấp – trung tần</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MA = low-pass filter nhưng ít mượt hơn AR</a:t>
                </a:r>
                <a:r>
                  <a:rPr lang="vi-VN" sz="2000"/>
                  <a:t>.</a:t>
                </a:r>
              </a:p>
              <a:p>
                <a:pPr marL="1257300" lvl="2" indent="-342900">
                  <a:buFont typeface="Courier New" panose="02070309020205020404" pitchFamily="49" charset="0"/>
                  <a:buChar char="o"/>
                </a:pPr>
                <a:r>
                  <a:rPr lang="vi-VN" sz="2000">
                    <a:latin typeface="Times New Roman" panose="02020603050405020304" pitchFamily="18" charset="0"/>
                    <a:cs typeface="Times New Roman" panose="02020603050405020304" pitchFamily="18" charset="0"/>
                  </a:rPr>
                  <a:t>Thành phần I (Integrated) – sai phân </a:t>
                </a:r>
                <a14:m>
                  <m:oMath xmlns:m="http://schemas.openxmlformats.org/officeDocument/2006/math">
                    <m:r>
                      <a:rPr lang="vi-VN" sz="2000" b="0" i="1"/>
                      <m:t>𝑑</m:t>
                    </m:r>
                  </m:oMath>
                </a14:m>
                <a:r>
                  <a:rPr lang="en-US" sz="2000">
                    <a:latin typeface="Times New Roman" panose="02020603050405020304" pitchFamily="18" charset="0"/>
                    <a:cs typeface="Times New Roman" panose="02020603050405020304" pitchFamily="18" charset="0"/>
                  </a:rPr>
                  <a:t>:</a:t>
                </a:r>
                <a14:m>
                  <m:oMath xmlns:m="http://schemas.openxmlformats.org/officeDocument/2006/math">
                    <m:d>
                      <m:dPr>
                        <m:endChr m:val=""/>
                        <m:ctrlPr>
                          <a:rPr lang="ar-AE" sz="2000"/>
                        </m:ctrlPr>
                      </m:dPr>
                      <m:e>
                        <m:r>
                          <a:rPr lang="ar-AE" sz="2000" b="0"/>
                          <m:t>1</m:t>
                        </m:r>
                        <m:r>
                          <a:rPr lang="ar-AE" sz="2000" b="0"/>
                          <m:t>−</m:t>
                        </m:r>
                        <m:r>
                          <a:rPr lang="ar-AE" sz="2000" b="0" i="1"/>
                          <m:t>𝐵</m:t>
                        </m:r>
                        <m:sSup>
                          <m:sSupPr>
                            <m:ctrlPr>
                              <a:rPr lang="ar-AE" sz="2000" i="1"/>
                            </m:ctrlPr>
                          </m:sSupPr>
                          <m:e>
                            <m:d>
                              <m:dPr>
                                <m:begChr m:val=""/>
                                <m:endChr m:val=""/>
                                <m:ctrlPr>
                                  <a:rPr lang="ar-AE" sz="2000" i="1"/>
                                </m:ctrlPr>
                              </m:dPr>
                              <m:e>
                                <m:r>
                                  <a:rPr lang="ar-AE" sz="2000" b="0"/>
                                  <m:t>)</m:t>
                                </m:r>
                              </m:e>
                            </m:d>
                          </m:e>
                          <m:sup>
                            <m:r>
                              <a:rPr lang="ar-AE" sz="2000" b="0" i="1"/>
                              <m:t>𝑑</m:t>
                            </m:r>
                          </m:sup>
                        </m:sSup>
                      </m:e>
                    </m:d>
                  </m:oMath>
                </a14:m>
                <a:endParaRPr lang="ar-AE" sz="2000">
                  <a:latin typeface="Times New Roman" panose="02020603050405020304" pitchFamily="18" charset="0"/>
                  <a:cs typeface="Times New Roman" panose="02020603050405020304" pitchFamily="18" charset="0"/>
                </a:endParaRPr>
              </a:p>
              <a:p>
                <a:pPr lvl="3"/>
                <a:r>
                  <a:rPr lang="vi-VN" sz="2000">
                    <a:latin typeface="Times New Roman" panose="02020603050405020304" pitchFamily="18" charset="0"/>
                    <a:cs typeface="Times New Roman" panose="02020603050405020304" pitchFamily="18" charset="0"/>
                  </a:rPr>
                  <a:t>Trong miền tần số tạo ra:</a:t>
                </a:r>
                <a:r>
                  <a:rPr lang="en-US" sz="2000">
                    <a:latin typeface="Times New Roman" panose="02020603050405020304" pitchFamily="18" charset="0"/>
                    <a:cs typeface="Times New Roman" panose="02020603050405020304" pitchFamily="18" charset="0"/>
                  </a:rPr>
                  <a:t> </a:t>
                </a:r>
                <a14:m>
                  <m:oMath xmlns:m="http://schemas.openxmlformats.org/officeDocument/2006/math">
                    <m:r>
                      <a:rPr lang="vi-VN" sz="2000" b="0"/>
                      <m:t>∣</m:t>
                    </m:r>
                    <m:r>
                      <a:rPr lang="vi-VN" sz="2000" b="0"/>
                      <m:t>1</m:t>
                    </m:r>
                    <m:r>
                      <a:rPr lang="vi-VN" sz="2000" b="0"/>
                      <m:t>−</m:t>
                    </m:r>
                    <m:sSup>
                      <m:sSupPr>
                        <m:ctrlPr>
                          <a:rPr lang="ar-AE" sz="2000" i="1"/>
                        </m:ctrlPr>
                      </m:sSupPr>
                      <m:e>
                        <m:r>
                          <a:rPr lang="ar-AE" sz="2000" b="0" i="1"/>
                          <m:t>𝑒</m:t>
                        </m:r>
                      </m:e>
                      <m:sup>
                        <m:r>
                          <a:rPr lang="ar-AE" sz="2000" b="0"/>
                          <m:t>−</m:t>
                        </m:r>
                        <m:r>
                          <a:rPr lang="ar-AE" sz="2000" b="0" i="1"/>
                          <m:t>𝑖</m:t>
                        </m:r>
                        <m:r>
                          <a:rPr lang="ar-AE" sz="2000" b="0" i="1"/>
                          <m:t>𝜔</m:t>
                        </m:r>
                      </m:sup>
                    </m:sSup>
                    <m:sSup>
                      <m:sSupPr>
                        <m:ctrlPr>
                          <a:rPr lang="ar-AE" sz="2000" i="1"/>
                        </m:ctrlPr>
                      </m:sSupPr>
                      <m:e>
                        <m:r>
                          <a:rPr lang="ar-AE" sz="2000" b="0"/>
                          <m:t>∣</m:t>
                        </m:r>
                      </m:e>
                      <m:sup>
                        <m:r>
                          <a:rPr lang="ar-AE" sz="2000" b="0"/>
                          <m:t>2</m:t>
                        </m:r>
                      </m:sup>
                    </m:sSup>
                    <m:r>
                      <a:rPr lang="ar-AE" sz="2000" b="0"/>
                      <m:t>=</m:t>
                    </m:r>
                    <m:r>
                      <a:rPr lang="ar-AE" sz="2000" b="0"/>
                      <m:t>2</m:t>
                    </m:r>
                    <m:d>
                      <m:dPr>
                        <m:ctrlPr>
                          <a:rPr lang="ar-AE" sz="2000" i="1"/>
                        </m:ctrlPr>
                      </m:dPr>
                      <m:e>
                        <m:r>
                          <a:rPr lang="ar-AE" sz="2000" b="0"/>
                          <m:t>1</m:t>
                        </m:r>
                        <m:r>
                          <a:rPr lang="ar-AE" sz="2000" b="0"/>
                          <m:t>−</m:t>
                        </m:r>
                        <m:func>
                          <m:funcPr>
                            <m:ctrlPr>
                              <a:rPr lang="ar-AE" sz="2000" i="1"/>
                            </m:ctrlPr>
                          </m:funcPr>
                          <m:fName>
                            <m:r>
                              <m:rPr>
                                <m:sty m:val="p"/>
                              </m:rPr>
                              <a:rPr lang="vi-VN" sz="2000" b="0"/>
                              <m:t>cos</m:t>
                            </m:r>
                          </m:fName>
                          <m:e>
                            <m:r>
                              <a:rPr lang="ar-AE" sz="2000" b="0" i="1"/>
                              <m:t>𝜔</m:t>
                            </m:r>
                          </m:e>
                        </m:func>
                      </m:e>
                    </m:d>
                  </m:oMath>
                </a14:m>
                <a:endParaRPr lang="ar-AE" sz="2000">
                  <a:latin typeface="Times New Roman" panose="02020603050405020304" pitchFamily="18" charset="0"/>
                  <a:cs typeface="Times New Roman" panose="02020603050405020304" pitchFamily="18" charset="0"/>
                </a:endParaRPr>
              </a:p>
              <a:p>
                <a:pPr lvl="3"/>
                <a:r>
                  <a:rPr lang="vi-VN" sz="2000">
                    <a:latin typeface="Times New Roman" panose="02020603050405020304" pitchFamily="18" charset="0"/>
                    <a:cs typeface="Times New Roman" panose="02020603050405020304" pitchFamily="18" charset="0"/>
                  </a:rPr>
                  <a:t>Khi </a:t>
                </a:r>
                <a14:m>
                  <m:oMath xmlns:m="http://schemas.openxmlformats.org/officeDocument/2006/math">
                    <m:r>
                      <a:rPr lang="vi-VN" sz="2000" b="0" i="1"/>
                      <m:t>𝜔</m:t>
                    </m:r>
                    <m:r>
                      <a:rPr lang="vi-VN" sz="2000" b="0"/>
                      <m:t>→</m:t>
                    </m:r>
                    <m:r>
                      <a:rPr lang="vi-VN" sz="2000" b="0"/>
                      <m:t>0</m:t>
                    </m:r>
                  </m:oMath>
                </a14:m>
                <a:r>
                  <a:rPr lang="vi-VN" sz="2000">
                    <a:latin typeface="Times New Roman" panose="02020603050405020304" pitchFamily="18" charset="0"/>
                    <a:cs typeface="Times New Roman" panose="02020603050405020304" pitchFamily="18" charset="0"/>
                  </a:rPr>
                  <a:t>(tần số thấp), mẫu số → 0</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 PSD vọt lên vô hạn</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 Mô hình I tạo ra xu hướng (trend).</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Vì thế ARIMA có </a:t>
                </a:r>
                <a14:m>
                  <m:oMath xmlns:m="http://schemas.openxmlformats.org/officeDocument/2006/math">
                    <m:r>
                      <a:rPr lang="vi-VN" sz="2000" b="0" i="1"/>
                      <m:t>𝑑</m:t>
                    </m:r>
                    <m:r>
                      <a:rPr lang="vi-VN" sz="2000" b="0"/>
                      <m:t>≥</m:t>
                    </m:r>
                    <m:r>
                      <a:rPr lang="vi-VN" sz="2000" b="0"/>
                      <m:t>1</m:t>
                    </m:r>
                  </m:oMath>
                </a14:m>
                <a:r>
                  <a:rPr lang="vi-VN" sz="2000">
                    <a:latin typeface="Times New Roman" panose="02020603050405020304" pitchFamily="18" charset="0"/>
                    <a:cs typeface="Times New Roman" panose="02020603050405020304" pitchFamily="18" charset="0"/>
                  </a:rPr>
                  <a:t>tương ứng với tín hiệu có thành phần tần số thấp rất mạnh.</a:t>
                </a:r>
              </a:p>
              <a:p>
                <a:pPr marL="1257300" lvl="2" indent="-342900">
                  <a:buFont typeface="Wingdings" panose="05000000000000000000" pitchFamily="2" charset="2"/>
                  <a:buChar char="§"/>
                </a:pPr>
                <a:endParaRPr lang="vi-VN" sz="2400">
                  <a:latin typeface="Times New Roman" panose="02020603050405020304" pitchFamily="18" charset="0"/>
                  <a:cs typeface="Times New Roman" panose="02020603050405020304" pitchFamily="18" charset="0"/>
                </a:endParaRPr>
              </a:p>
              <a:p>
                <a:pPr marL="457200" lvl="1" indent="0"/>
                <a:endParaRPr lang="vi-VN" sz="2400">
                  <a:latin typeface="Times New Roman" panose="02020603050405020304" pitchFamily="18" charset="0"/>
                  <a:cs typeface="Times New Roman" panose="02020603050405020304" pitchFamily="18" charset="0"/>
                </a:endParaRPr>
              </a:p>
              <a:p>
                <a:pPr lvl="1" indent="-3429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mc:Choice>
        <mc:Fallback>
          <p:sp>
            <p:nvSpPr>
              <p:cNvPr id="31747" name="Rectangle 3">
                <a:extLst>
                  <a:ext uri="{FF2B5EF4-FFF2-40B4-BE49-F238E27FC236}">
                    <a16:creationId xmlns:a16="http://schemas.microsoft.com/office/drawing/2014/main" id="{DD06E028-6F8E-F9A5-6D34-C80F6EAE7C91}"/>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668" b="-33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70433480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4369-2712-C232-DC71-BD397342295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C43B0FB-1FB5-DAB1-6229-2B84ECD73F12}"/>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66E62DE5-21CC-00C9-B079-49EECC6FB91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Đặc trưng miền tần số</a:t>
            </a: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Ưu &amp; hạn chế miền tần số</a:t>
            </a:r>
            <a:endParaRPr lang="en-US" sz="2800">
              <a:latin typeface="Times New Roman" panose="02020603050405020304" pitchFamily="18" charset="0"/>
              <a:cs typeface="Times New Roman" panose="02020603050405020304" pitchFamily="18" charset="0"/>
            </a:endParaRPr>
          </a:p>
          <a:p>
            <a:pPr lvl="2"/>
            <a:r>
              <a:rPr lang="en-US" sz="2800">
                <a:latin typeface="Times New Roman" panose="02020603050405020304" pitchFamily="18" charset="0"/>
                <a:cs typeface="Times New Roman" panose="02020603050405020304" pitchFamily="18" charset="0"/>
              </a:rPr>
              <a:t>✅ Phát hiện mẫu lặp, chu kỳ, mùa vụ</a:t>
            </a:r>
          </a:p>
          <a:p>
            <a:pPr lvl="2"/>
            <a:r>
              <a:rPr lang="en-US" sz="2800">
                <a:latin typeface="Times New Roman" panose="02020603050405020304" pitchFamily="18" charset="0"/>
                <a:cs typeface="Times New Roman" panose="02020603050405020304" pitchFamily="18" charset="0"/>
              </a:rPr>
              <a:t>✅ Phù hợp cho dữ liệu có thành phần ẩn theo chu kỳ</a:t>
            </a:r>
          </a:p>
          <a:p>
            <a:pPr lvl="2"/>
            <a:r>
              <a:rPr lang="en-US" sz="2800">
                <a:latin typeface="Times New Roman" panose="02020603050405020304" pitchFamily="18" charset="0"/>
                <a:cs typeface="Times New Roman" panose="02020603050405020304" pitchFamily="18" charset="0"/>
              </a:rPr>
              <a:t>🚫 Yêu cầu biến đổi phức tạp hơn</a:t>
            </a:r>
          </a:p>
          <a:p>
            <a:pPr lvl="2"/>
            <a:r>
              <a:rPr lang="en-US" sz="2800">
                <a:latin typeface="Times New Roman" panose="02020603050405020304" pitchFamily="18" charset="0"/>
                <a:cs typeface="Times New Roman" panose="02020603050405020304" pitchFamily="18" charset="0"/>
              </a:rPr>
              <a:t>🚫 Khó diễn giải hơn miền thời gian</a:t>
            </a:r>
          </a:p>
        </p:txBody>
      </p:sp>
    </p:spTree>
    <p:extLst>
      <p:ext uri="{BB962C8B-B14F-4D97-AF65-F5344CB8AC3E}">
        <p14:creationId xmlns:p14="http://schemas.microsoft.com/office/powerpoint/2010/main" val="8074805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05A8-AE8F-2D5E-4C51-F8604D3D41C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08D85D1-AA56-E192-09CB-3B8F4A12BAA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Đặc trưng miền thời gian &amp; miền tần số</a:t>
            </a:r>
          </a:p>
        </p:txBody>
      </p:sp>
      <p:sp>
        <p:nvSpPr>
          <p:cNvPr id="31747" name="Rectangle 3">
            <a:extLst>
              <a:ext uri="{FF2B5EF4-FFF2-40B4-BE49-F238E27FC236}">
                <a16:creationId xmlns:a16="http://schemas.microsoft.com/office/drawing/2014/main" id="{AC3574D3-FE08-FFBD-1C23-AF3085E07CB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Tổng kết</a:t>
            </a:r>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Miền thời gian → tổng quan &amp; trực quan</a:t>
            </a:r>
          </a:p>
          <a:p>
            <a:pPr lvl="1"/>
            <a:r>
              <a:rPr lang="en-US" sz="2800">
                <a:latin typeface="Times New Roman" panose="02020603050405020304" pitchFamily="18" charset="0"/>
                <a:cs typeface="Times New Roman" panose="02020603050405020304" pitchFamily="18" charset="0"/>
              </a:rPr>
              <a:t>✨ Miền tần số → phát hiện mẫu ẩn &amp; chu kỳ</a:t>
            </a:r>
          </a:p>
          <a:p>
            <a:pPr lvl="1"/>
            <a:r>
              <a:rPr lang="en-US" sz="2800">
                <a:latin typeface="Times New Roman" panose="02020603050405020304" pitchFamily="18" charset="0"/>
                <a:cs typeface="Times New Roman" panose="02020603050405020304" pitchFamily="18" charset="0"/>
              </a:rPr>
              <a:t>✨ Kết hợp cả hai → hiệu quả cao hơn</a:t>
            </a:r>
          </a:p>
        </p:txBody>
      </p:sp>
      <p:graphicFrame>
        <p:nvGraphicFramePr>
          <p:cNvPr id="5" name="Table 4">
            <a:extLst>
              <a:ext uri="{FF2B5EF4-FFF2-40B4-BE49-F238E27FC236}">
                <a16:creationId xmlns:a16="http://schemas.microsoft.com/office/drawing/2014/main" id="{936E4399-DAC5-0AB0-D716-8ECEB47955C1}"/>
              </a:ext>
            </a:extLst>
          </p:cNvPr>
          <p:cNvGraphicFramePr>
            <a:graphicFrameLocks noGrp="1"/>
          </p:cNvGraphicFramePr>
          <p:nvPr>
            <p:extLst>
              <p:ext uri="{D42A27DB-BD31-4B8C-83A1-F6EECF244321}">
                <p14:modId xmlns:p14="http://schemas.microsoft.com/office/powerpoint/2010/main" val="4289801003"/>
              </p:ext>
            </p:extLst>
          </p:nvPr>
        </p:nvGraphicFramePr>
        <p:xfrm>
          <a:off x="228600" y="2007616"/>
          <a:ext cx="8534399" cy="2352040"/>
        </p:xfrm>
        <a:graphic>
          <a:graphicData uri="http://schemas.openxmlformats.org/drawingml/2006/table">
            <a:tbl>
              <a:tblPr firstRow="1" firstCol="1" bandRow="1">
                <a:tableStyleId>{5C22544A-7EE6-4342-B048-85BDC9FD1C3A}</a:tableStyleId>
              </a:tblPr>
              <a:tblGrid>
                <a:gridCol w="2676698">
                  <a:extLst>
                    <a:ext uri="{9D8B030D-6E8A-4147-A177-3AD203B41FA5}">
                      <a16:colId xmlns:a16="http://schemas.microsoft.com/office/drawing/2014/main" val="1679293547"/>
                    </a:ext>
                  </a:extLst>
                </a:gridCol>
                <a:gridCol w="3064625">
                  <a:extLst>
                    <a:ext uri="{9D8B030D-6E8A-4147-A177-3AD203B41FA5}">
                      <a16:colId xmlns:a16="http://schemas.microsoft.com/office/drawing/2014/main" val="1086397015"/>
                    </a:ext>
                  </a:extLst>
                </a:gridCol>
                <a:gridCol w="2793076">
                  <a:extLst>
                    <a:ext uri="{9D8B030D-6E8A-4147-A177-3AD203B41FA5}">
                      <a16:colId xmlns:a16="http://schemas.microsoft.com/office/drawing/2014/main" val="3586642919"/>
                    </a:ext>
                  </a:extLst>
                </a:gridCol>
              </a:tblGrid>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Đặc trưng</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Miền thời gian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Miền tần số</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84322365"/>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 Dữ liệu gốc</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Theo thời gian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Theo tần số</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19665314"/>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 Thông tin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Xu hướng, biến động</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Chu kỳ, lặp lại</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71366147"/>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 Tính toán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Nhanh, đơn giản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Phức tạp hơn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81804491"/>
                  </a:ext>
                </a:extLst>
              </a:tr>
              <a:tr h="0">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 Ứng dụng</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Tổng quan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Phân tích chi tiết</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40943547"/>
                  </a:ext>
                </a:extLst>
              </a:tr>
            </a:tbl>
          </a:graphicData>
        </a:graphic>
      </p:graphicFrame>
    </p:spTree>
    <p:extLst>
      <p:ext uri="{BB962C8B-B14F-4D97-AF65-F5344CB8AC3E}">
        <p14:creationId xmlns:p14="http://schemas.microsoft.com/office/powerpoint/2010/main" val="13488234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DD78E-E58C-3443-D615-74770D2C8B0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556AE8E-0BED-0A1F-1C3A-F828D0C5F4AB}"/>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Lựa chọn đặc trưng dựa trên miền tri thức</a:t>
            </a:r>
          </a:p>
        </p:txBody>
      </p:sp>
      <p:sp>
        <p:nvSpPr>
          <p:cNvPr id="31747" name="Rectangle 3">
            <a:extLst>
              <a:ext uri="{FF2B5EF4-FFF2-40B4-BE49-F238E27FC236}">
                <a16:creationId xmlns:a16="http://schemas.microsoft.com/office/drawing/2014/main" id="{69C66D63-194A-F3B8-16D3-FD17C75E5FD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Khái niệm miền tri thức trong trích đặc trưng </a:t>
            </a:r>
          </a:p>
          <a:p>
            <a:pPr marL="45720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Tầm quan trọng</a:t>
            </a:r>
          </a:p>
          <a:p>
            <a:pPr marL="45720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Cách kết hợp miền tri thức khi trích chọn đặc trưng</a:t>
            </a:r>
          </a:p>
          <a:p>
            <a:pPr marL="45720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Ví dụ thực tế</a:t>
            </a:r>
          </a:p>
          <a:p>
            <a:pPr mar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28808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D208F-B79A-5046-DE36-FAA74DDE13B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FBDFDEF-51C6-E5C3-2F7D-8DD00079F56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Lựa chọn đặc trưng dựa trên miền tri thức</a:t>
            </a:r>
          </a:p>
        </p:txBody>
      </p:sp>
      <p:sp>
        <p:nvSpPr>
          <p:cNvPr id="31747" name="Rectangle 3">
            <a:extLst>
              <a:ext uri="{FF2B5EF4-FFF2-40B4-BE49-F238E27FC236}">
                <a16:creationId xmlns:a16="http://schemas.microsoft.com/office/drawing/2014/main" id="{16D01674-DD80-B991-851A-F9E694CC15B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Tri thức miền (knowledge domain) là gì?</a:t>
            </a:r>
            <a:endParaRPr lang="en-US" sz="280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Là </a:t>
            </a:r>
            <a:r>
              <a:rPr lang="en-US" sz="2800" b="1">
                <a:latin typeface="Times New Roman" panose="02020603050405020304" pitchFamily="18" charset="0"/>
                <a:cs typeface="Times New Roman" panose="02020603050405020304" pitchFamily="18" charset="0"/>
              </a:rPr>
              <a:t>kiến thức chuyên ngành</a:t>
            </a:r>
            <a:r>
              <a:rPr lang="en-US" sz="2800">
                <a:latin typeface="Times New Roman" panose="02020603050405020304" pitchFamily="18" charset="0"/>
                <a:cs typeface="Times New Roman" panose="02020603050405020304" pitchFamily="18" charset="0"/>
              </a:rPr>
              <a:t>, hiểu biết sâu về bài toán, ngữ cảnh dữ liệu &amp; cách dữ liệu được tạo ra.</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Domain knowledge (Kiến thức chuyên ngành) đóng vai trò then chốt trong việc tạo ra các đặc trưng chuỗi thời gian, nếu bạn may mắn có được một số hiểu biết sâu sắc</a:t>
            </a:r>
          </a:p>
          <a:p>
            <a:pPr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Bác sĩ hiểu rõ tín hiệu ECG</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Kỹ sư biết nguyên lý cảm biến rung động</a:t>
            </a:r>
          </a:p>
          <a:p>
            <a:pPr lvl="2">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Nhà tài chính hiểu quy luật thị trường</a:t>
            </a:r>
          </a:p>
        </p:txBody>
      </p:sp>
    </p:spTree>
    <p:extLst>
      <p:ext uri="{BB962C8B-B14F-4D97-AF65-F5344CB8AC3E}">
        <p14:creationId xmlns:p14="http://schemas.microsoft.com/office/powerpoint/2010/main" val="40202962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C2B96-FBC1-059F-F06C-31E3823A55A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49BB3B2-315A-EDEF-D122-3CEAA28D192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Lựa chọn đặc trưng dựa trên miền tri thức</a:t>
            </a:r>
          </a:p>
        </p:txBody>
      </p:sp>
      <p:sp>
        <p:nvSpPr>
          <p:cNvPr id="31747" name="Rectangle 3">
            <a:extLst>
              <a:ext uri="{FF2B5EF4-FFF2-40B4-BE49-F238E27FC236}">
                <a16:creationId xmlns:a16="http://schemas.microsoft.com/office/drawing/2014/main" id="{C37C81F5-A75A-43F2-A80C-864CF37B81F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Vì sao cần miền tri thức?</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Dữ liệu chuỗi thời gian thường phức tạp, nhiễu</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Mỗi lĩnh vực có đặc trưng quan trọng riêng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Giúp chọn đặc trưng có ý nghĩa, loại bỏ phần không cần thiết</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Tăng khả năng giải thích &amp; hiệu quả mô hình</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Ví dụ: </a:t>
            </a:r>
            <a:r>
              <a:rPr lang="en-US" sz="2400">
                <a:latin typeface="Times New Roman" panose="02020603050405020304" pitchFamily="18" charset="0"/>
                <a:cs typeface="Times New Roman" panose="02020603050405020304" pitchFamily="18" charset="0"/>
              </a:rPr>
              <a:t>đảm bảo rằng các đặc điểm được chọn sẽ không bị ảnh hưởng quá mức bởi các đặc điểm của, chẳng hạn như, lỗi của cảm biến thay vì các đặc điểm của hệ thống cơ bản.</a:t>
            </a:r>
          </a:p>
        </p:txBody>
      </p:sp>
    </p:spTree>
    <p:extLst>
      <p:ext uri="{BB962C8B-B14F-4D97-AF65-F5344CB8AC3E}">
        <p14:creationId xmlns:p14="http://schemas.microsoft.com/office/powerpoint/2010/main" val="40623170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E3085-171E-E715-B2C9-7B56EE05E9D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05CCDA5-6B0C-C049-AF31-191D334C96C8}"/>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Lựa chọn đặc trưng dựa trên miền tri thức</a:t>
            </a:r>
          </a:p>
        </p:txBody>
      </p:sp>
      <p:sp>
        <p:nvSpPr>
          <p:cNvPr id="31747" name="Rectangle 3">
            <a:extLst>
              <a:ext uri="{FF2B5EF4-FFF2-40B4-BE49-F238E27FC236}">
                <a16:creationId xmlns:a16="http://schemas.microsoft.com/office/drawing/2014/main" id="{88AFE721-1198-2AA1-09AF-FCD6B53968D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cách ứng dụng tri thức miền</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Chọn các đặc trưng “thường dùng” trong ngành</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Chọn độ dài cửa sổ, bước trượt hợp lý</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Xác định dải tần số quan trọng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Biết đặc trưng nào mang ý nghĩa vật lý / thực tiễn</a:t>
            </a:r>
          </a:p>
        </p:txBody>
      </p:sp>
    </p:spTree>
    <p:extLst>
      <p:ext uri="{BB962C8B-B14F-4D97-AF65-F5344CB8AC3E}">
        <p14:creationId xmlns:p14="http://schemas.microsoft.com/office/powerpoint/2010/main" val="108997683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A509E-5765-A69D-9AA5-DF3A9090E43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5E44969-3A17-3CCB-DAD8-FBAE35A74CEA}"/>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Lựa chọn đặc trưng dựa trên miền tri thức</a:t>
            </a:r>
          </a:p>
        </p:txBody>
      </p:sp>
      <p:sp>
        <p:nvSpPr>
          <p:cNvPr id="31747" name="Rectangle 3">
            <a:extLst>
              <a:ext uri="{FF2B5EF4-FFF2-40B4-BE49-F238E27FC236}">
                <a16:creationId xmlns:a16="http://schemas.microsoft.com/office/drawing/2014/main" id="{984501D7-7848-F3F9-9734-BAA7F11042B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ví dụ</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Dữ liệu ECG:</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Bác sĩ biết rằng thời gian giữa 2 đỉnh R-R quan trọng</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Chọn đặc trưng: nhịp tim, khoảng QT, biên độ sóng P, T</a:t>
            </a:r>
          </a:p>
          <a:p>
            <a:pPr lvl="1"/>
            <a:r>
              <a:rPr lang="en-US" sz="2800">
                <a:latin typeface="Times New Roman" panose="02020603050405020304" pitchFamily="18" charset="0"/>
                <a:cs typeface="Times New Roman" panose="02020603050405020304" pitchFamily="18" charset="0"/>
              </a:rPr>
              <a:t>🏭 Dữ liệu cảm biến rung động:</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Kỹ sư biết rung động bất thường xuất hiện ở 10–30 Hz</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Chọn đặc trưng năng lượng &amp; phổ trong dải tần 10–30 Hz</a:t>
            </a:r>
          </a:p>
          <a:p>
            <a:pPr lvl="1"/>
            <a:r>
              <a:rPr lang="en-US" sz="2800">
                <a:latin typeface="Times New Roman" panose="02020603050405020304" pitchFamily="18" charset="0"/>
                <a:cs typeface="Times New Roman" panose="02020603050405020304" pitchFamily="18" charset="0"/>
              </a:rPr>
              <a:t>📈 Giá cổ phiếu:</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Nhà đầu tư biết chu kỳ tuần &amp; tháng ảnh hưởng</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Chọn đặc trưng: trung bình 7 ngày, độ lệch chuẩn 30 ngày, khối lượng giao dịch</a:t>
            </a:r>
          </a:p>
        </p:txBody>
      </p:sp>
    </p:spTree>
    <p:extLst>
      <p:ext uri="{BB962C8B-B14F-4D97-AF65-F5344CB8AC3E}">
        <p14:creationId xmlns:p14="http://schemas.microsoft.com/office/powerpoint/2010/main" val="25226472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ADBC-81FB-33F2-539E-C74EBB17F97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EDAC03E-053F-E1FD-A070-72D303876F2E}"/>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Lựa chọn đặc trưng dựa trên miền tri thức</a:t>
            </a:r>
          </a:p>
        </p:txBody>
      </p:sp>
      <p:sp>
        <p:nvSpPr>
          <p:cNvPr id="31747" name="Rectangle 3">
            <a:extLst>
              <a:ext uri="{FF2B5EF4-FFF2-40B4-BE49-F238E27FC236}">
                <a16:creationId xmlns:a16="http://schemas.microsoft.com/office/drawing/2014/main" id="{ECBCF3CB-3D9C-E1D9-4C11-F7D6BFB9AC8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So sánh với lựa chọn đặc trưng tự động</a:t>
            </a: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b="1">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Kết hợp hai phương pháp</a:t>
            </a:r>
            <a:endParaRPr lang="en-US" sz="24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Bắt đầu với tri miền thức → giảm không gian đặc trưng</a:t>
            </a:r>
          </a:p>
          <a:p>
            <a:pPr marL="857250" lvl="1"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Áp dụng kỹ thuật tự động → tinh chỉnh &amp; tối ưu</a:t>
            </a:r>
          </a:p>
          <a:p>
            <a:pPr marL="857250" lvl="1"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Giúp cân bằng giữa hiệu quả &amp; khả năng giải thích</a:t>
            </a:r>
            <a:endParaRPr lang="en-US" sz="2400" b="1">
              <a:latin typeface="Times New Roman" panose="02020603050405020304" pitchFamily="18" charset="0"/>
              <a:cs typeface="Times New Roman" panose="02020603050405020304" pitchFamily="18" charset="0"/>
            </a:endParaRPr>
          </a:p>
          <a:p>
            <a:pPr marL="0" indent="0"/>
            <a:endParaRPr lang="en-US" b="1"/>
          </a:p>
        </p:txBody>
      </p:sp>
      <p:graphicFrame>
        <p:nvGraphicFramePr>
          <p:cNvPr id="2" name="Table 1">
            <a:extLst>
              <a:ext uri="{FF2B5EF4-FFF2-40B4-BE49-F238E27FC236}">
                <a16:creationId xmlns:a16="http://schemas.microsoft.com/office/drawing/2014/main" id="{6EBBDAC1-E3BD-D106-18CB-7A14218E4719}"/>
              </a:ext>
            </a:extLst>
          </p:cNvPr>
          <p:cNvGraphicFramePr>
            <a:graphicFrameLocks noGrp="1"/>
          </p:cNvGraphicFramePr>
          <p:nvPr>
            <p:extLst>
              <p:ext uri="{D42A27DB-BD31-4B8C-83A1-F6EECF244321}">
                <p14:modId xmlns:p14="http://schemas.microsoft.com/office/powerpoint/2010/main" val="77755382"/>
              </p:ext>
            </p:extLst>
          </p:nvPr>
        </p:nvGraphicFramePr>
        <p:xfrm>
          <a:off x="0" y="1981200"/>
          <a:ext cx="9124950" cy="2450404"/>
        </p:xfrm>
        <a:graphic>
          <a:graphicData uri="http://schemas.openxmlformats.org/drawingml/2006/table">
            <a:tbl>
              <a:tblPr firstRow="1" firstCol="1" bandRow="1">
                <a:tableStyleId>{5C22544A-7EE6-4342-B048-85BDC9FD1C3A}</a:tableStyleId>
              </a:tblPr>
              <a:tblGrid>
                <a:gridCol w="3041650">
                  <a:extLst>
                    <a:ext uri="{9D8B030D-6E8A-4147-A177-3AD203B41FA5}">
                      <a16:colId xmlns:a16="http://schemas.microsoft.com/office/drawing/2014/main" val="2350087614"/>
                    </a:ext>
                  </a:extLst>
                </a:gridCol>
                <a:gridCol w="2806700">
                  <a:extLst>
                    <a:ext uri="{9D8B030D-6E8A-4147-A177-3AD203B41FA5}">
                      <a16:colId xmlns:a16="http://schemas.microsoft.com/office/drawing/2014/main" val="2523523028"/>
                    </a:ext>
                  </a:extLst>
                </a:gridCol>
                <a:gridCol w="3276600">
                  <a:extLst>
                    <a:ext uri="{9D8B030D-6E8A-4147-A177-3AD203B41FA5}">
                      <a16:colId xmlns:a16="http://schemas.microsoft.com/office/drawing/2014/main" val="3704133215"/>
                    </a:ext>
                  </a:extLst>
                </a:gridCol>
              </a:tblGrid>
              <a:tr h="0">
                <a:tc>
                  <a:txBody>
                    <a:bodyPr/>
                    <a:lstStyle/>
                    <a:p>
                      <a:pPr>
                        <a:lnSpc>
                          <a:spcPct val="115000"/>
                        </a:lnSpc>
                        <a:buNone/>
                      </a:pPr>
                      <a:endParaRPr lang="en-US" sz="2400" kern="100">
                        <a:effectLst/>
                        <a:latin typeface="Times New Roman" panose="02020603050405020304" pitchFamily="18"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Tự động</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Dựa trên tri thức miền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32589206"/>
                  </a:ext>
                </a:extLst>
              </a:tr>
              <a:tr h="0">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 Ý nghĩa</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Không rõ ràng</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Rõ ràng &amp; dễ giải thích</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1680399"/>
                  </a:ext>
                </a:extLst>
              </a:tr>
              <a:tr h="0">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 Tốc độ</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Nhanh</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Chậm hơn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89415096"/>
                  </a:ext>
                </a:extLst>
              </a:tr>
              <a:tr h="0">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 Hiệu quả</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Phụ thuộc vào thuật toán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Thường tốt hơn với dữ liệu ít</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33079363"/>
                  </a:ext>
                </a:extLst>
              </a:tr>
              <a:tr h="0">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 Khả năng mở rộng</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Cao</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latin typeface="Times New Roman" panose="02020603050405020304" pitchFamily="18" charset="0"/>
                          <a:cs typeface="Times New Roman" panose="02020603050405020304" pitchFamily="18" charset="0"/>
                        </a:rPr>
                        <a:t>Hạn chế hơn</a:t>
                      </a:r>
                      <a:endParaRPr lang="en-US"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83644731"/>
                  </a:ext>
                </a:extLst>
              </a:tr>
            </a:tbl>
          </a:graphicData>
        </a:graphic>
      </p:graphicFrame>
    </p:spTree>
    <p:extLst>
      <p:ext uri="{BB962C8B-B14F-4D97-AF65-F5344CB8AC3E}">
        <p14:creationId xmlns:p14="http://schemas.microsoft.com/office/powerpoint/2010/main" val="13328026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F5745-C720-CF0A-8CD6-ABA39509808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B7D4AFF-6571-63CA-F412-B68E0B110E04}"/>
              </a:ext>
            </a:extLst>
          </p:cNvPr>
          <p:cNvSpPr>
            <a:spLocks noGrp="1"/>
          </p:cNvSpPr>
          <p:nvPr>
            <p:ph type="title"/>
          </p:nvPr>
        </p:nvSpPr>
        <p:spPr>
          <a:xfrm>
            <a:off x="1220788" y="365125"/>
            <a:ext cx="7904162" cy="747713"/>
          </a:xfrm>
        </p:spPr>
        <p:txBody>
          <a:bodyPr>
            <a:noAutofit/>
          </a:bodyPr>
          <a:lstStyle/>
          <a:p>
            <a:pPr marL="57150">
              <a:defRPr/>
            </a:pPr>
            <a:r>
              <a:rPr lang="en-US" sz="3200">
                <a:latin typeface="Times New Roman" panose="02020603050405020304" pitchFamily="18" charset="0"/>
                <a:cs typeface="Times New Roman" panose="02020603050405020304" pitchFamily="18" charset="0"/>
              </a:rPr>
              <a:t>Lựa chọn đặc trưng dựa trên miền tri thức</a:t>
            </a:r>
          </a:p>
        </p:txBody>
      </p:sp>
      <p:sp>
        <p:nvSpPr>
          <p:cNvPr id="31747" name="Rectangle 3">
            <a:extLst>
              <a:ext uri="{FF2B5EF4-FFF2-40B4-BE49-F238E27FC236}">
                <a16:creationId xmlns:a16="http://schemas.microsoft.com/office/drawing/2014/main" id="{FBC94D20-6D2D-3627-CC47-46C0334EFEB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Tổng kết</a:t>
            </a: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Miền tri thức giúp chọn đặc trưng phù hợp &amp; có ý nghĩa</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Cần phối hợp với các kỹ thuật tự động</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Đặc biệt hữu ích khi dữ liệu ít hoặc cần giải thích rõ</a:t>
            </a:r>
          </a:p>
        </p:txBody>
      </p:sp>
    </p:spTree>
    <p:extLst>
      <p:ext uri="{BB962C8B-B14F-4D97-AF65-F5344CB8AC3E}">
        <p14:creationId xmlns:p14="http://schemas.microsoft.com/office/powerpoint/2010/main" val="10666639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7.0&quot;&gt;&lt;object type=&quot;1&quot; unique_id=&quot;10001&quot;&gt;&lt;object type=&quot;2&quot; unique_id=&quot;10002&quot;&gt;&lt;object type=&quot;3&quot; unique_id=&quot;10005&quot;&gt;&lt;property id=&quot;20148&quot; value=&quot;5&quot;/&gt;&lt;property id=&quot;20300&quot; value=&quot;Slide 1 - &amp;quot;LẬP TRÌNH C&amp;quot;&quot;/&gt;&lt;property id=&quot;20307&quot; value=&quot;256&quot;/&gt;&lt;/object&gt;&lt;object type=&quot;3&quot; unique_id=&quot;10006&quot;&gt;&lt;property id=&quot;20148&quot; value=&quot;5&quot;/&gt;&lt;property id=&quot;20300&quot; value=&quot;Slide 2&quot;/&gt;&lt;property id=&quot;20307&quot; value=&quot;268&quot;/&gt;&lt;/object&gt;&lt;object type=&quot;3&quot; unique_id=&quot;10008&quot;&gt;&lt;property id=&quot;20148&quot; value=&quot;5&quot;/&gt;&lt;property id=&quot;20300&quot; value=&quot;Slide 3 - &amp;quot;Tài liệu tham khảo&amp;quot;&quot;/&gt;&lt;property id=&quot;20307&quot; value=&quot;269&quot;/&gt;&lt;/object&gt;&lt;object type=&quot;3&quot; unique_id=&quot;10010&quot;&gt;&lt;property id=&quot;20148&quot; value=&quot;5&quot;/&gt;&lt;property id=&quot;20300&quot; value=&quot;Slide 4 - &amp;quot;Nội dung&amp;quot;&quot;/&gt;&lt;property id=&quot;20307&quot; value=&quot;270&quot;/&gt;&lt;/object&gt;&lt;/object&gt;&lt;object type=&quot;8&quot; unique_id=&quot;10004&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35.7331"/>
  <p:tag name="ORIGINALWIDTH" val="386.9517"/>
  <p:tag name="OUTPUTTYPE" val="PNG"/>
  <p:tag name="IGUANATEXVERSION" val="160"/>
  <p:tag name="LATEXADDIN" val="\documentclass{article}&#10;\usepackage{amsmath}&#10;\pagestyle{empty}&#10;\begin{document}&#10;&#10;$\{x_t\}_{t=1}^{T}$&#10;&#10;&#10;\end{document}"/>
  <p:tag name="IGUANATEXSIZE" val="28"/>
  <p:tag name="IGUANATEXCURSOR" val="98"/>
  <p:tag name="TRANSPARENCY" val="True"/>
  <p:tag name="LATEXENGINEID" val="0"/>
  <p:tag name="TEMPFOLDER" val="c:\temp\"/>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286.4642"/>
  <p:tag name="ORIGINALWIDTH" val="646.4192"/>
  <p:tag name="OUTPUTTYPE" val="PNG"/>
  <p:tag name="IGUANATEXVERSION" val="160"/>
  <p:tag name="LATEXADDIN" val="\documentclass{article}&#10;\usepackage{amsmath}&#10;\pagestyle{empty}&#10;\begin{document}&#10;&#10;$\bar{x} = \frac{1}{T}\sum\limits_{t = 1}^{T}x_t$&#10;&#10;&#10;\end{document}"/>
  <p:tag name="IGUANATEXSIZE" val="28"/>
  <p:tag name="IGUANATEXCURSOR" val="125"/>
  <p:tag name="TRANSPARENCY" val="True"/>
  <p:tag name="LATEXENGINEID" val="0"/>
  <p:tag name="TEMPFOLDER" val="c:\temp\"/>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23.7346"/>
  <p:tag name="ORIGINALWIDTH" val="1261.342"/>
  <p:tag name="OUTPUTTYPE" val="PNG"/>
  <p:tag name="IGUANATEXVERSION" val="160"/>
  <p:tag name="LATEXADDIN" val="\documentclass{article}&#10;\usepackage{amsmath}&#10;\pagestyle{empty}&#10;\begin{document}&#10;&#10;$x_{(1)} \le x_{(2)} \le \cdots \le x_{(T)}$&#10;&#10;&#10;\end{document}"/>
  <p:tag name="IGUANATEXSIZE" val="28"/>
  <p:tag name="IGUANATEXCURSOR" val="122"/>
  <p:tag name="TRANSPARENCY" val="True"/>
  <p:tag name="LATEXENGINEID" val="0"/>
  <p:tag name="TEMPFOLDER" val="c:\temp\"/>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411.6985"/>
  <p:tag name="ORIGINALWIDTH" val="2905.887"/>
  <p:tag name="OUTPUTTYPE" val="PNG"/>
  <p:tag name="IGUANATEXVERSION" val="160"/>
  <p:tag name="LATEXADDIN" val="\documentclass{article}&#10;\usepackage{amsmath}&#10;\pagestyle{empty}&#10;\begin{document}&#10;&#10;$\textrm{median}\left(\{x_t\}\right) = \left\{\begin{matrix}\frac{1}{2}\left(x_{\left(\frac{T}{2}\right)} + x_{\left(\frac{T}{2}+1\right)}\right), &amp; \textrm{ if T is even} \\ x_{\left(\frac{T+1}{2}\right)}, &amp; \textrm{ if T is odd}\end{matrix}\right.$&#10;&#10;&#10;\end{document}"/>
  <p:tag name="IGUANATEXSIZE" val="24"/>
  <p:tag name="IGUANATEXCURSOR" val="211"/>
  <p:tag name="TRANSPARENCY" val="True"/>
  <p:tag name="LATEXENGINEID" val="0"/>
  <p:tag name="TEMPFOLDER" val="c:\temp\"/>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286.4642"/>
  <p:tag name="ORIGINALWIDTH" val="1058.868"/>
  <p:tag name="OUTPUTTYPE" val="PNG"/>
  <p:tag name="IGUANATEXVERSION" val="160"/>
  <p:tag name="LATEXADDIN" val="\documentclass{article}&#10;\usepackage{amsmath}&#10;\pagestyle{empty}&#10;\begin{document}&#10;&#10;$\sigma^2 = \frac{1}{T}\sum\limits_{t = 1}^{T}(x_t-\bar{x})^2$&#10;&#10;&#10;\end{document}"/>
  <p:tag name="IGUANATEXSIZE" val="28"/>
  <p:tag name="IGUANATEXCURSOR" val="126"/>
  <p:tag name="TRANSPARENCY" val="True"/>
  <p:tag name="LATEXENGINEID" val="0"/>
  <p:tag name="TEMPFOLDER" val="c:\temp\"/>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464.9419"/>
  <p:tag name="ORIGINALWIDTH" val="1567.304"/>
  <p:tag name="OUTPUTTYPE" val="PNG"/>
  <p:tag name="IGUANATEXVERSION" val="160"/>
  <p:tag name="LATEXADDIN" val="\documentclass{article}&#10;\usepackage{amsmath}&#10;\pagestyle{empty}&#10;\begin{document}&#10;&#10;$\textrm{Skewness} = \frac{\frac{1}{T}\sum\limits_{t = 1}^{T}(x_t-\bar{x})^3}{\left(\frac{1}{T}\sum\limits_{t = 1}^{T}(x_t-\bar{x})^2\right)^{3/2}}$&#10;&#10;&#10;\end{document}"/>
  <p:tag name="IGUANATEXSIZE" val="28"/>
  <p:tag name="IGUANATEXCURSOR" val="214"/>
  <p:tag name="TRANSPARENCY" val="True"/>
  <p:tag name="LATEXENGINEID" val="0"/>
  <p:tag name="TEMPFOLDER" val="c:\temp\"/>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299.9625"/>
  <p:tag name="ORIGINALWIDTH" val="2128.234"/>
  <p:tag name="OUTPUTTYPE" val="PNG"/>
  <p:tag name="IGUANATEXVERSION" val="160"/>
  <p:tag name="LATEXADDIN" val="\documentclass{article}&#10;\usepackage{amsmath}&#10;\pagestyle{empty}&#10;\begin{document}&#10;&#10;$\gamma (t,t-k) = \frac{1}{T}\sum\limits_{t = k + 1}^{T}{(x_t - \bar{x})(x_{t-k} - \bar{x})}$&#10;&#10;&#10;\end{document}"/>
  <p:tag name="IGUANATEXSIZE" val="28"/>
  <p:tag name="IGUANATEXCURSOR" val="96"/>
  <p:tag name="TRANSPARENCY" val="True"/>
  <p:tag name="LATEXENGINEID" val="0"/>
  <p:tag name="TEMPFOLDER" val="c:\temp\"/>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286.4642"/>
  <p:tag name="ORIGINALWIDTH" val="1562.055"/>
  <p:tag name="OUTPUTTYPE" val="PNG"/>
  <p:tag name="IGUANATEXVERSION" val="160"/>
  <p:tag name="LATEXADDIN" val="\documentclass{article}&#10;\usepackage{amsmath}&#10;\pagestyle{empty}&#10;\begin{document}&#10;&#10;$\gamma (t,t) = \frac{1}{T}\sum\limits_{t = 1}^{T}{(x_t - \bar{x})^2} = \sigma^2$&#10;&#10;&#10;\end{document}"/>
  <p:tag name="IGUANATEXSIZE" val="28"/>
  <p:tag name="IGUANATEXCURSOR" val="94"/>
  <p:tag name="TRANSPARENCY" val="True"/>
  <p:tag name="LATEXENGINEID" val="0"/>
  <p:tag name="TEMPFOLDER" val="c:\temp\"/>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196.85"/>
  <p:tag name="OUTPUTTYPE" val="PNG"/>
  <p:tag name="IGUANATEXVERSION" val="160"/>
  <p:tag name="LATEXADDIN" val="\documentclass{article}&#10;\usepackage{amsmath}&#10;\pagestyle{empty}&#10;\begin{document}&#10;&#10;$H = -\sum p(x) \log p(x)$&#10;&#10;&#10;\end{document}"/>
  <p:tag name="IGUANATEXSIZE" val="28"/>
  <p:tag name="IGUANATEXCURSOR" val="106"/>
  <p:tag name="TRANSPARENCY" val="True"/>
  <p:tag name="LATEXENGINEID" val="0"/>
  <p:tag name="TEMPFOLDER" val="c:\temp\"/>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35.7331"/>
  <p:tag name="ORIGINALWIDTH" val="528.684"/>
  <p:tag name="OUTPUTTYPE" val="PNG"/>
  <p:tag name="IGUANATEXVERSION" val="160"/>
  <p:tag name="LATEXADDIN" val="\documentclass{article}&#10;\usepackage{amsmath}&#10;\pagestyle{empty}&#10;\begin{document}&#10;&#10;$E = \sum x_i^2 $&#10;&#10;&#10;\end{document}"/>
  <p:tag name="IGUANATEXSIZE" val="28"/>
  <p:tag name="IGUANATEXCURSOR" val="97"/>
  <p:tag name="TRANSPARENCY" val="True"/>
  <p:tag name="LATEXENGINEID" val="0"/>
  <p:tag name="TEMPFOLDER" val="c:\temp\"/>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568.054"/>
  <p:tag name="OUTPUTTYPE" val="PNG"/>
  <p:tag name="IGUANATEXVERSION" val="160"/>
  <p:tag name="LATEXADDIN" val="\documentclass{article}&#10;\usepackage{amsmath}&#10;\pagestyle{empty}&#10;\begin{document}&#10;&#10;$E[X_t] = \mu, \forall t = 0, \pm 1, \pm 2, \dots$&#10;&#10;&#10;\end{document}"/>
  <p:tag name="IGUANATEXSIZE" val="24"/>
  <p:tag name="IGUANATEXCURSOR" val="88"/>
  <p:tag name="TRANSPARENCY" val="True"/>
  <p:tag name="LATEXENGINEID" val="0"/>
  <p:tag name="TEMPFOLDER" val="c:\temp\"/>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748.781"/>
  <p:tag name="OUTPUTTYPE" val="PNG"/>
  <p:tag name="IGUANATEXVERSION" val="160"/>
  <p:tag name="LATEXADDIN" val="\documentclass{article}&#10;\usepackage{amsmath}&#10;\pagestyle{empty}&#10;\begin{document}&#10;&#10;$Var[X_t] = \sigma^2, \forall t = 0, \pm 1, \pm 2, \dots$&#10;&#10;&#10;\end{document}"/>
  <p:tag name="IGUANATEXSIZE" val="24"/>
  <p:tag name="IGUANATEXCURSOR" val="90"/>
  <p:tag name="TRANSPARENCY" val="True"/>
  <p:tag name="LATEXENGINEID" val="0"/>
  <p:tag name="TEMPFOLDER" val="c:\temp\"/>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3032.621"/>
  <p:tag name="OUTPUTTYPE" val="PNG"/>
  <p:tag name="IGUANATEXVERSION" val="160"/>
  <p:tag name="LATEXADDIN" val="\documentclass{article}&#10;\usepackage{amsmath}&#10;\pagestyle{empty}&#10;\begin{document}&#10;&#10;$\gamma(s,t) = Cov(X_s,X_t) = E[(X_t - \mu)(X_s - \mu)] = \gamma(s-t)$&#10;&#10;&#10;\end{document}"/>
  <p:tag name="IGUANATEXSIZE" val="24"/>
  <p:tag name="IGUANATEXCURSOR" val="144"/>
  <p:tag name="TRANSPARENCY" val="True"/>
  <p:tag name="LATEXENGINEID" val="0"/>
  <p:tag name="TEMPFOLDER" val="c:\temp\"/>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511.4361"/>
  <p:tag name="OUTPUTTYPE" val="PNG"/>
  <p:tag name="IGUANATEXVERSION" val="160"/>
  <p:tag name="LATEXADDIN" val="\documentclass{article}&#10;\usepackage{amsmath}&#10;\pagestyle{empty}&#10;\begin{document}&#10;&#10;$\sigma^2 = \gamma(0)$&#10;&#10;&#10;\end{document}"/>
  <p:tag name="IGUANATEXSIZE" val="24"/>
  <p:tag name="IGUANATEXCURSOR" val="102"/>
  <p:tag name="TRANSPARENCY" val="True"/>
  <p:tag name="LATEXENGINEID" val="0"/>
  <p:tag name="TEMPFOLDER" val="c:\temp\"/>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568.054"/>
  <p:tag name="OUTPUTTYPE" val="PNG"/>
  <p:tag name="IGUANATEXVERSION" val="160"/>
  <p:tag name="LATEXADDIN" val="\documentclass{article}&#10;\usepackage{amsmath}&#10;\pagestyle{empty}&#10;\begin{document}&#10;&#10;$E[X_t] = \mu, \forall t = 0, \pm 1, \pm 2, \dots$&#10;&#10;&#10;\end{document}"/>
  <p:tag name="IGUANATEXSIZE" val="24"/>
  <p:tag name="IGUANATEXCURSOR" val="88"/>
  <p:tag name="TRANSPARENCY" val="True"/>
  <p:tag name="LATEXENGINEID" val="0"/>
  <p:tag name="TEMPFOLDER" val="c:\temp\"/>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34.2332"/>
  <p:tag name="ORIGINALWIDTH" val="1748.781"/>
  <p:tag name="OUTPUTTYPE" val="PNG"/>
  <p:tag name="IGUANATEXVERSION" val="160"/>
  <p:tag name="LATEXADDIN" val="\documentclass{article}&#10;\usepackage{amsmath}&#10;\pagestyle{empty}&#10;\begin{document}&#10;&#10;$Var[X_t] = \sigma^2, \forall t = 0, \pm 1, \pm 2, \dots$&#10;&#10;&#10;\end{document}"/>
  <p:tag name="IGUANATEXSIZE" val="24"/>
  <p:tag name="IGUANATEXCURSOR" val="90"/>
  <p:tag name="TRANSPARENCY" val="True"/>
  <p:tag name="LATEXENGINEID" val="0"/>
  <p:tag name="TEMPFOLDER" val="c:\temp\"/>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535.433"/>
  <p:tag name="OUTPUTTYPE" val="PNG"/>
  <p:tag name="IGUANATEXVERSION" val="160"/>
  <p:tag name="LATEXADDIN" val="\documentclass{article}&#10;\usepackage{amsmath}&#10;\pagestyle{empty}&#10;\begin{document}&#10;&#10;$Cov(X_s,X_t) = E[(X_t - \mu)(X_s - \mu)] = \gamma(s-t)$&#10;&#10;&#10;\end{document}"/>
  <p:tag name="IGUANATEXSIZE" val="24"/>
  <p:tag name="IGUANATEXCURSOR" val="82"/>
  <p:tag name="TRANSPARENCY" val="True"/>
  <p:tag name="LATEXENGINEID" val="0"/>
  <p:tag name="TEMPFOLDER" val="c:\temp\"/>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671.916"/>
  <p:tag name="ORIGINALWIDTH" val="3398.575"/>
  <p:tag name="OUTPUTTYPE" val="PNG"/>
  <p:tag name="IGUANATEXVERSION" val="160"/>
  <p:tag name="LATEXADDIN" val="\documentclass{article}&#10;\usepackage{amsmath}&#10;\pagestyle{empty}&#10;\begin{document}&#10;&#10;$E[\textbf{X}] = \left[\begin{matrix} E[X_1]\\ E[X_2]\\ \vdots\\ E[X_T]\end{matrix}\right]$,&#10;$Var[\textbf{X}] = \left[\begin{matrix} &#10;\gamma(1,1) &amp; \gamma(1,2) &amp; \cdots &amp; \gamma(1,T)\\&#10;\gamma(2,1) &amp; \gamma(2,2) &amp; \cdots &amp; \gamma(2,T)\\&#10;\vdots &amp; \vdots &amp; \ddots &amp; \vdots\\&#10;\gamma(T,1) &amp; \gamma(T,2) &amp; \cdots &amp; \gamma(T,T)\\&#10;\end{matrix}\right]$&#10;&#10;&#10;\end{document}"/>
  <p:tag name="IGUANATEXSIZE" val="24"/>
  <p:tag name="IGUANATEXCURSOR" val="423"/>
  <p:tag name="TRANSPARENCY" val="True"/>
  <p:tag name="LATEXENGINEID" val="0"/>
  <p:tag name="TEMPFOLDER" val="c:\temp\"/>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274.4657"/>
  <p:tag name="ORIGINALWIDTH" val="1808.024"/>
  <p:tag name="OUTPUTTYPE" val="PNG"/>
  <p:tag name="IGUANATEXVERSION" val="160"/>
  <p:tag name="LATEXADDIN" val="\documentclass{article}&#10;\usepackage{amsmath}&#10;\pagestyle{empty}&#10;\begin{document}&#10;&#10;$E[x_t] = E[\beta_t] + E[\epsilon_t] = \beta$&#10;&#10;$Var[x_t] = Var[\beta_t] + Var[\epsilon_t] = \sigma^2$&#10;&#10;&#10;\end{document}"/>
  <p:tag name="IGUANATEXSIZE" val="24"/>
  <p:tag name="IGUANATEXCURSOR" val="134"/>
  <p:tag name="TRANSPARENCY" val="True"/>
  <p:tag name="LATEXENGINEID" val="0"/>
  <p:tag name="TEMPFOLDER" val="c:\temp\"/>
  <p:tag name="LATEXFORMHEIGHT" val="320"/>
  <p:tag name="LATEXFORMWIDTH" val="38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470.1913"/>
  <p:tag name="ORIGINALWIDTH" val="2293.213"/>
  <p:tag name="OUTPUTTYPE" val="PNG"/>
  <p:tag name="IGUANATEXVERSION" val="160"/>
  <p:tag name="LATEXADDIN" val="\documentclass{article}&#10;\usepackage{amsmath}&#10;\pagestyle{empty}&#10;\begin{document}&#10;&#10;\begin{align*}&#10;Cov[x_t,x_s] &amp;= E[(\beta_t + \epsilon_t - \beta)(\beta_s + \epsilon_s - \beta)]\\&#10;&amp;= E[\epsilon_t\epsilon_s]\\&#10;&amp;= 0&#10;\end{align*}&#10;&#10;&#10;\end{document}"/>
  <p:tag name="IGUANATEXSIZE" val="24"/>
  <p:tag name="IGUANATEXCURSOR" val="105"/>
  <p:tag name="TRANSPARENCY" val="True"/>
  <p:tag name="LATEXENGINEID" val="0"/>
  <p:tag name="TEMPFOLDER" val="c:\temp\"/>
  <p:tag name="LATEXFORMHEIGHT" val="320"/>
  <p:tag name="LATEXFORMWIDTH" val="38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257.218"/>
  <p:tag name="OUTPUTTYPE" val="PNG"/>
  <p:tag name="IGUANATEXVERSION" val="160"/>
  <p:tag name="LATEXADDIN" val="\documentclass{article}&#10;\usepackage{amsmath}&#10;\pagestyle{empty}&#10;\begin{document}&#10;&#10;$E[x_t] = E[\beta_0] + E[\beta_1 t] + E[\epsilon_t] = \beta_0 + \beta_1 t$&#10;&#10;&#10;&#10;&#10;\end{document}"/>
  <p:tag name="IGUANATEXSIZE" val="24"/>
  <p:tag name="IGUANATEXCURSOR" val="85"/>
  <p:tag name="TRANSPARENCY" val="True"/>
  <p:tag name="LATEXENGINEID" val="0"/>
  <p:tag name="TEMPFOLDER" val="c:\temp\"/>
  <p:tag name="LATEXFORMHEIGHT" val="320"/>
  <p:tag name="LATEXFORMWIDTH" val="38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274.4657"/>
  <p:tag name="ORIGINALWIDTH" val="2625.422"/>
  <p:tag name="OUTPUTTYPE" val="PNG"/>
  <p:tag name="IGUANATEXVERSION" val="160"/>
  <p:tag name="LATEXADDIN" val="\documentclass{article}&#10;\usepackage{amsmath}&#10;\pagestyle{empty}&#10;\begin{document}&#10;&#10;$E[x_t] = E[x_{t-1}] + E[\epsilon_t] = E[x_{t-1}]$&#10;&#10;$Var[x_t] = Var[x_{t-1}] + Var[\epsilon_t] = Var[x_{t-1}] + \sigma^2$&#10;&#10;&#10;\end{document}"/>
  <p:tag name="IGUANATEXSIZE" val="24"/>
  <p:tag name="IGUANATEXCURSOR" val="183"/>
  <p:tag name="TRANSPARENCY" val="True"/>
  <p:tag name="LATEXENGINEID" val="0"/>
  <p:tag name="TEMPFOLDER" val="c:\temp\"/>
  <p:tag name="LATEXFORMHEIGHT" val="320"/>
  <p:tag name="LATEXFORMWIDTH" val="38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570.679"/>
  <p:tag name="OUTPUTTYPE" val="PNG"/>
  <p:tag name="IGUANATEXVERSION" val="160"/>
  <p:tag name="LATEXADDIN" val="\documentclass{article}&#10;\usepackage{amsmath}&#10;\pagestyle{empty}&#10;\begin{document}&#10;&#10;$\gamma(k) = Cov[X_t, X_{t-k}] = E[(X_t - \mu)(X_{t-k} - \mu)]$&#10;&#10;&#10;\end{document}"/>
  <p:tag name="IGUANATEXSIZE" val="28"/>
  <p:tag name="IGUANATEXCURSOR" val="129"/>
  <p:tag name="TRANSPARENCY" val="True"/>
  <p:tag name="LATEXENGINEID" val="0"/>
  <p:tag name="TEMPFOLDER" val="c:\temp\"/>
  <p:tag name="LATEXFORMHEIGHT" val="320"/>
  <p:tag name="LATEXFORMWIDTH" val="38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191.976"/>
  <p:tag name="ORIGINALWIDTH" val="1953.506"/>
  <p:tag name="OUTPUTTYPE" val="PNG"/>
  <p:tag name="IGUANATEXVERSION" val="160"/>
  <p:tag name="LATEXADDIN" val="\documentclass{article}&#10;\usepackage{amsmath}&#10;\pagestyle{empty}&#10;\begin{document}&#10;&#10;$\rho(k) = \frac{E[(X_t - \mu)(X_{t-k} - \mu)]}{E[(X_t - \mu)^2]E[(X_{t-k} - \mu)^2]} = \frac{\gamma(k)}{\gamma(0)}$&#10;&#10;&#10;\end{document}"/>
  <p:tag name="IGUANATEXSIZE" val="28"/>
  <p:tag name="IGUANATEXCURSOR" val="195"/>
  <p:tag name="TRANSPARENCY" val="True"/>
  <p:tag name="LATEXENGINEID" val="0"/>
  <p:tag name="TEMPFOLDER" val="c:\temp\"/>
  <p:tag name="LATEXFORMHEIGHT" val="320"/>
  <p:tag name="LATEXFORMWIDTH" val="38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423.697"/>
  <p:tag name="ORIGINALWIDTH" val="2388.451"/>
  <p:tag name="OUTPUTTYPE" val="PNG"/>
  <p:tag name="IGUANATEXVERSION" val="160"/>
  <p:tag name="LATEXADDIN" val="\documentclass{article}&#10;\usepackage{amsmath}&#10;\pagestyle{empty}&#10;\begin{document}&#10;&#10;$E[\epsilon_t] = 0, \forall t = 0, \pm 1, \pm 2, \dots$&#10;&#10;$Var[\epsilon_t] = \sigma^2, \forall t = 0, \pm 1, \pm 2, \dots$&#10;&#10;$Cov[\epsilon_t, \epsilon_{t-k}] = 0, \forall t = 0, \pm 1, \pm 2, \dots$ if $k \neq 0$&#10;&#10;&#10;\end{document}"/>
  <p:tag name="IGUANATEXSIZE" val="28"/>
  <p:tag name="IGUANATEXCURSOR" val="291"/>
  <p:tag name="TRANSPARENCY" val="True"/>
  <p:tag name="LATEXENGINEID" val="0"/>
  <p:tag name="TEMPFOLDER" val="c:\temp\"/>
  <p:tag name="LATEXFORMHEIGHT" val="320"/>
  <p:tag name="LATEXFORMWIDTH" val="385"/>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496.063"/>
  <p:tag name="OUTPUTTYPE" val="PNG"/>
  <p:tag name="IGUANATEXVERSION" val="160"/>
  <p:tag name="LATEXADDIN" val="\documentclass{article}&#10;\usepackage{amsmath}&#10;\pagestyle{empty}&#10;\begin{document}&#10;&#10;$\rho(k) = \frac{\gamma(k)}{\gamma(0)} = \left\{\begin{matrix} 1 &amp; \textrm{if } k = 0,\\ 0 &amp; \textrm{if } k \neq 0.\end{matrix}\right.$&#10;&#10;&#10;\end{document}"/>
  <p:tag name="IGUANATEXSIZE" val="28"/>
  <p:tag name="IGUANATEXCURSOR" val="215"/>
  <p:tag name="TRANSPARENCY" val="True"/>
  <p:tag name="LATEXENGINEID" val="0"/>
  <p:tag name="TEMPFOLDER" val="c:\temp\"/>
  <p:tag name="LATEXFORMHEIGHT" val="320"/>
  <p:tag name="LATEXFORMWIDTH" val="385"/>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423.697"/>
  <p:tag name="ORIGINALWIDTH" val="2262.467"/>
  <p:tag name="OUTPUTTYPE" val="PNG"/>
  <p:tag name="IGUANATEXVERSION" val="160"/>
  <p:tag name="LATEXADDIN" val="\documentclass{article}&#10;\usepackage{amsmath}&#10;\pagestyle{empty}&#10;\begin{document}&#10;&#10;$E[x_t] = \beta_0 + \beta_1 t$&#10;&#10;$Var[x_t] = \sigma^2$&#10;&#10;$Cov[x_t, x_{t-k}] = E[\epsilon_t, \epsilon_{t-k}] = 0, \forall t $ if $k \neq 0$&#10;&#10;&#10;\end{document}"/>
  <p:tag name="IGUANATEXSIZE" val="28"/>
  <p:tag name="IGUANATEXCURSOR" val="202"/>
  <p:tag name="TRANSPARENCY" val="True"/>
  <p:tag name="LATEXENGINEID" val="0"/>
  <p:tag name="TEMPFOLDER" val="c:\temp\"/>
  <p:tag name="LATEXFORMHEIGHT" val="320"/>
  <p:tag name="LATEXFORMWIDTH" val="38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1496.063"/>
  <p:tag name="OUTPUTTYPE" val="PNG"/>
  <p:tag name="IGUANATEXVERSION" val="160"/>
  <p:tag name="LATEXADDIN" val="\documentclass{article}&#10;\usepackage{amsmath}&#10;\pagestyle{empty}&#10;\begin{document}&#10;&#10;$\rho(k) = \frac{\gamma(k)}{\gamma(0)} = \left\{\begin{matrix} 1 &amp; \textrm{if } k = 0,\\ 0 &amp; \textrm{if } k \neq 0.\end{matrix}\right.$&#10;&#10;&#10;\end{document}"/>
  <p:tag name="IGUANATEXSIZE" val="28"/>
  <p:tag name="IGUANATEXCURSOR" val="215"/>
  <p:tag name="TRANSPARENCY" val="True"/>
  <p:tag name="LATEXENGINEID" val="0"/>
  <p:tag name="TEMPFOLDER" val="c:\temp\"/>
  <p:tag name="LATEXFORMHEIGHT" val="320"/>
  <p:tag name="LATEXFORMWIDTH" val="38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529.4338"/>
  <p:tag name="ORIGINALWIDTH" val="2700.413"/>
  <p:tag name="OUTPUTTYPE" val="PNG"/>
  <p:tag name="IGUANATEXVERSION" val="160"/>
  <p:tag name="LATEXADDIN" val="\documentclass{article}&#10;\usepackage{amsmath}&#10;\pagestyle{empty}&#10;\begin{document}&#10;&#10;&#10;\begin{align*}&#10;E[x_t] &amp;= 0\\&#10;Var[x_t] &amp;= Var[\epsilon_t] + \beta^2 Var[\epsilon_{t-1}] - 2\beta Cov[\epsilon_t, \epsilon_{t-1}]\\ &amp;= \sigma^2(1+\beta)\end{align*}&#10;&#10;&#10;\end{document}"/>
  <p:tag name="IGUANATEXSIZE" val="28"/>
  <p:tag name="IGUANATEXCURSOR" val="105"/>
  <p:tag name="TRANSPARENCY" val="True"/>
  <p:tag name="LATEXENGINEID" val="0"/>
  <p:tag name="TEMPFOLDER" val="c:\temp\"/>
  <p:tag name="LATEXFORMHEIGHT" val="320"/>
  <p:tag name="LATEXFORMWIDTH" val="385"/>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581.9272"/>
  <p:tag name="ORIGINALWIDTH" val="1855.268"/>
  <p:tag name="OUTPUTTYPE" val="PNG"/>
  <p:tag name="IGUANATEXVERSION" val="160"/>
  <p:tag name="LATEXADDIN" val="\documentclass{article}&#10;\usepackage{amsmath}&#10;\pagestyle{empty}&#10;\begin{document}&#10;&#10;$\gamma(t,t) = (1 + \beta) \sigma^2$&#10;&#10;$\gamma(t,t+1) = Cov[x_t, x_{t+1}] = -\beta \sigma^2$&#10;&#10;$\gamma(t,t+2) = Cov[x_t, x_{t+2}] = 0$&#10;&#10;$\gamma(t,t+k) = 0, \forall k = 3, 4, \dots$&#10;&#10;&#10;\end{document}"/>
  <p:tag name="IGUANATEXSIZE" val="28"/>
  <p:tag name="IGUANATEXCURSOR" val="107"/>
  <p:tag name="TRANSPARENCY" val="True"/>
  <p:tag name="LATEXENGINEID" val="0"/>
  <p:tag name="TEMPFOLDER" val="c:\temp\"/>
  <p:tag name="LATEXFORMHEIGHT" val="320"/>
  <p:tag name="LATEXFORMWIDTH" val="385"/>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449.1938"/>
  <p:tag name="ORIGINALWIDTH" val="1764.529"/>
  <p:tag name="OUTPUTTYPE" val="PNG"/>
  <p:tag name="IGUANATEXVERSION" val="160"/>
  <p:tag name="LATEXADDIN" val="\documentclass{article}&#10;\usepackage{amsmath}&#10;\pagestyle{empty}&#10;\begin{document}&#10;&#10;$\rho(k) = \frac{\gamma(k)}{\gamma(0)} = \left\{\begin{matrix} 1 &amp; \textrm{if } k = 0,\\ -\frac{\beta}{1+\beta} &amp; \textrm{if } k = 1\\ 0 &amp; \textrm{if } k \ge 2.\end{matrix}\right.$&#10;&#10;&#10;\end{document}"/>
  <p:tag name="IGUANATEXSIZE" val="28"/>
  <p:tag name="IGUANATEXCURSOR" val="240"/>
  <p:tag name="TRANSPARENCY" val="True"/>
  <p:tag name="LATEXENGINEID" val="0"/>
  <p:tag name="TEMPFOLDER" val="c:\temp\"/>
  <p:tag name="LATEXFORMHEIGHT" val="320"/>
  <p:tag name="LATEXFORMWIDTH" val="385"/>
  <p:tag name="LATEXFORMWRAP" val="True"/>
  <p:tag name="BITMAPVECTOR" val="0"/>
</p:tagLst>
</file>

<file path=ppt/theme/theme1.xml><?xml version="1.0" encoding="utf-8"?>
<a:theme xmlns:a="http://schemas.openxmlformats.org/drawingml/2006/main" name="nav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_Sapxep_Timkiem.ppt [Compatibility Mode]" id="{B707B5FC-A659-45EA-9DE3-9BC6EA58FB7A}" vid="{611DF4EE-429F-4A10-BE83-07AB208EB3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T1</Template>
  <TotalTime>4288</TotalTime>
  <Words>6564</Words>
  <Application>Microsoft Office PowerPoint</Application>
  <PresentationFormat>On-screen Show (4:3)</PresentationFormat>
  <Paragraphs>683</Paragraphs>
  <Slides>91</Slides>
  <Notes>91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91</vt:i4>
      </vt:variant>
    </vt:vector>
  </HeadingPairs>
  <TitlesOfParts>
    <vt:vector size="99" baseType="lpstr">
      <vt:lpstr>Arial</vt:lpstr>
      <vt:lpstr>Calibri</vt:lpstr>
      <vt:lpstr>Cambria Math</vt:lpstr>
      <vt:lpstr>Corbel</vt:lpstr>
      <vt:lpstr>Courier New</vt:lpstr>
      <vt:lpstr>Times New Roman</vt:lpstr>
      <vt:lpstr>Wingdings</vt:lpstr>
      <vt:lpstr>naver</vt:lpstr>
      <vt:lpstr>Phân tích dữ liệu chuỗi thời gian</vt:lpstr>
      <vt:lpstr>Phân đoạn và cửa sổ trượt</vt:lpstr>
      <vt:lpstr>Nội dung</vt:lpstr>
      <vt:lpstr>Phân đoạn và cửa sổ trượt</vt:lpstr>
      <vt:lpstr>Phân đoạn và cửa sổ trượt</vt:lpstr>
      <vt:lpstr>Phân đoạn và cửa sổ trượt</vt:lpstr>
      <vt:lpstr>Phân đoạn và cửa sổ trượt</vt:lpstr>
      <vt:lpstr>Phân đoạn và cửa sổ trượt</vt:lpstr>
      <vt:lpstr>Phân đoạn và cửa sổ trượt</vt:lpstr>
      <vt:lpstr>Phân đoạn và cửa sổ trượt</vt:lpstr>
      <vt:lpstr>Đặc trưng thống kê</vt:lpstr>
      <vt:lpstr>Đặc trưng thống kê</vt:lpstr>
      <vt:lpstr>Đặc trưng thống kê</vt:lpstr>
      <vt:lpstr>Đặc trưng thống kê</vt:lpstr>
      <vt:lpstr>Đặc trưng thống kê</vt:lpstr>
      <vt:lpstr>Đặc trưng thống kê</vt:lpstr>
      <vt:lpstr>Đặc trưng thống kê</vt:lpstr>
      <vt:lpstr>Đặc trưng thống kê</vt:lpstr>
      <vt:lpstr>Đặc trưng thống kê</vt:lpstr>
      <vt:lpstr>Đặc trưng thống kê</vt:lpstr>
      <vt:lpstr>Đặc trưng thống kê</vt:lpstr>
      <vt:lpstr>Đặc trưng thống kê</vt:lpstr>
      <vt:lpstr>Đặc trưng thống kê</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Tính dừng (stationarity)</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Đặc trưng miền thời gian &amp; miền tần số</vt:lpstr>
      <vt:lpstr>Lựa chọn đặc trưng dựa trên miền tri thức</vt:lpstr>
      <vt:lpstr>Lựa chọn đặc trưng dựa trên miền tri thức</vt:lpstr>
      <vt:lpstr>Lựa chọn đặc trưng dựa trên miền tri thức</vt:lpstr>
      <vt:lpstr>Lựa chọn đặc trưng dựa trên miền tri thức</vt:lpstr>
      <vt:lpstr>Lựa chọn đặc trưng dựa trên miền tri thức</vt:lpstr>
      <vt:lpstr>Lựa chọn đặc trưng dựa trên miền tri thức</vt:lpstr>
      <vt:lpstr>Lựa chọn đặc trưng dựa trên miền tri thức</vt:lpstr>
    </vt:vector>
  </TitlesOfParts>
  <Company>BABYDUCK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Manh Son</dc:creator>
  <cp:lastModifiedBy>Viet Pham Hoang</cp:lastModifiedBy>
  <cp:revision>427</cp:revision>
  <dcterms:created xsi:type="dcterms:W3CDTF">2007-09-05T08:24:33Z</dcterms:created>
  <dcterms:modified xsi:type="dcterms:W3CDTF">2025-11-25T15:55:17Z</dcterms:modified>
</cp:coreProperties>
</file>