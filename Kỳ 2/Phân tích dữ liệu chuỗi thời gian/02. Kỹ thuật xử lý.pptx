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460" r:id="rId1"/>
  </p:sldMasterIdLst>
  <p:notesMasterIdLst>
    <p:notesMasterId r:id="rId98"/>
  </p:notesMasterIdLst>
  <p:handoutMasterIdLst>
    <p:handoutMasterId r:id="rId99"/>
  </p:handoutMasterIdLst>
  <p:sldIdLst>
    <p:sldId id="271" r:id="rId2"/>
    <p:sldId id="324" r:id="rId3"/>
    <p:sldId id="322" r:id="rId4"/>
    <p:sldId id="325" r:id="rId5"/>
    <p:sldId id="327" r:id="rId6"/>
    <p:sldId id="326" r:id="rId7"/>
    <p:sldId id="357" r:id="rId8"/>
    <p:sldId id="358" r:id="rId9"/>
    <p:sldId id="359" r:id="rId10"/>
    <p:sldId id="329" r:id="rId11"/>
    <p:sldId id="328" r:id="rId12"/>
    <p:sldId id="330" r:id="rId13"/>
    <p:sldId id="337" r:id="rId14"/>
    <p:sldId id="334" r:id="rId15"/>
    <p:sldId id="331" r:id="rId16"/>
    <p:sldId id="360" r:id="rId17"/>
    <p:sldId id="361" r:id="rId18"/>
    <p:sldId id="366" r:id="rId19"/>
    <p:sldId id="367" r:id="rId20"/>
    <p:sldId id="368" r:id="rId21"/>
    <p:sldId id="377" r:id="rId22"/>
    <p:sldId id="376" r:id="rId23"/>
    <p:sldId id="369" r:id="rId24"/>
    <p:sldId id="378" r:id="rId25"/>
    <p:sldId id="379" r:id="rId26"/>
    <p:sldId id="380" r:id="rId27"/>
    <p:sldId id="384" r:id="rId28"/>
    <p:sldId id="372" r:id="rId29"/>
    <p:sldId id="375" r:id="rId30"/>
    <p:sldId id="373" r:id="rId31"/>
    <p:sldId id="374" r:id="rId32"/>
    <p:sldId id="381" r:id="rId33"/>
    <p:sldId id="371" r:id="rId34"/>
    <p:sldId id="383" r:id="rId35"/>
    <p:sldId id="385" r:id="rId36"/>
    <p:sldId id="391" r:id="rId37"/>
    <p:sldId id="386" r:id="rId38"/>
    <p:sldId id="389" r:id="rId39"/>
    <p:sldId id="390" r:id="rId40"/>
    <p:sldId id="388" r:id="rId41"/>
    <p:sldId id="362" r:id="rId42"/>
    <p:sldId id="392" r:id="rId43"/>
    <p:sldId id="393" r:id="rId44"/>
    <p:sldId id="394" r:id="rId45"/>
    <p:sldId id="395" r:id="rId46"/>
    <p:sldId id="332" r:id="rId47"/>
    <p:sldId id="396" r:id="rId48"/>
    <p:sldId id="335" r:id="rId49"/>
    <p:sldId id="397" r:id="rId50"/>
    <p:sldId id="398" r:id="rId51"/>
    <p:sldId id="364" r:id="rId52"/>
    <p:sldId id="399" r:id="rId53"/>
    <p:sldId id="400" r:id="rId54"/>
    <p:sldId id="401" r:id="rId55"/>
    <p:sldId id="363" r:id="rId56"/>
    <p:sldId id="402" r:id="rId57"/>
    <p:sldId id="365" r:id="rId58"/>
    <p:sldId id="403" r:id="rId59"/>
    <p:sldId id="338" r:id="rId60"/>
    <p:sldId id="339" r:id="rId61"/>
    <p:sldId id="340" r:id="rId62"/>
    <p:sldId id="404" r:id="rId63"/>
    <p:sldId id="405" r:id="rId64"/>
    <p:sldId id="406" r:id="rId65"/>
    <p:sldId id="342" r:id="rId66"/>
    <p:sldId id="407" r:id="rId67"/>
    <p:sldId id="409" r:id="rId68"/>
    <p:sldId id="341" r:id="rId69"/>
    <p:sldId id="410" r:id="rId70"/>
    <p:sldId id="411" r:id="rId71"/>
    <p:sldId id="412" r:id="rId72"/>
    <p:sldId id="413" r:id="rId73"/>
    <p:sldId id="408" r:id="rId74"/>
    <p:sldId id="345" r:id="rId75"/>
    <p:sldId id="346" r:id="rId76"/>
    <p:sldId id="348" r:id="rId77"/>
    <p:sldId id="347" r:id="rId78"/>
    <p:sldId id="349" r:id="rId79"/>
    <p:sldId id="350" r:id="rId80"/>
    <p:sldId id="351" r:id="rId81"/>
    <p:sldId id="414" r:id="rId82"/>
    <p:sldId id="352" r:id="rId83"/>
    <p:sldId id="354" r:id="rId84"/>
    <p:sldId id="415" r:id="rId85"/>
    <p:sldId id="419" r:id="rId86"/>
    <p:sldId id="422" r:id="rId87"/>
    <p:sldId id="423" r:id="rId88"/>
    <p:sldId id="424" r:id="rId89"/>
    <p:sldId id="425" r:id="rId90"/>
    <p:sldId id="426" r:id="rId91"/>
    <p:sldId id="416" r:id="rId92"/>
    <p:sldId id="420" r:id="rId93"/>
    <p:sldId id="418" r:id="rId94"/>
    <p:sldId id="417" r:id="rId95"/>
    <p:sldId id="421" r:id="rId96"/>
    <p:sldId id="353" r:id="rId97"/>
  </p:sldIdLst>
  <p:sldSz cx="9144000" cy="6858000" type="screen4x3"/>
  <p:notesSz cx="6858000" cy="9144000"/>
  <p:custDataLst>
    <p:tags r:id="rId100"/>
  </p:custDataLst>
  <p:defaultTextStyle>
    <a:defPPr>
      <a:defRPr lang="en"/>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ADFF"/>
    <a:srgbClr val="FFCC66"/>
    <a:srgbClr val="FFCC00"/>
    <a:srgbClr val="FF99FF"/>
    <a:srgbClr val="FF66FF"/>
    <a:srgbClr val="FFCCFF"/>
    <a:srgbClr val="CCCCFF"/>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092CDC-08B3-4EB2-9AF8-86922F7DE498}" v="1117" dt="2025-11-23T04:34:52.2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68" autoAdjust="0"/>
    <p:restoredTop sz="78019" autoAdjust="0"/>
  </p:normalViewPr>
  <p:slideViewPr>
    <p:cSldViewPr>
      <p:cViewPr varScale="1">
        <p:scale>
          <a:sx n="85" d="100"/>
          <a:sy n="85" d="100"/>
        </p:scale>
        <p:origin x="2504" y="184"/>
      </p:cViewPr>
      <p:guideLst>
        <p:guide orient="horz" pos="2160"/>
        <p:guide pos="2880"/>
      </p:guideLst>
    </p:cSldViewPr>
  </p:slideViewPr>
  <p:notesTextViewPr>
    <p:cViewPr>
      <p:scale>
        <a:sx n="3" d="2"/>
        <a:sy n="3" d="2"/>
      </p:scale>
      <p:origin x="0" y="0"/>
    </p:cViewPr>
  </p:notesTextViewPr>
  <p:sorterViewPr>
    <p:cViewPr>
      <p:scale>
        <a:sx n="66" d="100"/>
        <a:sy n="66" d="100"/>
      </p:scale>
      <p:origin x="0" y="0"/>
    </p:cViewPr>
  </p:sorterViewPr>
  <p:notesViewPr>
    <p:cSldViewPr>
      <p:cViewPr varScale="1">
        <p:scale>
          <a:sx n="53" d="100"/>
          <a:sy n="53" d="100"/>
        </p:scale>
        <p:origin x="282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viewProps" Target="view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handoutMaster" Target="handoutMasters/handoutMaster1.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gs" Target="tags/tag1.xml"/><Relationship Id="rId105"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et Pham Hoang" userId="daff2273dfcb736e" providerId="LiveId" clId="{7864E128-F8E5-4C3B-B427-8C25E8C185A6}"/>
    <pc:docChg chg="undo redo custSel addSld delSld modSld sldOrd">
      <pc:chgData name="Viet Pham Hoang" userId="daff2273dfcb736e" providerId="LiveId" clId="{7864E128-F8E5-4C3B-B427-8C25E8C185A6}" dt="2025-11-23T04:35:01.800" v="9125" actId="478"/>
      <pc:docMkLst>
        <pc:docMk/>
      </pc:docMkLst>
      <pc:sldChg chg="modSp mod modNotesTx">
        <pc:chgData name="Viet Pham Hoang" userId="daff2273dfcb736e" providerId="LiveId" clId="{7864E128-F8E5-4C3B-B427-8C25E8C185A6}" dt="2025-11-03T14:43:43.828" v="1052" actId="20577"/>
        <pc:sldMkLst>
          <pc:docMk/>
          <pc:sldMk cId="0" sldId="271"/>
        </pc:sldMkLst>
        <pc:spChg chg="mod">
          <ac:chgData name="Viet Pham Hoang" userId="daff2273dfcb736e" providerId="LiveId" clId="{7864E128-F8E5-4C3B-B427-8C25E8C185A6}" dt="2025-11-03T14:43:43.828" v="1052" actId="20577"/>
          <ac:spMkLst>
            <pc:docMk/>
            <pc:sldMk cId="0" sldId="271"/>
            <ac:spMk id="5" creationId="{16EA7369-B7A3-44EE-9408-C24AA67B81B7}"/>
          </ac:spMkLst>
        </pc:spChg>
        <pc:spChg chg="mod">
          <ac:chgData name="Viet Pham Hoang" userId="daff2273dfcb736e" providerId="LiveId" clId="{7864E128-F8E5-4C3B-B427-8C25E8C185A6}" dt="2025-10-24T14:29:11.419" v="104" actId="20577"/>
          <ac:spMkLst>
            <pc:docMk/>
            <pc:sldMk cId="0" sldId="271"/>
            <ac:spMk id="30722" creationId="{1F1D606E-D653-45CB-95A5-529D67CA7274}"/>
          </ac:spMkLst>
        </pc:spChg>
      </pc:sldChg>
      <pc:sldChg chg="modSp mod modNotes modNotesTx">
        <pc:chgData name="Viet Pham Hoang" userId="daff2273dfcb736e" providerId="LiveId" clId="{7864E128-F8E5-4C3B-B427-8C25E8C185A6}" dt="2025-11-03T14:48:26.334" v="1156" actId="2711"/>
        <pc:sldMkLst>
          <pc:docMk/>
          <pc:sldMk cId="3251836067" sldId="322"/>
        </pc:sldMkLst>
        <pc:spChg chg="mod">
          <ac:chgData name="Viet Pham Hoang" userId="daff2273dfcb736e" providerId="LiveId" clId="{7864E128-F8E5-4C3B-B427-8C25E8C185A6}" dt="2025-11-03T14:47:01.462" v="1128" actId="20577"/>
          <ac:spMkLst>
            <pc:docMk/>
            <pc:sldMk cId="3251836067" sldId="322"/>
            <ac:spMk id="31746" creationId="{F51F956D-5318-F9AC-3B24-30A42176D4FF}"/>
          </ac:spMkLst>
        </pc:spChg>
        <pc:spChg chg="mod">
          <ac:chgData name="Viet Pham Hoang" userId="daff2273dfcb736e" providerId="LiveId" clId="{7864E128-F8E5-4C3B-B427-8C25E8C185A6}" dt="2025-11-03T14:48:26.334" v="1156" actId="2711"/>
          <ac:spMkLst>
            <pc:docMk/>
            <pc:sldMk cId="3251836067" sldId="322"/>
            <ac:spMk id="31747" creationId="{C7982FA6-6BA3-F6CC-BD72-99C3A7BE95B9}"/>
          </ac:spMkLst>
        </pc:spChg>
      </pc:sldChg>
      <pc:sldChg chg="delSp modSp mod modNotes modNotesTx">
        <pc:chgData name="Viet Pham Hoang" userId="daff2273dfcb736e" providerId="LiveId" clId="{7864E128-F8E5-4C3B-B427-8C25E8C185A6}" dt="2025-11-03T15:11:11.264" v="1367" actId="2711"/>
        <pc:sldMkLst>
          <pc:docMk/>
          <pc:sldMk cId="2610563880" sldId="324"/>
        </pc:sldMkLst>
        <pc:spChg chg="mod">
          <ac:chgData name="Viet Pham Hoang" userId="daff2273dfcb736e" providerId="LiveId" clId="{7864E128-F8E5-4C3B-B427-8C25E8C185A6}" dt="2025-10-24T14:32:14.980" v="392" actId="255"/>
          <ac:spMkLst>
            <pc:docMk/>
            <pc:sldMk cId="2610563880" sldId="324"/>
            <ac:spMk id="2" creationId="{C1BD2578-D553-1E2B-585A-73E40B0758F2}"/>
          </ac:spMkLst>
        </pc:spChg>
        <pc:spChg chg="mod">
          <ac:chgData name="Viet Pham Hoang" userId="daff2273dfcb736e" providerId="LiveId" clId="{7864E128-F8E5-4C3B-B427-8C25E8C185A6}" dt="2025-11-03T15:11:11.264" v="1367" actId="2711"/>
          <ac:spMkLst>
            <pc:docMk/>
            <pc:sldMk cId="2610563880" sldId="324"/>
            <ac:spMk id="5" creationId="{BB1D7740-926A-3DCE-3F06-3714AC5C4E65}"/>
          </ac:spMkLst>
        </pc:spChg>
      </pc:sldChg>
      <pc:sldChg chg="addSp delSp modSp add mod modNotesTx">
        <pc:chgData name="Viet Pham Hoang" userId="daff2273dfcb736e" providerId="LiveId" clId="{7864E128-F8E5-4C3B-B427-8C25E8C185A6}" dt="2025-11-15T15:00:55.119" v="2220" actId="20577"/>
        <pc:sldMkLst>
          <pc:docMk/>
          <pc:sldMk cId="1545660310" sldId="325"/>
        </pc:sldMkLst>
        <pc:spChg chg="add del">
          <ac:chgData name="Viet Pham Hoang" userId="daff2273dfcb736e" providerId="LiveId" clId="{7864E128-F8E5-4C3B-B427-8C25E8C185A6}" dt="2025-11-05T13:56:25.427" v="1695" actId="478"/>
          <ac:spMkLst>
            <pc:docMk/>
            <pc:sldMk cId="1545660310" sldId="325"/>
            <ac:spMk id="31746" creationId="{3D1E5B58-4AB3-920E-4AA6-2B0157712756}"/>
          </ac:spMkLst>
        </pc:spChg>
        <pc:spChg chg="mod">
          <ac:chgData name="Viet Pham Hoang" userId="daff2273dfcb736e" providerId="LiveId" clId="{7864E128-F8E5-4C3B-B427-8C25E8C185A6}" dt="2025-11-15T15:00:55.119" v="2220" actId="20577"/>
          <ac:spMkLst>
            <pc:docMk/>
            <pc:sldMk cId="1545660310" sldId="325"/>
            <ac:spMk id="31747" creationId="{8024F310-A88B-97E6-F288-C708B25E9D42}"/>
          </ac:spMkLst>
        </pc:spChg>
        <pc:graphicFrameChg chg="add mod modGraphic">
          <ac:chgData name="Viet Pham Hoang" userId="daff2273dfcb736e" providerId="LiveId" clId="{7864E128-F8E5-4C3B-B427-8C25E8C185A6}" dt="2025-11-15T15:00:15.382" v="2218" actId="122"/>
          <ac:graphicFrameMkLst>
            <pc:docMk/>
            <pc:sldMk cId="1545660310" sldId="325"/>
            <ac:graphicFrameMk id="4" creationId="{E0C1873A-BE2D-A175-91B9-51AA4CB99BC8}"/>
          </ac:graphicFrameMkLst>
        </pc:graphicFrameChg>
      </pc:sldChg>
      <pc:sldChg chg="delSp modSp add mod ord">
        <pc:chgData name="Viet Pham Hoang" userId="daff2273dfcb736e" providerId="LiveId" clId="{7864E128-F8E5-4C3B-B427-8C25E8C185A6}" dt="2025-11-15T15:05:45.998" v="2242" actId="15"/>
        <pc:sldMkLst>
          <pc:docMk/>
          <pc:sldMk cId="990896935" sldId="326"/>
        </pc:sldMkLst>
        <pc:spChg chg="mod">
          <ac:chgData name="Viet Pham Hoang" userId="daff2273dfcb736e" providerId="LiveId" clId="{7864E128-F8E5-4C3B-B427-8C25E8C185A6}" dt="2025-11-15T15:05:45.998" v="2242" actId="15"/>
          <ac:spMkLst>
            <pc:docMk/>
            <pc:sldMk cId="990896935" sldId="326"/>
            <ac:spMk id="31747" creationId="{F7390AB2-4765-EDE8-12D8-C366F64F88BF}"/>
          </ac:spMkLst>
        </pc:spChg>
      </pc:sldChg>
      <pc:sldChg chg="modSp add mod ord">
        <pc:chgData name="Viet Pham Hoang" userId="daff2273dfcb736e" providerId="LiveId" clId="{7864E128-F8E5-4C3B-B427-8C25E8C185A6}" dt="2025-11-15T15:11:36.367" v="2367"/>
        <pc:sldMkLst>
          <pc:docMk/>
          <pc:sldMk cId="1599711686" sldId="327"/>
        </pc:sldMkLst>
        <pc:spChg chg="mod">
          <ac:chgData name="Viet Pham Hoang" userId="daff2273dfcb736e" providerId="LiveId" clId="{7864E128-F8E5-4C3B-B427-8C25E8C185A6}" dt="2025-11-03T14:58:19.055" v="1271" actId="12"/>
          <ac:spMkLst>
            <pc:docMk/>
            <pc:sldMk cId="1599711686" sldId="327"/>
            <ac:spMk id="31747" creationId="{E66E18CA-6FC4-032B-F92E-0A8088A3F8CD}"/>
          </ac:spMkLst>
        </pc:spChg>
      </pc:sldChg>
      <pc:sldChg chg="modSp add mod">
        <pc:chgData name="Viet Pham Hoang" userId="daff2273dfcb736e" providerId="LiveId" clId="{7864E128-F8E5-4C3B-B427-8C25E8C185A6}" dt="2025-11-15T15:12:59.133" v="2390" actId="20577"/>
        <pc:sldMkLst>
          <pc:docMk/>
          <pc:sldMk cId="2064161027" sldId="328"/>
        </pc:sldMkLst>
        <pc:spChg chg="mod">
          <ac:chgData name="Viet Pham Hoang" userId="daff2273dfcb736e" providerId="LiveId" clId="{7864E128-F8E5-4C3B-B427-8C25E8C185A6}" dt="2025-11-15T15:12:59.133" v="2390" actId="20577"/>
          <ac:spMkLst>
            <pc:docMk/>
            <pc:sldMk cId="2064161027" sldId="328"/>
            <ac:spMk id="31747" creationId="{D2136CE9-22E4-8363-8E3D-87F552EEB6A0}"/>
          </ac:spMkLst>
        </pc:spChg>
      </pc:sldChg>
      <pc:sldChg chg="addSp modSp add mod ord">
        <pc:chgData name="Viet Pham Hoang" userId="daff2273dfcb736e" providerId="LiveId" clId="{7864E128-F8E5-4C3B-B427-8C25E8C185A6}" dt="2025-11-15T15:07:04.865" v="2259" actId="12"/>
        <pc:sldMkLst>
          <pc:docMk/>
          <pc:sldMk cId="194266679" sldId="329"/>
        </pc:sldMkLst>
        <pc:spChg chg="mod">
          <ac:chgData name="Viet Pham Hoang" userId="daff2273dfcb736e" providerId="LiveId" clId="{7864E128-F8E5-4C3B-B427-8C25E8C185A6}" dt="2025-11-15T15:07:04.865" v="2259" actId="12"/>
          <ac:spMkLst>
            <pc:docMk/>
            <pc:sldMk cId="194266679" sldId="329"/>
            <ac:spMk id="31747" creationId="{7CB2A0CD-EAEF-5CBF-727C-8BA505BAA481}"/>
          </ac:spMkLst>
        </pc:spChg>
        <pc:graphicFrameChg chg="add mod modGraphic">
          <ac:chgData name="Viet Pham Hoang" userId="daff2273dfcb736e" providerId="LiveId" clId="{7864E128-F8E5-4C3B-B427-8C25E8C185A6}" dt="2025-11-15T15:00:11.718" v="2217" actId="122"/>
          <ac:graphicFrameMkLst>
            <pc:docMk/>
            <pc:sldMk cId="194266679" sldId="329"/>
            <ac:graphicFrameMk id="2" creationId="{711705F4-4AD1-6246-0773-F05CF96318D4}"/>
          </ac:graphicFrameMkLst>
        </pc:graphicFrameChg>
      </pc:sldChg>
      <pc:sldChg chg="modSp add mod">
        <pc:chgData name="Viet Pham Hoang" userId="daff2273dfcb736e" providerId="LiveId" clId="{7864E128-F8E5-4C3B-B427-8C25E8C185A6}" dt="2025-11-15T15:22:10.176" v="2506" actId="255"/>
        <pc:sldMkLst>
          <pc:docMk/>
          <pc:sldMk cId="3516399052" sldId="330"/>
        </pc:sldMkLst>
        <pc:spChg chg="mod">
          <ac:chgData name="Viet Pham Hoang" userId="daff2273dfcb736e" providerId="LiveId" clId="{7864E128-F8E5-4C3B-B427-8C25E8C185A6}" dt="2025-11-15T15:18:50.626" v="2391" actId="20577"/>
          <ac:spMkLst>
            <pc:docMk/>
            <pc:sldMk cId="3516399052" sldId="330"/>
            <ac:spMk id="31746" creationId="{91577179-42A1-C005-4DD3-B18707E13FE7}"/>
          </ac:spMkLst>
        </pc:spChg>
        <pc:spChg chg="mod">
          <ac:chgData name="Viet Pham Hoang" userId="daff2273dfcb736e" providerId="LiveId" clId="{7864E128-F8E5-4C3B-B427-8C25E8C185A6}" dt="2025-11-15T15:22:10.176" v="2506" actId="255"/>
          <ac:spMkLst>
            <pc:docMk/>
            <pc:sldMk cId="3516399052" sldId="330"/>
            <ac:spMk id="31747" creationId="{E60CDBD8-2ADD-E2A8-8141-C01CC61E6769}"/>
          </ac:spMkLst>
        </pc:spChg>
      </pc:sldChg>
      <pc:sldChg chg="modSp add mod modNotesTx">
        <pc:chgData name="Viet Pham Hoang" userId="daff2273dfcb736e" providerId="LiveId" clId="{7864E128-F8E5-4C3B-B427-8C25E8C185A6}" dt="2025-11-15T15:30:00.887" v="2650" actId="20577"/>
        <pc:sldMkLst>
          <pc:docMk/>
          <pc:sldMk cId="591861586" sldId="331"/>
        </pc:sldMkLst>
        <pc:spChg chg="mod">
          <ac:chgData name="Viet Pham Hoang" userId="daff2273dfcb736e" providerId="LiveId" clId="{7864E128-F8E5-4C3B-B427-8C25E8C185A6}" dt="2025-11-15T15:19:45.817" v="2409" actId="20577"/>
          <ac:spMkLst>
            <pc:docMk/>
            <pc:sldMk cId="591861586" sldId="331"/>
            <ac:spMk id="31746" creationId="{AEFB1664-F09F-61D0-6D95-363DAD0061DC}"/>
          </ac:spMkLst>
        </pc:spChg>
        <pc:spChg chg="mod">
          <ac:chgData name="Viet Pham Hoang" userId="daff2273dfcb736e" providerId="LiveId" clId="{7864E128-F8E5-4C3B-B427-8C25E8C185A6}" dt="2025-11-15T15:30:00.887" v="2650" actId="20577"/>
          <ac:spMkLst>
            <pc:docMk/>
            <pc:sldMk cId="591861586" sldId="331"/>
            <ac:spMk id="31747" creationId="{39A1400A-8E2C-D748-41E8-2FC2B75A30B5}"/>
          </ac:spMkLst>
        </pc:spChg>
      </pc:sldChg>
      <pc:sldChg chg="modSp add mod modNotesTx">
        <pc:chgData name="Viet Pham Hoang" userId="daff2273dfcb736e" providerId="LiveId" clId="{7864E128-F8E5-4C3B-B427-8C25E8C185A6}" dt="2025-11-16T04:50:16.924" v="5487" actId="20577"/>
        <pc:sldMkLst>
          <pc:docMk/>
          <pc:sldMk cId="3042493525" sldId="332"/>
        </pc:sldMkLst>
        <pc:spChg chg="mod">
          <ac:chgData name="Viet Pham Hoang" userId="daff2273dfcb736e" providerId="LiveId" clId="{7864E128-F8E5-4C3B-B427-8C25E8C185A6}" dt="2025-11-15T15:33:43.541" v="2711" actId="20577"/>
          <ac:spMkLst>
            <pc:docMk/>
            <pc:sldMk cId="3042493525" sldId="332"/>
            <ac:spMk id="31746" creationId="{C5FDD422-FE09-67E6-0D82-81765C8CF898}"/>
          </ac:spMkLst>
        </pc:spChg>
        <pc:spChg chg="mod">
          <ac:chgData name="Viet Pham Hoang" userId="daff2273dfcb736e" providerId="LiveId" clId="{7864E128-F8E5-4C3B-B427-8C25E8C185A6}" dt="2025-11-16T04:50:16.924" v="5487" actId="20577"/>
          <ac:spMkLst>
            <pc:docMk/>
            <pc:sldMk cId="3042493525" sldId="332"/>
            <ac:spMk id="31747" creationId="{C257F53A-7B3A-DAC1-AFFD-E3942544EED7}"/>
          </ac:spMkLst>
        </pc:spChg>
      </pc:sldChg>
      <pc:sldChg chg="addSp modSp add mod ord">
        <pc:chgData name="Viet Pham Hoang" userId="daff2273dfcb736e" providerId="LiveId" clId="{7864E128-F8E5-4C3B-B427-8C25E8C185A6}" dt="2025-11-15T15:23:35.608" v="2545" actId="122"/>
        <pc:sldMkLst>
          <pc:docMk/>
          <pc:sldMk cId="1443074317" sldId="334"/>
        </pc:sldMkLst>
        <pc:spChg chg="mod">
          <ac:chgData name="Viet Pham Hoang" userId="daff2273dfcb736e" providerId="LiveId" clId="{7864E128-F8E5-4C3B-B427-8C25E8C185A6}" dt="2025-11-15T15:23:16.011" v="2533" actId="6549"/>
          <ac:spMkLst>
            <pc:docMk/>
            <pc:sldMk cId="1443074317" sldId="334"/>
            <ac:spMk id="31746" creationId="{80BD4149-FFC1-1253-EA70-DF4CFE84B967}"/>
          </ac:spMkLst>
        </pc:spChg>
        <pc:spChg chg="mod">
          <ac:chgData name="Viet Pham Hoang" userId="daff2273dfcb736e" providerId="LiveId" clId="{7864E128-F8E5-4C3B-B427-8C25E8C185A6}" dt="2025-11-15T15:23:26.173" v="2543" actId="20577"/>
          <ac:spMkLst>
            <pc:docMk/>
            <pc:sldMk cId="1443074317" sldId="334"/>
            <ac:spMk id="31747" creationId="{F5DFD03E-6DA9-C122-C426-010B9D4A44BE}"/>
          </ac:spMkLst>
        </pc:spChg>
        <pc:graphicFrameChg chg="add mod modGraphic">
          <ac:chgData name="Viet Pham Hoang" userId="daff2273dfcb736e" providerId="LiveId" clId="{7864E128-F8E5-4C3B-B427-8C25E8C185A6}" dt="2025-11-15T15:23:35.608" v="2545" actId="122"/>
          <ac:graphicFrameMkLst>
            <pc:docMk/>
            <pc:sldMk cId="1443074317" sldId="334"/>
            <ac:graphicFrameMk id="2" creationId="{F8396B30-365A-5EFB-AFCE-B8160BC29E6D}"/>
          </ac:graphicFrameMkLst>
        </pc:graphicFrameChg>
      </pc:sldChg>
      <pc:sldChg chg="modSp add mod modNotesTx">
        <pc:chgData name="Viet Pham Hoang" userId="daff2273dfcb736e" providerId="LiveId" clId="{7864E128-F8E5-4C3B-B427-8C25E8C185A6}" dt="2025-11-16T06:30:05.809" v="5683" actId="113"/>
        <pc:sldMkLst>
          <pc:docMk/>
          <pc:sldMk cId="17802413" sldId="335"/>
        </pc:sldMkLst>
        <pc:spChg chg="mod">
          <ac:chgData name="Viet Pham Hoang" userId="daff2273dfcb736e" providerId="LiveId" clId="{7864E128-F8E5-4C3B-B427-8C25E8C185A6}" dt="2025-11-05T14:11:50.787" v="1794" actId="255"/>
          <ac:spMkLst>
            <pc:docMk/>
            <pc:sldMk cId="17802413" sldId="335"/>
            <ac:spMk id="31746" creationId="{9ED8CE77-CEE0-35E6-DA7C-D0165242DBEB}"/>
          </ac:spMkLst>
        </pc:spChg>
        <pc:spChg chg="mod">
          <ac:chgData name="Viet Pham Hoang" userId="daff2273dfcb736e" providerId="LiveId" clId="{7864E128-F8E5-4C3B-B427-8C25E8C185A6}" dt="2025-11-16T06:30:05.809" v="5683" actId="113"/>
          <ac:spMkLst>
            <pc:docMk/>
            <pc:sldMk cId="17802413" sldId="335"/>
            <ac:spMk id="31747" creationId="{667B018F-56AC-A646-1E2A-A1F5EA97E96A}"/>
          </ac:spMkLst>
        </pc:spChg>
      </pc:sldChg>
      <pc:sldChg chg="modSp add mod ord modNotesTx">
        <pc:chgData name="Viet Pham Hoang" userId="daff2273dfcb736e" providerId="LiveId" clId="{7864E128-F8E5-4C3B-B427-8C25E8C185A6}" dt="2025-11-15T15:33:31.493" v="2710"/>
        <pc:sldMkLst>
          <pc:docMk/>
          <pc:sldMk cId="1688685438" sldId="337"/>
        </pc:sldMkLst>
        <pc:spChg chg="mod">
          <ac:chgData name="Viet Pham Hoang" userId="daff2273dfcb736e" providerId="LiveId" clId="{7864E128-F8E5-4C3B-B427-8C25E8C185A6}" dt="2025-11-15T15:33:17.649" v="2708" actId="20577"/>
          <ac:spMkLst>
            <pc:docMk/>
            <pc:sldMk cId="1688685438" sldId="337"/>
            <ac:spMk id="31746" creationId="{074AC193-29CD-B167-6D60-BCF64577151C}"/>
          </ac:spMkLst>
        </pc:spChg>
        <pc:spChg chg="mod">
          <ac:chgData name="Viet Pham Hoang" userId="daff2273dfcb736e" providerId="LiveId" clId="{7864E128-F8E5-4C3B-B427-8C25E8C185A6}" dt="2025-11-15T15:33:31.493" v="2710"/>
          <ac:spMkLst>
            <pc:docMk/>
            <pc:sldMk cId="1688685438" sldId="337"/>
            <ac:spMk id="31747" creationId="{ACBEFE86-CF71-6A40-E1B5-867EB3BFCF1D}"/>
          </ac:spMkLst>
        </pc:spChg>
      </pc:sldChg>
      <pc:sldChg chg="modSp add mod">
        <pc:chgData name="Viet Pham Hoang" userId="daff2273dfcb736e" providerId="LiveId" clId="{7864E128-F8E5-4C3B-B427-8C25E8C185A6}" dt="2025-11-16T08:16:09.962" v="6747" actId="20577"/>
        <pc:sldMkLst>
          <pc:docMk/>
          <pc:sldMk cId="2541845907" sldId="338"/>
        </pc:sldMkLst>
        <pc:spChg chg="mod">
          <ac:chgData name="Viet Pham Hoang" userId="daff2273dfcb736e" providerId="LiveId" clId="{7864E128-F8E5-4C3B-B427-8C25E8C185A6}" dt="2025-11-05T14:10:21.019" v="1782" actId="255"/>
          <ac:spMkLst>
            <pc:docMk/>
            <pc:sldMk cId="2541845907" sldId="338"/>
            <ac:spMk id="31746" creationId="{85FEE9DD-DFB3-5F1C-D43E-F4657BE65BBD}"/>
          </ac:spMkLst>
        </pc:spChg>
        <pc:spChg chg="mod">
          <ac:chgData name="Viet Pham Hoang" userId="daff2273dfcb736e" providerId="LiveId" clId="{7864E128-F8E5-4C3B-B427-8C25E8C185A6}" dt="2025-11-16T08:16:09.962" v="6747" actId="20577"/>
          <ac:spMkLst>
            <pc:docMk/>
            <pc:sldMk cId="2541845907" sldId="338"/>
            <ac:spMk id="31747" creationId="{C2ADC2EC-ED7C-2E77-88CD-B401F1EF47E1}"/>
          </ac:spMkLst>
        </pc:spChg>
      </pc:sldChg>
      <pc:sldChg chg="modSp add mod modNotesTx">
        <pc:chgData name="Viet Pham Hoang" userId="daff2273dfcb736e" providerId="LiveId" clId="{7864E128-F8E5-4C3B-B427-8C25E8C185A6}" dt="2025-11-16T08:17:15.993" v="6750" actId="15"/>
        <pc:sldMkLst>
          <pc:docMk/>
          <pc:sldMk cId="2084232891" sldId="339"/>
        </pc:sldMkLst>
        <pc:spChg chg="mod">
          <ac:chgData name="Viet Pham Hoang" userId="daff2273dfcb736e" providerId="LiveId" clId="{7864E128-F8E5-4C3B-B427-8C25E8C185A6}" dt="2025-11-05T14:10:33.087" v="1783" actId="255"/>
          <ac:spMkLst>
            <pc:docMk/>
            <pc:sldMk cId="2084232891" sldId="339"/>
            <ac:spMk id="31746" creationId="{76B08744-D5FD-8400-1C44-A97A88D0103F}"/>
          </ac:spMkLst>
        </pc:spChg>
        <pc:spChg chg="mod">
          <ac:chgData name="Viet Pham Hoang" userId="daff2273dfcb736e" providerId="LiveId" clId="{7864E128-F8E5-4C3B-B427-8C25E8C185A6}" dt="2025-11-16T08:17:15.993" v="6750" actId="15"/>
          <ac:spMkLst>
            <pc:docMk/>
            <pc:sldMk cId="2084232891" sldId="339"/>
            <ac:spMk id="31747" creationId="{A6AEBD64-1AC1-DA5A-18D2-9B012FD1C6C1}"/>
          </ac:spMkLst>
        </pc:spChg>
      </pc:sldChg>
      <pc:sldChg chg="modSp add mod">
        <pc:chgData name="Viet Pham Hoang" userId="daff2273dfcb736e" providerId="LiveId" clId="{7864E128-F8E5-4C3B-B427-8C25E8C185A6}" dt="2025-11-16T08:20:12.866" v="6844" actId="255"/>
        <pc:sldMkLst>
          <pc:docMk/>
          <pc:sldMk cId="4049721665" sldId="340"/>
        </pc:sldMkLst>
        <pc:spChg chg="mod">
          <ac:chgData name="Viet Pham Hoang" userId="daff2273dfcb736e" providerId="LiveId" clId="{7864E128-F8E5-4C3B-B427-8C25E8C185A6}" dt="2025-11-05T14:10:40.660" v="1784" actId="255"/>
          <ac:spMkLst>
            <pc:docMk/>
            <pc:sldMk cId="4049721665" sldId="340"/>
            <ac:spMk id="31746" creationId="{9A3E719B-2474-FC8E-7DD8-FBB8CA98BE21}"/>
          </ac:spMkLst>
        </pc:spChg>
        <pc:spChg chg="mod">
          <ac:chgData name="Viet Pham Hoang" userId="daff2273dfcb736e" providerId="LiveId" clId="{7864E128-F8E5-4C3B-B427-8C25E8C185A6}" dt="2025-11-16T08:20:12.866" v="6844" actId="255"/>
          <ac:spMkLst>
            <pc:docMk/>
            <pc:sldMk cId="4049721665" sldId="340"/>
            <ac:spMk id="31747" creationId="{C5F9D8F2-AD8A-99F1-55C1-DA9765846DBD}"/>
          </ac:spMkLst>
        </pc:spChg>
      </pc:sldChg>
      <pc:sldChg chg="modSp add mod">
        <pc:chgData name="Viet Pham Hoang" userId="daff2273dfcb736e" providerId="LiveId" clId="{7864E128-F8E5-4C3B-B427-8C25E8C185A6}" dt="2025-11-16T08:42:17.178" v="7318" actId="20577"/>
        <pc:sldMkLst>
          <pc:docMk/>
          <pc:sldMk cId="488795110" sldId="341"/>
        </pc:sldMkLst>
        <pc:spChg chg="mod">
          <ac:chgData name="Viet Pham Hoang" userId="daff2273dfcb736e" providerId="LiveId" clId="{7864E128-F8E5-4C3B-B427-8C25E8C185A6}" dt="2025-11-05T14:10:46.298" v="1785" actId="255"/>
          <ac:spMkLst>
            <pc:docMk/>
            <pc:sldMk cId="488795110" sldId="341"/>
            <ac:spMk id="31746" creationId="{A7998A03-D799-5D92-AA31-E59133E41E2D}"/>
          </ac:spMkLst>
        </pc:spChg>
        <pc:spChg chg="mod">
          <ac:chgData name="Viet Pham Hoang" userId="daff2273dfcb736e" providerId="LiveId" clId="{7864E128-F8E5-4C3B-B427-8C25E8C185A6}" dt="2025-11-16T08:42:17.178" v="7318" actId="20577"/>
          <ac:spMkLst>
            <pc:docMk/>
            <pc:sldMk cId="488795110" sldId="341"/>
            <ac:spMk id="31747" creationId="{C0925B17-2AD8-B67C-323E-5B7E72EEB6D3}"/>
          </ac:spMkLst>
        </pc:spChg>
      </pc:sldChg>
      <pc:sldChg chg="modSp add mod ord">
        <pc:chgData name="Viet Pham Hoang" userId="daff2273dfcb736e" providerId="LiveId" clId="{7864E128-F8E5-4C3B-B427-8C25E8C185A6}" dt="2025-11-16T08:30:28.236" v="6915" actId="255"/>
        <pc:sldMkLst>
          <pc:docMk/>
          <pc:sldMk cId="2618953026" sldId="342"/>
        </pc:sldMkLst>
        <pc:spChg chg="mod">
          <ac:chgData name="Viet Pham Hoang" userId="daff2273dfcb736e" providerId="LiveId" clId="{7864E128-F8E5-4C3B-B427-8C25E8C185A6}" dt="2025-11-05T14:10:54.625" v="1786" actId="255"/>
          <ac:spMkLst>
            <pc:docMk/>
            <pc:sldMk cId="2618953026" sldId="342"/>
            <ac:spMk id="31746" creationId="{6996895E-45B7-534A-D646-B48212472808}"/>
          </ac:spMkLst>
        </pc:spChg>
        <pc:spChg chg="mod">
          <ac:chgData name="Viet Pham Hoang" userId="daff2273dfcb736e" providerId="LiveId" clId="{7864E128-F8E5-4C3B-B427-8C25E8C185A6}" dt="2025-11-16T08:30:28.236" v="6915" actId="255"/>
          <ac:spMkLst>
            <pc:docMk/>
            <pc:sldMk cId="2618953026" sldId="342"/>
            <ac:spMk id="31747" creationId="{C93FE4E0-36E1-0D41-D178-BCBDB8D7F1AA}"/>
          </ac:spMkLst>
        </pc:spChg>
      </pc:sldChg>
      <pc:sldChg chg="modSp add mod modNotesTx">
        <pc:chgData name="Viet Pham Hoang" userId="daff2273dfcb736e" providerId="LiveId" clId="{7864E128-F8E5-4C3B-B427-8C25E8C185A6}" dt="2025-11-16T08:53:52.877" v="7410" actId="20577"/>
        <pc:sldMkLst>
          <pc:docMk/>
          <pc:sldMk cId="541842084" sldId="345"/>
        </pc:sldMkLst>
        <pc:spChg chg="mod">
          <ac:chgData name="Viet Pham Hoang" userId="daff2273dfcb736e" providerId="LiveId" clId="{7864E128-F8E5-4C3B-B427-8C25E8C185A6}" dt="2025-11-05T14:11:14.779" v="1789" actId="255"/>
          <ac:spMkLst>
            <pc:docMk/>
            <pc:sldMk cId="541842084" sldId="345"/>
            <ac:spMk id="31746" creationId="{6673433A-9C16-FCF5-9FBC-98A9D7840BB1}"/>
          </ac:spMkLst>
        </pc:spChg>
        <pc:spChg chg="mod">
          <ac:chgData name="Viet Pham Hoang" userId="daff2273dfcb736e" providerId="LiveId" clId="{7864E128-F8E5-4C3B-B427-8C25E8C185A6}" dt="2025-11-16T08:53:46.434" v="7409" actId="6549"/>
          <ac:spMkLst>
            <pc:docMk/>
            <pc:sldMk cId="541842084" sldId="345"/>
            <ac:spMk id="31747" creationId="{8616161F-786A-70B6-C472-B63FD4E1C012}"/>
          </ac:spMkLst>
        </pc:spChg>
      </pc:sldChg>
      <pc:sldChg chg="modSp add mod modNotesTx">
        <pc:chgData name="Viet Pham Hoang" userId="daff2273dfcb736e" providerId="LiveId" clId="{7864E128-F8E5-4C3B-B427-8C25E8C185A6}" dt="2025-11-16T08:54:13.796" v="7412" actId="255"/>
        <pc:sldMkLst>
          <pc:docMk/>
          <pc:sldMk cId="3949223105" sldId="346"/>
        </pc:sldMkLst>
        <pc:spChg chg="mod">
          <ac:chgData name="Viet Pham Hoang" userId="daff2273dfcb736e" providerId="LiveId" clId="{7864E128-F8E5-4C3B-B427-8C25E8C185A6}" dt="2025-11-16T08:54:13.796" v="7412" actId="255"/>
          <ac:spMkLst>
            <pc:docMk/>
            <pc:sldMk cId="3949223105" sldId="346"/>
            <ac:spMk id="31747" creationId="{376D3CA8-5A98-E4EE-3C8C-C30DF09267B3}"/>
          </ac:spMkLst>
        </pc:spChg>
      </pc:sldChg>
      <pc:sldChg chg="modSp add mod">
        <pc:chgData name="Viet Pham Hoang" userId="daff2273dfcb736e" providerId="LiveId" clId="{7864E128-F8E5-4C3B-B427-8C25E8C185A6}" dt="2025-11-16T08:54:45.707" v="7415" actId="15"/>
        <pc:sldMkLst>
          <pc:docMk/>
          <pc:sldMk cId="1747059188" sldId="347"/>
        </pc:sldMkLst>
        <pc:spChg chg="mod">
          <ac:chgData name="Viet Pham Hoang" userId="daff2273dfcb736e" providerId="LiveId" clId="{7864E128-F8E5-4C3B-B427-8C25E8C185A6}" dt="2025-11-16T08:54:45.707" v="7415" actId="15"/>
          <ac:spMkLst>
            <pc:docMk/>
            <pc:sldMk cId="1747059188" sldId="347"/>
            <ac:spMk id="31747" creationId="{71CC6EC6-56E7-7B29-FBAF-B3A1DAB40AFA}"/>
          </ac:spMkLst>
        </pc:spChg>
      </pc:sldChg>
      <pc:sldChg chg="modSp add mod ord">
        <pc:chgData name="Viet Pham Hoang" userId="daff2273dfcb736e" providerId="LiveId" clId="{7864E128-F8E5-4C3B-B427-8C25E8C185A6}" dt="2025-11-16T08:54:27.204" v="7414" actId="15"/>
        <pc:sldMkLst>
          <pc:docMk/>
          <pc:sldMk cId="2523905265" sldId="348"/>
        </pc:sldMkLst>
        <pc:spChg chg="mod">
          <ac:chgData name="Viet Pham Hoang" userId="daff2273dfcb736e" providerId="LiveId" clId="{7864E128-F8E5-4C3B-B427-8C25E8C185A6}" dt="2025-11-16T08:54:27.204" v="7414" actId="15"/>
          <ac:spMkLst>
            <pc:docMk/>
            <pc:sldMk cId="2523905265" sldId="348"/>
            <ac:spMk id="31747" creationId="{2186E295-5CE2-CDD9-6BC2-EE06FF58C6E5}"/>
          </ac:spMkLst>
        </pc:spChg>
      </pc:sldChg>
      <pc:sldChg chg="modSp add mod">
        <pc:chgData name="Viet Pham Hoang" userId="daff2273dfcb736e" providerId="LiveId" clId="{7864E128-F8E5-4C3B-B427-8C25E8C185A6}" dt="2025-11-16T08:55:26.014" v="7418" actId="15"/>
        <pc:sldMkLst>
          <pc:docMk/>
          <pc:sldMk cId="2251238548" sldId="349"/>
        </pc:sldMkLst>
        <pc:spChg chg="mod">
          <ac:chgData name="Viet Pham Hoang" userId="daff2273dfcb736e" providerId="LiveId" clId="{7864E128-F8E5-4C3B-B427-8C25E8C185A6}" dt="2025-11-16T08:55:26.014" v="7418" actId="15"/>
          <ac:spMkLst>
            <pc:docMk/>
            <pc:sldMk cId="2251238548" sldId="349"/>
            <ac:spMk id="31747" creationId="{64F6BC01-17B2-1FD2-B0D7-E1A277047BF2}"/>
          </ac:spMkLst>
        </pc:spChg>
      </pc:sldChg>
      <pc:sldChg chg="modSp add mod">
        <pc:chgData name="Viet Pham Hoang" userId="daff2273dfcb736e" providerId="LiveId" clId="{7864E128-F8E5-4C3B-B427-8C25E8C185A6}" dt="2025-11-16T08:56:29.913" v="7471" actId="12"/>
        <pc:sldMkLst>
          <pc:docMk/>
          <pc:sldMk cId="3051324375" sldId="350"/>
        </pc:sldMkLst>
        <pc:spChg chg="mod">
          <ac:chgData name="Viet Pham Hoang" userId="daff2273dfcb736e" providerId="LiveId" clId="{7864E128-F8E5-4C3B-B427-8C25E8C185A6}" dt="2025-11-16T08:56:29.913" v="7471" actId="12"/>
          <ac:spMkLst>
            <pc:docMk/>
            <pc:sldMk cId="3051324375" sldId="350"/>
            <ac:spMk id="31747" creationId="{FCE810BC-52CC-A1B6-992E-1A347A291004}"/>
          </ac:spMkLst>
        </pc:spChg>
      </pc:sldChg>
      <pc:sldChg chg="modSp add mod">
        <pc:chgData name="Viet Pham Hoang" userId="daff2273dfcb736e" providerId="LiveId" clId="{7864E128-F8E5-4C3B-B427-8C25E8C185A6}" dt="2025-11-16T15:00:51.540" v="7472" actId="15"/>
        <pc:sldMkLst>
          <pc:docMk/>
          <pc:sldMk cId="2621469048" sldId="351"/>
        </pc:sldMkLst>
        <pc:spChg chg="mod">
          <ac:chgData name="Viet Pham Hoang" userId="daff2273dfcb736e" providerId="LiveId" clId="{7864E128-F8E5-4C3B-B427-8C25E8C185A6}" dt="2025-11-05T14:29:09.819" v="2036" actId="255"/>
          <ac:spMkLst>
            <pc:docMk/>
            <pc:sldMk cId="2621469048" sldId="351"/>
            <ac:spMk id="31746" creationId="{B1015EFE-2F21-7B0F-1193-19CA66B7F635}"/>
          </ac:spMkLst>
        </pc:spChg>
        <pc:spChg chg="mod">
          <ac:chgData name="Viet Pham Hoang" userId="daff2273dfcb736e" providerId="LiveId" clId="{7864E128-F8E5-4C3B-B427-8C25E8C185A6}" dt="2025-11-16T15:00:51.540" v="7472" actId="15"/>
          <ac:spMkLst>
            <pc:docMk/>
            <pc:sldMk cId="2621469048" sldId="351"/>
            <ac:spMk id="31747" creationId="{E4903A42-E0B3-7B5B-3389-D1E30EC8067A}"/>
          </ac:spMkLst>
        </pc:spChg>
      </pc:sldChg>
      <pc:sldChg chg="modSp add mod modNotesTx">
        <pc:chgData name="Viet Pham Hoang" userId="daff2273dfcb736e" providerId="LiveId" clId="{7864E128-F8E5-4C3B-B427-8C25E8C185A6}" dt="2025-11-16T15:05:24.638" v="7588" actId="20577"/>
        <pc:sldMkLst>
          <pc:docMk/>
          <pc:sldMk cId="1406453422" sldId="352"/>
        </pc:sldMkLst>
        <pc:spChg chg="mod">
          <ac:chgData name="Viet Pham Hoang" userId="daff2273dfcb736e" providerId="LiveId" clId="{7864E128-F8E5-4C3B-B427-8C25E8C185A6}" dt="2025-11-16T15:05:24.638" v="7588" actId="20577"/>
          <ac:spMkLst>
            <pc:docMk/>
            <pc:sldMk cId="1406453422" sldId="352"/>
            <ac:spMk id="31747" creationId="{7E8D0EAB-4EC7-B103-2544-5CB4CEE93509}"/>
          </ac:spMkLst>
        </pc:spChg>
      </pc:sldChg>
      <pc:sldChg chg="modSp add mod ord modNotesTx">
        <pc:chgData name="Viet Pham Hoang" userId="daff2273dfcb736e" providerId="LiveId" clId="{7864E128-F8E5-4C3B-B427-8C25E8C185A6}" dt="2025-11-16T15:43:56.143" v="8506" actId="20577"/>
        <pc:sldMkLst>
          <pc:docMk/>
          <pc:sldMk cId="3751315777" sldId="353"/>
        </pc:sldMkLst>
        <pc:spChg chg="mod">
          <ac:chgData name="Viet Pham Hoang" userId="daff2273dfcb736e" providerId="LiveId" clId="{7864E128-F8E5-4C3B-B427-8C25E8C185A6}" dt="2025-11-16T15:41:08.192" v="8331" actId="20577"/>
          <ac:spMkLst>
            <pc:docMk/>
            <pc:sldMk cId="3751315777" sldId="353"/>
            <ac:spMk id="31747" creationId="{20CFCF01-345B-8EF0-94BE-70982DEA351C}"/>
          </ac:spMkLst>
        </pc:spChg>
      </pc:sldChg>
      <pc:sldChg chg="modSp add mod ord">
        <pc:chgData name="Viet Pham Hoang" userId="daff2273dfcb736e" providerId="LiveId" clId="{7864E128-F8E5-4C3B-B427-8C25E8C185A6}" dt="2025-11-16T15:28:01.896" v="8178" actId="20577"/>
        <pc:sldMkLst>
          <pc:docMk/>
          <pc:sldMk cId="1648325469" sldId="354"/>
        </pc:sldMkLst>
        <pc:spChg chg="mod">
          <ac:chgData name="Viet Pham Hoang" userId="daff2273dfcb736e" providerId="LiveId" clId="{7864E128-F8E5-4C3B-B427-8C25E8C185A6}" dt="2025-11-16T15:28:01.896" v="8178" actId="20577"/>
          <ac:spMkLst>
            <pc:docMk/>
            <pc:sldMk cId="1648325469" sldId="354"/>
            <ac:spMk id="31747" creationId="{07DB3BC1-1DC7-045C-7649-FE0EE060702C}"/>
          </ac:spMkLst>
        </pc:spChg>
      </pc:sldChg>
      <pc:sldChg chg="modSp add mod">
        <pc:chgData name="Viet Pham Hoang" userId="daff2273dfcb736e" providerId="LiveId" clId="{7864E128-F8E5-4C3B-B427-8C25E8C185A6}" dt="2025-11-15T15:06:36.765" v="2249" actId="20577"/>
        <pc:sldMkLst>
          <pc:docMk/>
          <pc:sldMk cId="3746395432" sldId="357"/>
        </pc:sldMkLst>
        <pc:spChg chg="mod">
          <ac:chgData name="Viet Pham Hoang" userId="daff2273dfcb736e" providerId="LiveId" clId="{7864E128-F8E5-4C3B-B427-8C25E8C185A6}" dt="2025-11-15T15:06:36.765" v="2249" actId="20577"/>
          <ac:spMkLst>
            <pc:docMk/>
            <pc:sldMk cId="3746395432" sldId="357"/>
            <ac:spMk id="31747" creationId="{66D5E8F3-BE46-44C8-25CC-C95328C22330}"/>
          </ac:spMkLst>
        </pc:spChg>
      </pc:sldChg>
      <pc:sldChg chg="modSp add mod">
        <pc:chgData name="Viet Pham Hoang" userId="daff2273dfcb736e" providerId="LiveId" clId="{7864E128-F8E5-4C3B-B427-8C25E8C185A6}" dt="2025-11-15T15:09:55.600" v="2337" actId="5793"/>
        <pc:sldMkLst>
          <pc:docMk/>
          <pc:sldMk cId="3084375257" sldId="358"/>
        </pc:sldMkLst>
        <pc:spChg chg="mod">
          <ac:chgData name="Viet Pham Hoang" userId="daff2273dfcb736e" providerId="LiveId" clId="{7864E128-F8E5-4C3B-B427-8C25E8C185A6}" dt="2025-11-15T15:09:55.600" v="2337" actId="5793"/>
          <ac:spMkLst>
            <pc:docMk/>
            <pc:sldMk cId="3084375257" sldId="358"/>
            <ac:spMk id="31747" creationId="{EDD1F234-0E91-59A7-A86C-F304349FE181}"/>
          </ac:spMkLst>
        </pc:spChg>
        <pc:graphicFrameChg chg="modGraphic">
          <ac:chgData name="Viet Pham Hoang" userId="daff2273dfcb736e" providerId="LiveId" clId="{7864E128-F8E5-4C3B-B427-8C25E8C185A6}" dt="2025-11-15T15:09:43.134" v="2319" actId="20577"/>
          <ac:graphicFrameMkLst>
            <pc:docMk/>
            <pc:sldMk cId="3084375257" sldId="358"/>
            <ac:graphicFrameMk id="2" creationId="{BB766940-8E57-0057-D390-6F659396C1FE}"/>
          </ac:graphicFrameMkLst>
        </pc:graphicFrameChg>
      </pc:sldChg>
      <pc:sldChg chg="modSp add mod">
        <pc:chgData name="Viet Pham Hoang" userId="daff2273dfcb736e" providerId="LiveId" clId="{7864E128-F8E5-4C3B-B427-8C25E8C185A6}" dt="2025-11-15T15:10:47.485" v="2365" actId="20577"/>
        <pc:sldMkLst>
          <pc:docMk/>
          <pc:sldMk cId="1661237191" sldId="359"/>
        </pc:sldMkLst>
        <pc:spChg chg="mod">
          <ac:chgData name="Viet Pham Hoang" userId="daff2273dfcb736e" providerId="LiveId" clId="{7864E128-F8E5-4C3B-B427-8C25E8C185A6}" dt="2025-11-15T15:10:47.485" v="2365" actId="20577"/>
          <ac:spMkLst>
            <pc:docMk/>
            <pc:sldMk cId="1661237191" sldId="359"/>
            <ac:spMk id="31747" creationId="{18325DDF-60D1-E368-A52E-2ECBBB6D08EF}"/>
          </ac:spMkLst>
        </pc:spChg>
        <pc:graphicFrameChg chg="modGraphic">
          <ac:chgData name="Viet Pham Hoang" userId="daff2273dfcb736e" providerId="LiveId" clId="{7864E128-F8E5-4C3B-B427-8C25E8C185A6}" dt="2025-11-15T15:10:39.571" v="2345" actId="20577"/>
          <ac:graphicFrameMkLst>
            <pc:docMk/>
            <pc:sldMk cId="1661237191" sldId="359"/>
            <ac:graphicFrameMk id="2" creationId="{C0DA9D27-75CE-9DD6-C4FB-6A5A2BF60D3C}"/>
          </ac:graphicFrameMkLst>
        </pc:graphicFrameChg>
      </pc:sldChg>
      <pc:sldChg chg="modSp add mod">
        <pc:chgData name="Viet Pham Hoang" userId="daff2273dfcb736e" providerId="LiveId" clId="{7864E128-F8E5-4C3B-B427-8C25E8C185A6}" dt="2025-11-16T02:50:55.238" v="3442" actId="113"/>
        <pc:sldMkLst>
          <pc:docMk/>
          <pc:sldMk cId="363847483" sldId="360"/>
        </pc:sldMkLst>
        <pc:spChg chg="mod">
          <ac:chgData name="Viet Pham Hoang" userId="daff2273dfcb736e" providerId="LiveId" clId="{7864E128-F8E5-4C3B-B427-8C25E8C185A6}" dt="2025-11-16T02:50:55.238" v="3442" actId="113"/>
          <ac:spMkLst>
            <pc:docMk/>
            <pc:sldMk cId="363847483" sldId="360"/>
            <ac:spMk id="31747" creationId="{115C1566-CB24-56D8-789E-8715C7BEC19D}"/>
          </ac:spMkLst>
        </pc:spChg>
      </pc:sldChg>
      <pc:sldChg chg="modSp add mod">
        <pc:chgData name="Viet Pham Hoang" userId="daff2273dfcb736e" providerId="LiveId" clId="{7864E128-F8E5-4C3B-B427-8C25E8C185A6}" dt="2025-11-16T02:51:22.705" v="3444" actId="113"/>
        <pc:sldMkLst>
          <pc:docMk/>
          <pc:sldMk cId="1204269501" sldId="361"/>
        </pc:sldMkLst>
        <pc:spChg chg="mod">
          <ac:chgData name="Viet Pham Hoang" userId="daff2273dfcb736e" providerId="LiveId" clId="{7864E128-F8E5-4C3B-B427-8C25E8C185A6}" dt="2025-11-16T02:51:22.705" v="3444" actId="113"/>
          <ac:spMkLst>
            <pc:docMk/>
            <pc:sldMk cId="1204269501" sldId="361"/>
            <ac:spMk id="31747" creationId="{4CF696D0-5BD8-6FFB-C85A-3029494A0EC1}"/>
          </ac:spMkLst>
        </pc:spChg>
      </pc:sldChg>
      <pc:sldChg chg="modSp add mod ord">
        <pc:chgData name="Viet Pham Hoang" userId="daff2273dfcb736e" providerId="LiveId" clId="{7864E128-F8E5-4C3B-B427-8C25E8C185A6}" dt="2025-11-16T04:15:19.363" v="4830" actId="2711"/>
        <pc:sldMkLst>
          <pc:docMk/>
          <pc:sldMk cId="3646402136" sldId="362"/>
        </pc:sldMkLst>
        <pc:spChg chg="mod">
          <ac:chgData name="Viet Pham Hoang" userId="daff2273dfcb736e" providerId="LiveId" clId="{7864E128-F8E5-4C3B-B427-8C25E8C185A6}" dt="2025-11-16T04:15:19.363" v="4830" actId="2711"/>
          <ac:spMkLst>
            <pc:docMk/>
            <pc:sldMk cId="3646402136" sldId="362"/>
            <ac:spMk id="31747" creationId="{1E621DEF-26AD-C2FE-5D59-AE019E3E0A6D}"/>
          </ac:spMkLst>
        </pc:spChg>
      </pc:sldChg>
      <pc:sldChg chg="modSp add mod">
        <pc:chgData name="Viet Pham Hoang" userId="daff2273dfcb736e" providerId="LiveId" clId="{7864E128-F8E5-4C3B-B427-8C25E8C185A6}" dt="2025-11-16T07:38:45.855" v="6439" actId="113"/>
        <pc:sldMkLst>
          <pc:docMk/>
          <pc:sldMk cId="745502077" sldId="363"/>
        </pc:sldMkLst>
        <pc:spChg chg="mod">
          <ac:chgData name="Viet Pham Hoang" userId="daff2273dfcb736e" providerId="LiveId" clId="{7864E128-F8E5-4C3B-B427-8C25E8C185A6}" dt="2025-11-16T07:38:45.855" v="6439" actId="113"/>
          <ac:spMkLst>
            <pc:docMk/>
            <pc:sldMk cId="745502077" sldId="363"/>
            <ac:spMk id="31747" creationId="{AE763DAC-16BA-4A23-679B-168F20A062B3}"/>
          </ac:spMkLst>
        </pc:spChg>
      </pc:sldChg>
      <pc:sldChg chg="modSp add mod ord">
        <pc:chgData name="Viet Pham Hoang" userId="daff2273dfcb736e" providerId="LiveId" clId="{7864E128-F8E5-4C3B-B427-8C25E8C185A6}" dt="2025-11-16T07:04:33.614" v="5939" actId="113"/>
        <pc:sldMkLst>
          <pc:docMk/>
          <pc:sldMk cId="256004076" sldId="364"/>
        </pc:sldMkLst>
        <pc:spChg chg="mod">
          <ac:chgData name="Viet Pham Hoang" userId="daff2273dfcb736e" providerId="LiveId" clId="{7864E128-F8E5-4C3B-B427-8C25E8C185A6}" dt="2025-11-16T07:04:33.614" v="5939" actId="113"/>
          <ac:spMkLst>
            <pc:docMk/>
            <pc:sldMk cId="256004076" sldId="364"/>
            <ac:spMk id="31747" creationId="{C24C83F8-7B92-4EE3-A836-2148DCADE0D4}"/>
          </ac:spMkLst>
        </pc:spChg>
      </pc:sldChg>
      <pc:sldChg chg="addSp modSp add mod modNotesTx">
        <pc:chgData name="Viet Pham Hoang" userId="daff2273dfcb736e" providerId="LiveId" clId="{7864E128-F8E5-4C3B-B427-8C25E8C185A6}" dt="2025-11-16T07:44:58.966" v="6601" actId="6549"/>
        <pc:sldMkLst>
          <pc:docMk/>
          <pc:sldMk cId="4070440006" sldId="365"/>
        </pc:sldMkLst>
        <pc:spChg chg="mod">
          <ac:chgData name="Viet Pham Hoang" userId="daff2273dfcb736e" providerId="LiveId" clId="{7864E128-F8E5-4C3B-B427-8C25E8C185A6}" dt="2025-11-16T07:44:38.688" v="6592" actId="14"/>
          <ac:spMkLst>
            <pc:docMk/>
            <pc:sldMk cId="4070440006" sldId="365"/>
            <ac:spMk id="31747" creationId="{7F58DB26-EBBC-D5F7-70A1-AC2907C87F07}"/>
          </ac:spMkLst>
        </pc:spChg>
      </pc:sldChg>
      <pc:sldChg chg="modSp add mod modNotesTx">
        <pc:chgData name="Viet Pham Hoang" userId="daff2273dfcb736e" providerId="LiveId" clId="{7864E128-F8E5-4C3B-B427-8C25E8C185A6}" dt="2025-11-16T02:51:39.435" v="3445" actId="113"/>
        <pc:sldMkLst>
          <pc:docMk/>
          <pc:sldMk cId="1127029529" sldId="366"/>
        </pc:sldMkLst>
        <pc:spChg chg="mod">
          <ac:chgData name="Viet Pham Hoang" userId="daff2273dfcb736e" providerId="LiveId" clId="{7864E128-F8E5-4C3B-B427-8C25E8C185A6}" dt="2025-11-16T02:51:39.435" v="3445" actId="113"/>
          <ac:spMkLst>
            <pc:docMk/>
            <pc:sldMk cId="1127029529" sldId="366"/>
            <ac:spMk id="31747" creationId="{7160617A-26CC-2133-B05A-CDC746DD794A}"/>
          </ac:spMkLst>
        </pc:spChg>
      </pc:sldChg>
      <pc:sldChg chg="modSp add mod modNotesTx">
        <pc:chgData name="Viet Pham Hoang" userId="daff2273dfcb736e" providerId="LiveId" clId="{7864E128-F8E5-4C3B-B427-8C25E8C185A6}" dt="2025-11-15T16:22:46.688" v="3235" actId="20577"/>
        <pc:sldMkLst>
          <pc:docMk/>
          <pc:sldMk cId="2955571651" sldId="367"/>
        </pc:sldMkLst>
        <pc:spChg chg="mod">
          <ac:chgData name="Viet Pham Hoang" userId="daff2273dfcb736e" providerId="LiveId" clId="{7864E128-F8E5-4C3B-B427-8C25E8C185A6}" dt="2025-11-15T16:22:46.688" v="3235" actId="20577"/>
          <ac:spMkLst>
            <pc:docMk/>
            <pc:sldMk cId="2955571651" sldId="367"/>
            <ac:spMk id="31747" creationId="{E56B52DB-5EB6-BB0E-FB82-13A0671D07BE}"/>
          </ac:spMkLst>
        </pc:spChg>
      </pc:sldChg>
      <pc:sldChg chg="addSp delSp modSp add mod modNotesTx">
        <pc:chgData name="Viet Pham Hoang" userId="daff2273dfcb736e" providerId="LiveId" clId="{7864E128-F8E5-4C3B-B427-8C25E8C185A6}" dt="2025-11-16T02:54:02.811" v="3479" actId="113"/>
        <pc:sldMkLst>
          <pc:docMk/>
          <pc:sldMk cId="653950403" sldId="368"/>
        </pc:sldMkLst>
        <pc:spChg chg="mod">
          <ac:chgData name="Viet Pham Hoang" userId="daff2273dfcb736e" providerId="LiveId" clId="{7864E128-F8E5-4C3B-B427-8C25E8C185A6}" dt="2025-11-16T02:54:02.811" v="3479" actId="113"/>
          <ac:spMkLst>
            <pc:docMk/>
            <pc:sldMk cId="653950403" sldId="368"/>
            <ac:spMk id="31747" creationId="{55F121C0-1765-99C8-0E24-AB4B22E42182}"/>
          </ac:spMkLst>
        </pc:spChg>
      </pc:sldChg>
      <pc:sldChg chg="addSp modSp add mod">
        <pc:chgData name="Viet Pham Hoang" userId="daff2273dfcb736e" providerId="LiveId" clId="{7864E128-F8E5-4C3B-B427-8C25E8C185A6}" dt="2025-11-16T02:51:59.514" v="3446" actId="113"/>
        <pc:sldMkLst>
          <pc:docMk/>
          <pc:sldMk cId="3826807150" sldId="369"/>
        </pc:sldMkLst>
        <pc:spChg chg="mod">
          <ac:chgData name="Viet Pham Hoang" userId="daff2273dfcb736e" providerId="LiveId" clId="{7864E128-F8E5-4C3B-B427-8C25E8C185A6}" dt="2025-11-16T02:51:59.514" v="3446" actId="113"/>
          <ac:spMkLst>
            <pc:docMk/>
            <pc:sldMk cId="3826807150" sldId="369"/>
            <ac:spMk id="31747" creationId="{38B52F36-5356-FBF3-A912-63CD61A7D485}"/>
          </ac:spMkLst>
        </pc:spChg>
        <pc:picChg chg="add mod">
          <ac:chgData name="Viet Pham Hoang" userId="daff2273dfcb736e" providerId="LiveId" clId="{7864E128-F8E5-4C3B-B427-8C25E8C185A6}" dt="2025-11-15T16:18:12.775" v="3213" actId="1076"/>
          <ac:picMkLst>
            <pc:docMk/>
            <pc:sldMk cId="3826807150" sldId="369"/>
            <ac:picMk id="3" creationId="{104C7382-2933-F65F-5B63-6D60BA94D795}"/>
          </ac:picMkLst>
        </pc:picChg>
      </pc:sldChg>
      <pc:sldChg chg="modSp add mod modNotesTx">
        <pc:chgData name="Viet Pham Hoang" userId="daff2273dfcb736e" providerId="LiveId" clId="{7864E128-F8E5-4C3B-B427-8C25E8C185A6}" dt="2025-11-16T03:52:24.225" v="4511" actId="20577"/>
        <pc:sldMkLst>
          <pc:docMk/>
          <pc:sldMk cId="1821004643" sldId="371"/>
        </pc:sldMkLst>
        <pc:spChg chg="mod">
          <ac:chgData name="Viet Pham Hoang" userId="daff2273dfcb736e" providerId="LiveId" clId="{7864E128-F8E5-4C3B-B427-8C25E8C185A6}" dt="2025-11-16T03:52:24.225" v="4511" actId="20577"/>
          <ac:spMkLst>
            <pc:docMk/>
            <pc:sldMk cId="1821004643" sldId="371"/>
            <ac:spMk id="31747" creationId="{C3FA18ED-8C68-89F0-7CBA-7F95787FC8E0}"/>
          </ac:spMkLst>
        </pc:spChg>
      </pc:sldChg>
      <pc:sldChg chg="addSp delSp modSp add mod modNotes modNotesTx">
        <pc:chgData name="Viet Pham Hoang" userId="daff2273dfcb736e" providerId="LiveId" clId="{7864E128-F8E5-4C3B-B427-8C25E8C185A6}" dt="2025-11-16T03:08:06.188" v="3615" actId="255"/>
        <pc:sldMkLst>
          <pc:docMk/>
          <pc:sldMk cId="2059141008" sldId="372"/>
        </pc:sldMkLst>
        <pc:spChg chg="mod">
          <ac:chgData name="Viet Pham Hoang" userId="daff2273dfcb736e" providerId="LiveId" clId="{7864E128-F8E5-4C3B-B427-8C25E8C185A6}" dt="2025-11-16T03:08:06.188" v="3615" actId="255"/>
          <ac:spMkLst>
            <pc:docMk/>
            <pc:sldMk cId="2059141008" sldId="372"/>
            <ac:spMk id="31747" creationId="{47C6530F-7477-5BEC-F7CE-A32A96CBD16E}"/>
          </ac:spMkLst>
        </pc:spChg>
        <pc:graphicFrameChg chg="add mod modGraphic">
          <ac:chgData name="Viet Pham Hoang" userId="daff2273dfcb736e" providerId="LiveId" clId="{7864E128-F8E5-4C3B-B427-8C25E8C185A6}" dt="2025-11-16T03:06:13.662" v="3562" actId="2711"/>
          <ac:graphicFrameMkLst>
            <pc:docMk/>
            <pc:sldMk cId="2059141008" sldId="372"/>
            <ac:graphicFrameMk id="2" creationId="{0E720851-1AB1-86FE-509C-F53BE4686006}"/>
          </ac:graphicFrameMkLst>
        </pc:graphicFrameChg>
        <pc:graphicFrameChg chg="add mod modGraphic">
          <ac:chgData name="Viet Pham Hoang" userId="daff2273dfcb736e" providerId="LiveId" clId="{7864E128-F8E5-4C3B-B427-8C25E8C185A6}" dt="2025-11-16T03:06:17.786" v="3563" actId="2711"/>
          <ac:graphicFrameMkLst>
            <pc:docMk/>
            <pc:sldMk cId="2059141008" sldId="372"/>
            <ac:graphicFrameMk id="5" creationId="{18ADB13B-B695-EF3B-5FCA-906ACE2FAEF1}"/>
          </ac:graphicFrameMkLst>
        </pc:graphicFrameChg>
      </pc:sldChg>
      <pc:sldChg chg="modSp add mod modNotes modNotesTx">
        <pc:chgData name="Viet Pham Hoang" userId="daff2273dfcb736e" providerId="LiveId" clId="{7864E128-F8E5-4C3B-B427-8C25E8C185A6}" dt="2025-11-16T03:43:55.692" v="4483" actId="15"/>
        <pc:sldMkLst>
          <pc:docMk/>
          <pc:sldMk cId="3520576350" sldId="373"/>
        </pc:sldMkLst>
        <pc:spChg chg="mod">
          <ac:chgData name="Viet Pham Hoang" userId="daff2273dfcb736e" providerId="LiveId" clId="{7864E128-F8E5-4C3B-B427-8C25E8C185A6}" dt="2025-11-16T03:43:55.692" v="4483" actId="15"/>
          <ac:spMkLst>
            <pc:docMk/>
            <pc:sldMk cId="3520576350" sldId="373"/>
            <ac:spMk id="31747" creationId="{F5E7047A-6F46-36F7-C1E7-2AAB57DC9E82}"/>
          </ac:spMkLst>
        </pc:spChg>
      </pc:sldChg>
      <pc:sldChg chg="modSp add mod modNotes modNotesTx">
        <pc:chgData name="Viet Pham Hoang" userId="daff2273dfcb736e" providerId="LiveId" clId="{7864E128-F8E5-4C3B-B427-8C25E8C185A6}" dt="2025-11-16T03:34:02.242" v="4170" actId="20577"/>
        <pc:sldMkLst>
          <pc:docMk/>
          <pc:sldMk cId="2940009919" sldId="374"/>
        </pc:sldMkLst>
        <pc:spChg chg="mod">
          <ac:chgData name="Viet Pham Hoang" userId="daff2273dfcb736e" providerId="LiveId" clId="{7864E128-F8E5-4C3B-B427-8C25E8C185A6}" dt="2025-11-16T03:34:02.242" v="4170" actId="20577"/>
          <ac:spMkLst>
            <pc:docMk/>
            <pc:sldMk cId="2940009919" sldId="374"/>
            <ac:spMk id="31747" creationId="{0B3D0401-2BEC-B9E6-5FA2-404B5D6FCC47}"/>
          </ac:spMkLst>
        </pc:spChg>
      </pc:sldChg>
      <pc:sldChg chg="addSp delSp modSp add mod ord modNotes">
        <pc:chgData name="Viet Pham Hoang" userId="daff2273dfcb736e" providerId="LiveId" clId="{7864E128-F8E5-4C3B-B427-8C25E8C185A6}" dt="2025-11-16T03:09:53.230" v="3736" actId="255"/>
        <pc:sldMkLst>
          <pc:docMk/>
          <pc:sldMk cId="2490858012" sldId="375"/>
        </pc:sldMkLst>
        <pc:spChg chg="mod">
          <ac:chgData name="Viet Pham Hoang" userId="daff2273dfcb736e" providerId="LiveId" clId="{7864E128-F8E5-4C3B-B427-8C25E8C185A6}" dt="2025-11-16T03:09:53.230" v="3736" actId="255"/>
          <ac:spMkLst>
            <pc:docMk/>
            <pc:sldMk cId="2490858012" sldId="375"/>
            <ac:spMk id="31747" creationId="{D2C81706-1C20-077A-EB13-46210D5D9865}"/>
          </ac:spMkLst>
        </pc:spChg>
        <pc:picChg chg="add mod">
          <ac:chgData name="Viet Pham Hoang" userId="daff2273dfcb736e" providerId="LiveId" clId="{7864E128-F8E5-4C3B-B427-8C25E8C185A6}" dt="2025-11-15T16:45:06.158" v="3423" actId="1076"/>
          <ac:picMkLst>
            <pc:docMk/>
            <pc:sldMk cId="2490858012" sldId="375"/>
            <ac:picMk id="4" creationId="{9A29F411-FF9E-0582-67E0-E97B429E0584}"/>
          </ac:picMkLst>
        </pc:picChg>
      </pc:sldChg>
      <pc:sldChg chg="addSp delSp modSp add mod modNotesTx">
        <pc:chgData name="Viet Pham Hoang" userId="daff2273dfcb736e" providerId="LiveId" clId="{7864E128-F8E5-4C3B-B427-8C25E8C185A6}" dt="2025-11-16T02:53:37.785" v="3477" actId="255"/>
        <pc:sldMkLst>
          <pc:docMk/>
          <pc:sldMk cId="1057243259" sldId="376"/>
        </pc:sldMkLst>
        <pc:spChg chg="mod">
          <ac:chgData name="Viet Pham Hoang" userId="daff2273dfcb736e" providerId="LiveId" clId="{7864E128-F8E5-4C3B-B427-8C25E8C185A6}" dt="2025-11-16T02:53:19.465" v="3473" actId="20577"/>
          <ac:spMkLst>
            <pc:docMk/>
            <pc:sldMk cId="1057243259" sldId="376"/>
            <ac:spMk id="31747" creationId="{E7E22F32-004C-1A88-7C90-2BEC8F63619B}"/>
          </ac:spMkLst>
        </pc:spChg>
        <pc:graphicFrameChg chg="add mod modGraphic">
          <ac:chgData name="Viet Pham Hoang" userId="daff2273dfcb736e" providerId="LiveId" clId="{7864E128-F8E5-4C3B-B427-8C25E8C185A6}" dt="2025-11-16T02:52:47.613" v="3453" actId="255"/>
          <ac:graphicFrameMkLst>
            <pc:docMk/>
            <pc:sldMk cId="1057243259" sldId="376"/>
            <ac:graphicFrameMk id="2" creationId="{C52A9342-657E-3262-D437-7F3621037602}"/>
          </ac:graphicFrameMkLst>
        </pc:graphicFrameChg>
        <pc:graphicFrameChg chg="add mod modGraphic">
          <ac:chgData name="Viet Pham Hoang" userId="daff2273dfcb736e" providerId="LiveId" clId="{7864E128-F8E5-4C3B-B427-8C25E8C185A6}" dt="2025-11-16T02:53:37.785" v="3477" actId="255"/>
          <ac:graphicFrameMkLst>
            <pc:docMk/>
            <pc:sldMk cId="1057243259" sldId="376"/>
            <ac:graphicFrameMk id="4" creationId="{BBD8BC4D-40B9-5757-B17D-FDEB2ADF048F}"/>
          </ac:graphicFrameMkLst>
        </pc:graphicFrameChg>
      </pc:sldChg>
      <pc:sldChg chg="modSp add mod">
        <pc:chgData name="Viet Pham Hoang" userId="daff2273dfcb736e" providerId="LiveId" clId="{7864E128-F8E5-4C3B-B427-8C25E8C185A6}" dt="2025-11-16T02:56:26.169" v="3489" actId="20577"/>
        <pc:sldMkLst>
          <pc:docMk/>
          <pc:sldMk cId="4155802119" sldId="377"/>
        </pc:sldMkLst>
        <pc:spChg chg="mod">
          <ac:chgData name="Viet Pham Hoang" userId="daff2273dfcb736e" providerId="LiveId" clId="{7864E128-F8E5-4C3B-B427-8C25E8C185A6}" dt="2025-11-16T02:56:26.169" v="3489" actId="20577"/>
          <ac:spMkLst>
            <pc:docMk/>
            <pc:sldMk cId="4155802119" sldId="377"/>
            <ac:spMk id="31747" creationId="{4F8C0F9C-BD51-FE3E-F6F9-9E0A2B332AC6}"/>
          </ac:spMkLst>
        </pc:spChg>
      </pc:sldChg>
      <pc:sldChg chg="delSp modSp add mod">
        <pc:chgData name="Viet Pham Hoang" userId="daff2273dfcb736e" providerId="LiveId" clId="{7864E128-F8E5-4C3B-B427-8C25E8C185A6}" dt="2025-11-16T03:01:00.280" v="3537" actId="12"/>
        <pc:sldMkLst>
          <pc:docMk/>
          <pc:sldMk cId="3019653538" sldId="378"/>
        </pc:sldMkLst>
        <pc:spChg chg="mod">
          <ac:chgData name="Viet Pham Hoang" userId="daff2273dfcb736e" providerId="LiveId" clId="{7864E128-F8E5-4C3B-B427-8C25E8C185A6}" dt="2025-11-16T03:01:00.280" v="3537" actId="12"/>
          <ac:spMkLst>
            <pc:docMk/>
            <pc:sldMk cId="3019653538" sldId="378"/>
            <ac:spMk id="31747" creationId="{CBD18AF2-DBC2-D3D9-CDBA-A568D4FE3D7B}"/>
          </ac:spMkLst>
        </pc:spChg>
      </pc:sldChg>
      <pc:sldChg chg="modSp add mod">
        <pc:chgData name="Viet Pham Hoang" userId="daff2273dfcb736e" providerId="LiveId" clId="{7864E128-F8E5-4C3B-B427-8C25E8C185A6}" dt="2025-11-16T03:02:11.923" v="3550" actId="20577"/>
        <pc:sldMkLst>
          <pc:docMk/>
          <pc:sldMk cId="3137440089" sldId="379"/>
        </pc:sldMkLst>
        <pc:spChg chg="mod">
          <ac:chgData name="Viet Pham Hoang" userId="daff2273dfcb736e" providerId="LiveId" clId="{7864E128-F8E5-4C3B-B427-8C25E8C185A6}" dt="2025-11-16T03:02:11.923" v="3550" actId="20577"/>
          <ac:spMkLst>
            <pc:docMk/>
            <pc:sldMk cId="3137440089" sldId="379"/>
            <ac:spMk id="31747" creationId="{BA8D0A66-ABC3-64A6-517C-E8250A14F9A4}"/>
          </ac:spMkLst>
        </pc:spChg>
      </pc:sldChg>
      <pc:sldChg chg="modSp add mod">
        <pc:chgData name="Viet Pham Hoang" userId="daff2273dfcb736e" providerId="LiveId" clId="{7864E128-F8E5-4C3B-B427-8C25E8C185A6}" dt="2025-11-16T03:29:18.717" v="4074" actId="113"/>
        <pc:sldMkLst>
          <pc:docMk/>
          <pc:sldMk cId="1093502118" sldId="380"/>
        </pc:sldMkLst>
        <pc:spChg chg="mod">
          <ac:chgData name="Viet Pham Hoang" userId="daff2273dfcb736e" providerId="LiveId" clId="{7864E128-F8E5-4C3B-B427-8C25E8C185A6}" dt="2025-11-16T03:29:18.717" v="4074" actId="113"/>
          <ac:spMkLst>
            <pc:docMk/>
            <pc:sldMk cId="1093502118" sldId="380"/>
            <ac:spMk id="31747" creationId="{1E6E73B8-D707-2112-74F8-25869FD38C89}"/>
          </ac:spMkLst>
        </pc:spChg>
      </pc:sldChg>
      <pc:sldChg chg="addSp modSp add mod modNotes modNotesTx">
        <pc:chgData name="Viet Pham Hoang" userId="daff2273dfcb736e" providerId="LiveId" clId="{7864E128-F8E5-4C3B-B427-8C25E8C185A6}" dt="2025-11-16T03:13:58.067" v="3812" actId="12"/>
        <pc:sldMkLst>
          <pc:docMk/>
          <pc:sldMk cId="3405100643" sldId="381"/>
        </pc:sldMkLst>
        <pc:spChg chg="mod">
          <ac:chgData name="Viet Pham Hoang" userId="daff2273dfcb736e" providerId="LiveId" clId="{7864E128-F8E5-4C3B-B427-8C25E8C185A6}" dt="2025-11-16T03:13:58.067" v="3812" actId="12"/>
          <ac:spMkLst>
            <pc:docMk/>
            <pc:sldMk cId="3405100643" sldId="381"/>
            <ac:spMk id="31747" creationId="{8B32F7E5-26C0-7E18-2922-2DC50147F0E4}"/>
          </ac:spMkLst>
        </pc:spChg>
      </pc:sldChg>
      <pc:sldChg chg="modSp add mod">
        <pc:chgData name="Viet Pham Hoang" userId="daff2273dfcb736e" providerId="LiveId" clId="{7864E128-F8E5-4C3B-B427-8C25E8C185A6}" dt="2025-11-16T03:30:33.234" v="4077" actId="113"/>
        <pc:sldMkLst>
          <pc:docMk/>
          <pc:sldMk cId="2781404608" sldId="383"/>
        </pc:sldMkLst>
        <pc:spChg chg="mod">
          <ac:chgData name="Viet Pham Hoang" userId="daff2273dfcb736e" providerId="LiveId" clId="{7864E128-F8E5-4C3B-B427-8C25E8C185A6}" dt="2025-11-16T03:30:33.234" v="4077" actId="113"/>
          <ac:spMkLst>
            <pc:docMk/>
            <pc:sldMk cId="2781404608" sldId="383"/>
            <ac:spMk id="31747" creationId="{C432414A-917A-27FB-385A-8B2F761229CC}"/>
          </ac:spMkLst>
        </pc:spChg>
      </pc:sldChg>
      <pc:sldChg chg="modSp add mod">
        <pc:chgData name="Viet Pham Hoang" userId="daff2273dfcb736e" providerId="LiveId" clId="{7864E128-F8E5-4C3B-B427-8C25E8C185A6}" dt="2025-11-16T03:28:06.810" v="4066" actId="15"/>
        <pc:sldMkLst>
          <pc:docMk/>
          <pc:sldMk cId="4119408506" sldId="384"/>
        </pc:sldMkLst>
        <pc:spChg chg="mod">
          <ac:chgData name="Viet Pham Hoang" userId="daff2273dfcb736e" providerId="LiveId" clId="{7864E128-F8E5-4C3B-B427-8C25E8C185A6}" dt="2025-11-16T03:28:06.810" v="4066" actId="15"/>
          <ac:spMkLst>
            <pc:docMk/>
            <pc:sldMk cId="4119408506" sldId="384"/>
            <ac:spMk id="31747" creationId="{94300431-51F1-6E0A-2BF8-59F6538922CA}"/>
          </ac:spMkLst>
        </pc:spChg>
      </pc:sldChg>
      <pc:sldChg chg="addSp modSp add mod">
        <pc:chgData name="Viet Pham Hoang" userId="daff2273dfcb736e" providerId="LiveId" clId="{7864E128-F8E5-4C3B-B427-8C25E8C185A6}" dt="2025-11-16T03:43:43.906" v="4482" actId="15"/>
        <pc:sldMkLst>
          <pc:docMk/>
          <pc:sldMk cId="622902097" sldId="385"/>
        </pc:sldMkLst>
        <pc:spChg chg="mod">
          <ac:chgData name="Viet Pham Hoang" userId="daff2273dfcb736e" providerId="LiveId" clId="{7864E128-F8E5-4C3B-B427-8C25E8C185A6}" dt="2025-11-16T03:43:43.906" v="4482" actId="15"/>
          <ac:spMkLst>
            <pc:docMk/>
            <pc:sldMk cId="622902097" sldId="385"/>
            <ac:spMk id="31747" creationId="{86739A0D-3BF2-CE0E-CF2B-6342573D7CA9}"/>
          </ac:spMkLst>
        </pc:spChg>
        <pc:graphicFrameChg chg="add mod modGraphic">
          <ac:chgData name="Viet Pham Hoang" userId="daff2273dfcb736e" providerId="LiveId" clId="{7864E128-F8E5-4C3B-B427-8C25E8C185A6}" dt="2025-11-16T03:43:39.952" v="4481" actId="14100"/>
          <ac:graphicFrameMkLst>
            <pc:docMk/>
            <pc:sldMk cId="622902097" sldId="385"/>
            <ac:graphicFrameMk id="2" creationId="{9632412B-ACAB-CCEB-655D-F2FF2A28822E}"/>
          </ac:graphicFrameMkLst>
        </pc:graphicFrameChg>
      </pc:sldChg>
      <pc:sldChg chg="addSp modSp add mod modNotes">
        <pc:chgData name="Viet Pham Hoang" userId="daff2273dfcb736e" providerId="LiveId" clId="{7864E128-F8E5-4C3B-B427-8C25E8C185A6}" dt="2025-11-16T06:26:17.502" v="5632" actId="27636"/>
        <pc:sldMkLst>
          <pc:docMk/>
          <pc:sldMk cId="133776618" sldId="386"/>
        </pc:sldMkLst>
        <pc:spChg chg="mod">
          <ac:chgData name="Viet Pham Hoang" userId="daff2273dfcb736e" providerId="LiveId" clId="{7864E128-F8E5-4C3B-B427-8C25E8C185A6}" dt="2025-11-16T03:55:26.526" v="4528" actId="12"/>
          <ac:spMkLst>
            <pc:docMk/>
            <pc:sldMk cId="133776618" sldId="386"/>
            <ac:spMk id="31747" creationId="{4A884938-3259-5F82-19AC-8378187C4BAE}"/>
          </ac:spMkLst>
        </pc:spChg>
      </pc:sldChg>
      <pc:sldChg chg="modSp add mod">
        <pc:chgData name="Viet Pham Hoang" userId="daff2273dfcb736e" providerId="LiveId" clId="{7864E128-F8E5-4C3B-B427-8C25E8C185A6}" dt="2025-11-16T03:46:36.889" v="4510" actId="15"/>
        <pc:sldMkLst>
          <pc:docMk/>
          <pc:sldMk cId="2508976925" sldId="388"/>
        </pc:sldMkLst>
        <pc:spChg chg="mod">
          <ac:chgData name="Viet Pham Hoang" userId="daff2273dfcb736e" providerId="LiveId" clId="{7864E128-F8E5-4C3B-B427-8C25E8C185A6}" dt="2025-11-16T03:46:36.889" v="4510" actId="15"/>
          <ac:spMkLst>
            <pc:docMk/>
            <pc:sldMk cId="2508976925" sldId="388"/>
            <ac:spMk id="31747" creationId="{121C6D8E-CFC0-6E5D-8308-EB5CEBF2058D}"/>
          </ac:spMkLst>
        </pc:spChg>
      </pc:sldChg>
      <pc:sldChg chg="modSp add mod modNotes">
        <pc:chgData name="Viet Pham Hoang" userId="daff2273dfcb736e" providerId="LiveId" clId="{7864E128-F8E5-4C3B-B427-8C25E8C185A6}" dt="2025-11-16T03:58:50.653" v="4589" actId="12"/>
        <pc:sldMkLst>
          <pc:docMk/>
          <pc:sldMk cId="2811324977" sldId="389"/>
        </pc:sldMkLst>
        <pc:spChg chg="mod">
          <ac:chgData name="Viet Pham Hoang" userId="daff2273dfcb736e" providerId="LiveId" clId="{7864E128-F8E5-4C3B-B427-8C25E8C185A6}" dt="2025-11-16T03:58:50.653" v="4589" actId="12"/>
          <ac:spMkLst>
            <pc:docMk/>
            <pc:sldMk cId="2811324977" sldId="389"/>
            <ac:spMk id="31747" creationId="{9F1EC8C3-9AD0-D5DD-C586-90C56CEB70D8}"/>
          </ac:spMkLst>
        </pc:spChg>
      </pc:sldChg>
      <pc:sldChg chg="addSp modSp add mod">
        <pc:chgData name="Viet Pham Hoang" userId="daff2273dfcb736e" providerId="LiveId" clId="{7864E128-F8E5-4C3B-B427-8C25E8C185A6}" dt="2025-11-16T04:01:06.536" v="4631" actId="14100"/>
        <pc:sldMkLst>
          <pc:docMk/>
          <pc:sldMk cId="2480782532" sldId="390"/>
        </pc:sldMkLst>
        <pc:spChg chg="mod">
          <ac:chgData name="Viet Pham Hoang" userId="daff2273dfcb736e" providerId="LiveId" clId="{7864E128-F8E5-4C3B-B427-8C25E8C185A6}" dt="2025-11-16T04:00:49.040" v="4625" actId="20577"/>
          <ac:spMkLst>
            <pc:docMk/>
            <pc:sldMk cId="2480782532" sldId="390"/>
            <ac:spMk id="31747" creationId="{4A471471-D4EB-F820-5068-F46C8C667B9C}"/>
          </ac:spMkLst>
        </pc:spChg>
        <pc:graphicFrameChg chg="add mod modGraphic">
          <ac:chgData name="Viet Pham Hoang" userId="daff2273dfcb736e" providerId="LiveId" clId="{7864E128-F8E5-4C3B-B427-8C25E8C185A6}" dt="2025-11-16T04:00:23.480" v="4604" actId="1076"/>
          <ac:graphicFrameMkLst>
            <pc:docMk/>
            <pc:sldMk cId="2480782532" sldId="390"/>
            <ac:graphicFrameMk id="2" creationId="{DE3DD17C-8003-C5C6-FA64-671DEA14FDC4}"/>
          </ac:graphicFrameMkLst>
        </pc:graphicFrameChg>
        <pc:graphicFrameChg chg="add mod modGraphic">
          <ac:chgData name="Viet Pham Hoang" userId="daff2273dfcb736e" providerId="LiveId" clId="{7864E128-F8E5-4C3B-B427-8C25E8C185A6}" dt="2025-11-16T04:01:06.536" v="4631" actId="14100"/>
          <ac:graphicFrameMkLst>
            <pc:docMk/>
            <pc:sldMk cId="2480782532" sldId="390"/>
            <ac:graphicFrameMk id="3" creationId="{480DB563-FF26-5CF1-5080-F6EA7C82BDB6}"/>
          </ac:graphicFrameMkLst>
        </pc:graphicFrameChg>
      </pc:sldChg>
      <pc:sldChg chg="addSp delSp modSp add mod">
        <pc:chgData name="Viet Pham Hoang" userId="daff2273dfcb736e" providerId="LiveId" clId="{7864E128-F8E5-4C3B-B427-8C25E8C185A6}" dt="2025-11-16T04:04:11.800" v="4636" actId="1076"/>
        <pc:sldMkLst>
          <pc:docMk/>
          <pc:sldMk cId="3514354913" sldId="391"/>
        </pc:sldMkLst>
        <pc:spChg chg="mod">
          <ac:chgData name="Viet Pham Hoang" userId="daff2273dfcb736e" providerId="LiveId" clId="{7864E128-F8E5-4C3B-B427-8C25E8C185A6}" dt="2025-11-16T04:03:57.149" v="4634" actId="6549"/>
          <ac:spMkLst>
            <pc:docMk/>
            <pc:sldMk cId="3514354913" sldId="391"/>
            <ac:spMk id="31747" creationId="{EAF0AEEE-7943-54AB-545A-89B7C04197BA}"/>
          </ac:spMkLst>
        </pc:spChg>
        <pc:picChg chg="add mod">
          <ac:chgData name="Viet Pham Hoang" userId="daff2273dfcb736e" providerId="LiveId" clId="{7864E128-F8E5-4C3B-B427-8C25E8C185A6}" dt="2025-11-16T04:04:11.800" v="4636" actId="1076"/>
          <ac:picMkLst>
            <pc:docMk/>
            <pc:sldMk cId="3514354913" sldId="391"/>
            <ac:picMk id="4" creationId="{9F44F6AE-F16A-D088-1450-06FEE116ED43}"/>
          </ac:picMkLst>
        </pc:picChg>
      </pc:sldChg>
      <pc:sldChg chg="modSp add mod">
        <pc:chgData name="Viet Pham Hoang" userId="daff2273dfcb736e" providerId="LiveId" clId="{7864E128-F8E5-4C3B-B427-8C25E8C185A6}" dt="2025-11-16T04:19:11.540" v="4889" actId="20577"/>
        <pc:sldMkLst>
          <pc:docMk/>
          <pc:sldMk cId="3888741847" sldId="392"/>
        </pc:sldMkLst>
        <pc:spChg chg="mod">
          <ac:chgData name="Viet Pham Hoang" userId="daff2273dfcb736e" providerId="LiveId" clId="{7864E128-F8E5-4C3B-B427-8C25E8C185A6}" dt="2025-11-16T04:19:11.540" v="4889" actId="20577"/>
          <ac:spMkLst>
            <pc:docMk/>
            <pc:sldMk cId="3888741847" sldId="392"/>
            <ac:spMk id="31747" creationId="{F53E9265-37A9-BF7B-79A2-E26A7902F8EE}"/>
          </ac:spMkLst>
        </pc:spChg>
      </pc:sldChg>
      <pc:sldChg chg="modSp add mod">
        <pc:chgData name="Viet Pham Hoang" userId="daff2273dfcb736e" providerId="LiveId" clId="{7864E128-F8E5-4C3B-B427-8C25E8C185A6}" dt="2025-11-16T04:26:30.743" v="4926" actId="2711"/>
        <pc:sldMkLst>
          <pc:docMk/>
          <pc:sldMk cId="2897821801" sldId="393"/>
        </pc:sldMkLst>
        <pc:spChg chg="mod">
          <ac:chgData name="Viet Pham Hoang" userId="daff2273dfcb736e" providerId="LiveId" clId="{7864E128-F8E5-4C3B-B427-8C25E8C185A6}" dt="2025-11-16T04:26:30.743" v="4926" actId="2711"/>
          <ac:spMkLst>
            <pc:docMk/>
            <pc:sldMk cId="2897821801" sldId="393"/>
            <ac:spMk id="31747" creationId="{EABC8D59-CD3C-CC5B-2FA9-973889F244E5}"/>
          </ac:spMkLst>
        </pc:spChg>
      </pc:sldChg>
      <pc:sldChg chg="addSp modSp add mod">
        <pc:chgData name="Viet Pham Hoang" userId="daff2273dfcb736e" providerId="LiveId" clId="{7864E128-F8E5-4C3B-B427-8C25E8C185A6}" dt="2025-11-16T04:32:42.146" v="5039" actId="1076"/>
        <pc:sldMkLst>
          <pc:docMk/>
          <pc:sldMk cId="3963588096" sldId="394"/>
        </pc:sldMkLst>
        <pc:spChg chg="mod">
          <ac:chgData name="Viet Pham Hoang" userId="daff2273dfcb736e" providerId="LiveId" clId="{7864E128-F8E5-4C3B-B427-8C25E8C185A6}" dt="2025-11-16T04:32:34.060" v="5037" actId="20577"/>
          <ac:spMkLst>
            <pc:docMk/>
            <pc:sldMk cId="3963588096" sldId="394"/>
            <ac:spMk id="31747" creationId="{BF0575F9-4AEB-8185-838F-C76E04A9F23F}"/>
          </ac:spMkLst>
        </pc:spChg>
        <pc:graphicFrameChg chg="add mod modGraphic">
          <ac:chgData name="Viet Pham Hoang" userId="daff2273dfcb736e" providerId="LiveId" clId="{7864E128-F8E5-4C3B-B427-8C25E8C185A6}" dt="2025-11-16T04:32:37.210" v="5038" actId="14100"/>
          <ac:graphicFrameMkLst>
            <pc:docMk/>
            <pc:sldMk cId="3963588096" sldId="394"/>
            <ac:graphicFrameMk id="2" creationId="{4232CFC2-5D3A-E9D7-CED6-C925714894D7}"/>
          </ac:graphicFrameMkLst>
        </pc:graphicFrameChg>
        <pc:graphicFrameChg chg="add mod modGraphic">
          <ac:chgData name="Viet Pham Hoang" userId="daff2273dfcb736e" providerId="LiveId" clId="{7864E128-F8E5-4C3B-B427-8C25E8C185A6}" dt="2025-11-16T04:32:42.146" v="5039" actId="1076"/>
          <ac:graphicFrameMkLst>
            <pc:docMk/>
            <pc:sldMk cId="3963588096" sldId="394"/>
            <ac:graphicFrameMk id="3" creationId="{3BD041A5-8BC6-CBED-CA69-9DAEB91A0568}"/>
          </ac:graphicFrameMkLst>
        </pc:graphicFrameChg>
      </pc:sldChg>
      <pc:sldChg chg="modSp add mod">
        <pc:chgData name="Viet Pham Hoang" userId="daff2273dfcb736e" providerId="LiveId" clId="{7864E128-F8E5-4C3B-B427-8C25E8C185A6}" dt="2025-11-16T04:37:55.660" v="5464" actId="20577"/>
        <pc:sldMkLst>
          <pc:docMk/>
          <pc:sldMk cId="1855274219" sldId="395"/>
        </pc:sldMkLst>
        <pc:spChg chg="mod">
          <ac:chgData name="Viet Pham Hoang" userId="daff2273dfcb736e" providerId="LiveId" clId="{7864E128-F8E5-4C3B-B427-8C25E8C185A6}" dt="2025-11-16T04:37:55.660" v="5464" actId="20577"/>
          <ac:spMkLst>
            <pc:docMk/>
            <pc:sldMk cId="1855274219" sldId="395"/>
            <ac:spMk id="31747" creationId="{E8B99057-5957-13E0-7140-EB20AB76F4C2}"/>
          </ac:spMkLst>
        </pc:spChg>
      </pc:sldChg>
      <pc:sldChg chg="modSp add mod modNotesTx">
        <pc:chgData name="Viet Pham Hoang" userId="daff2273dfcb736e" providerId="LiveId" clId="{7864E128-F8E5-4C3B-B427-8C25E8C185A6}" dt="2025-11-16T06:43:41.066" v="5838" actId="20577"/>
        <pc:sldMkLst>
          <pc:docMk/>
          <pc:sldMk cId="2658254172" sldId="396"/>
        </pc:sldMkLst>
        <pc:spChg chg="mod">
          <ac:chgData name="Viet Pham Hoang" userId="daff2273dfcb736e" providerId="LiveId" clId="{7864E128-F8E5-4C3B-B427-8C25E8C185A6}" dt="2025-11-16T06:43:41.066" v="5838" actId="20577"/>
          <ac:spMkLst>
            <pc:docMk/>
            <pc:sldMk cId="2658254172" sldId="396"/>
            <ac:spMk id="31747" creationId="{333D179B-1CD5-DA65-3EA9-40C18199B937}"/>
          </ac:spMkLst>
        </pc:spChg>
      </pc:sldChg>
      <pc:sldChg chg="modSp add mod">
        <pc:chgData name="Viet Pham Hoang" userId="daff2273dfcb736e" providerId="LiveId" clId="{7864E128-F8E5-4C3B-B427-8C25E8C185A6}" dt="2025-11-16T06:32:13.531" v="5771" actId="255"/>
        <pc:sldMkLst>
          <pc:docMk/>
          <pc:sldMk cId="410488327" sldId="397"/>
        </pc:sldMkLst>
        <pc:spChg chg="mod">
          <ac:chgData name="Viet Pham Hoang" userId="daff2273dfcb736e" providerId="LiveId" clId="{7864E128-F8E5-4C3B-B427-8C25E8C185A6}" dt="2025-11-16T06:32:13.531" v="5771" actId="255"/>
          <ac:spMkLst>
            <pc:docMk/>
            <pc:sldMk cId="410488327" sldId="397"/>
            <ac:spMk id="31747" creationId="{781ED74D-DA17-87D3-54E6-F569CD9A07BC}"/>
          </ac:spMkLst>
        </pc:spChg>
      </pc:sldChg>
      <pc:sldChg chg="modSp add mod">
        <pc:chgData name="Viet Pham Hoang" userId="daff2273dfcb736e" providerId="LiveId" clId="{7864E128-F8E5-4C3B-B427-8C25E8C185A6}" dt="2025-11-16T06:39:23.808" v="5823" actId="12"/>
        <pc:sldMkLst>
          <pc:docMk/>
          <pc:sldMk cId="386193367" sldId="398"/>
        </pc:sldMkLst>
        <pc:spChg chg="mod">
          <ac:chgData name="Viet Pham Hoang" userId="daff2273dfcb736e" providerId="LiveId" clId="{7864E128-F8E5-4C3B-B427-8C25E8C185A6}" dt="2025-11-16T06:39:23.808" v="5823" actId="12"/>
          <ac:spMkLst>
            <pc:docMk/>
            <pc:sldMk cId="386193367" sldId="398"/>
            <ac:spMk id="31747" creationId="{589F9C03-03BF-BAF9-17BC-B5326CD68C38}"/>
          </ac:spMkLst>
        </pc:spChg>
      </pc:sldChg>
      <pc:sldChg chg="addSp modSp add mod modNotesTx">
        <pc:chgData name="Viet Pham Hoang" userId="daff2273dfcb736e" providerId="LiveId" clId="{7864E128-F8E5-4C3B-B427-8C25E8C185A6}" dt="2025-11-16T07:04:38.365" v="5940" actId="113"/>
        <pc:sldMkLst>
          <pc:docMk/>
          <pc:sldMk cId="3781871100" sldId="399"/>
        </pc:sldMkLst>
        <pc:spChg chg="mod">
          <ac:chgData name="Viet Pham Hoang" userId="daff2273dfcb736e" providerId="LiveId" clId="{7864E128-F8E5-4C3B-B427-8C25E8C185A6}" dt="2025-11-16T07:04:38.365" v="5940" actId="113"/>
          <ac:spMkLst>
            <pc:docMk/>
            <pc:sldMk cId="3781871100" sldId="399"/>
            <ac:spMk id="31747" creationId="{82A954D8-8C35-EFAD-838F-8808E65D1CB0}"/>
          </ac:spMkLst>
        </pc:spChg>
        <pc:picChg chg="add mod">
          <ac:chgData name="Viet Pham Hoang" userId="daff2273dfcb736e" providerId="LiveId" clId="{7864E128-F8E5-4C3B-B427-8C25E8C185A6}" dt="2025-11-16T06:57:20.825" v="5896" actId="14100"/>
          <ac:picMkLst>
            <pc:docMk/>
            <pc:sldMk cId="3781871100" sldId="399"/>
            <ac:picMk id="3" creationId="{26FB3A7B-7360-8DB9-2551-48FBD452002C}"/>
          </ac:picMkLst>
        </pc:picChg>
        <pc:picChg chg="add mod">
          <ac:chgData name="Viet Pham Hoang" userId="daff2273dfcb736e" providerId="LiveId" clId="{7864E128-F8E5-4C3B-B427-8C25E8C185A6}" dt="2025-11-16T06:57:37.953" v="5899" actId="14100"/>
          <ac:picMkLst>
            <pc:docMk/>
            <pc:sldMk cId="3781871100" sldId="399"/>
            <ac:picMk id="5" creationId="{AD223B77-FC0D-22B0-8114-CAB922B6DF34}"/>
          </ac:picMkLst>
        </pc:picChg>
      </pc:sldChg>
      <pc:sldChg chg="delSp modSp add mod">
        <pc:chgData name="Viet Pham Hoang" userId="daff2273dfcb736e" providerId="LiveId" clId="{7864E128-F8E5-4C3B-B427-8C25E8C185A6}" dt="2025-11-16T07:04:44.262" v="5941" actId="113"/>
        <pc:sldMkLst>
          <pc:docMk/>
          <pc:sldMk cId="3662896820" sldId="400"/>
        </pc:sldMkLst>
        <pc:spChg chg="mod">
          <ac:chgData name="Viet Pham Hoang" userId="daff2273dfcb736e" providerId="LiveId" clId="{7864E128-F8E5-4C3B-B427-8C25E8C185A6}" dt="2025-11-16T07:04:44.262" v="5941" actId="113"/>
          <ac:spMkLst>
            <pc:docMk/>
            <pc:sldMk cId="3662896820" sldId="400"/>
            <ac:spMk id="31747" creationId="{204110C7-D221-1182-7ABC-DEFF4A4C478F}"/>
          </ac:spMkLst>
        </pc:spChg>
      </pc:sldChg>
      <pc:sldChg chg="modSp add mod">
        <pc:chgData name="Viet Pham Hoang" userId="daff2273dfcb736e" providerId="LiveId" clId="{7864E128-F8E5-4C3B-B427-8C25E8C185A6}" dt="2025-11-16T07:12:07.918" v="6302" actId="20577"/>
        <pc:sldMkLst>
          <pc:docMk/>
          <pc:sldMk cId="2858025166" sldId="401"/>
        </pc:sldMkLst>
        <pc:spChg chg="mod">
          <ac:chgData name="Viet Pham Hoang" userId="daff2273dfcb736e" providerId="LiveId" clId="{7864E128-F8E5-4C3B-B427-8C25E8C185A6}" dt="2025-11-16T07:12:07.918" v="6302" actId="20577"/>
          <ac:spMkLst>
            <pc:docMk/>
            <pc:sldMk cId="2858025166" sldId="401"/>
            <ac:spMk id="31747" creationId="{083CC7A5-EC1F-B209-22CD-EC57AACEEABD}"/>
          </ac:spMkLst>
        </pc:spChg>
      </pc:sldChg>
      <pc:sldChg chg="modSp add mod">
        <pc:chgData name="Viet Pham Hoang" userId="daff2273dfcb736e" providerId="LiveId" clId="{7864E128-F8E5-4C3B-B427-8C25E8C185A6}" dt="2025-11-16T07:38:49.902" v="6440" actId="113"/>
        <pc:sldMkLst>
          <pc:docMk/>
          <pc:sldMk cId="1630434948" sldId="402"/>
        </pc:sldMkLst>
        <pc:spChg chg="mod">
          <ac:chgData name="Viet Pham Hoang" userId="daff2273dfcb736e" providerId="LiveId" clId="{7864E128-F8E5-4C3B-B427-8C25E8C185A6}" dt="2025-11-16T07:38:49.902" v="6440" actId="113"/>
          <ac:spMkLst>
            <pc:docMk/>
            <pc:sldMk cId="1630434948" sldId="402"/>
            <ac:spMk id="31747" creationId="{971DD75D-AC14-2A9D-5F8C-407EC8AA5094}"/>
          </ac:spMkLst>
        </pc:spChg>
      </pc:sldChg>
      <pc:sldChg chg="modSp add mod modNotesTx">
        <pc:chgData name="Viet Pham Hoang" userId="daff2273dfcb736e" providerId="LiveId" clId="{7864E128-F8E5-4C3B-B427-8C25E8C185A6}" dt="2025-11-16T07:48:22.534" v="6744" actId="20577"/>
        <pc:sldMkLst>
          <pc:docMk/>
          <pc:sldMk cId="2347870992" sldId="403"/>
        </pc:sldMkLst>
        <pc:spChg chg="mod">
          <ac:chgData name="Viet Pham Hoang" userId="daff2273dfcb736e" providerId="LiveId" clId="{7864E128-F8E5-4C3B-B427-8C25E8C185A6}" dt="2025-11-16T07:48:18.069" v="6743" actId="20577"/>
          <ac:spMkLst>
            <pc:docMk/>
            <pc:sldMk cId="2347870992" sldId="403"/>
            <ac:spMk id="31747" creationId="{D3E85F21-0080-7013-9551-5A33DDAC9AFE}"/>
          </ac:spMkLst>
        </pc:spChg>
      </pc:sldChg>
      <pc:sldChg chg="modSp add mod">
        <pc:chgData name="Viet Pham Hoang" userId="daff2273dfcb736e" providerId="LiveId" clId="{7864E128-F8E5-4C3B-B427-8C25E8C185A6}" dt="2025-11-16T08:21:45.022" v="6852" actId="12"/>
        <pc:sldMkLst>
          <pc:docMk/>
          <pc:sldMk cId="1237847419" sldId="404"/>
        </pc:sldMkLst>
        <pc:spChg chg="mod">
          <ac:chgData name="Viet Pham Hoang" userId="daff2273dfcb736e" providerId="LiveId" clId="{7864E128-F8E5-4C3B-B427-8C25E8C185A6}" dt="2025-11-16T08:21:45.022" v="6852" actId="12"/>
          <ac:spMkLst>
            <pc:docMk/>
            <pc:sldMk cId="1237847419" sldId="404"/>
            <ac:spMk id="31747" creationId="{5EF6BABF-1905-C6D3-17A9-1C5BD7BF8ABC}"/>
          </ac:spMkLst>
        </pc:spChg>
      </pc:sldChg>
      <pc:sldChg chg="modSp add mod">
        <pc:chgData name="Viet Pham Hoang" userId="daff2273dfcb736e" providerId="LiveId" clId="{7864E128-F8E5-4C3B-B427-8C25E8C185A6}" dt="2025-11-16T08:25:23.698" v="6885" actId="255"/>
        <pc:sldMkLst>
          <pc:docMk/>
          <pc:sldMk cId="2252563103" sldId="405"/>
        </pc:sldMkLst>
        <pc:spChg chg="mod">
          <ac:chgData name="Viet Pham Hoang" userId="daff2273dfcb736e" providerId="LiveId" clId="{7864E128-F8E5-4C3B-B427-8C25E8C185A6}" dt="2025-11-16T08:25:23.698" v="6885" actId="255"/>
          <ac:spMkLst>
            <pc:docMk/>
            <pc:sldMk cId="2252563103" sldId="405"/>
            <ac:spMk id="31747" creationId="{61E8FD31-9E2C-9DDB-786C-B6ECBD812F69}"/>
          </ac:spMkLst>
        </pc:spChg>
      </pc:sldChg>
      <pc:sldChg chg="modSp add mod">
        <pc:chgData name="Viet Pham Hoang" userId="daff2273dfcb736e" providerId="LiveId" clId="{7864E128-F8E5-4C3B-B427-8C25E8C185A6}" dt="2025-11-16T08:25:32.615" v="6886" actId="255"/>
        <pc:sldMkLst>
          <pc:docMk/>
          <pc:sldMk cId="4121541130" sldId="406"/>
        </pc:sldMkLst>
        <pc:spChg chg="mod">
          <ac:chgData name="Viet Pham Hoang" userId="daff2273dfcb736e" providerId="LiveId" clId="{7864E128-F8E5-4C3B-B427-8C25E8C185A6}" dt="2025-11-16T08:25:32.615" v="6886" actId="255"/>
          <ac:spMkLst>
            <pc:docMk/>
            <pc:sldMk cId="4121541130" sldId="406"/>
            <ac:spMk id="31747" creationId="{9A28963B-B08A-F6EB-D739-084A66523FE9}"/>
          </ac:spMkLst>
        </pc:spChg>
      </pc:sldChg>
      <pc:sldChg chg="modSp add mod">
        <pc:chgData name="Viet Pham Hoang" userId="daff2273dfcb736e" providerId="LiveId" clId="{7864E128-F8E5-4C3B-B427-8C25E8C185A6}" dt="2025-11-16T08:39:59.440" v="7303" actId="20577"/>
        <pc:sldMkLst>
          <pc:docMk/>
          <pc:sldMk cId="2568269736" sldId="407"/>
        </pc:sldMkLst>
        <pc:spChg chg="mod">
          <ac:chgData name="Viet Pham Hoang" userId="daff2273dfcb736e" providerId="LiveId" clId="{7864E128-F8E5-4C3B-B427-8C25E8C185A6}" dt="2025-11-16T08:39:59.440" v="7303" actId="20577"/>
          <ac:spMkLst>
            <pc:docMk/>
            <pc:sldMk cId="2568269736" sldId="407"/>
            <ac:spMk id="31747" creationId="{45FDD38E-F487-C2DC-0A07-BC71F3324D91}"/>
          </ac:spMkLst>
        </pc:spChg>
      </pc:sldChg>
      <pc:sldChg chg="modSp add mod ord">
        <pc:chgData name="Viet Pham Hoang" userId="daff2273dfcb736e" providerId="LiveId" clId="{7864E128-F8E5-4C3B-B427-8C25E8C185A6}" dt="2025-11-16T08:51:14.705" v="7400" actId="113"/>
        <pc:sldMkLst>
          <pc:docMk/>
          <pc:sldMk cId="2890378663" sldId="408"/>
        </pc:sldMkLst>
        <pc:spChg chg="mod">
          <ac:chgData name="Viet Pham Hoang" userId="daff2273dfcb736e" providerId="LiveId" clId="{7864E128-F8E5-4C3B-B427-8C25E8C185A6}" dt="2025-11-16T08:51:14.705" v="7400" actId="113"/>
          <ac:spMkLst>
            <pc:docMk/>
            <pc:sldMk cId="2890378663" sldId="408"/>
            <ac:spMk id="31747" creationId="{72269291-E844-0527-C253-1146959A275F}"/>
          </ac:spMkLst>
        </pc:spChg>
      </pc:sldChg>
      <pc:sldChg chg="modSp add mod">
        <pc:chgData name="Viet Pham Hoang" userId="daff2273dfcb736e" providerId="LiveId" clId="{7864E128-F8E5-4C3B-B427-8C25E8C185A6}" dt="2025-11-16T08:39:53.378" v="7302" actId="12"/>
        <pc:sldMkLst>
          <pc:docMk/>
          <pc:sldMk cId="512993535" sldId="409"/>
        </pc:sldMkLst>
        <pc:spChg chg="mod">
          <ac:chgData name="Viet Pham Hoang" userId="daff2273dfcb736e" providerId="LiveId" clId="{7864E128-F8E5-4C3B-B427-8C25E8C185A6}" dt="2025-11-16T08:39:53.378" v="7302" actId="12"/>
          <ac:spMkLst>
            <pc:docMk/>
            <pc:sldMk cId="512993535" sldId="409"/>
            <ac:spMk id="31747" creationId="{FC2AAFA5-0CB7-A038-274B-A93847EA2D09}"/>
          </ac:spMkLst>
        </pc:spChg>
      </pc:sldChg>
      <pc:sldChg chg="modSp add mod">
        <pc:chgData name="Viet Pham Hoang" userId="daff2273dfcb736e" providerId="LiveId" clId="{7864E128-F8E5-4C3B-B427-8C25E8C185A6}" dt="2025-11-16T08:47:20.688" v="7335" actId="20577"/>
        <pc:sldMkLst>
          <pc:docMk/>
          <pc:sldMk cId="2248177151" sldId="410"/>
        </pc:sldMkLst>
        <pc:spChg chg="mod">
          <ac:chgData name="Viet Pham Hoang" userId="daff2273dfcb736e" providerId="LiveId" clId="{7864E128-F8E5-4C3B-B427-8C25E8C185A6}" dt="2025-11-16T08:47:20.688" v="7335" actId="20577"/>
          <ac:spMkLst>
            <pc:docMk/>
            <pc:sldMk cId="2248177151" sldId="410"/>
            <ac:spMk id="31747" creationId="{B3A4EA05-09C4-9B5F-99BA-A017E635218A}"/>
          </ac:spMkLst>
        </pc:spChg>
      </pc:sldChg>
      <pc:sldChg chg="modSp add mod">
        <pc:chgData name="Viet Pham Hoang" userId="daff2273dfcb736e" providerId="LiveId" clId="{7864E128-F8E5-4C3B-B427-8C25E8C185A6}" dt="2025-11-16T08:47:29.971" v="7339" actId="15"/>
        <pc:sldMkLst>
          <pc:docMk/>
          <pc:sldMk cId="3926667985" sldId="411"/>
        </pc:sldMkLst>
        <pc:spChg chg="mod">
          <ac:chgData name="Viet Pham Hoang" userId="daff2273dfcb736e" providerId="LiveId" clId="{7864E128-F8E5-4C3B-B427-8C25E8C185A6}" dt="2025-11-16T08:47:29.971" v="7339" actId="15"/>
          <ac:spMkLst>
            <pc:docMk/>
            <pc:sldMk cId="3926667985" sldId="411"/>
            <ac:spMk id="31747" creationId="{38854646-2B7D-4DC2-E05F-F70CECC499F0}"/>
          </ac:spMkLst>
        </pc:spChg>
      </pc:sldChg>
      <pc:sldChg chg="modSp add mod">
        <pc:chgData name="Viet Pham Hoang" userId="daff2273dfcb736e" providerId="LiveId" clId="{7864E128-F8E5-4C3B-B427-8C25E8C185A6}" dt="2025-11-16T08:49:18.617" v="7358" actId="20577"/>
        <pc:sldMkLst>
          <pc:docMk/>
          <pc:sldMk cId="4016421805" sldId="412"/>
        </pc:sldMkLst>
        <pc:spChg chg="mod">
          <ac:chgData name="Viet Pham Hoang" userId="daff2273dfcb736e" providerId="LiveId" clId="{7864E128-F8E5-4C3B-B427-8C25E8C185A6}" dt="2025-11-16T08:49:18.617" v="7358" actId="20577"/>
          <ac:spMkLst>
            <pc:docMk/>
            <pc:sldMk cId="4016421805" sldId="412"/>
            <ac:spMk id="31747" creationId="{B9F677CF-D896-60BB-F5B1-0211FF00DA02}"/>
          </ac:spMkLst>
        </pc:spChg>
      </pc:sldChg>
      <pc:sldChg chg="modSp add mod">
        <pc:chgData name="Viet Pham Hoang" userId="daff2273dfcb736e" providerId="LiveId" clId="{7864E128-F8E5-4C3B-B427-8C25E8C185A6}" dt="2025-11-16T08:50:54.129" v="7371" actId="113"/>
        <pc:sldMkLst>
          <pc:docMk/>
          <pc:sldMk cId="4115583522" sldId="413"/>
        </pc:sldMkLst>
        <pc:spChg chg="mod">
          <ac:chgData name="Viet Pham Hoang" userId="daff2273dfcb736e" providerId="LiveId" clId="{7864E128-F8E5-4C3B-B427-8C25E8C185A6}" dt="2025-11-16T08:50:54.129" v="7371" actId="113"/>
          <ac:spMkLst>
            <pc:docMk/>
            <pc:sldMk cId="4115583522" sldId="413"/>
            <ac:spMk id="31747" creationId="{FD2A63B3-6134-C56B-93F5-CF5D8929A730}"/>
          </ac:spMkLst>
        </pc:spChg>
      </pc:sldChg>
      <pc:sldChg chg="modSp add mod">
        <pc:chgData name="Viet Pham Hoang" userId="daff2273dfcb736e" providerId="LiveId" clId="{7864E128-F8E5-4C3B-B427-8C25E8C185A6}" dt="2025-11-16T15:03:41.754" v="7497" actId="15"/>
        <pc:sldMkLst>
          <pc:docMk/>
          <pc:sldMk cId="3442825534" sldId="414"/>
        </pc:sldMkLst>
        <pc:spChg chg="mod">
          <ac:chgData name="Viet Pham Hoang" userId="daff2273dfcb736e" providerId="LiveId" clId="{7864E128-F8E5-4C3B-B427-8C25E8C185A6}" dt="2025-11-16T15:03:41.754" v="7497" actId="15"/>
          <ac:spMkLst>
            <pc:docMk/>
            <pc:sldMk cId="3442825534" sldId="414"/>
            <ac:spMk id="31747" creationId="{34FF09F1-84DB-E882-4927-A3C23C01CDC7}"/>
          </ac:spMkLst>
        </pc:spChg>
      </pc:sldChg>
      <pc:sldChg chg="addSp delSp modSp add mod">
        <pc:chgData name="Viet Pham Hoang" userId="daff2273dfcb736e" providerId="LiveId" clId="{7864E128-F8E5-4C3B-B427-8C25E8C185A6}" dt="2025-11-16T15:17:47.506" v="7967" actId="20577"/>
        <pc:sldMkLst>
          <pc:docMk/>
          <pc:sldMk cId="2039569471" sldId="415"/>
        </pc:sldMkLst>
        <pc:spChg chg="mod">
          <ac:chgData name="Viet Pham Hoang" userId="daff2273dfcb736e" providerId="LiveId" clId="{7864E128-F8E5-4C3B-B427-8C25E8C185A6}" dt="2025-11-16T15:17:47.506" v="7967" actId="20577"/>
          <ac:spMkLst>
            <pc:docMk/>
            <pc:sldMk cId="2039569471" sldId="415"/>
            <ac:spMk id="31747" creationId="{F7BCC615-F138-7558-BAB4-8EB42B53DC47}"/>
          </ac:spMkLst>
        </pc:spChg>
        <pc:picChg chg="add mod">
          <ac:chgData name="Viet Pham Hoang" userId="daff2273dfcb736e" providerId="LiveId" clId="{7864E128-F8E5-4C3B-B427-8C25E8C185A6}" dt="2025-11-16T15:15:16.403" v="7718" actId="1076"/>
          <ac:picMkLst>
            <pc:docMk/>
            <pc:sldMk cId="2039569471" sldId="415"/>
            <ac:picMk id="5" creationId="{8DDF3308-B7EE-C5B1-A18E-1087A5B72F65}"/>
          </ac:picMkLst>
        </pc:picChg>
      </pc:sldChg>
      <pc:sldChg chg="addSp modSp add mod">
        <pc:chgData name="Viet Pham Hoang" userId="daff2273dfcb736e" providerId="LiveId" clId="{7864E128-F8E5-4C3B-B427-8C25E8C185A6}" dt="2025-11-16T15:22:15.605" v="8037" actId="20577"/>
        <pc:sldMkLst>
          <pc:docMk/>
          <pc:sldMk cId="2884309524" sldId="416"/>
        </pc:sldMkLst>
        <pc:spChg chg="mod">
          <ac:chgData name="Viet Pham Hoang" userId="daff2273dfcb736e" providerId="LiveId" clId="{7864E128-F8E5-4C3B-B427-8C25E8C185A6}" dt="2025-11-16T15:22:15.605" v="8037" actId="20577"/>
          <ac:spMkLst>
            <pc:docMk/>
            <pc:sldMk cId="2884309524" sldId="416"/>
            <ac:spMk id="31747" creationId="{CDA98565-2F50-F81E-CF66-FBFB4DEDC92F}"/>
          </ac:spMkLst>
        </pc:spChg>
        <pc:picChg chg="add mod">
          <ac:chgData name="Viet Pham Hoang" userId="daff2273dfcb736e" providerId="LiveId" clId="{7864E128-F8E5-4C3B-B427-8C25E8C185A6}" dt="2025-11-16T15:21:58.243" v="8032" actId="14100"/>
          <ac:picMkLst>
            <pc:docMk/>
            <pc:sldMk cId="2884309524" sldId="416"/>
            <ac:picMk id="3" creationId="{83736CC2-2A04-D2AC-9F76-7D88A8FA516B}"/>
          </ac:picMkLst>
        </pc:picChg>
      </pc:sldChg>
      <pc:sldChg chg="addSp delSp modSp add mod ord">
        <pc:chgData name="Viet Pham Hoang" userId="daff2273dfcb736e" providerId="LiveId" clId="{7864E128-F8E5-4C3B-B427-8C25E8C185A6}" dt="2025-11-16T15:35:21.925" v="8272" actId="20577"/>
        <pc:sldMkLst>
          <pc:docMk/>
          <pc:sldMk cId="1614712180" sldId="417"/>
        </pc:sldMkLst>
        <pc:spChg chg="mod">
          <ac:chgData name="Viet Pham Hoang" userId="daff2273dfcb736e" providerId="LiveId" clId="{7864E128-F8E5-4C3B-B427-8C25E8C185A6}" dt="2025-11-16T15:35:21.925" v="8272" actId="20577"/>
          <ac:spMkLst>
            <pc:docMk/>
            <pc:sldMk cId="1614712180" sldId="417"/>
            <ac:spMk id="31747" creationId="{73C0864E-8DC7-9C7D-2E52-CB6BA2F5F040}"/>
          </ac:spMkLst>
        </pc:spChg>
        <pc:picChg chg="add mod">
          <ac:chgData name="Viet Pham Hoang" userId="daff2273dfcb736e" providerId="LiveId" clId="{7864E128-F8E5-4C3B-B427-8C25E8C185A6}" dt="2025-11-16T15:33:39.340" v="8247" actId="1076"/>
          <ac:picMkLst>
            <pc:docMk/>
            <pc:sldMk cId="1614712180" sldId="417"/>
            <ac:picMk id="5" creationId="{D025EC02-8D83-B98C-2AE6-BC551A1A905F}"/>
          </ac:picMkLst>
        </pc:picChg>
      </pc:sldChg>
      <pc:sldChg chg="addSp modSp add mod">
        <pc:chgData name="Viet Pham Hoang" userId="daff2273dfcb736e" providerId="LiveId" clId="{7864E128-F8E5-4C3B-B427-8C25E8C185A6}" dt="2025-11-16T15:31:47.841" v="8237" actId="6549"/>
        <pc:sldMkLst>
          <pc:docMk/>
          <pc:sldMk cId="918780671" sldId="418"/>
        </pc:sldMkLst>
        <pc:spChg chg="mod">
          <ac:chgData name="Viet Pham Hoang" userId="daff2273dfcb736e" providerId="LiveId" clId="{7864E128-F8E5-4C3B-B427-8C25E8C185A6}" dt="2025-11-16T15:30:51.586" v="8212" actId="26606"/>
          <ac:spMkLst>
            <pc:docMk/>
            <pc:sldMk cId="918780671" sldId="418"/>
            <ac:spMk id="31746" creationId="{15662F60-08E2-D2E8-0A74-64D2646C4717}"/>
          </ac:spMkLst>
        </pc:spChg>
        <pc:spChg chg="mod">
          <ac:chgData name="Viet Pham Hoang" userId="daff2273dfcb736e" providerId="LiveId" clId="{7864E128-F8E5-4C3B-B427-8C25E8C185A6}" dt="2025-11-16T15:31:47.841" v="8237" actId="6549"/>
          <ac:spMkLst>
            <pc:docMk/>
            <pc:sldMk cId="918780671" sldId="418"/>
            <ac:spMk id="31747" creationId="{31242CFE-8A1F-4F3D-72D8-D69462511136}"/>
          </ac:spMkLst>
        </pc:spChg>
        <pc:picChg chg="add mod">
          <ac:chgData name="Viet Pham Hoang" userId="daff2273dfcb736e" providerId="LiveId" clId="{7864E128-F8E5-4C3B-B427-8C25E8C185A6}" dt="2025-11-16T15:30:51.586" v="8212" actId="26606"/>
          <ac:picMkLst>
            <pc:docMk/>
            <pc:sldMk cId="918780671" sldId="418"/>
            <ac:picMk id="3" creationId="{40FC62E3-8275-6656-45A5-6CF84114FEBE}"/>
          </ac:picMkLst>
        </pc:picChg>
      </pc:sldChg>
      <pc:sldChg chg="delSp modSp add mod">
        <pc:chgData name="Viet Pham Hoang" userId="daff2273dfcb736e" providerId="LiveId" clId="{7864E128-F8E5-4C3B-B427-8C25E8C185A6}" dt="2025-11-16T15:20:05.564" v="8024" actId="113"/>
        <pc:sldMkLst>
          <pc:docMk/>
          <pc:sldMk cId="3246954781" sldId="419"/>
        </pc:sldMkLst>
        <pc:spChg chg="mod">
          <ac:chgData name="Viet Pham Hoang" userId="daff2273dfcb736e" providerId="LiveId" clId="{7864E128-F8E5-4C3B-B427-8C25E8C185A6}" dt="2025-11-16T15:20:05.564" v="8024" actId="113"/>
          <ac:spMkLst>
            <pc:docMk/>
            <pc:sldMk cId="3246954781" sldId="419"/>
            <ac:spMk id="31747" creationId="{EFA1DEF8-ED08-B8E0-54FD-7F85F25A2B27}"/>
          </ac:spMkLst>
        </pc:spChg>
      </pc:sldChg>
      <pc:sldChg chg="delSp modSp add mod">
        <pc:chgData name="Viet Pham Hoang" userId="daff2273dfcb736e" providerId="LiveId" clId="{7864E128-F8E5-4C3B-B427-8C25E8C185A6}" dt="2025-11-16T15:25:20.954" v="8113" actId="20577"/>
        <pc:sldMkLst>
          <pc:docMk/>
          <pc:sldMk cId="3136544608" sldId="420"/>
        </pc:sldMkLst>
        <pc:spChg chg="mod">
          <ac:chgData name="Viet Pham Hoang" userId="daff2273dfcb736e" providerId="LiveId" clId="{7864E128-F8E5-4C3B-B427-8C25E8C185A6}" dt="2025-11-16T15:25:20.954" v="8113" actId="20577"/>
          <ac:spMkLst>
            <pc:docMk/>
            <pc:sldMk cId="3136544608" sldId="420"/>
            <ac:spMk id="31747" creationId="{32D31434-211F-080D-2184-928023523CE8}"/>
          </ac:spMkLst>
        </pc:spChg>
      </pc:sldChg>
      <pc:sldChg chg="delSp modSp add mod">
        <pc:chgData name="Viet Pham Hoang" userId="daff2273dfcb736e" providerId="LiveId" clId="{7864E128-F8E5-4C3B-B427-8C25E8C185A6}" dt="2025-11-16T15:36:51.547" v="8293" actId="20577"/>
        <pc:sldMkLst>
          <pc:docMk/>
          <pc:sldMk cId="2198334074" sldId="421"/>
        </pc:sldMkLst>
        <pc:spChg chg="mod">
          <ac:chgData name="Viet Pham Hoang" userId="daff2273dfcb736e" providerId="LiveId" clId="{7864E128-F8E5-4C3B-B427-8C25E8C185A6}" dt="2025-11-16T15:36:51.547" v="8293" actId="20577"/>
          <ac:spMkLst>
            <pc:docMk/>
            <pc:sldMk cId="2198334074" sldId="421"/>
            <ac:spMk id="31747" creationId="{4FA53B9E-48CB-73E1-237A-40A83B357C07}"/>
          </ac:spMkLst>
        </pc:spChg>
      </pc:sldChg>
      <pc:sldChg chg="modSp add mod">
        <pc:chgData name="Viet Pham Hoang" userId="daff2273dfcb736e" providerId="LiveId" clId="{7864E128-F8E5-4C3B-B427-8C25E8C185A6}" dt="2025-11-19T15:02:15.092" v="8518" actId="20577"/>
        <pc:sldMkLst>
          <pc:docMk/>
          <pc:sldMk cId="901614974" sldId="422"/>
        </pc:sldMkLst>
        <pc:spChg chg="mod">
          <ac:chgData name="Viet Pham Hoang" userId="daff2273dfcb736e" providerId="LiveId" clId="{7864E128-F8E5-4C3B-B427-8C25E8C185A6}" dt="2025-11-19T15:02:15.092" v="8518" actId="20577"/>
          <ac:spMkLst>
            <pc:docMk/>
            <pc:sldMk cId="901614974" sldId="422"/>
            <ac:spMk id="31747" creationId="{BA7D34CD-4F4E-F5D1-DF38-119AE9D04458}"/>
          </ac:spMkLst>
        </pc:spChg>
      </pc:sldChg>
      <pc:sldChg chg="modSp add mod">
        <pc:chgData name="Viet Pham Hoang" userId="daff2273dfcb736e" providerId="LiveId" clId="{7864E128-F8E5-4C3B-B427-8C25E8C185A6}" dt="2025-11-23T04:34:52.200" v="9123"/>
        <pc:sldMkLst>
          <pc:docMk/>
          <pc:sldMk cId="1719327571" sldId="423"/>
        </pc:sldMkLst>
        <pc:spChg chg="mod">
          <ac:chgData name="Viet Pham Hoang" userId="daff2273dfcb736e" providerId="LiveId" clId="{7864E128-F8E5-4C3B-B427-8C25E8C185A6}" dt="2025-11-23T04:34:52.200" v="9123"/>
          <ac:spMkLst>
            <pc:docMk/>
            <pc:sldMk cId="1719327571" sldId="423"/>
            <ac:spMk id="31747" creationId="{88A28106-AC58-E1A5-13CE-709C16FA8889}"/>
          </ac:spMkLst>
        </pc:spChg>
      </pc:sldChg>
      <pc:sldChg chg="modSp add mod">
        <pc:chgData name="Viet Pham Hoang" userId="daff2273dfcb736e" providerId="LiveId" clId="{7864E128-F8E5-4C3B-B427-8C25E8C185A6}" dt="2025-11-19T15:29:27.916" v="8813" actId="20577"/>
        <pc:sldMkLst>
          <pc:docMk/>
          <pc:sldMk cId="3752331098" sldId="424"/>
        </pc:sldMkLst>
        <pc:spChg chg="mod">
          <ac:chgData name="Viet Pham Hoang" userId="daff2273dfcb736e" providerId="LiveId" clId="{7864E128-F8E5-4C3B-B427-8C25E8C185A6}" dt="2025-11-19T15:29:27.916" v="8813" actId="20577"/>
          <ac:spMkLst>
            <pc:docMk/>
            <pc:sldMk cId="3752331098" sldId="424"/>
            <ac:spMk id="31747" creationId="{A08163B3-4198-3ED5-B14B-7425CC9C6EE6}"/>
          </ac:spMkLst>
        </pc:spChg>
      </pc:sldChg>
      <pc:sldChg chg="addSp delSp modSp add mod modNotesTx">
        <pc:chgData name="Viet Pham Hoang" userId="daff2273dfcb736e" providerId="LiveId" clId="{7864E128-F8E5-4C3B-B427-8C25E8C185A6}" dt="2025-11-23T04:35:01.800" v="9125" actId="478"/>
        <pc:sldMkLst>
          <pc:docMk/>
          <pc:sldMk cId="2970455241" sldId="425"/>
        </pc:sldMkLst>
        <pc:spChg chg="mod">
          <ac:chgData name="Viet Pham Hoang" userId="daff2273dfcb736e" providerId="LiveId" clId="{7864E128-F8E5-4C3B-B427-8C25E8C185A6}" dt="2025-11-23T04:35:00.073" v="9124" actId="6549"/>
          <ac:spMkLst>
            <pc:docMk/>
            <pc:sldMk cId="2970455241" sldId="425"/>
            <ac:spMk id="31747" creationId="{794986B3-C05E-6F7F-DC94-B372283BE284}"/>
          </ac:spMkLst>
        </pc:spChg>
        <pc:picChg chg="add del mod">
          <ac:chgData name="Viet Pham Hoang" userId="daff2273dfcb736e" providerId="LiveId" clId="{7864E128-F8E5-4C3B-B427-8C25E8C185A6}" dt="2025-11-23T04:35:01.800" v="9125" actId="478"/>
          <ac:picMkLst>
            <pc:docMk/>
            <pc:sldMk cId="2970455241" sldId="425"/>
            <ac:picMk id="3" creationId="{2842ADA6-9C21-53B1-88AC-F193425BAEEF}"/>
          </ac:picMkLst>
        </pc:picChg>
      </pc:sldChg>
      <pc:sldChg chg="modSp add mod">
        <pc:chgData name="Viet Pham Hoang" userId="daff2273dfcb736e" providerId="LiveId" clId="{7864E128-F8E5-4C3B-B427-8C25E8C185A6}" dt="2025-11-23T04:33:42.479" v="9119" actId="20577"/>
        <pc:sldMkLst>
          <pc:docMk/>
          <pc:sldMk cId="3615903127" sldId="426"/>
        </pc:sldMkLst>
        <pc:spChg chg="mod">
          <ac:chgData name="Viet Pham Hoang" userId="daff2273dfcb736e" providerId="LiveId" clId="{7864E128-F8E5-4C3B-B427-8C25E8C185A6}" dt="2025-11-23T04:33:42.479" v="9119" actId="20577"/>
          <ac:spMkLst>
            <pc:docMk/>
            <pc:sldMk cId="3615903127" sldId="426"/>
            <ac:spMk id="31747" creationId="{C7028EA1-871C-72E1-7C55-A9D86869988D}"/>
          </ac:spMkLst>
        </pc:spChg>
        <pc:picChg chg="mod">
          <ac:chgData name="Viet Pham Hoang" userId="daff2273dfcb736e" providerId="LiveId" clId="{7864E128-F8E5-4C3B-B427-8C25E8C185A6}" dt="2025-11-23T04:32:06.800" v="9079" actId="14100"/>
          <ac:picMkLst>
            <pc:docMk/>
            <pc:sldMk cId="3615903127" sldId="426"/>
            <ac:picMk id="3" creationId="{FA3B0E25-1E16-551D-12FE-8B0B582566E1}"/>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B9F93347-9E3B-4D42-B9E0-98FE3BD6FFAD}"/>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Arial" charset="0"/>
              </a:defRPr>
            </a:lvl1pPr>
          </a:lstStyle>
          <a:p>
            <a:pPr>
              <a:defRPr/>
            </a:pPr>
            <a:endParaRPr lang="en-US"/>
          </a:p>
        </p:txBody>
      </p:sp>
      <p:sp>
        <p:nvSpPr>
          <p:cNvPr id="56323" name="Rectangle 3">
            <a:extLst>
              <a:ext uri="{FF2B5EF4-FFF2-40B4-BE49-F238E27FC236}">
                <a16:creationId xmlns:a16="http://schemas.microsoft.com/office/drawing/2014/main" id="{46877048-5F8C-435A-9D8C-1D5B0FA9385C}"/>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Arial" charset="0"/>
              </a:defRPr>
            </a:lvl1pPr>
          </a:lstStyle>
          <a:p>
            <a:pPr>
              <a:defRPr/>
            </a:pPr>
            <a:fld id="{934D041F-1863-43F5-BB9E-46A9707583B6}" type="datetimeFigureOut">
              <a:rPr lang="en-US"/>
              <a:pPr>
                <a:defRPr/>
              </a:pPr>
              <a:t>1/26/26</a:t>
            </a:fld>
            <a:endParaRPr lang="en-US"/>
          </a:p>
        </p:txBody>
      </p:sp>
      <p:sp>
        <p:nvSpPr>
          <p:cNvPr id="56324" name="Rectangle 4">
            <a:extLst>
              <a:ext uri="{FF2B5EF4-FFF2-40B4-BE49-F238E27FC236}">
                <a16:creationId xmlns:a16="http://schemas.microsoft.com/office/drawing/2014/main" id="{315D30AE-C4DA-46EA-AD7B-F8E3C4FB0C4B}"/>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Arial" charset="0"/>
              </a:defRPr>
            </a:lvl1pPr>
          </a:lstStyle>
          <a:p>
            <a:pPr>
              <a:defRPr/>
            </a:pPr>
            <a:endParaRPr lang="en-US"/>
          </a:p>
        </p:txBody>
      </p:sp>
      <p:sp>
        <p:nvSpPr>
          <p:cNvPr id="56325" name="Rectangle 5">
            <a:extLst>
              <a:ext uri="{FF2B5EF4-FFF2-40B4-BE49-F238E27FC236}">
                <a16:creationId xmlns:a16="http://schemas.microsoft.com/office/drawing/2014/main" id="{51A1DB38-68FA-4DDD-85FD-84BA7ADE2C07}"/>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E2DA930E-B91D-4EBE-97AE-47EE09A4906A}" type="slidenum">
              <a:rPr lang="en-US" altLang="vi-VN"/>
              <a:pPr>
                <a:defRPr/>
              </a:pPr>
              <a:t>‹#›</a:t>
            </a:fld>
            <a:endParaRPr lang="en-US" altLang="vi-V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E8C5133-B1D3-4161-8909-ADBC85C01BAD}"/>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US"/>
          </a:p>
        </p:txBody>
      </p:sp>
      <p:sp>
        <p:nvSpPr>
          <p:cNvPr id="3" name="Date Placeholder 2">
            <a:extLst>
              <a:ext uri="{FF2B5EF4-FFF2-40B4-BE49-F238E27FC236}">
                <a16:creationId xmlns:a16="http://schemas.microsoft.com/office/drawing/2014/main" id="{7A162CE2-9F45-414A-ACCA-6F2425150BD3}"/>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4E676FCE-B4B2-46F6-829C-6FEDEDA9B491}" type="datetimeFigureOut">
              <a:rPr lang="en-US"/>
              <a:pPr>
                <a:defRPr/>
              </a:pPr>
              <a:t>1/26/26</a:t>
            </a:fld>
            <a:endParaRPr lang="en-US"/>
          </a:p>
        </p:txBody>
      </p:sp>
      <p:sp>
        <p:nvSpPr>
          <p:cNvPr id="4" name="Slide Image Placeholder 3">
            <a:extLst>
              <a:ext uri="{FF2B5EF4-FFF2-40B4-BE49-F238E27FC236}">
                <a16:creationId xmlns:a16="http://schemas.microsoft.com/office/drawing/2014/main" id="{36E952A6-B07A-482D-8225-C8C8DD8BF60E}"/>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4F549C2D-31F6-4030-AE28-CAF666F5463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 noProof="0"/>
              <a:t>Click to edit Master text styles</a:t>
            </a:r>
          </a:p>
          <a:p>
            <a:pPr lvl="1"/>
            <a:r>
              <a:rPr lang="en" noProof="0"/>
              <a:t>Second level</a:t>
            </a:r>
          </a:p>
          <a:p>
            <a:pPr lvl="2"/>
            <a:r>
              <a:rPr lang="en" noProof="0"/>
              <a:t>Third level</a:t>
            </a:r>
          </a:p>
          <a:p>
            <a:pPr lvl="3"/>
            <a:r>
              <a:rPr lang="en" noProof="0"/>
              <a:t>Fourth level</a:t>
            </a:r>
          </a:p>
          <a:p>
            <a:pPr lvl="4"/>
            <a:r>
              <a:rPr lang="en" noProof="0"/>
              <a:t>Fifth level</a:t>
            </a:r>
          </a:p>
        </p:txBody>
      </p:sp>
      <p:sp>
        <p:nvSpPr>
          <p:cNvPr id="6" name="Footer Placeholder 5">
            <a:extLst>
              <a:ext uri="{FF2B5EF4-FFF2-40B4-BE49-F238E27FC236}">
                <a16:creationId xmlns:a16="http://schemas.microsoft.com/office/drawing/2014/main" id="{5660B162-01AE-4DC0-A867-AC6CB9492D4E}"/>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88E2C3FD-37D0-4023-9ECA-BA70B3E13831}"/>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1C84B2E-CD01-4231-A65F-68AEE333339C}" type="slidenum">
              <a:rPr lang="en-US" altLang="vi-VN"/>
              <a:pPr>
                <a:defRPr/>
              </a:pPr>
              <a:t>‹#›</a:t>
            </a:fld>
            <a:endParaRPr lang="en-US" altLang="vi-V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pPr>
              <a:defRPr/>
            </a:pPr>
            <a:fld id="{81C84B2E-CD01-4231-A65F-68AEE333339C}" type="slidenum">
              <a:rPr lang="en-US" altLang="vi-VN" smtClean="0"/>
              <a:pPr>
                <a:defRPr/>
              </a:pPr>
              <a:t>1</a:t>
            </a:fld>
            <a:endParaRPr lang="en-US" altLang="vi-VN"/>
          </a:p>
        </p:txBody>
      </p:sp>
    </p:spTree>
    <p:extLst>
      <p:ext uri="{BB962C8B-B14F-4D97-AF65-F5344CB8AC3E}">
        <p14:creationId xmlns:p14="http://schemas.microsoft.com/office/powerpoint/2010/main" val="4082794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a:solidFill>
                  <a:schemeClr val="tx1"/>
                </a:solidFill>
                <a:effectLst/>
                <a:latin typeface="+mn-lt"/>
                <a:ea typeface="+mn-ea"/>
                <a:cs typeface="+mn-cs"/>
              </a:rPr>
              <a:t>Nội dung chính</a:t>
            </a:r>
          </a:p>
          <a:p>
            <a:r>
              <a:rPr lang="en-US" sz="1200" b="0"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Nhãn thời gian</a:t>
            </a:r>
            <a:r>
              <a:rPr lang="en-US"/>
              <a:t> </a:t>
            </a:r>
            <a:endParaRPr lang="en-US" sz="1200" b="0" kern="1200">
              <a:solidFill>
                <a:schemeClr val="tx1"/>
              </a:solidFill>
              <a:effectLst/>
              <a:latin typeface="+mn-lt"/>
              <a:ea typeface="+mn-ea"/>
              <a:cs typeface="+mn-cs"/>
            </a:endParaRPr>
          </a:p>
          <a:p>
            <a:r>
              <a:rPr lang="en-US" sz="1200" b="0"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Làm sạch dữ liệu - Khử nhiễu và làm mịn</a:t>
            </a:r>
            <a:r>
              <a:rPr lang="en-US"/>
              <a:t> - </a:t>
            </a:r>
            <a:r>
              <a:rPr lang="vi-VN" sz="1200" b="0" i="0" kern="1200">
                <a:solidFill>
                  <a:schemeClr val="tx1"/>
                </a:solidFill>
                <a:effectLst/>
                <a:latin typeface="+mn-lt"/>
                <a:ea typeface="+mn-ea"/>
                <a:cs typeface="+mn-cs"/>
              </a:rPr>
              <a:t>Tăng cường</a:t>
            </a:r>
            <a:r>
              <a:rPr lang="vi-VN"/>
              <a:t> </a:t>
            </a:r>
            <a:r>
              <a:rPr lang="en-US" sz="1200" b="0" kern="1200">
                <a:solidFill>
                  <a:schemeClr val="tx1"/>
                </a:solidFill>
                <a:effectLst/>
                <a:latin typeface="+mn-lt"/>
                <a:ea typeface="+mn-ea"/>
                <a:cs typeface="+mn-cs"/>
              </a:rPr>
              <a:t> </a:t>
            </a:r>
          </a:p>
          <a:p>
            <a:r>
              <a:rPr lang="en-US" sz="1200" b="0"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Mô phỏng dữ liệu chuỗi thời gian</a:t>
            </a:r>
            <a:r>
              <a:rPr lang="en-US"/>
              <a:t> </a:t>
            </a:r>
            <a:br>
              <a:rPr lang="en-US"/>
            </a:br>
            <a:r>
              <a:rPr lang="en-US" sz="1200" b="0" kern="1200">
                <a:solidFill>
                  <a:schemeClr val="tx1"/>
                </a:solidFill>
                <a:effectLst/>
                <a:latin typeface="+mn-lt"/>
                <a:ea typeface="+mn-ea"/>
                <a:cs typeface="+mn-cs"/>
              </a:rPr>
              <a:t>🔷 </a:t>
            </a:r>
            <a:r>
              <a:rPr lang="vi-VN" sz="1200" b="0" i="0" kern="1200">
                <a:solidFill>
                  <a:schemeClr val="tx1"/>
                </a:solidFill>
                <a:effectLst/>
                <a:latin typeface="+mn-lt"/>
                <a:ea typeface="+mn-ea"/>
                <a:cs typeface="+mn-cs"/>
              </a:rPr>
              <a:t>Lưu trữ dữ liệu chuỗi thời gian</a:t>
            </a:r>
            <a:r>
              <a:rPr lang="vi-VN"/>
              <a:t> </a:t>
            </a:r>
            <a:br>
              <a:rPr lang="vi-VN"/>
            </a:br>
            <a:r>
              <a:rPr lang="en-US" sz="1200" b="0" kern="1200">
                <a:solidFill>
                  <a:schemeClr val="tx1"/>
                </a:solidFill>
                <a:effectLst/>
                <a:latin typeface="+mn-lt"/>
                <a:ea typeface="+mn-ea"/>
                <a:cs typeface="+mn-cs"/>
              </a:rPr>
              <a:t>🔷 </a:t>
            </a:r>
            <a:r>
              <a:rPr lang="en-US" sz="1200" b="0" i="0" kern="1200">
                <a:solidFill>
                  <a:schemeClr val="tx1"/>
                </a:solidFill>
                <a:effectLst/>
                <a:latin typeface="+mn-lt"/>
                <a:ea typeface="+mn-ea"/>
                <a:cs typeface="+mn-cs"/>
              </a:rPr>
              <a:t>Trực quan hóa dữ liệu chuỗi thời gian</a:t>
            </a:r>
            <a:r>
              <a:rPr lang="en-US"/>
              <a:t> </a:t>
            </a:r>
            <a:br>
              <a:rPr lang="en-US"/>
            </a:br>
            <a:endParaRPr lang="en-US" sz="1200" b="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pPr>
              <a:defRPr/>
            </a:pPr>
            <a:fld id="{81C84B2E-CD01-4231-A65F-68AEE333339C}" type="slidenum">
              <a:rPr lang="en-US" altLang="vi-VN" smtClean="0"/>
              <a:pPr>
                <a:defRPr/>
              </a:pPr>
              <a:t>2</a:t>
            </a:fld>
            <a:endParaRPr lang="en-US" altLang="vi-VN"/>
          </a:p>
        </p:txBody>
      </p:sp>
    </p:spTree>
    <p:extLst>
      <p:ext uri="{BB962C8B-B14F-4D97-AF65-F5344CB8AC3E}">
        <p14:creationId xmlns:p14="http://schemas.microsoft.com/office/powerpoint/2010/main" val="10106084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013AF-33E0-FEB5-CE31-6EB3F5DB9C0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F74C328-6569-8EEE-C2E7-702BE7703EE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186CEFC-05FF-43EB-DA62-997CE6F1FC1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b="1" kern="1200">
                <a:solidFill>
                  <a:schemeClr val="tx1"/>
                </a:solidFill>
                <a:effectLst/>
                <a:latin typeface="+mn-lt"/>
                <a:ea typeface="+mn-ea"/>
                <a:cs typeface="+mn-cs"/>
              </a:rPr>
              <a:t>Mục tiêu của phần này</a:t>
            </a:r>
          </a:p>
          <a:p>
            <a:r>
              <a:rPr lang="en-US" sz="1200" kern="1200">
                <a:solidFill>
                  <a:schemeClr val="tx1"/>
                </a:solidFill>
                <a:effectLst/>
                <a:latin typeface="+mn-lt"/>
                <a:ea typeface="+mn-ea"/>
                <a:cs typeface="+mn-cs"/>
              </a:rPr>
              <a:t>Hiểu khái niệm </a:t>
            </a:r>
            <a:r>
              <a:rPr lang="en-US" sz="1200" b="1" kern="1200">
                <a:solidFill>
                  <a:schemeClr val="tx1"/>
                </a:solidFill>
                <a:effectLst/>
                <a:latin typeface="+mn-lt"/>
                <a:ea typeface="+mn-ea"/>
                <a:cs typeface="+mn-cs"/>
              </a:rPr>
              <a:t>nhãn thời gian (timestamp)</a:t>
            </a:r>
            <a:endParaRPr lang="en-US" sz="1200" kern="1200">
              <a:solidFill>
                <a:schemeClr val="tx1"/>
              </a:solidFill>
              <a:effectLst/>
              <a:latin typeface="+mn-lt"/>
              <a:ea typeface="+mn-ea"/>
              <a:cs typeface="+mn-cs"/>
            </a:endParaRPr>
          </a:p>
          <a:p>
            <a:pPr lvl="0"/>
            <a:r>
              <a:rPr lang="en-US" sz="1200" kern="1200">
                <a:solidFill>
                  <a:schemeClr val="tx1"/>
                </a:solidFill>
                <a:effectLst/>
                <a:latin typeface="+mn-lt"/>
                <a:ea typeface="+mn-ea"/>
                <a:cs typeface="+mn-cs"/>
              </a:rPr>
              <a:t>Tại sao nhãn thời gian quan trọng</a:t>
            </a:r>
          </a:p>
          <a:p>
            <a:pPr lvl="0"/>
            <a:r>
              <a:rPr lang="en-US" sz="1200" kern="1200">
                <a:solidFill>
                  <a:schemeClr val="tx1"/>
                </a:solidFill>
                <a:effectLst/>
                <a:latin typeface="+mn-lt"/>
                <a:ea typeface="+mn-ea"/>
                <a:cs typeface="+mn-cs"/>
              </a:rPr>
              <a:t>Các dạng nhãn thời gian</a:t>
            </a:r>
          </a:p>
          <a:p>
            <a:r>
              <a:rPr lang="en-US" sz="1200" kern="1200">
                <a:solidFill>
                  <a:schemeClr val="tx1"/>
                </a:solidFill>
                <a:effectLst/>
                <a:latin typeface="+mn-lt"/>
                <a:ea typeface="+mn-ea"/>
                <a:cs typeface="+mn-cs"/>
              </a:rPr>
              <a:t>Một số lưu ý khi xử lý</a:t>
            </a:r>
          </a:p>
        </p:txBody>
      </p:sp>
    </p:spTree>
    <p:extLst>
      <p:ext uri="{BB962C8B-B14F-4D97-AF65-F5344CB8AC3E}">
        <p14:creationId xmlns:p14="http://schemas.microsoft.com/office/powerpoint/2010/main" val="21727332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0B94-A10D-FE15-5943-057CEE5CEBA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0E8C96C-7F50-4DA4-8976-AB0FEAD76DC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2FBB32C-FD9A-19BC-D3AE-2E18C29B2C5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0051792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1D83F-3BE9-995A-B2E2-FA4AF24B965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7E80A16-CFD7-179E-8F59-F9469DAEA7F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209C8A8-5BEA-C19F-0BE2-F4478B7EF47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1835397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247DE-BC91-70C5-CBAE-2AE8C043678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C84D173-6877-7A3A-588E-D7C56897C43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C3A159C-0340-BDA7-CB70-ABBD6A745FB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6674178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64735-F963-C44A-9F59-70527FB55DDF}"/>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0753E38-88D3-E730-2D36-727C0D37C5B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C0CDECA-7DB7-3065-0DC7-B06A58D380C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a:latin typeface="Times New Roman" panose="02020603050405020304" pitchFamily="18" charset="0"/>
                <a:cs typeface="Times New Roman" panose="02020603050405020304" pitchFamily="18" charset="0"/>
              </a:rPr>
              <a:t>Cần thận trọng với độ phân giải của nhãn thời gian nhận được, dựa trên kiến ​​thức chuyên môn về dữ liệu đang được quan sát và cũng dựa trên các chi tiết có thể xác định liên quan đến cách dữ liệu được thu thập.</a:t>
            </a: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8539890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0690E-D9A4-E0F7-026C-448A89FF01FF}"/>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6EDA595-56B3-A7DD-FF4C-21EA03A4472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9611A87-8988-B6B4-BC65-7123A217D58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kern="1200">
                <a:solidFill>
                  <a:schemeClr val="tx1"/>
                </a:solidFill>
                <a:effectLst/>
                <a:latin typeface="+mn-lt"/>
                <a:ea typeface="+mn-ea"/>
                <a:cs typeface="+mn-cs"/>
              </a:rPr>
              <a:t>Ví dụ, hãy tưởng tượng bạn đang xem dữ liệu bán hàng hàng ngày, nhưng bạn biết rằng trong nhiều trường hợp, các nhà quản lý đợi đến cuối tuần mới báo cáo số liệu, ước tính số liệu hàng ngày gần đúng thay vì ghi lại chúng mỗi ngày. Sai số đo lường có thể rất lớn do các vấn đề về ghi nhớ và thiên kiến ​​nhận thức bẩm sinh. </a:t>
            </a:r>
          </a:p>
        </p:txBody>
      </p:sp>
    </p:spTree>
    <p:extLst>
      <p:ext uri="{BB962C8B-B14F-4D97-AF65-F5344CB8AC3E}">
        <p14:creationId xmlns:p14="http://schemas.microsoft.com/office/powerpoint/2010/main" val="1710680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D02CB-D680-F0CB-850E-7D39708647D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C381153-A4F8-2DE6-0866-DDBE1D8FA0D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8A94C42-0878-4DA3-7233-3D93052E457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kern="1200">
                <a:solidFill>
                  <a:schemeClr val="tx1"/>
                </a:solidFill>
                <a:effectLst/>
                <a:latin typeface="+mn-lt"/>
                <a:ea typeface="+mn-ea"/>
                <a:cs typeface="+mn-cs"/>
              </a:rPr>
              <a:t>Bạn có thể cân nhắc thay đổi độ phân giải dữ liệu bán hàng từ hàng ngày sang hàng tuần để giảm hoặc lấy trung bình sai số hệ thống này. Nếu không, bạn nên xây dựng một mô hình có tính đến khả năng xảy ra sai số do thiên vị giữa các ngày khác nhau trong tuần. Ví dụ, có thể các nhà quản lý đã đánh giá quá cao hiệu suất làm việc vào thứ Hai một cách có hệ thống khi họ báo cáo số liệu vào thứ Sáu.</a:t>
            </a:r>
          </a:p>
        </p:txBody>
      </p:sp>
    </p:spTree>
    <p:extLst>
      <p:ext uri="{BB962C8B-B14F-4D97-AF65-F5344CB8AC3E}">
        <p14:creationId xmlns:p14="http://schemas.microsoft.com/office/powerpoint/2010/main" val="40007550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BC937A-BDDA-4FA6-0643-A86C87D4ADA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C5CB76F-AF2D-EEA9-FC3F-403DE146ECC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B119607-2F57-029E-FD38-E0461FED61C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6391399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158251-AF67-9B97-AC37-798E0C037DD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E157147-BF2E-9437-F34A-F4656922C75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D69E7C9-B13D-1F20-5486-74631F62C45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3339701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9415F-C842-FB82-DACE-FDD910C27E1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F0AB50A-45D4-4183-F2EF-A0351AED3F4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EAE41AC-3A70-A707-401D-5ACDE4A6996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b="1" kern="1200" dirty="0">
                <a:solidFill>
                  <a:schemeClr val="tx1"/>
                </a:solidFill>
                <a:effectLst/>
                <a:latin typeface="+mn-lt"/>
                <a:ea typeface="+mn-ea"/>
                <a:cs typeface="+mn-cs"/>
              </a:rPr>
              <a:t>Mục </a:t>
            </a:r>
            <a:r>
              <a:rPr lang="en-US" sz="1200" b="1" kern="1200" dirty="0" err="1">
                <a:solidFill>
                  <a:schemeClr val="tx1"/>
                </a:solidFill>
                <a:effectLst/>
                <a:latin typeface="+mn-lt"/>
                <a:ea typeface="+mn-ea"/>
                <a:cs typeface="+mn-cs"/>
              </a:rPr>
              <a:t>tiêu</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của</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phần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này</a:t>
            </a:r>
            <a:endParaRPr lang="en-US" sz="1200" b="1" kern="1200" dirty="0">
              <a:solidFill>
                <a:schemeClr val="tx1"/>
              </a:solidFill>
              <a:effectLst/>
              <a:latin typeface="+mn-lt"/>
              <a:ea typeface="+mn-ea"/>
              <a:cs typeface="+mn-cs"/>
            </a:endParaRPr>
          </a:p>
          <a:p>
            <a:pPr lvl="0"/>
            <a:r>
              <a:rPr lang="en-US" sz="1200" kern="1200" dirty="0" err="1">
                <a:solidFill>
                  <a:schemeClr val="tx1"/>
                </a:solidFill>
                <a:effectLst/>
                <a:latin typeface="+mn-lt"/>
                <a:ea typeface="+mn-ea"/>
                <a:cs typeface="+mn-cs"/>
              </a:rPr>
              <a:t>Hiểu</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khái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niệm</a:t>
            </a:r>
            <a:r>
              <a:rPr lang="en-US" sz="1200" kern="1200" dirty="0">
                <a:solidFill>
                  <a:schemeClr val="tx1"/>
                </a:solidFill>
                <a:effectLst/>
                <a:latin typeface="+mn-lt"/>
                <a:ea typeface="+mn-ea"/>
                <a:cs typeface="+mn-cs"/>
              </a:rPr>
              <a:t> &amp; </a:t>
            </a:r>
            <a:r>
              <a:rPr lang="en-US" sz="1200" kern="1200" dirty="0" err="1">
                <a:solidFill>
                  <a:schemeClr val="tx1"/>
                </a:solidFill>
                <a:effectLst/>
                <a:latin typeface="+mn-lt"/>
                <a:ea typeface="+mn-ea"/>
                <a:cs typeface="+mn-cs"/>
              </a:rPr>
              <a:t>tầm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quan</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trọng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của</a:t>
            </a:r>
            <a:r>
              <a:rPr lang="en-US" sz="1200" kern="1200" dirty="0">
                <a:solidFill>
                  <a:schemeClr val="tx1"/>
                </a:solidFill>
                <a:effectLst/>
                <a:latin typeface="+mn-lt"/>
                <a:ea typeface="+mn-ea"/>
                <a:cs typeface="+mn-cs"/>
              </a:rPr>
              <a:t>:</a:t>
            </a:r>
          </a:p>
          <a:p>
            <a:pPr lvl="1"/>
            <a:r>
              <a:rPr lang="en-US" sz="1200" kern="1200" dirty="0" err="1">
                <a:solidFill>
                  <a:schemeClr val="tx1"/>
                </a:solidFill>
                <a:effectLst/>
                <a:latin typeface="+mn-lt"/>
                <a:ea typeface="+mn-ea"/>
                <a:cs typeface="+mn-cs"/>
              </a:rPr>
              <a:t>Làm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sạch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endParaRPr lang="en-US" sz="1200" kern="1200" dirty="0">
              <a:solidFill>
                <a:schemeClr val="tx1"/>
              </a:solidFill>
              <a:effectLst/>
              <a:latin typeface="+mn-lt"/>
              <a:ea typeface="+mn-ea"/>
              <a:cs typeface="+mn-cs"/>
            </a:endParaRPr>
          </a:p>
          <a:p>
            <a:pPr lvl="1"/>
            <a:r>
              <a:rPr lang="en-US" sz="1200" kern="1200" dirty="0" err="1">
                <a:solidFill>
                  <a:schemeClr val="tx1"/>
                </a:solidFill>
                <a:effectLst/>
                <a:latin typeface="+mn-lt"/>
                <a:ea typeface="+mn-ea"/>
                <a:cs typeface="+mn-cs"/>
              </a:rPr>
              <a:t>Khử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nhiễu</a:t>
            </a:r>
            <a:r>
              <a:rPr lang="en-US" sz="1200" kern="1200" dirty="0">
                <a:solidFill>
                  <a:schemeClr val="tx1"/>
                </a:solidFill>
                <a:effectLst/>
                <a:latin typeface="+mn-lt"/>
                <a:ea typeface="+mn-ea"/>
                <a:cs typeface="+mn-cs"/>
              </a:rPr>
              <a:t> &amp; </a:t>
            </a:r>
            <a:r>
              <a:rPr lang="en-US" sz="1200" kern="1200" dirty="0" err="1">
                <a:solidFill>
                  <a:schemeClr val="tx1"/>
                </a:solidFill>
                <a:effectLst/>
                <a:latin typeface="+mn-lt"/>
                <a:ea typeface="+mn-ea"/>
                <a:cs typeface="+mn-cs"/>
              </a:rPr>
              <a:t>làm</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mịn</a:t>
            </a:r>
            <a:endParaRPr lang="en-US" sz="1200" kern="1200" dirty="0">
              <a:solidFill>
                <a:schemeClr val="tx1"/>
              </a:solidFill>
              <a:effectLst/>
              <a:latin typeface="+mn-lt"/>
              <a:ea typeface="+mn-ea"/>
              <a:cs typeface="+mn-cs"/>
            </a:endParaRPr>
          </a:p>
          <a:p>
            <a:pPr lvl="1"/>
            <a:r>
              <a:rPr lang="en-US" sz="1200" kern="1200" dirty="0" err="1">
                <a:solidFill>
                  <a:schemeClr val="tx1"/>
                </a:solidFill>
                <a:effectLst/>
                <a:latin typeface="+mn-lt"/>
                <a:ea typeface="+mn-ea"/>
                <a:cs typeface="+mn-cs"/>
              </a:rPr>
              <a:t>Tăng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cường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dữ</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liệu</a:t>
            </a:r>
            <a:endParaRPr lang="en-US" sz="1200" kern="1200" dirty="0">
              <a:solidFill>
                <a:schemeClr val="tx1"/>
              </a:solidFill>
              <a:effectLst/>
              <a:latin typeface="+mn-lt"/>
              <a:ea typeface="+mn-ea"/>
              <a:cs typeface="+mn-cs"/>
            </a:endParaRPr>
          </a:p>
          <a:p>
            <a:pPr lvl="0"/>
            <a:r>
              <a:rPr lang="en-US" sz="1200" kern="1200" dirty="0" err="1">
                <a:solidFill>
                  <a:schemeClr val="tx1"/>
                </a:solidFill>
                <a:effectLst/>
                <a:latin typeface="+mn-lt"/>
                <a:ea typeface="+mn-ea"/>
                <a:cs typeface="+mn-cs"/>
              </a:rPr>
              <a:t>Biết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một</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số</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phương</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pháp</a:t>
            </a:r>
            <a:r>
              <a:rPr lang="en-US" sz="1200" kern="1200" dirty="0">
                <a:solidFill>
                  <a:schemeClr val="tx1"/>
                </a:solidFill>
                <a:effectLst/>
                <a:latin typeface="+mn-lt"/>
                <a:ea typeface="+mn-ea"/>
                <a:cs typeface="+mn-cs"/>
              </a:rPr>
              <a:t> &amp; </a:t>
            </a:r>
            <a:r>
              <a:rPr lang="en-US" sz="1200" kern="1200" dirty="0" err="1">
                <a:solidFill>
                  <a:schemeClr val="tx1"/>
                </a:solidFill>
                <a:effectLst/>
                <a:latin typeface="+mn-lt"/>
                <a:ea typeface="+mn-ea"/>
                <a:cs typeface="+mn-cs"/>
              </a:rPr>
              <a:t>ví</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dụ</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minh</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hoạ</a:t>
            </a:r>
            <a:endParaRPr lang="en-US" sz="1200" kern="1200" dirty="0">
              <a:solidFill>
                <a:schemeClr val="tx1"/>
              </a:solidFill>
              <a:effectLst/>
              <a:latin typeface="+mn-lt"/>
              <a:ea typeface="+mn-ea"/>
              <a:cs typeface="+mn-cs"/>
            </a:endParaRPr>
          </a:p>
        </p:txBody>
      </p:sp>
    </p:spTree>
    <p:extLst>
      <p:ext uri="{BB962C8B-B14F-4D97-AF65-F5344CB8AC3E}">
        <p14:creationId xmlns:p14="http://schemas.microsoft.com/office/powerpoint/2010/main" val="7830050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02DE54-38A3-16AD-A5E8-AF5EE125284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2F1ED6E-1BA8-32E7-E571-EA58D312D8C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AAE633F-D5C1-C4E1-17C3-4AE2F9E043B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lvl="0"/>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5791374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C4080-AD83-9DA9-9D4E-0F12831AF90F}"/>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10AD7B3-D198-AB68-E953-09D5875E630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A13F24A-ADFA-EFA6-4EA2-A36A6FA25D5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8765119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83B3A-10FA-3FED-F12A-A7B35750F2D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2822150-A0F1-9C4F-A46C-2C01D4C75D9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E9DA8F56-BAC2-E6FE-D2B2-2E0BF03975E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vi-VN" sz="1200" kern="1200">
                <a:solidFill>
                  <a:schemeClr val="tx1"/>
                </a:solidFill>
                <a:effectLst/>
                <a:latin typeface="+mn-lt"/>
                <a:ea typeface="+mn-ea"/>
                <a:cs typeface="+mn-cs"/>
              </a:rPr>
              <a:t>Trong phần này, chúng ta sẽ giải quyết các vấn đề phổ biến sau đây trong các tập dữ liệu chuỗi thời gian:</a:t>
            </a: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9737648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92784-FD79-7840-A5D2-02AE7FBFE64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CB226B5-9C61-7297-55EB-8A626996164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8229763-6621-CC58-B766-C9D2AA66E32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0034367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4B732-B452-5E34-5C0D-CBC6B89AF2C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E34BF75-15BA-E1CB-C2EA-6EAF551E108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E928ED3-0E52-6E00-B241-45D7A5D4846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kern="1200">
                <a:solidFill>
                  <a:schemeClr val="tx1"/>
                </a:solidFill>
                <a:effectLst/>
                <a:latin typeface="+mn-lt"/>
                <a:ea typeface="+mn-ea"/>
                <a:cs typeface="+mn-cs"/>
              </a:rPr>
              <a:t>Dữ liệu bị thiếu là một tình trạng khá phổ biến. Ví dụ, </a:t>
            </a:r>
          </a:p>
        </p:txBody>
      </p:sp>
    </p:spTree>
    <p:extLst>
      <p:ext uri="{BB962C8B-B14F-4D97-AF65-F5344CB8AC3E}">
        <p14:creationId xmlns:p14="http://schemas.microsoft.com/office/powerpoint/2010/main" val="33945559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226D0-EF2C-7DD0-AFA9-9AA693BC3DE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6F0EE4B-ECBB-0AE2-19F0-82AE6ED32CA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F519E17-D7C1-896F-E1A3-0772A2E0449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lvl="0" indent="0">
              <a:buFont typeface="Arial" panose="020B0604020202020204" pitchFamily="34" charset="0"/>
              <a:buNone/>
            </a:pPr>
            <a:r>
              <a:rPr lang="en-US" sz="2800">
                <a:latin typeface="Times New Roman" panose="02020603050405020304" pitchFamily="18" charset="0"/>
                <a:cs typeface="Times New Roman" panose="02020603050405020304" pitchFamily="18" charset="0"/>
              </a:rPr>
              <a:t>C</a:t>
            </a:r>
            <a:r>
              <a:rPr lang="vi-VN" sz="2800">
                <a:latin typeface="Times New Roman" panose="02020603050405020304" pitchFamily="18" charset="0"/>
                <a:cs typeface="Times New Roman" panose="02020603050405020304" pitchFamily="18" charset="0"/>
              </a:rPr>
              <a:t>ác phương pháp đã được phát triển để xử lý các lỗ hổng trong dữ liệu được ghi lại.</a:t>
            </a: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99142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27BCC-F5BD-94ED-4307-9C5B7EF8D38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DA322FA-1C66-26F4-E2A6-3A91FC382E9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0998813-BCDC-AD24-553C-F6EB0E25849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lvl="0" indent="0">
              <a:buFont typeface="Arial" panose="020B0604020202020204" pitchFamily="34" charset="0"/>
              <a:buNone/>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50235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9BE16-1805-822D-6F4F-3AF50C0F11D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30E14E4-7181-EBF4-326E-C2CC66EF53C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EE46185-262D-D9BC-356A-2381EAB47E3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lvl="0" indent="0">
              <a:buFont typeface="Arial" panose="020B0604020202020204" pitchFamily="34" charset="0"/>
              <a:buNone/>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320785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6BFE4D-D212-6476-B26B-81B8F926142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1B44308-504D-4C0D-AB91-ECEF8247C3E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8205DB5-A40C-6B80-7609-A391AEC61A8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lvl="0" indent="0">
              <a:buFont typeface="Arial" panose="020B0604020202020204" pitchFamily="34" charset="0"/>
              <a:buNone/>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016821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6C304-73EE-13F2-DEC6-334269EF6AB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10E9C3F-5A34-5923-E8F1-8D37138459D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E3FA00F-B3A0-1041-ED9C-8403C745453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lvl="0" indent="0">
              <a:buFont typeface="Arial" panose="020B0604020202020204" pitchFamily="34" charset="0"/>
              <a:buNone/>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12034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E14A3-5150-9AB0-1E82-A259F8888A0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992F241C-9DE4-858C-B7DB-0CFF25061CA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54E28F28-198F-7E95-4EC3-CC3F707EC3C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lvl="0" indent="0">
              <a:buFont typeface="Arial" panose="020B0604020202020204" pitchFamily="34" charset="0"/>
              <a:buNone/>
            </a:pPr>
            <a:r>
              <a:rPr lang="vi-VN" sz="2800">
                <a:latin typeface="Times New Roman" panose="02020603050405020304" pitchFamily="18" charset="0"/>
                <a:cs typeface="Times New Roman" panose="02020603050405020304" pitchFamily="18" charset="0"/>
              </a:rPr>
              <a:t>Chuỗi thời gian ban đầu được biểu diễn bằng đường nét liền và chuỗi thời gianvới các giá trị được điền tiếp cho các điểm bị thiếu ngẫu nhiên được biểu diễn bằng đường nét đứt. Các giá trị được điền tiếp được đánh dấu bằng các hình tam giác hướng xuống dưới.</a:t>
            </a: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727172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D626A-E937-FC60-6409-E49B4103BB4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A1187CA-23AF-9E46-98FE-A254B47E452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7B0C738-90F9-EB9A-B7CB-C6798917156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lvl="0" indent="0">
              <a:buFont typeface="Arial" panose="020B0604020202020204" pitchFamily="34" charset="0"/>
              <a:buNone/>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147733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C3E04-B1D5-C415-8FE1-1A692DBF6EDF}"/>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A5233CE-DD0A-D4B7-9C23-145CEA4BAC6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3CE2960-4B45-93CD-A50F-775576603DD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lvl="0" indent="0">
              <a:buFont typeface="Arial" panose="020B0604020202020204" pitchFamily="34" charset="0"/>
              <a:buNone/>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59955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716095-9C72-A8D8-83C0-674ABAEA120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CF230A7-AAA9-A2AC-809C-ABC5E51F3AE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31280A4-3164-E8E2-CEF7-5537162E668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pPr marL="0" lvl="0" indent="0">
              <a:buFont typeface="Arial" panose="020B0604020202020204" pitchFamily="34" charset="0"/>
              <a:buNone/>
            </a:pPr>
            <a:r>
              <a:rPr lang="vi-VN" sz="2800">
                <a:latin typeface="Times New Roman" panose="02020603050405020304" pitchFamily="18" charset="0"/>
                <a:cs typeface="Times New Roman" panose="02020603050405020304" pitchFamily="18" charset="0"/>
              </a:rPr>
              <a:t>Ví dụ: nếu dữ liệu bị nhiễu và bạn có lý do để nghi ngờ giá trị của bất kỳ điểm dữ liệu riêng lẻ nào so với giá trị trung bình tổng thể, bạn nên sử dụng trung bình động thay vì điền trước. Phương pháp điền trước có thể bao gồm nhiễu ngẫu nhiên nhiều hơn số liệu "thực" mà bạn quan tâm, trong khi tính trung bình có thể loại bỏ một số nhiễu này.</a:t>
            </a: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801601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60D61-C972-94F6-4CD8-316B9985099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89941AAA-C4CC-6EFD-64C5-9476B66EB74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F3E5DF2-D174-FA70-2C67-095D002B44B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pPr marL="0" lvl="0" indent="0">
              <a:buFont typeface="Arial" panose="020B0604020202020204" pitchFamily="34" charset="0"/>
              <a:buNone/>
            </a:pPr>
            <a:r>
              <a:rPr lang="vi-VN" sz="2800">
                <a:latin typeface="Times New Roman" panose="02020603050405020304" pitchFamily="18" charset="0"/>
                <a:cs typeface="Times New Roman" panose="02020603050405020304" pitchFamily="18" charset="0"/>
              </a:rPr>
              <a:t>Ví dụ: nếu dữ liệu bị nhiễu và bạn có lý do để nghi ngờ giá trị của bất kỳ điểm dữ liệu riêng lẻ nào so với giá trị trung bình tổng thể, bạn nên sử dụng trung bình động thay vì điền trước. Phương pháp điền trước có thể bao gồm nhiễu ngẫu nhiên nhiều hơn số liệu "thực" mà bạn quan tâm, trong khi tính trung bình có thể loại bỏ một số nhiễu này.</a:t>
            </a: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686847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B0E9F-D74A-1144-09C5-18CD04C968D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83EADE1-3A15-2BBD-0102-74BB4C734E7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A54B481-39B4-145E-1A28-FB0B0F510EF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lvl="0" indent="0">
              <a:buFont typeface="Arial" panose="020B0604020202020204" pitchFamily="34" charset="0"/>
              <a:buNone/>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96825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3E77A-D8B8-1999-7DBD-47EDB4D436F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5041165-5209-DA36-8145-55477A62848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EEC10F8-2B14-0450-5BCE-80476BE4C7D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lnSpcReduction="10000"/>
          </a:bodyPr>
          <a:lstStyle/>
          <a:p>
            <a:pPr marL="0" lvl="0" indent="0">
              <a:buFont typeface="Arial" panose="020B0604020202020204" pitchFamily="34" charset="0"/>
              <a:buNone/>
            </a:pPr>
            <a:r>
              <a:rPr lang="vi-VN" sz="2800">
                <a:latin typeface="Times New Roman" panose="02020603050405020304" pitchFamily="18" charset="0"/>
                <a:cs typeface="Times New Roman" panose="02020603050405020304" pitchFamily="18" charset="0"/>
              </a:rPr>
              <a:t>Đường chấm chấm thể hiện phép quy ước trung bình động không có phép nhìn trước,trong khi đường nét đứt thể hiện phép quy ước trung bình động có phép nhìn trước. Tương tự, các hình vuông thể hiện các điểm quy ước không có phép nhìn trước, trong khi các hình tam giác ngược thể hiện đường trung bình động có phép nhìn trước.</a:t>
            </a: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21077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FA4CB-0F06-F52E-1D8D-B8E68872BB3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3A38ABE-A60E-5116-BF31-8D68EC1A44B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A823193-C225-5D98-89CE-4FFF0770C69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lvl="0" indent="0">
              <a:buFont typeface="Arial" panose="020B0604020202020204" pitchFamily="34" charset="0"/>
              <a:buNone/>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42336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374B5-C233-CDBE-B8DC-9A6AB96D24AF}"/>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8535E14-65DB-E430-254E-14DA4F81280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92377A2-1C20-F970-8ECE-A11E9C8A71F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lvl="0" indent="0">
              <a:buFont typeface="Arial" panose="020B0604020202020204" pitchFamily="34" charset="0"/>
              <a:buNone/>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4730967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A96BE4-0364-9043-FDCB-8C1D0F16636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8FEC1EF-5E9A-4D77-04E1-92784B68D88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1B46495-C8E7-145A-1A1B-1C47E83B312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lvl="0" indent="0">
              <a:buFont typeface="Arial" panose="020B0604020202020204" pitchFamily="34" charset="0"/>
              <a:buNone/>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936367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50410-A61A-26BF-007C-AF29EAE4350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6845010-C9C4-EBB2-7F11-4D9FE30A30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25481E8-56B1-401B-192C-1EC939B6935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lvl="0" indent="0">
              <a:buFont typeface="Arial" panose="020B0604020202020204" pitchFamily="34" charset="0"/>
              <a:buNone/>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37186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481527-A4B6-4E95-7DE2-D29587AE4BE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20D7944-4C08-6872-FE53-EB1A99BD766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A73FAA9-EE81-3C3A-1BFD-8A7844269E0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lvl="0" indent="0">
              <a:buFont typeface="Arial" panose="020B0604020202020204" pitchFamily="34" charset="0"/>
              <a:buNone/>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9973534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CFD3C-33DB-2F2C-0211-41128ED3F99E}"/>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01B91FA-6EA9-1FE5-6E77-D0771DB3D47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C8FC9D5-7624-AACF-EF26-E83D85FEA2F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lvl="0" indent="0">
              <a:buFont typeface="Arial" panose="020B0604020202020204" pitchFamily="34" charset="0"/>
              <a:buNone/>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01253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0AAAA8-6BE9-0CAF-94DE-45B8C6A7436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478C03C-8DC0-C675-9710-95B15BC39FD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BA7DD6D-2154-1C31-B342-D226B75068D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lvl="0" indent="0">
              <a:buFont typeface="Arial" panose="020B0604020202020204" pitchFamily="34" charset="0"/>
              <a:buNone/>
            </a:pPr>
            <a:r>
              <a:rPr lang="vi-VN" sz="2800">
                <a:latin typeface="Times New Roman" panose="02020603050405020304" pitchFamily="18" charset="0"/>
                <a:cs typeface="Times New Roman" panose="02020603050405020304" pitchFamily="18" charset="0"/>
              </a:rPr>
              <a:t>Đường nét đứt thể hiện phép nội suy tuyến tính trong khi đường nét chấm thể hiện phép nội suy spline.</a:t>
            </a: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17958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2147E-35C1-38DF-6D35-E0D06D8C088E}"/>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52836A0-9769-CFD8-8883-5AE04B5A4BE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9F5EF70-AD61-FAE6-2002-31DD644C276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lvl="0" indent="0">
              <a:buFont typeface="Arial" panose="020B0604020202020204" pitchFamily="34" charset="0"/>
              <a:buNone/>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30045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D47AD-673F-E239-920D-2DA0F4234F1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185B2B6-33E4-5BC8-B618-C00F4839073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714ED45-B92E-D1FB-5CA8-896C3FFDB87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lvl="0" indent="0">
              <a:buFont typeface="Arial" panose="020B0604020202020204" pitchFamily="34" charset="0"/>
              <a:buNone/>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63844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07598-34B2-F957-32F7-1128E4B6756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80A82945-1FA4-501B-6E2F-8A559A32B79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9E04CE9-8AB7-826D-AC9B-26C2380AD4F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lvl="0" indent="0">
              <a:buFont typeface="Arial" panose="020B0604020202020204" pitchFamily="34" charset="0"/>
              <a:buNone/>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72811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A5DFE-A547-85CF-3370-65A2883E46D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9F9D02AD-7F60-906F-56E3-8E397263B4F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E2D196C-B074-71E3-C43E-AFFF03CA62E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marL="0" lvl="0" indent="0">
              <a:buFont typeface="Arial" panose="020B0604020202020204" pitchFamily="34" charset="0"/>
              <a:buNone/>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049214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80881-255A-8376-7DEB-E1F40C94ED6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759A190-1C44-FA7A-233B-AB9A875FA98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D6B0F4A-E348-B089-6B98-6DF5E8C0631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68146216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233D6-8D83-A9CD-CB28-E6E556D41CF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F3F9181-6C1B-7325-6799-8CC5E524F16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8C280F3-086F-715D-CD46-C125B47E372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55694513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2C949-020E-8709-3D75-C679A6FB7FB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A938C83-F67A-9DB6-E812-BDAB92006E9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D7EA293-1E20-750C-1087-71FD4173593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01195672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0D953-E929-4195-124B-05EE3B4DF9F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09E41AE-2252-79E7-EA76-244B687A7DC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AAB6BAA-9F9D-2084-1EE1-8646949A7A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0107581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11CF2-D4B7-7504-C7F0-E9BBCF12812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5EF3D46-BB6C-CA32-E87B-2B3ABB63CED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5FDC6DF-200F-8E53-297A-33E144508AF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9798939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11B52-4605-33B3-045B-9184C4D4424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C8DABC9-506C-DBA9-9AF3-5340D731391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592A0A6-08A5-F28C-D372-B1AA7734869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69558483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668BA-DD2C-853A-0FE8-E3B33F5D07F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886E4291-F29A-1FD3-BC58-631E1B5DE76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BDDDFE1-2350-4106-B8B3-4DDF24299DB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59159073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477DA-E383-1FAD-7EB0-E8B3F18B7CEB}"/>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B4BF848-1139-3A7F-4AC6-690575DFBA3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031EBCD-1599-668A-C0F4-F565E1B161B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60146091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4B14E-D53A-F644-3011-94D8592DD41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8DCA190E-C8A4-952A-EC38-3DB64DA0981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4B237CD-0DBF-95C1-CEDD-5971998EB58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18670702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5FB41-81AE-B9D6-D1FE-C2F842B494E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2EE65B4-C902-4433-DE98-FD803484F8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E0FC420-334E-4044-C551-4D33E3DCFD9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2187948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737D8F-BA50-1B57-1ACA-468612C6B69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D52F04E-29DF-44C5-13B4-0C631843115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44405A3-E3BB-1549-44A9-6443D18CB17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42564445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C9A8D-3077-AB11-91DA-8FF7864E242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391E936-1953-DE20-EDB0-5BF118C073F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501510A2-EB68-902C-BF54-F45305D2E66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vi-VN" sz="1200" kern="1200">
                <a:solidFill>
                  <a:schemeClr val="tx1"/>
                </a:solidFill>
                <a:effectLst/>
                <a:latin typeface="+mn-lt"/>
                <a:ea typeface="+mn-ea"/>
                <a:cs typeface="+mn-cs"/>
              </a:rPr>
              <a:t>Giá trị trung bình và phương sai tăng dần của dữ liệu có thể thấy rõ qua biểu đồ </a:t>
            </a:r>
            <a:r>
              <a:rPr lang="en-US" sz="1200" kern="1200">
                <a:solidFill>
                  <a:schemeClr val="tx1"/>
                </a:solidFill>
                <a:effectLst/>
                <a:latin typeface="+mn-lt"/>
                <a:ea typeface="+mn-ea"/>
                <a:cs typeface="+mn-cs"/>
              </a:rPr>
              <a:t>các chấm tròn</a:t>
            </a:r>
            <a:r>
              <a:rPr lang="vi-VN" sz="1200" kern="1200">
                <a:solidFill>
                  <a:schemeClr val="tx1"/>
                </a:solidFill>
                <a:effectLst/>
                <a:latin typeface="+mn-lt"/>
                <a:ea typeface="+mn-ea"/>
                <a:cs typeface="+mn-cs"/>
              </a:rPr>
              <a:t>, nhưng chúng ta không thấy xu hướng theo mùa rõ ràng. Biểu đồ đường cho thấy tính theo mùa rõ ràng hơn.</a:t>
            </a:r>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57643357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31BBF-4A62-AD26-E2CF-0CF09C16946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1417862-A139-CAA3-78E6-A43CF01B55B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7173FC1-4FE7-5343-A352-7FC2C72DED6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vi-VN"/>
          </a:p>
        </p:txBody>
      </p:sp>
    </p:spTree>
    <p:extLst>
      <p:ext uri="{BB962C8B-B14F-4D97-AF65-F5344CB8AC3E}">
        <p14:creationId xmlns:p14="http://schemas.microsoft.com/office/powerpoint/2010/main" val="373739762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B053F1-07C3-114E-9A88-DB1DD5275FA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AE73632-F705-537D-FCEC-5BBF61DF6A1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80C27CC-84D9-AF44-5266-0237DCA16C3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vi-VN"/>
          </a:p>
        </p:txBody>
      </p:sp>
    </p:spTree>
    <p:extLst>
      <p:ext uri="{BB962C8B-B14F-4D97-AF65-F5344CB8AC3E}">
        <p14:creationId xmlns:p14="http://schemas.microsoft.com/office/powerpoint/2010/main" val="221750604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D37047-4C1B-0739-801A-A5498342128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CF12BD5-430E-BB4A-1418-8971139C97C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34CAB92-C8ED-845A-AFF8-CB316CB37DB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17021134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D002B-CD0F-4C41-B920-EFA8B86CDF2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63DCF64-D66C-0218-24A0-17201D45169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92F97E3-C3C0-7E35-30D4-1717BCDFC93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650959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6F407-3B32-751D-AEE9-827977626CA7}"/>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9D782A7-A0A1-EC3A-16D5-960A01A06CA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71B7442-4E03-9977-0BE7-D6D4157BE93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b="0"/>
              <a:t>S</a:t>
            </a:r>
            <a:r>
              <a:rPr lang="vi-VN" b="0"/>
              <a:t>ử dụng dữ liệu tương lai</a:t>
            </a:r>
            <a:r>
              <a:rPr lang="en-US" b="0"/>
              <a:t>. </a:t>
            </a:r>
            <a:r>
              <a:rPr lang="vi-VN"/>
              <a:t>Ví dụ: muốn dự đoán giá ngày hôm nay (</a:t>
            </a:r>
            <a:r>
              <a:rPr lang="vi-VN" sz="1200" kern="1200">
                <a:solidFill>
                  <a:schemeClr val="tx1"/>
                </a:solidFill>
                <a:latin typeface="+mn-lt"/>
                <a:ea typeface="+mn-ea"/>
                <a:cs typeface="+mn-cs"/>
              </a:rPr>
              <a:t>Price_t</a:t>
            </a:r>
            <a:r>
              <a:rPr lang="vi-VN"/>
              <a:t>), mà dùng </a:t>
            </a:r>
            <a:r>
              <a:rPr lang="vi-VN" sz="1200" kern="1200">
                <a:solidFill>
                  <a:schemeClr val="tx1"/>
                </a:solidFill>
                <a:latin typeface="+mn-lt"/>
                <a:ea typeface="+mn-ea"/>
                <a:cs typeface="+mn-cs"/>
              </a:rPr>
              <a:t>Price_{t+1}</a:t>
            </a:r>
            <a:r>
              <a:rPr lang="vi-VN"/>
              <a:t> làm feature → sai.</a:t>
            </a:r>
          </a:p>
          <a:p>
            <a:r>
              <a:rPr lang="vi-VN" b="0"/>
              <a:t>Tính chỉ số từ toàn bộ chuỗi trước khi phân tách train/test</a:t>
            </a:r>
            <a:r>
              <a:rPr lang="en-US" b="0"/>
              <a:t>. </a:t>
            </a:r>
            <a:r>
              <a:rPr lang="vi-VN"/>
              <a:t>Ví dụ: tính trung bình rolling trung bình từ </a:t>
            </a:r>
            <a:r>
              <a:rPr lang="vi-VN" b="1"/>
              <a:t>tập full</a:t>
            </a:r>
            <a:r>
              <a:rPr lang="vi-VN"/>
              <a:t> rồi cắt train/test → train đã “biết trước” giá trị test.</a:t>
            </a:r>
          </a:p>
          <a:p>
            <a:r>
              <a:rPr lang="en-US" b="0"/>
              <a:t>Thay đổi tần suất</a:t>
            </a:r>
            <a:r>
              <a:rPr lang="vi-VN" b="0"/>
              <a:t> hoặc </a:t>
            </a:r>
            <a:r>
              <a:rPr lang="en-US" b="0"/>
              <a:t>nội suy</a:t>
            </a:r>
            <a:r>
              <a:rPr lang="vi-VN" b="0"/>
              <a:t> không đúng cách</a:t>
            </a:r>
            <a:r>
              <a:rPr lang="en-US" b="0"/>
              <a:t>. </a:t>
            </a:r>
            <a:r>
              <a:rPr lang="vi-VN"/>
              <a:t>Ví dụ: khi upsampling, fill dữ liệu bằng giá trị tương lai thay vì giá trị quá khứ.</a:t>
            </a:r>
          </a:p>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88896903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3E3E8-6D36-DCDB-55EB-076168FA72A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6D7CDC2-301F-C3EE-F25A-69F94636898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B73A609-B28E-E801-1C5F-6A49E0F20FF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43257620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C21A3-6B09-861B-DF6F-7C006E0AA0B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E301F22-19EF-E556-7F93-18E0087EE52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98C57F17-4D21-0748-0942-B9E2FCBB75C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b="1" kern="1200">
                <a:solidFill>
                  <a:schemeClr val="tx1"/>
                </a:solidFill>
                <a:effectLst/>
                <a:latin typeface="+mn-lt"/>
                <a:ea typeface="+mn-ea"/>
                <a:cs typeface="+mn-cs"/>
              </a:rPr>
              <a:t>Mục tiêu của phần này</a:t>
            </a:r>
          </a:p>
          <a:p>
            <a:pPr lvl="0"/>
            <a:r>
              <a:rPr lang="en-US" sz="1200" kern="1200">
                <a:solidFill>
                  <a:schemeClr val="tx1"/>
                </a:solidFill>
                <a:effectLst/>
                <a:latin typeface="+mn-lt"/>
                <a:ea typeface="+mn-ea"/>
                <a:cs typeface="+mn-cs"/>
              </a:rPr>
              <a:t>Hiểu khái niệm mô phỏng dữ liệu chuỗi thời gian</a:t>
            </a:r>
          </a:p>
          <a:p>
            <a:pPr lvl="0"/>
            <a:r>
              <a:rPr lang="en-US" sz="1200" kern="1200">
                <a:solidFill>
                  <a:schemeClr val="tx1"/>
                </a:solidFill>
                <a:effectLst/>
                <a:latin typeface="+mn-lt"/>
                <a:ea typeface="+mn-ea"/>
                <a:cs typeface="+mn-cs"/>
              </a:rPr>
              <a:t>Vì sao cần mô phỏng</a:t>
            </a:r>
          </a:p>
          <a:p>
            <a:pPr lvl="0"/>
            <a:r>
              <a:rPr lang="en-US" sz="1200" kern="1200">
                <a:solidFill>
                  <a:schemeClr val="tx1"/>
                </a:solidFill>
                <a:effectLst/>
                <a:latin typeface="+mn-lt"/>
                <a:ea typeface="+mn-ea"/>
                <a:cs typeface="+mn-cs"/>
              </a:rPr>
              <a:t>Các phương pháp mô phỏng phổ biến</a:t>
            </a:r>
          </a:p>
          <a:p>
            <a:r>
              <a:rPr lang="en-US" sz="1200" kern="1200">
                <a:solidFill>
                  <a:schemeClr val="tx1"/>
                </a:solidFill>
                <a:effectLst/>
                <a:latin typeface="+mn-lt"/>
                <a:ea typeface="+mn-ea"/>
                <a:cs typeface="+mn-cs"/>
              </a:rPr>
              <a:t>Ứng dụng thực tế</a:t>
            </a:r>
          </a:p>
        </p:txBody>
      </p:sp>
    </p:spTree>
    <p:extLst>
      <p:ext uri="{BB962C8B-B14F-4D97-AF65-F5344CB8AC3E}">
        <p14:creationId xmlns:p14="http://schemas.microsoft.com/office/powerpoint/2010/main" val="17009090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8A936-05C2-A008-28EC-3797C268A42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916CE248-5F7F-E982-767D-6400B921D47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573E863E-DA99-3170-097A-7E6290687C2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7430316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C4939-2731-4CC3-28AB-7BBD7687700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7A00FA7-A201-7B49-6CD9-EB380B7335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5800364D-97FF-7C90-73DE-02A57EC0286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19835779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0948CD-354C-E1BD-29BF-5839EE6B1F1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C417EBB-E943-AC6E-92F6-76F95AFE70C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B0F9BD4-E6A4-71F4-427C-50A65A16670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53339346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0DA591-00E8-F2A8-8F6B-B4B61EBE0B8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182AF2BF-9C33-0585-5B94-384F3232D83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E968978-B5E7-CFEC-6184-8157BE2E4D3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50821841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8DD300-304A-C862-253C-88B5315312CF}"/>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5CB5050-7709-F578-DAF9-F22E8E3B7DC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01AE180-9675-5F6D-5D7E-DE0F2AF2E6C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90998753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AF6F1-25AD-0928-DBD5-5B97906E26F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8F01D27-E994-5429-0909-FE75A597B65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E461B427-65F5-AD5F-C548-3ED0AEB40CA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71590588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A141C-DBDB-ED83-6C69-8B17FD8D311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8EE2EDB-E989-D22D-3430-6BF6278C238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6269A24-61FE-64D5-6E55-A7B1ACC2704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7028284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FF4C6-214D-09C6-1C6F-3ECBD17881A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360D7DA-4715-27D2-2C49-F8BE890DB12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F696DDF-632A-1216-42B9-D7B0D599864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59075284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B8BF8-7949-C700-B316-C70322901B8F}"/>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3097963-98B9-2730-D613-36DD98E8E87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F2C97930-B1AC-915E-D1B1-3793DDB8E7A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77293414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329B6-C514-407E-F575-6262FCE6A77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3D23113-1468-0936-B015-A8174673D73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48D2A9D-BC96-809C-1B14-E1A59ADC838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4104326"/>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897AC-D2BE-A1FE-A979-289335473C0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3824BB0-3320-3394-D8E8-7B96C5F1880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7F93676-C2A8-B2AA-0DFD-EE3130E29B1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71968093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3ACBB-51AA-AD4E-CC99-05C60DDEFD9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08D600A-BAC9-4C04-E42D-B5886094D02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9813E72-AA9B-C6EC-81BB-D5121D3630A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87898848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05F75-7592-3A30-6E86-FCDBC4023F0E}"/>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DBA4FCEB-DAB7-22F1-6C3B-CDD37904A80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6C89060-93DF-6455-CACB-1DA1775129F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51768191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5D14EE-BE10-4A68-7267-0C5F64560CB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A4C3B6C-C0DA-B645-9F1B-7B6F969F9DF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BB89DC6-A964-5763-0CA7-6D70C68B7FE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85419816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85D1B-23D1-CEDC-893D-AA59A06F615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EB0DBCA-A112-FFFF-AB61-1B048D66237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1F53ECA2-60F9-194A-3E47-86E9943D5DF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96386293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10723-08E1-FCF7-6890-539A2048DD9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C31B2F13-FA7E-2D50-C1C1-4D7131BEBB9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665AE765-A5D0-1DA2-ED57-3CEB41B7688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705061055"/>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9A1E17-9166-5FC1-FE2A-669A8F80078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008A7C40-26FD-C6EB-4A6A-4D1AD4603D2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013529BA-3E7F-526F-2FE2-818956392F9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73759442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ECE9E-11F6-2DA2-3AB5-2AD206A9037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BF36932-E904-F8DF-0319-5E1D9D6EF2B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E43077F3-762B-8FC4-B50E-CE925782A8D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44239698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F7664-57C5-B139-E0DC-8382067015D1}"/>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02E329F-D345-575E-5337-292459CFEC2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FF93BAC-E224-BA53-10FA-9E19D115A16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77962923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D044E-FFCC-7B58-D9FB-32C41384091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83088B13-F08F-048A-FE46-07DDFE2E683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C5BE164-81B9-D8F1-29A3-C2CDA5264BD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8002465"/>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DC797-61C4-7B2E-F9F1-8C189C1631F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1B5572C-F4E4-F4F3-F115-78FFB226751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D15F70B-8BE5-1E97-984D-E520DA6C82F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b="1" kern="1200">
                <a:solidFill>
                  <a:schemeClr val="tx1"/>
                </a:solidFill>
                <a:effectLst/>
                <a:latin typeface="+mn-lt"/>
                <a:ea typeface="+mn-ea"/>
                <a:cs typeface="+mn-cs"/>
              </a:rPr>
              <a:t>Mục tiêu của phần này</a:t>
            </a:r>
          </a:p>
          <a:p>
            <a:pPr lvl="0"/>
            <a:r>
              <a:rPr lang="en-US" sz="1200" kern="1200">
                <a:solidFill>
                  <a:schemeClr val="tx1"/>
                </a:solidFill>
                <a:effectLst/>
                <a:latin typeface="+mn-lt"/>
                <a:ea typeface="+mn-ea"/>
                <a:cs typeface="+mn-cs"/>
              </a:rPr>
              <a:t>Hiểu vai trò của trực quan hóa dữ liệu chuỗi thời gian</a:t>
            </a:r>
          </a:p>
          <a:p>
            <a:pPr lvl="0"/>
            <a:r>
              <a:rPr lang="en-US" sz="1200" kern="1200">
                <a:solidFill>
                  <a:schemeClr val="tx1"/>
                </a:solidFill>
                <a:effectLst/>
                <a:latin typeface="+mn-lt"/>
                <a:ea typeface="+mn-ea"/>
                <a:cs typeface="+mn-cs"/>
              </a:rPr>
              <a:t>Biết các loại biểu đồ thường dùng</a:t>
            </a:r>
          </a:p>
          <a:p>
            <a:r>
              <a:rPr lang="en-US" sz="1200" kern="1200">
                <a:solidFill>
                  <a:schemeClr val="tx1"/>
                </a:solidFill>
                <a:effectLst/>
                <a:latin typeface="+mn-lt"/>
                <a:ea typeface="+mn-ea"/>
                <a:cs typeface="+mn-cs"/>
              </a:rPr>
              <a:t>Một số công cụ &amp; thực tiễn tốt</a:t>
            </a:r>
          </a:p>
        </p:txBody>
      </p:sp>
    </p:spTree>
    <p:extLst>
      <p:ext uri="{BB962C8B-B14F-4D97-AF65-F5344CB8AC3E}">
        <p14:creationId xmlns:p14="http://schemas.microsoft.com/office/powerpoint/2010/main" val="4805345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35C8B-6F84-AD37-AFA7-92440D33699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06C93C7-CA11-2B19-B3DC-6E05AAF93C7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835E893-BA32-8507-67D2-1D5A633B93F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47605247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B5958-ED53-561D-72A2-3DEAB34CEDE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F990403-33A1-4627-2875-45E3F6A4BEB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510F123-D88D-896C-56C8-599D00B4B3D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329521196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32B1CC-F82F-CCD8-E16B-6AB7F3EF450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E814693-E36D-1837-033B-26F500EDC71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80C763A9-4238-CE04-816F-397760FBD85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15180577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12817-8BF8-6A81-0AB5-B64B68BD78D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861E51FD-E676-81E0-B9DC-76FF527E085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3EC80400-958B-D55D-739F-B285F59745D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85358493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315A29-ABED-49DA-C551-DC809872FB6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A419E62-F138-F8BD-CB79-DF3F243DBB5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8D9F295-6411-CF13-27DA-A3FB58BBD1F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0653394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6D1BC-D993-A87A-59E7-9497E284B8D2}"/>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84DAFFD4-5AB0-1647-9E4C-35C8E4B1E72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A399BA6-74E6-45B0-3AA5-08911163FF7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66469919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DE314E-E2EB-E7CB-94C8-15C65CDD8F5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63ABE8D-E8B2-85B8-E8A5-CF84C1EAC08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51BCD12-A889-DCFD-6847-BDDEFB0BEF0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362270294"/>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26A5B-EE0B-8C0F-99A0-C3723180E0B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4D8743F-866A-AAB9-BF29-AE25866BF6D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9598D0B5-2922-AE44-4571-80F610F231B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868257570"/>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3EB58-8138-0B9C-6C53-210DDB4CBAB5}"/>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F94C2FD8-C8D3-1470-69A8-0FB1AA4ED57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A5DFFFF5-5601-6B63-68D1-77F9481CD50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27604362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65CA6-8528-D21A-5045-5E8D318DCB2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7C8D5676-78D5-BBB9-3A4F-3F98718777C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B47C7155-70EA-372A-8C5A-B2830EB2C1D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67679746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882E5-6C4E-9BCD-18BC-386090DF8D0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50A7D5C9-DC92-4486-5DE3-AAE37FDA74C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7D311644-4EB2-B889-EE6C-BBAB986B8EA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735978453"/>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CD5A1-2AEF-B0A2-7DA3-AA689906ECA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19D74A1-9EFE-6B52-B548-BC320DC11CD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2C98596F-2C55-234C-A0E3-B4E9210FFD1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258967983"/>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A49DF-30B8-D026-6E49-68D8DBEC5D8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F093C76-5FA5-5968-A4FD-9BFE4BAF071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C750967D-D522-F42F-5431-9245D7AA820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4276964010"/>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3E10F-1A70-4D41-4E84-307B3FC5751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353EB645-8C8D-21DE-523B-E33D7F321C1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4EEC39EE-B958-3BCA-2104-4D9407D968F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56047681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7C922-165B-5AAF-1CCD-011E0DBD4D64}"/>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97BA48E-810D-73B7-F3FC-EF47EC737E9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D0A12B83-490C-FDDF-D7EA-31B232DD921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endParaRPr lang="en-US" sz="1200" kern="1200">
              <a:solidFill>
                <a:schemeClr val="tx1"/>
              </a:solidFill>
              <a:effectLst/>
              <a:latin typeface="+mn-lt"/>
              <a:ea typeface="+mn-ea"/>
              <a:cs typeface="+mn-cs"/>
            </a:endParaRPr>
          </a:p>
        </p:txBody>
      </p:sp>
    </p:spTree>
    <p:extLst>
      <p:ext uri="{BB962C8B-B14F-4D97-AF65-F5344CB8AC3E}">
        <p14:creationId xmlns:p14="http://schemas.microsoft.com/office/powerpoint/2010/main" val="1268726195"/>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15D53A-5518-BAAB-DB0B-0855D56CA1BE}"/>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BC3CD093-D47D-5C04-0845-9F4034B4F37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1" name="Rectangle 3">
            <a:extLst>
              <a:ext uri="{FF2B5EF4-FFF2-40B4-BE49-F238E27FC236}">
                <a16:creationId xmlns:a16="http://schemas.microsoft.com/office/drawing/2014/main" id="{E879A664-1F63-A3BB-7A77-2717C2AED77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r>
              <a:rPr lang="en-US" sz="1200" kern="1200">
                <a:solidFill>
                  <a:schemeClr val="tx1"/>
                </a:solidFill>
                <a:effectLst/>
                <a:latin typeface="+mn-lt"/>
                <a:ea typeface="+mn-ea"/>
                <a:cs typeface="+mn-cs"/>
              </a:rPr>
              <a:t>Một số vấn đề của vẽ đồ thị sẽ được nói rõ hơn ở chương sau</a:t>
            </a:r>
          </a:p>
        </p:txBody>
      </p:sp>
    </p:spTree>
    <p:extLst>
      <p:ext uri="{BB962C8B-B14F-4D97-AF65-F5344CB8AC3E}">
        <p14:creationId xmlns:p14="http://schemas.microsoft.com/office/powerpoint/2010/main" val="244995235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rang bìa">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F1C9AE8D-2638-44D9-A41A-6AB555737DC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060495" y="2078018"/>
            <a:ext cx="5732807" cy="2181139"/>
          </a:xfrm>
        </p:spPr>
        <p:txBody>
          <a:bodyPr anchor="b">
            <a:normAutofit/>
          </a:bodyPr>
          <a:lstStyle>
            <a:lvl1pPr algn="l">
              <a:lnSpc>
                <a:spcPct val="100000"/>
              </a:lnSpc>
              <a:defRPr sz="3300" b="1">
                <a:solidFill>
                  <a:schemeClr val="bg1"/>
                </a:solidFill>
                <a:latin typeface="Arial" panose="020B0604020202090204" pitchFamily="34" charset="0"/>
                <a:cs typeface="Arial" panose="020B060402020209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060496" y="4535992"/>
            <a:ext cx="3830682" cy="1278213"/>
          </a:xfrm>
        </p:spPr>
        <p:txBody>
          <a:bodyPr>
            <a:normAutofit/>
          </a:bodyPr>
          <a:lstStyle>
            <a:lvl1pPr marL="0" indent="0" algn="l">
              <a:buNone/>
              <a:defRPr sz="1200">
                <a:solidFill>
                  <a:srgbClr val="F9E3E6"/>
                </a:solidFill>
                <a:latin typeface="Arial" panose="020B0604020202090204" pitchFamily="34" charset="0"/>
                <a:cs typeface="Arial" panose="020B060402020209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12" name="Text Placeholder 11"/>
          <p:cNvSpPr>
            <a:spLocks noGrp="1"/>
          </p:cNvSpPr>
          <p:nvPr>
            <p:ph type="body" sz="quarter" idx="10"/>
          </p:nvPr>
        </p:nvSpPr>
        <p:spPr>
          <a:xfrm>
            <a:off x="1060847" y="1569800"/>
            <a:ext cx="5732859" cy="431800"/>
          </a:xfrm>
        </p:spPr>
        <p:txBody>
          <a:bodyPr anchor="ctr">
            <a:normAutofit/>
          </a:bodyPr>
          <a:lstStyle>
            <a:lvl1pPr marL="0" indent="0">
              <a:buNone/>
              <a:defRPr sz="1350" b="1">
                <a:solidFill>
                  <a:schemeClr val="bg1"/>
                </a:solidFill>
                <a:latin typeface="Arial" panose="020B0604020202090204" pitchFamily="34" charset="0"/>
                <a:cs typeface="Arial" panose="020B0604020202090204" pitchFamily="34" charset="0"/>
              </a:defRPr>
            </a:lvl1pPr>
          </a:lstStyle>
          <a:p>
            <a:pPr lvl="0"/>
            <a:r>
              <a:rPr lang="en-US"/>
              <a:t>Edit Master text styles</a:t>
            </a:r>
          </a:p>
        </p:txBody>
      </p:sp>
    </p:spTree>
    <p:extLst>
      <p:ext uri="{BB962C8B-B14F-4D97-AF65-F5344CB8AC3E}">
        <p14:creationId xmlns:p14="http://schemas.microsoft.com/office/powerpoint/2010/main" val="752613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rang nội dung">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54B3C802-7423-4A1F-BD0B-137F23A6603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33425" y="455613"/>
            <a:ext cx="384175" cy="50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220589" y="365126"/>
            <a:ext cx="7294762" cy="747683"/>
          </a:xfrm>
        </p:spPr>
        <p:txBody>
          <a:bodyPr>
            <a:normAutofit/>
          </a:bodyPr>
          <a:lstStyle>
            <a:lvl1pPr>
              <a:defRPr sz="2400" b="1">
                <a:solidFill>
                  <a:srgbClr val="CF2941"/>
                </a:solidFill>
                <a:latin typeface="Arial" panose="020B0604020202090204" pitchFamily="34" charset="0"/>
                <a:cs typeface="Arial" panose="020B0604020202090204" pitchFamily="34" charset="0"/>
              </a:defRPr>
            </a:lvl1pPr>
          </a:lstStyle>
          <a:p>
            <a:r>
              <a:rPr lang="en-US"/>
              <a:t>Click to edit Master title style</a:t>
            </a:r>
          </a:p>
        </p:txBody>
      </p:sp>
      <p:sp>
        <p:nvSpPr>
          <p:cNvPr id="12" name="Content Placeholder 11"/>
          <p:cNvSpPr>
            <a:spLocks noGrp="1"/>
          </p:cNvSpPr>
          <p:nvPr>
            <p:ph sz="quarter" idx="10"/>
          </p:nvPr>
        </p:nvSpPr>
        <p:spPr>
          <a:xfrm>
            <a:off x="659920" y="1285875"/>
            <a:ext cx="7855430" cy="4692650"/>
          </a:xfrm>
        </p:spPr>
        <p:txBody>
          <a:bodyPr>
            <a:normAutofit/>
          </a:bodyPr>
          <a:lstStyle>
            <a:lvl1pPr>
              <a:lnSpc>
                <a:spcPct val="120000"/>
              </a:lnSpc>
              <a:spcBef>
                <a:spcPts val="0"/>
              </a:spcBef>
              <a:defRPr sz="1500">
                <a:latin typeface="Arial" panose="020B0604020202090204" pitchFamily="34" charset="0"/>
                <a:cs typeface="Arial" panose="020B0604020202090204" pitchFamily="34" charset="0"/>
              </a:defRPr>
            </a:lvl1pPr>
          </a:lstStyle>
          <a:p>
            <a:pPr lvl="0"/>
            <a:r>
              <a:rPr lang="en-US"/>
              <a:t>Edit Master text styles</a:t>
            </a:r>
          </a:p>
        </p:txBody>
      </p:sp>
    </p:spTree>
    <p:extLst>
      <p:ext uri="{BB962C8B-B14F-4D97-AF65-F5344CB8AC3E}">
        <p14:creationId xmlns:p14="http://schemas.microsoft.com/office/powerpoint/2010/main" val="1170217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C7531975-1476-46CA-A0D7-F6D360A54CA6}"/>
              </a:ext>
            </a:extLst>
          </p:cNvPr>
          <p:cNvSpPr txBox="1">
            <a:spLocks noChangeArrowheads="1"/>
          </p:cNvSpPr>
          <p:nvPr userDrawn="1"/>
        </p:nvSpPr>
        <p:spPr bwMode="auto">
          <a:xfrm>
            <a:off x="8305800" y="6324600"/>
            <a:ext cx="457200" cy="381000"/>
          </a:xfrm>
          <a:prstGeom prst="rect">
            <a:avLst/>
          </a:prstGeom>
          <a:noFill/>
          <a:ln w="9525">
            <a:no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fld id="{A7A78D7E-716A-4B23-A617-CEDC2BF7E50B}" type="slidenum">
              <a:rPr lang="en-US" altLang="vi-VN" smtClean="0">
                <a:solidFill>
                  <a:schemeClr val="bg1"/>
                </a:solidFill>
                <a:latin typeface="Corbel" panose="020B0503020204020204" pitchFamily="34" charset="0"/>
              </a:rPr>
              <a:pPr algn="ctr" eaLnBrk="1" hangingPunct="1">
                <a:defRPr/>
              </a:pPr>
              <a:t>‹#›</a:t>
            </a:fld>
            <a:endParaRPr lang="en-US" altLang="vi-VN">
              <a:solidFill>
                <a:schemeClr val="bg1"/>
              </a:solidFill>
              <a:latin typeface="Corbel" panose="020B0503020204020204" pitchFamily="34" charset="0"/>
            </a:endParaRPr>
          </a:p>
        </p:txBody>
      </p:sp>
      <p:sp>
        <p:nvSpPr>
          <p:cNvPr id="5" name="Text Box 18">
            <a:extLst>
              <a:ext uri="{FF2B5EF4-FFF2-40B4-BE49-F238E27FC236}">
                <a16:creationId xmlns:a16="http://schemas.microsoft.com/office/drawing/2014/main" id="{5579B3D1-716B-4603-8D54-99E812286E60}"/>
              </a:ext>
            </a:extLst>
          </p:cNvPr>
          <p:cNvSpPr txBox="1">
            <a:spLocks noChangeArrowheads="1"/>
          </p:cNvSpPr>
          <p:nvPr userDrawn="1"/>
        </p:nvSpPr>
        <p:spPr bwMode="auto">
          <a:xfrm>
            <a:off x="5562600" y="6324600"/>
            <a:ext cx="2819400" cy="366713"/>
          </a:xfrm>
          <a:prstGeom prst="rect">
            <a:avLst/>
          </a:prstGeom>
          <a:noFill/>
          <a:ln>
            <a:noFill/>
          </a:ln>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defRPr/>
            </a:pPr>
            <a:endParaRPr lang="en-US"/>
          </a:p>
        </p:txBody>
      </p:sp>
      <p:sp>
        <p:nvSpPr>
          <p:cNvPr id="3" name="Content Placeholder 2"/>
          <p:cNvSpPr>
            <a:spLocks noGrp="1"/>
          </p:cNvSpPr>
          <p:nvPr>
            <p:ph idx="1"/>
          </p:nvPr>
        </p:nvSpPr>
        <p:spPr>
          <a:xfrm>
            <a:off x="457200" y="1524000"/>
            <a:ext cx="8229600" cy="4800600"/>
          </a:xfrm>
        </p:spPr>
        <p:txBody>
          <a:bodyPr/>
          <a:lstStyle>
            <a:lvl1pPr>
              <a:defRPr b="0">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a:lstStyle/>
          <a:p>
            <a:r>
              <a:rPr lang="en-US"/>
              <a:t>Click to edit Master title style</a:t>
            </a:r>
            <a:endParaRPr lang="vi-VN"/>
          </a:p>
        </p:txBody>
      </p:sp>
      <p:sp>
        <p:nvSpPr>
          <p:cNvPr id="6" name="Date Placeholder 3">
            <a:extLst>
              <a:ext uri="{FF2B5EF4-FFF2-40B4-BE49-F238E27FC236}">
                <a16:creationId xmlns:a16="http://schemas.microsoft.com/office/drawing/2014/main" id="{21C2D723-900F-44AC-AD35-DD16A620BD26}"/>
              </a:ext>
            </a:extLst>
          </p:cNvPr>
          <p:cNvSpPr>
            <a:spLocks noGrp="1"/>
          </p:cNvSpPr>
          <p:nvPr>
            <p:ph type="dt" sz="half" idx="10"/>
          </p:nvPr>
        </p:nvSpPr>
        <p:spPr>
          <a:xfrm>
            <a:off x="0" y="0"/>
            <a:ext cx="0" cy="0"/>
          </a:xfrm>
        </p:spPr>
        <p:txBody>
          <a:bodyPr/>
          <a:lstStyle>
            <a:lvl1pPr eaLnBrk="1" fontAlgn="auto" hangingPunct="1">
              <a:spcBef>
                <a:spcPts val="0"/>
              </a:spcBef>
              <a:spcAft>
                <a:spcPts val="0"/>
              </a:spcAft>
              <a:defRPr>
                <a:latin typeface="+mn-lt"/>
              </a:defRPr>
            </a:lvl1pPr>
          </a:lstStyle>
          <a:p>
            <a:pPr>
              <a:defRPr/>
            </a:pPr>
            <a:endParaRPr lang="en-US"/>
          </a:p>
        </p:txBody>
      </p:sp>
    </p:spTree>
    <p:extLst>
      <p:ext uri="{BB962C8B-B14F-4D97-AF65-F5344CB8AC3E}">
        <p14:creationId xmlns:p14="http://schemas.microsoft.com/office/powerpoint/2010/main" val="3664177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FBA1F89-E299-4B1D-BB7A-60A8A0039099}"/>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F4FB0403-2387-45B2-80DC-D656960D82D1}"/>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10C5E3F6-8AEA-4737-9BC3-097CFC93B04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58D7BF53-DA4D-49B2-A41D-A59F9E62EE48}"/>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51C6C8E5-8661-4805-99AA-2F7920504AED}" type="datetimeFigureOut">
              <a:rPr lang="en-US"/>
              <a:pPr>
                <a:defRPr/>
              </a:pPr>
              <a:t>1/26/26</a:t>
            </a:fld>
            <a:endParaRPr lang="en-US" dirty="0"/>
          </a:p>
        </p:txBody>
      </p:sp>
      <p:sp>
        <p:nvSpPr>
          <p:cNvPr id="9" name="Footer Placeholder 4">
            <a:extLst>
              <a:ext uri="{FF2B5EF4-FFF2-40B4-BE49-F238E27FC236}">
                <a16:creationId xmlns:a16="http://schemas.microsoft.com/office/drawing/2014/main" id="{75C9FE92-E6E4-401B-8862-E4C3A20F9831}"/>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7106E2ED-AD73-43BF-8945-297E8C72EED1}"/>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0EC1B67C-906F-4054-9F8E-B864D8B1C543}" type="slidenum">
              <a:rPr lang="en-US" altLang="vi-VN"/>
              <a:pPr>
                <a:defRPr/>
              </a:pPr>
              <a:t>‹#›</a:t>
            </a:fld>
            <a:endParaRPr lang="en-US" altLang="vi-VN"/>
          </a:p>
        </p:txBody>
      </p:sp>
    </p:spTree>
    <p:extLst>
      <p:ext uri="{BB962C8B-B14F-4D97-AF65-F5344CB8AC3E}">
        <p14:creationId xmlns:p14="http://schemas.microsoft.com/office/powerpoint/2010/main" val="779308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FAF032-90B2-4B8E-9ACD-DDA273CA24C1}"/>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906C4709-E8D5-427E-BF3A-1E643D3B6037}"/>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E657772F-81DA-46BC-B666-D417A4F95A2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307F0F47-345E-453A-B4C5-FD215F86959C}"/>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6C32B8EC-82E6-47E2-A74E-2F5B09F0B4EB}" type="datetimeFigureOut">
              <a:rPr lang="en-US"/>
              <a:pPr>
                <a:defRPr/>
              </a:pPr>
              <a:t>1/26/26</a:t>
            </a:fld>
            <a:endParaRPr lang="en-US" dirty="0"/>
          </a:p>
        </p:txBody>
      </p:sp>
      <p:sp>
        <p:nvSpPr>
          <p:cNvPr id="9" name="Footer Placeholder 4">
            <a:extLst>
              <a:ext uri="{FF2B5EF4-FFF2-40B4-BE49-F238E27FC236}">
                <a16:creationId xmlns:a16="http://schemas.microsoft.com/office/drawing/2014/main" id="{FD316BA4-8F67-4644-BDF7-69BE1D03FDBD}"/>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04EAC6E0-B658-45F7-8FDB-6613C3F1CE10}"/>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04F5E71D-EFB4-41ED-90D2-35ACED0C11EB}" type="slidenum">
              <a:rPr lang="en-US" altLang="vi-VN"/>
              <a:pPr>
                <a:defRPr/>
              </a:pPr>
              <a:t>‹#›</a:t>
            </a:fld>
            <a:endParaRPr lang="en-US" altLang="vi-VN"/>
          </a:p>
        </p:txBody>
      </p:sp>
    </p:spTree>
    <p:extLst>
      <p:ext uri="{BB962C8B-B14F-4D97-AF65-F5344CB8AC3E}">
        <p14:creationId xmlns:p14="http://schemas.microsoft.com/office/powerpoint/2010/main" val="24759141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A75BEFD-7CD3-44FD-84E2-FA3960F9BAC7}"/>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D1069F7F-4E9F-4D91-AACA-9D6664EFA1FA}"/>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27A70FC1-9CC1-44A8-BA33-D54531265B6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4BAD04ED-BCC5-4FB7-9E25-D8EE09833A7C}"/>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AB946182-61C8-4AFB-AC8B-6D1BC44F2BD6}" type="datetimeFigureOut">
              <a:rPr lang="en-US"/>
              <a:pPr>
                <a:defRPr/>
              </a:pPr>
              <a:t>1/26/26</a:t>
            </a:fld>
            <a:endParaRPr lang="en-US" dirty="0"/>
          </a:p>
        </p:txBody>
      </p:sp>
      <p:sp>
        <p:nvSpPr>
          <p:cNvPr id="9" name="Footer Placeholder 4">
            <a:extLst>
              <a:ext uri="{FF2B5EF4-FFF2-40B4-BE49-F238E27FC236}">
                <a16:creationId xmlns:a16="http://schemas.microsoft.com/office/drawing/2014/main" id="{9E4D792D-E7DE-45F6-9831-0C8E7E2069B8}"/>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419A06E2-1CAC-4358-A3E2-4DD9E70B8380}"/>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E8D656AC-B607-4727-BA23-CA3D8E9EC72A}" type="slidenum">
              <a:rPr lang="en-US" altLang="vi-VN"/>
              <a:pPr>
                <a:defRPr/>
              </a:pPr>
              <a:t>‹#›</a:t>
            </a:fld>
            <a:endParaRPr lang="en-US" altLang="vi-VN"/>
          </a:p>
        </p:txBody>
      </p:sp>
    </p:spTree>
    <p:extLst>
      <p:ext uri="{BB962C8B-B14F-4D97-AF65-F5344CB8AC3E}">
        <p14:creationId xmlns:p14="http://schemas.microsoft.com/office/powerpoint/2010/main" val="1358361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E7D9A56-5387-4CA7-A86F-0C323E11B33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02932FDC-3591-4688-B334-3E3A2E5F12BA}"/>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EB2AB2B1-3206-4046-89D7-E3973521800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63C5D5F8-85B9-4D6F-8C99-E14E44E59753}"/>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4DFE6F9F-DC30-44B2-84B6-95AE16A0C81A}" type="datetimeFigureOut">
              <a:rPr lang="en-US"/>
              <a:pPr>
                <a:defRPr/>
              </a:pPr>
              <a:t>1/26/26</a:t>
            </a:fld>
            <a:endParaRPr lang="en-US" dirty="0"/>
          </a:p>
        </p:txBody>
      </p:sp>
      <p:sp>
        <p:nvSpPr>
          <p:cNvPr id="9" name="Footer Placeholder 4">
            <a:extLst>
              <a:ext uri="{FF2B5EF4-FFF2-40B4-BE49-F238E27FC236}">
                <a16:creationId xmlns:a16="http://schemas.microsoft.com/office/drawing/2014/main" id="{7FD26208-5C0C-4155-B085-BA82177BAEF1}"/>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6E4EA8E2-9291-4CC1-8716-AF4DAFD17D14}"/>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24268B3F-CEFD-4AD9-A174-031E68694F66}" type="slidenum">
              <a:rPr lang="en-US" altLang="vi-VN"/>
              <a:pPr>
                <a:defRPr/>
              </a:pPr>
              <a:t>‹#›</a:t>
            </a:fld>
            <a:endParaRPr lang="en-US" altLang="vi-VN"/>
          </a:p>
        </p:txBody>
      </p:sp>
    </p:spTree>
    <p:extLst>
      <p:ext uri="{BB962C8B-B14F-4D97-AF65-F5344CB8AC3E}">
        <p14:creationId xmlns:p14="http://schemas.microsoft.com/office/powerpoint/2010/main" val="819259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2D0565B-280D-4031-AF93-6C981E355A5A}"/>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7580B2EC-2016-4996-A0F7-6ADEA3F96324}"/>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497D2569-10A5-4C9C-9880-1C10F028AF0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42A765E8-769C-44FB-B4F6-04CB1240AF58}"/>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DB9A50C9-E674-46A5-912B-3A9C7DCBE90D}" type="datetimeFigureOut">
              <a:rPr lang="en-US"/>
              <a:pPr>
                <a:defRPr/>
              </a:pPr>
              <a:t>1/26/26</a:t>
            </a:fld>
            <a:endParaRPr lang="en-US" dirty="0"/>
          </a:p>
        </p:txBody>
      </p:sp>
      <p:sp>
        <p:nvSpPr>
          <p:cNvPr id="9" name="Footer Placeholder 4">
            <a:extLst>
              <a:ext uri="{FF2B5EF4-FFF2-40B4-BE49-F238E27FC236}">
                <a16:creationId xmlns:a16="http://schemas.microsoft.com/office/drawing/2014/main" id="{57A4D466-B12E-4935-99B7-B637468E748B}"/>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5B7E83A5-3050-4D3F-9E15-6BB950A93A6A}"/>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E0D003E0-2DD2-48A3-AD0D-BCAC5D3333FD}" type="slidenum">
              <a:rPr lang="en-US" altLang="vi-VN"/>
              <a:pPr>
                <a:defRPr/>
              </a:pPr>
              <a:t>‹#›</a:t>
            </a:fld>
            <a:endParaRPr lang="en-US" altLang="vi-VN"/>
          </a:p>
        </p:txBody>
      </p:sp>
    </p:spTree>
    <p:extLst>
      <p:ext uri="{BB962C8B-B14F-4D97-AF65-F5344CB8AC3E}">
        <p14:creationId xmlns:p14="http://schemas.microsoft.com/office/powerpoint/2010/main" val="2610748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9D169F8-9A82-4FC8-9A1A-3CB1A248775D}"/>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EDECC5E3-7B3D-4114-8750-670D1191E2C6}"/>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D9E6FA6F-8A53-4A3F-89E7-1F4055F493E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1F123A92-A68C-44EB-B368-64998F6E7914}"/>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560B01A7-AE41-4611-B796-230FE9AED7F3}" type="datetimeFigureOut">
              <a:rPr lang="en-US"/>
              <a:pPr>
                <a:defRPr/>
              </a:pPr>
              <a:t>1/26/26</a:t>
            </a:fld>
            <a:endParaRPr lang="en-US" dirty="0"/>
          </a:p>
        </p:txBody>
      </p:sp>
      <p:sp>
        <p:nvSpPr>
          <p:cNvPr id="9" name="Footer Placeholder 4">
            <a:extLst>
              <a:ext uri="{FF2B5EF4-FFF2-40B4-BE49-F238E27FC236}">
                <a16:creationId xmlns:a16="http://schemas.microsoft.com/office/drawing/2014/main" id="{B384BF3E-063C-4705-9F60-68035C377398}"/>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E4A7BCAC-F442-4F34-818B-3C4F07F15783}"/>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50E115F8-3F6B-4E9B-AC3A-6183C1DF0966}" type="slidenum">
              <a:rPr lang="en-US" altLang="vi-VN"/>
              <a:pPr>
                <a:defRPr/>
              </a:pPr>
              <a:t>‹#›</a:t>
            </a:fld>
            <a:endParaRPr lang="en-US" altLang="vi-VN"/>
          </a:p>
        </p:txBody>
      </p:sp>
    </p:spTree>
    <p:extLst>
      <p:ext uri="{BB962C8B-B14F-4D97-AF65-F5344CB8AC3E}">
        <p14:creationId xmlns:p14="http://schemas.microsoft.com/office/powerpoint/2010/main" val="4117753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B52D11E-766A-46AD-9755-50C64E35D1E4}"/>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392C1444-9F34-40C9-8B11-AD3E6D3F55F1}"/>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7B0A6DA7-CC92-4E40-AB68-02A4DAB0CB5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4325A412-E800-4776-876A-16172D63C2FF}"/>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84A84A57-FC9C-4062-99DB-2409A0289843}" type="datetimeFigureOut">
              <a:rPr lang="en-US"/>
              <a:pPr>
                <a:defRPr/>
              </a:pPr>
              <a:t>1/26/26</a:t>
            </a:fld>
            <a:endParaRPr lang="en-US" dirty="0"/>
          </a:p>
        </p:txBody>
      </p:sp>
      <p:sp>
        <p:nvSpPr>
          <p:cNvPr id="9" name="Footer Placeholder 4">
            <a:extLst>
              <a:ext uri="{FF2B5EF4-FFF2-40B4-BE49-F238E27FC236}">
                <a16:creationId xmlns:a16="http://schemas.microsoft.com/office/drawing/2014/main" id="{28FF0F9F-865B-413E-AB26-26D2043B0632}"/>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EBD610D4-9C54-49A5-A9AA-B43D5712AE37}"/>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8F0FCFC5-63BF-4C03-AD30-1FBA13972EB1}" type="slidenum">
              <a:rPr lang="en-US" altLang="vi-VN"/>
              <a:pPr>
                <a:defRPr/>
              </a:pPr>
              <a:t>‹#›</a:t>
            </a:fld>
            <a:endParaRPr lang="en-US" altLang="vi-VN"/>
          </a:p>
        </p:txBody>
      </p:sp>
    </p:spTree>
    <p:extLst>
      <p:ext uri="{BB962C8B-B14F-4D97-AF65-F5344CB8AC3E}">
        <p14:creationId xmlns:p14="http://schemas.microsoft.com/office/powerpoint/2010/main" val="2401091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57E580A-B2B1-4BAD-97FE-E1DBBAB65A0F}"/>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FBA5F9B4-6DC8-495C-9570-A418D99D8DD9}"/>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8AC7B323-31B4-49CE-B05E-D28C4DC4B33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301B5917-E5E6-43B6-B5EC-4EEC059DB4EF}"/>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28E7A1A4-B1D6-4288-B79D-8848D5313B81}" type="datetimeFigureOut">
              <a:rPr lang="en-US"/>
              <a:pPr>
                <a:defRPr/>
              </a:pPr>
              <a:t>1/26/26</a:t>
            </a:fld>
            <a:endParaRPr lang="en-US" dirty="0"/>
          </a:p>
        </p:txBody>
      </p:sp>
      <p:sp>
        <p:nvSpPr>
          <p:cNvPr id="9" name="Footer Placeholder 4">
            <a:extLst>
              <a:ext uri="{FF2B5EF4-FFF2-40B4-BE49-F238E27FC236}">
                <a16:creationId xmlns:a16="http://schemas.microsoft.com/office/drawing/2014/main" id="{01F1DC93-09E7-4A5D-9F5B-499349846F36}"/>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16C5BA19-E34C-4F20-BA02-940779B7B6EC}"/>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A3D8925D-920C-4E38-B8EB-58A42D14F104}" type="slidenum">
              <a:rPr lang="en-US" altLang="vi-VN"/>
              <a:pPr>
                <a:defRPr/>
              </a:pPr>
              <a:t>‹#›</a:t>
            </a:fld>
            <a:endParaRPr lang="en-US" altLang="vi-VN"/>
          </a:p>
        </p:txBody>
      </p:sp>
    </p:spTree>
    <p:extLst>
      <p:ext uri="{BB962C8B-B14F-4D97-AF65-F5344CB8AC3E}">
        <p14:creationId xmlns:p14="http://schemas.microsoft.com/office/powerpoint/2010/main" val="12082670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97097AA-337A-483E-935C-82C70A1F952B}"/>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885AEBDE-FD2A-4B13-A6A9-ACCAFD920A53}"/>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021FC847-46A6-4FE4-8AF8-C086260F59A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2C48EABF-C205-41CD-91FA-873B5D63AD9D}"/>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14CE82E1-64DF-42CB-BEDD-AACBA67A4420}" type="datetimeFigureOut">
              <a:rPr lang="en-US"/>
              <a:pPr>
                <a:defRPr/>
              </a:pPr>
              <a:t>1/26/26</a:t>
            </a:fld>
            <a:endParaRPr lang="en-US" dirty="0"/>
          </a:p>
        </p:txBody>
      </p:sp>
      <p:sp>
        <p:nvSpPr>
          <p:cNvPr id="9" name="Footer Placeholder 4">
            <a:extLst>
              <a:ext uri="{FF2B5EF4-FFF2-40B4-BE49-F238E27FC236}">
                <a16:creationId xmlns:a16="http://schemas.microsoft.com/office/drawing/2014/main" id="{2F695D52-7B99-462B-A3E1-92290BEAEF40}"/>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5841650B-B511-4CBB-B463-A71B79432DD2}"/>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CC2123C6-52BA-45DF-97B7-3F81DD9A3ECE}" type="slidenum">
              <a:rPr lang="en-US" altLang="vi-VN"/>
              <a:pPr>
                <a:defRPr/>
              </a:pPr>
              <a:t>‹#›</a:t>
            </a:fld>
            <a:endParaRPr lang="en-US" altLang="vi-VN"/>
          </a:p>
        </p:txBody>
      </p:sp>
    </p:spTree>
    <p:extLst>
      <p:ext uri="{BB962C8B-B14F-4D97-AF65-F5344CB8AC3E}">
        <p14:creationId xmlns:p14="http://schemas.microsoft.com/office/powerpoint/2010/main" val="2086788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65E0483-A792-4045-8864-41463734F395}"/>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879038D5-0CCB-4EDF-83E8-3D8C27244E96}"/>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8EBFFFDB-BD6C-41F9-A8CE-2A529FB7BEB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5B9F4AB-A506-416E-B422-C16F7056F09E}"/>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7BF12630-CBF9-4D21-8ACC-C4A683052FB3}" type="datetimeFigureOut">
              <a:rPr lang="en-US"/>
              <a:pPr>
                <a:defRPr/>
              </a:pPr>
              <a:t>1/26/26</a:t>
            </a:fld>
            <a:endParaRPr lang="en-US" dirty="0"/>
          </a:p>
        </p:txBody>
      </p:sp>
      <p:sp>
        <p:nvSpPr>
          <p:cNvPr id="9" name="Footer Placeholder 4">
            <a:extLst>
              <a:ext uri="{FF2B5EF4-FFF2-40B4-BE49-F238E27FC236}">
                <a16:creationId xmlns:a16="http://schemas.microsoft.com/office/drawing/2014/main" id="{DE26882A-32B8-4114-A8B4-3AFAFB2DEFBF}"/>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64E2B516-B639-44D7-B5B8-4018461BB618}"/>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7C2FF69C-060C-4204-AA34-532950E70272}" type="slidenum">
              <a:rPr lang="en-US" altLang="vi-VN"/>
              <a:pPr>
                <a:defRPr/>
              </a:pPr>
              <a:t>‹#›</a:t>
            </a:fld>
            <a:endParaRPr lang="en-US" altLang="vi-VN"/>
          </a:p>
        </p:txBody>
      </p:sp>
    </p:spTree>
    <p:extLst>
      <p:ext uri="{BB962C8B-B14F-4D97-AF65-F5344CB8AC3E}">
        <p14:creationId xmlns:p14="http://schemas.microsoft.com/office/powerpoint/2010/main" val="22985064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53806BD-CB89-4F90-A178-026A4FF82004}"/>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CD5BD9E0-DD1D-4C67-885A-F63AFAC806BD}"/>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5ECCFFBC-391D-48D3-8D2F-AE86EAB2320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3266F053-D4CF-45E3-AB0C-F857D395C6A7}"/>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4E2603BB-6633-4A30-AEA4-55053CCAA452}" type="datetimeFigureOut">
              <a:rPr lang="en-US"/>
              <a:pPr>
                <a:defRPr/>
              </a:pPr>
              <a:t>1/26/26</a:t>
            </a:fld>
            <a:endParaRPr lang="en-US" dirty="0"/>
          </a:p>
        </p:txBody>
      </p:sp>
      <p:sp>
        <p:nvSpPr>
          <p:cNvPr id="9" name="Footer Placeholder 4">
            <a:extLst>
              <a:ext uri="{FF2B5EF4-FFF2-40B4-BE49-F238E27FC236}">
                <a16:creationId xmlns:a16="http://schemas.microsoft.com/office/drawing/2014/main" id="{DDDD5B70-5FED-4037-B2FD-CC1DD5CDF393}"/>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BD4A7811-E123-46D3-8001-368C2915F7FF}"/>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16F35A6E-579E-4754-8433-8E0CA9545382}" type="slidenum">
              <a:rPr lang="en-US" altLang="vi-VN"/>
              <a:pPr>
                <a:defRPr/>
              </a:pPr>
              <a:t>‹#›</a:t>
            </a:fld>
            <a:endParaRPr lang="en-US" altLang="vi-VN"/>
          </a:p>
        </p:txBody>
      </p:sp>
    </p:spTree>
    <p:extLst>
      <p:ext uri="{BB962C8B-B14F-4D97-AF65-F5344CB8AC3E}">
        <p14:creationId xmlns:p14="http://schemas.microsoft.com/office/powerpoint/2010/main" val="3072807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E32DDC6-18C2-4C20-AA7A-EF7A2C79AB11}"/>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BCF590FC-8F4F-46BA-A3B1-3804A3782525}"/>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AFBFEB91-3895-4ED2-94A4-302A7457228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FCE8E6FC-62D9-425C-B2AD-40BFD193ED43}"/>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ADFAFB6A-D74D-4B17-9EE7-AAD2D35942C7}" type="datetimeFigureOut">
              <a:rPr lang="en-US"/>
              <a:pPr>
                <a:defRPr/>
              </a:pPr>
              <a:t>1/26/26</a:t>
            </a:fld>
            <a:endParaRPr lang="en-US" dirty="0"/>
          </a:p>
        </p:txBody>
      </p:sp>
      <p:sp>
        <p:nvSpPr>
          <p:cNvPr id="9" name="Footer Placeholder 4">
            <a:extLst>
              <a:ext uri="{FF2B5EF4-FFF2-40B4-BE49-F238E27FC236}">
                <a16:creationId xmlns:a16="http://schemas.microsoft.com/office/drawing/2014/main" id="{D2CAE64E-04AE-4F36-A297-28C2562FCFB8}"/>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3D1268C6-738E-4EA2-812D-68E9EB5D8312}"/>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661264F9-6DCD-4656-ADEA-DC63670494D6}" type="slidenum">
              <a:rPr lang="en-US" altLang="vi-VN"/>
              <a:pPr>
                <a:defRPr/>
              </a:pPr>
              <a:t>‹#›</a:t>
            </a:fld>
            <a:endParaRPr lang="en-US" altLang="vi-VN"/>
          </a:p>
        </p:txBody>
      </p:sp>
    </p:spTree>
    <p:extLst>
      <p:ext uri="{BB962C8B-B14F-4D97-AF65-F5344CB8AC3E}">
        <p14:creationId xmlns:p14="http://schemas.microsoft.com/office/powerpoint/2010/main" val="365785228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3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EFBFD43-81E5-4003-A04E-3158F8BCAE10}"/>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C0358DB0-9F74-46AB-B557-1F00733C1F7D}"/>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AD821A2F-4E79-4C98-A87F-1C5853359B7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0E9BB2A-BF45-43BE-B309-64F5A59F6AC0}"/>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33626FDE-F99E-438E-A715-6DBAB9DB5D35}" type="datetimeFigureOut">
              <a:rPr lang="en-US"/>
              <a:pPr>
                <a:defRPr/>
              </a:pPr>
              <a:t>1/26/26</a:t>
            </a:fld>
            <a:endParaRPr lang="en-US" dirty="0"/>
          </a:p>
        </p:txBody>
      </p:sp>
      <p:sp>
        <p:nvSpPr>
          <p:cNvPr id="9" name="Footer Placeholder 4">
            <a:extLst>
              <a:ext uri="{FF2B5EF4-FFF2-40B4-BE49-F238E27FC236}">
                <a16:creationId xmlns:a16="http://schemas.microsoft.com/office/drawing/2014/main" id="{49C9B3C0-E24C-4D1C-8CB6-E4D26BCE8C9C}"/>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ABB5B596-C1D5-4335-A312-AE43AD7E4434}"/>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053B18FC-0F7B-4898-BA4E-B8324D107C01}" type="slidenum">
              <a:rPr lang="en-US" altLang="vi-VN"/>
              <a:pPr>
                <a:defRPr/>
              </a:pPr>
              <a:t>‹#›</a:t>
            </a:fld>
            <a:endParaRPr lang="en-US" altLang="vi-VN"/>
          </a:p>
        </p:txBody>
      </p:sp>
    </p:spTree>
    <p:extLst>
      <p:ext uri="{BB962C8B-B14F-4D97-AF65-F5344CB8AC3E}">
        <p14:creationId xmlns:p14="http://schemas.microsoft.com/office/powerpoint/2010/main" val="1584123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4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5DBE904-0096-4FA3-B654-A045C375BAD4}"/>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26496644-0C9E-4953-8D62-EE37D147E333}"/>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CD004611-F84A-4D9D-B620-5F563EB6AAF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89D5E299-2FBC-47DE-AAD3-3206A10F00C7}"/>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EC6098F7-DDBA-41E4-97EC-C2CDF4D58FA8}" type="datetimeFigureOut">
              <a:rPr lang="en-US"/>
              <a:pPr>
                <a:defRPr/>
              </a:pPr>
              <a:t>1/26/26</a:t>
            </a:fld>
            <a:endParaRPr lang="en-US" dirty="0"/>
          </a:p>
        </p:txBody>
      </p:sp>
      <p:sp>
        <p:nvSpPr>
          <p:cNvPr id="9" name="Footer Placeholder 4">
            <a:extLst>
              <a:ext uri="{FF2B5EF4-FFF2-40B4-BE49-F238E27FC236}">
                <a16:creationId xmlns:a16="http://schemas.microsoft.com/office/drawing/2014/main" id="{98971909-C816-42E9-A593-9587A524E5E7}"/>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2E3B5EF1-AFD1-4246-9334-072899BAD7B3}"/>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3DFCB6FA-4ACE-4F43-88FD-0DBEB43AEBC2}" type="slidenum">
              <a:rPr lang="en-US" altLang="vi-VN"/>
              <a:pPr>
                <a:defRPr/>
              </a:pPr>
              <a:t>‹#›</a:t>
            </a:fld>
            <a:endParaRPr lang="en-US" altLang="vi-VN"/>
          </a:p>
        </p:txBody>
      </p:sp>
    </p:spTree>
    <p:extLst>
      <p:ext uri="{BB962C8B-B14F-4D97-AF65-F5344CB8AC3E}">
        <p14:creationId xmlns:p14="http://schemas.microsoft.com/office/powerpoint/2010/main" val="42257013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94197CD-D473-4D30-8231-D3263AFBC56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BFEEBDCA-0FED-4FE2-A647-996C8B2BC77E}"/>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E460438B-94C4-41DE-AAB3-35F546166D2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D554F4B-7598-4FC3-B163-2D5A98A8891F}"/>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59AAD9F3-1855-4FA8-ADC6-154B05C16C21}" type="datetimeFigureOut">
              <a:rPr lang="en-US"/>
              <a:pPr>
                <a:defRPr/>
              </a:pPr>
              <a:t>1/26/26</a:t>
            </a:fld>
            <a:endParaRPr lang="en-US" dirty="0"/>
          </a:p>
        </p:txBody>
      </p:sp>
      <p:sp>
        <p:nvSpPr>
          <p:cNvPr id="9" name="Footer Placeholder 4">
            <a:extLst>
              <a:ext uri="{FF2B5EF4-FFF2-40B4-BE49-F238E27FC236}">
                <a16:creationId xmlns:a16="http://schemas.microsoft.com/office/drawing/2014/main" id="{C824F11B-0064-48B1-913C-759270C5846E}"/>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0F93F799-BB59-4DE7-AAD5-BB58D91122E6}"/>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5209B9CD-4B15-4114-B848-E69213AE6228}" type="slidenum">
              <a:rPr lang="en-US" altLang="vi-VN"/>
              <a:pPr>
                <a:defRPr/>
              </a:pPr>
              <a:t>‹#›</a:t>
            </a:fld>
            <a:endParaRPr lang="en-US" altLang="vi-VN"/>
          </a:p>
        </p:txBody>
      </p:sp>
    </p:spTree>
    <p:extLst>
      <p:ext uri="{BB962C8B-B14F-4D97-AF65-F5344CB8AC3E}">
        <p14:creationId xmlns:p14="http://schemas.microsoft.com/office/powerpoint/2010/main" val="12838112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6944DDE-B883-4EDE-AFAC-BA5ED6C522A3}"/>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3D9BF648-F089-4AC5-A606-DE1D413BEC20}"/>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31903521-DE98-46E6-A1AE-AA4D624811D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C191FAFE-840B-4F0B-BC16-78BFE530A2A9}"/>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B371D067-861B-4D46-9B97-43F9ABA4AE90}" type="datetimeFigureOut">
              <a:rPr lang="en-US"/>
              <a:pPr>
                <a:defRPr/>
              </a:pPr>
              <a:t>1/26/26</a:t>
            </a:fld>
            <a:endParaRPr lang="en-US" dirty="0"/>
          </a:p>
        </p:txBody>
      </p:sp>
      <p:sp>
        <p:nvSpPr>
          <p:cNvPr id="9" name="Footer Placeholder 4">
            <a:extLst>
              <a:ext uri="{FF2B5EF4-FFF2-40B4-BE49-F238E27FC236}">
                <a16:creationId xmlns:a16="http://schemas.microsoft.com/office/drawing/2014/main" id="{8E33FD78-31A9-48B2-ACE6-D4222642D220}"/>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14BE48B6-84DD-4DF1-A68E-E3F6A19D5F50}"/>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82EDCB40-A02C-4F1D-861C-A7FB852F50D8}" type="slidenum">
              <a:rPr lang="en-US" altLang="vi-VN"/>
              <a:pPr>
                <a:defRPr/>
              </a:pPr>
              <a:t>‹#›</a:t>
            </a:fld>
            <a:endParaRPr lang="en-US" altLang="vi-VN"/>
          </a:p>
        </p:txBody>
      </p:sp>
    </p:spTree>
    <p:extLst>
      <p:ext uri="{BB962C8B-B14F-4D97-AF65-F5344CB8AC3E}">
        <p14:creationId xmlns:p14="http://schemas.microsoft.com/office/powerpoint/2010/main" val="2205922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57F1D13-6FE5-46BD-A832-06EF3CA0DD32}"/>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5BF4578F-4B51-40FB-A67F-EA768F07FF4A}"/>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8EC65DC6-8187-4087-853A-39DA50786F22}"/>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4E702C8-B6AA-4D8A-AD1C-84B87C2F7B5F}"/>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0DBB05ED-92DC-4CDD-9C86-AC4378CB198E}" type="datetimeFigureOut">
              <a:rPr lang="en-US"/>
              <a:pPr>
                <a:defRPr/>
              </a:pPr>
              <a:t>1/26/26</a:t>
            </a:fld>
            <a:endParaRPr lang="en-US" dirty="0"/>
          </a:p>
        </p:txBody>
      </p:sp>
      <p:sp>
        <p:nvSpPr>
          <p:cNvPr id="9" name="Footer Placeholder 4">
            <a:extLst>
              <a:ext uri="{FF2B5EF4-FFF2-40B4-BE49-F238E27FC236}">
                <a16:creationId xmlns:a16="http://schemas.microsoft.com/office/drawing/2014/main" id="{3078BEDF-0F6F-44B8-91D8-934F19D4CEEC}"/>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12A5D93B-905D-46CD-B21F-C8DCE2504EB8}"/>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42E95E38-2CB4-4BB1-B5FC-15E3AB4DF361}" type="slidenum">
              <a:rPr lang="en-US" altLang="vi-VN"/>
              <a:pPr>
                <a:defRPr/>
              </a:pPr>
              <a:t>‹#›</a:t>
            </a:fld>
            <a:endParaRPr lang="en-US" altLang="vi-VN"/>
          </a:p>
        </p:txBody>
      </p:sp>
    </p:spTree>
    <p:extLst>
      <p:ext uri="{BB962C8B-B14F-4D97-AF65-F5344CB8AC3E}">
        <p14:creationId xmlns:p14="http://schemas.microsoft.com/office/powerpoint/2010/main" val="35941345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342AC1E-BD5A-4458-A301-0A546299D0E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B8D785F6-6DAC-40AF-B5C3-D0AAAF46804B}"/>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C0CD954B-16ED-4151-A8BD-030522D25ED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7B955C83-CC2A-4F9B-BADC-0DD72B3A0D0A}"/>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8A3D1C37-917A-48F6-B80B-19F73F2F46BF}" type="datetimeFigureOut">
              <a:rPr lang="en-US"/>
              <a:pPr>
                <a:defRPr/>
              </a:pPr>
              <a:t>1/26/26</a:t>
            </a:fld>
            <a:endParaRPr lang="en-US" dirty="0"/>
          </a:p>
        </p:txBody>
      </p:sp>
      <p:sp>
        <p:nvSpPr>
          <p:cNvPr id="9" name="Footer Placeholder 4">
            <a:extLst>
              <a:ext uri="{FF2B5EF4-FFF2-40B4-BE49-F238E27FC236}">
                <a16:creationId xmlns:a16="http://schemas.microsoft.com/office/drawing/2014/main" id="{6E7096A4-2987-4C51-BAC3-6CE431EB17AF}"/>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BBD2D74C-241B-4BEA-9DC7-10006A0169C3}"/>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AA36A90D-91C7-4180-8A5C-72EE2C0EB5BA}" type="slidenum">
              <a:rPr lang="en-US" altLang="vi-VN"/>
              <a:pPr>
                <a:defRPr/>
              </a:pPr>
              <a:t>‹#›</a:t>
            </a:fld>
            <a:endParaRPr lang="en-US" altLang="vi-VN"/>
          </a:p>
        </p:txBody>
      </p:sp>
    </p:spTree>
    <p:extLst>
      <p:ext uri="{BB962C8B-B14F-4D97-AF65-F5344CB8AC3E}">
        <p14:creationId xmlns:p14="http://schemas.microsoft.com/office/powerpoint/2010/main" val="28823484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9F74DA8-4E70-4826-8215-146673FB24D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119C42FF-DB5D-4D93-865E-0EE761283B05}"/>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37717D83-BCFB-446B-81AC-AA1B646545D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D8255BDC-E3FB-4F77-93F6-EB036B47E033}"/>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8DB0C0EF-89C2-44BF-83A8-F99C50B4D8FC}" type="datetimeFigureOut">
              <a:rPr lang="en-US"/>
              <a:pPr>
                <a:defRPr/>
              </a:pPr>
              <a:t>1/26/26</a:t>
            </a:fld>
            <a:endParaRPr lang="en-US" dirty="0"/>
          </a:p>
        </p:txBody>
      </p:sp>
      <p:sp>
        <p:nvSpPr>
          <p:cNvPr id="9" name="Footer Placeholder 4">
            <a:extLst>
              <a:ext uri="{FF2B5EF4-FFF2-40B4-BE49-F238E27FC236}">
                <a16:creationId xmlns:a16="http://schemas.microsoft.com/office/drawing/2014/main" id="{7F9FEFC2-E665-44B8-B36C-EFE498D8386F}"/>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C88689AA-4273-4B45-9DA9-E66DDB74009B}"/>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8709521B-32F6-43CF-9AD2-D05C32575577}" type="slidenum">
              <a:rPr lang="en-US" altLang="vi-VN"/>
              <a:pPr>
                <a:defRPr/>
              </a:pPr>
              <a:t>‹#›</a:t>
            </a:fld>
            <a:endParaRPr lang="en-US" altLang="vi-VN"/>
          </a:p>
        </p:txBody>
      </p:sp>
    </p:spTree>
    <p:extLst>
      <p:ext uri="{BB962C8B-B14F-4D97-AF65-F5344CB8AC3E}">
        <p14:creationId xmlns:p14="http://schemas.microsoft.com/office/powerpoint/2010/main" val="122754432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81AFCF1-B795-43D3-872B-C7E07A99DF7F}"/>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8FF8D792-3E97-452A-9CEF-905EBF3DD28D}"/>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440E8D81-43DB-4E2F-976A-A2264665453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F4BC771B-15E6-4B53-90E7-1D8AFB643F17}"/>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224268A3-F6E8-42FF-A634-50A0F186C576}" type="datetimeFigureOut">
              <a:rPr lang="en-US"/>
              <a:pPr>
                <a:defRPr/>
              </a:pPr>
              <a:t>1/26/26</a:t>
            </a:fld>
            <a:endParaRPr lang="en-US" dirty="0"/>
          </a:p>
        </p:txBody>
      </p:sp>
      <p:sp>
        <p:nvSpPr>
          <p:cNvPr id="9" name="Footer Placeholder 4">
            <a:extLst>
              <a:ext uri="{FF2B5EF4-FFF2-40B4-BE49-F238E27FC236}">
                <a16:creationId xmlns:a16="http://schemas.microsoft.com/office/drawing/2014/main" id="{6E9F9C85-3DBD-4777-9A66-32F84BE67175}"/>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B979CB39-C844-423B-A6ED-AF025CD7BD77}"/>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1496DC31-492E-42C4-998F-FA4853586612}" type="slidenum">
              <a:rPr lang="en-US" altLang="vi-VN"/>
              <a:pPr>
                <a:defRPr/>
              </a:pPr>
              <a:t>‹#›</a:t>
            </a:fld>
            <a:endParaRPr lang="en-US" altLang="vi-VN"/>
          </a:p>
        </p:txBody>
      </p:sp>
    </p:spTree>
    <p:extLst>
      <p:ext uri="{BB962C8B-B14F-4D97-AF65-F5344CB8AC3E}">
        <p14:creationId xmlns:p14="http://schemas.microsoft.com/office/powerpoint/2010/main" val="27493609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61F4494-5EAE-4544-BF4F-C4B04779B5EE}"/>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27D43672-E425-4DED-A1F3-C670ECA705AD}"/>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761D9410-21D7-4E81-A510-71D8D5F83A9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DE25E23B-CD7D-4746-9592-7F545D2C82D3}"/>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CC41BE0F-F3DB-4B21-824D-06624EFAF839}" type="datetimeFigureOut">
              <a:rPr lang="en-US"/>
              <a:pPr>
                <a:defRPr/>
              </a:pPr>
              <a:t>1/26/26</a:t>
            </a:fld>
            <a:endParaRPr lang="en-US" dirty="0"/>
          </a:p>
        </p:txBody>
      </p:sp>
      <p:sp>
        <p:nvSpPr>
          <p:cNvPr id="9" name="Footer Placeholder 4">
            <a:extLst>
              <a:ext uri="{FF2B5EF4-FFF2-40B4-BE49-F238E27FC236}">
                <a16:creationId xmlns:a16="http://schemas.microsoft.com/office/drawing/2014/main" id="{8EDB3F6E-7DD5-493C-BEBC-DF0DFD3D46FA}"/>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705057DB-759B-459B-8272-7898220D3E67}"/>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1EEE310B-8E8E-426A-8255-73C45EB43C41}" type="slidenum">
              <a:rPr lang="en-US" altLang="vi-VN"/>
              <a:pPr>
                <a:defRPr/>
              </a:pPr>
              <a:t>‹#›</a:t>
            </a:fld>
            <a:endParaRPr lang="en-US" altLang="vi-VN"/>
          </a:p>
        </p:txBody>
      </p:sp>
    </p:spTree>
    <p:extLst>
      <p:ext uri="{BB962C8B-B14F-4D97-AF65-F5344CB8AC3E}">
        <p14:creationId xmlns:p14="http://schemas.microsoft.com/office/powerpoint/2010/main" val="41015122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E69A4A2-751E-48A8-AB77-3C75A548FAD4}"/>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475CB137-907C-44B1-A27B-2A5AAAE55D98}"/>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551C9603-3F91-4122-B56F-AF9713EE67B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0795BC1A-6AD2-4E31-A0B2-7C99CEBE1487}"/>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A0322FA5-C25C-4690-A9AF-321A2A32C9A0}" type="datetimeFigureOut">
              <a:rPr lang="en-US"/>
              <a:pPr>
                <a:defRPr/>
              </a:pPr>
              <a:t>1/26/26</a:t>
            </a:fld>
            <a:endParaRPr lang="en-US" dirty="0"/>
          </a:p>
        </p:txBody>
      </p:sp>
      <p:sp>
        <p:nvSpPr>
          <p:cNvPr id="9" name="Footer Placeholder 4">
            <a:extLst>
              <a:ext uri="{FF2B5EF4-FFF2-40B4-BE49-F238E27FC236}">
                <a16:creationId xmlns:a16="http://schemas.microsoft.com/office/drawing/2014/main" id="{0CDF5E1D-8B9D-4089-BE2E-45FF49F62A1A}"/>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9FA3FE1E-18CD-4F63-9EA4-CD19FCBB0DA2}"/>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10FE793C-A753-472A-9712-FF3C4AF54013}" type="slidenum">
              <a:rPr lang="en-US" altLang="vi-VN"/>
              <a:pPr>
                <a:defRPr/>
              </a:pPr>
              <a:t>‹#›</a:t>
            </a:fld>
            <a:endParaRPr lang="en-US" altLang="vi-VN"/>
          </a:p>
        </p:txBody>
      </p:sp>
    </p:spTree>
    <p:extLst>
      <p:ext uri="{BB962C8B-B14F-4D97-AF65-F5344CB8AC3E}">
        <p14:creationId xmlns:p14="http://schemas.microsoft.com/office/powerpoint/2010/main" val="1646066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83021B01-5852-46FC-9CEE-536DA9643EED}"/>
              </a:ext>
            </a:extLst>
          </p:cNvPr>
          <p:cNvSpPr/>
          <p:nvPr userDrawn="1"/>
        </p:nvSpPr>
        <p:spPr>
          <a:xfrm>
            <a:off x="192088" y="265113"/>
            <a:ext cx="8763000" cy="6332537"/>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anchor="b"/>
          <a:lstStyle/>
          <a:p>
            <a:pPr algn="ctr">
              <a:defRPr/>
            </a:pPr>
            <a:endParaRPr lang="en-US" sz="1350" dirty="0"/>
          </a:p>
        </p:txBody>
      </p:sp>
      <p:cxnSp>
        <p:nvCxnSpPr>
          <p:cNvPr id="6" name="Straight Connector 5">
            <a:extLst>
              <a:ext uri="{FF2B5EF4-FFF2-40B4-BE49-F238E27FC236}">
                <a16:creationId xmlns:a16="http://schemas.microsoft.com/office/drawing/2014/main" id="{5AA05113-72A7-4465-B59C-7B18690B232A}"/>
              </a:ext>
            </a:extLst>
          </p:cNvPr>
          <p:cNvCxnSpPr/>
          <p:nvPr userDrawn="1"/>
        </p:nvCxnSpPr>
        <p:spPr>
          <a:xfrm>
            <a:off x="454025" y="1196975"/>
            <a:ext cx="8235950" cy="0"/>
          </a:xfrm>
          <a:prstGeom prst="line">
            <a:avLst/>
          </a:prstGeom>
          <a:ln w="25400">
            <a:solidFill>
              <a:srgbClr val="D24726"/>
            </a:solidFill>
          </a:ln>
        </p:spPr>
        <p:style>
          <a:lnRef idx="1">
            <a:schemeClr val="accent1"/>
          </a:lnRef>
          <a:fillRef idx="0">
            <a:schemeClr val="accent1"/>
          </a:fillRef>
          <a:effectRef idx="0">
            <a:schemeClr val="accent1"/>
          </a:effectRef>
          <a:fontRef idx="minor">
            <a:schemeClr val="tx1"/>
          </a:fontRef>
        </p:style>
      </p:cxnSp>
      <p:pic>
        <p:nvPicPr>
          <p:cNvPr id="7" name="Picture 9">
            <a:extLst>
              <a:ext uri="{FF2B5EF4-FFF2-40B4-BE49-F238E27FC236}">
                <a16:creationId xmlns:a16="http://schemas.microsoft.com/office/drawing/2014/main" id="{DB657C75-3BBB-4F7F-ADEE-7F0750F64640}"/>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21638" y="298450"/>
            <a:ext cx="668337" cy="86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p:cNvSpPr>
            <a:spLocks noGrp="1"/>
          </p:cNvSpPr>
          <p:nvPr>
            <p:ph type="title"/>
          </p:nvPr>
        </p:nvSpPr>
        <p:spPr>
          <a:xfrm>
            <a:off x="390906" y="448056"/>
            <a:ext cx="5157839" cy="640080"/>
          </a:xfrm>
        </p:spPr>
        <p:txBody>
          <a:bodyPr anchor="b">
            <a:normAutofit/>
          </a:bodyPr>
          <a:lstStyle>
            <a:lvl1pPr>
              <a:defRPr sz="2100">
                <a:solidFill>
                  <a:schemeClr val="bg2">
                    <a:lumMod val="25000"/>
                  </a:schemeClr>
                </a:solidFill>
              </a:defRPr>
            </a:lvl1pPr>
          </a:lstStyle>
          <a:p>
            <a:r>
              <a:rPr lang="en-US"/>
              <a:t>Click to edit Master title style</a:t>
            </a:r>
            <a:endParaRPr lang="en-US" dirty="0"/>
          </a:p>
        </p:txBody>
      </p:sp>
      <p:sp>
        <p:nvSpPr>
          <p:cNvPr id="3" name="Content Placeholder 2"/>
          <p:cNvSpPr>
            <a:spLocks noGrp="1"/>
          </p:cNvSpPr>
          <p:nvPr>
            <p:ph sz="quarter" idx="10"/>
          </p:nvPr>
        </p:nvSpPr>
        <p:spPr>
          <a:xfrm>
            <a:off x="404622" y="1435608"/>
            <a:ext cx="3312414" cy="3977640"/>
          </a:xfrm>
        </p:spPr>
        <p:txBody>
          <a:bodyPr rtlCol="0">
            <a:normAutofit/>
          </a:bodyPr>
          <a:lstStyle>
            <a:lvl1pPr>
              <a:defRPr lang="en-US" sz="900" smtClean="0">
                <a:solidFill>
                  <a:schemeClr val="tx1">
                    <a:lumMod val="75000"/>
                    <a:lumOff val="25000"/>
                  </a:schemeClr>
                </a:solidFill>
              </a:defRPr>
            </a:lvl1pPr>
            <a:lvl2pPr>
              <a:defRPr lang="en-US" sz="900" smtClean="0">
                <a:solidFill>
                  <a:schemeClr val="tx1">
                    <a:lumMod val="75000"/>
                    <a:lumOff val="25000"/>
                  </a:schemeClr>
                </a:solidFill>
              </a:defRPr>
            </a:lvl2pPr>
            <a:lvl3pPr>
              <a:defRPr lang="en-US" sz="900" smtClean="0">
                <a:solidFill>
                  <a:schemeClr val="tx1">
                    <a:lumMod val="75000"/>
                    <a:lumOff val="25000"/>
                  </a:schemeClr>
                </a:solidFill>
              </a:defRPr>
            </a:lvl3pPr>
            <a:lvl4pPr>
              <a:defRPr lang="en-US" sz="900" smtClean="0">
                <a:solidFill>
                  <a:schemeClr val="tx1">
                    <a:lumMod val="75000"/>
                    <a:lumOff val="25000"/>
                  </a:schemeClr>
                </a:solidFill>
              </a:defRPr>
            </a:lvl4pPr>
            <a:lvl5pPr>
              <a:defRPr lang="en-US" sz="9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3">
            <a:extLst>
              <a:ext uri="{FF2B5EF4-FFF2-40B4-BE49-F238E27FC236}">
                <a16:creationId xmlns:a16="http://schemas.microsoft.com/office/drawing/2014/main" id="{6766CE78-4C5D-4444-961A-510573A6530E}"/>
              </a:ext>
            </a:extLst>
          </p:cNvPr>
          <p:cNvSpPr>
            <a:spLocks noGrp="1"/>
          </p:cNvSpPr>
          <p:nvPr>
            <p:ph type="dt" sz="half" idx="11"/>
          </p:nvPr>
        </p:nvSpPr>
        <p:spPr>
          <a:xfrm>
            <a:off x="404813" y="6203950"/>
            <a:ext cx="2457450" cy="365125"/>
          </a:xfrm>
          <a:prstGeom prst="rect">
            <a:avLst/>
          </a:prstGeom>
        </p:spPr>
        <p:txBody>
          <a:bodyPr vert="horz" lIns="91440" tIns="45720" rIns="91440" bIns="45720" rtlCol="0" anchor="ctr"/>
          <a:lstStyle>
            <a:lvl1pPr algn="l">
              <a:defRPr sz="900" baseline="0">
                <a:solidFill>
                  <a:schemeClr val="tx1">
                    <a:lumMod val="65000"/>
                    <a:lumOff val="35000"/>
                  </a:schemeClr>
                </a:solidFill>
              </a:defRPr>
            </a:lvl1pPr>
          </a:lstStyle>
          <a:p>
            <a:pPr>
              <a:defRPr/>
            </a:pPr>
            <a:fld id="{44D4CF33-30C4-4A25-AD9D-674363988958}" type="datetimeFigureOut">
              <a:rPr lang="en-US"/>
              <a:pPr>
                <a:defRPr/>
              </a:pPr>
              <a:t>1/26/26</a:t>
            </a:fld>
            <a:endParaRPr lang="en-US" dirty="0"/>
          </a:p>
        </p:txBody>
      </p:sp>
      <p:sp>
        <p:nvSpPr>
          <p:cNvPr id="9" name="Footer Placeholder 4">
            <a:extLst>
              <a:ext uri="{FF2B5EF4-FFF2-40B4-BE49-F238E27FC236}">
                <a16:creationId xmlns:a16="http://schemas.microsoft.com/office/drawing/2014/main" id="{972ED7C8-3B45-45AC-BFC5-82F97DD25451}"/>
              </a:ext>
            </a:extLst>
          </p:cNvPr>
          <p:cNvSpPr>
            <a:spLocks noGrp="1"/>
          </p:cNvSpPr>
          <p:nvPr>
            <p:ph type="ftr" sz="quarter" idx="12"/>
          </p:nvPr>
        </p:nvSpPr>
        <p:spPr>
          <a:xfrm>
            <a:off x="3486150" y="6203950"/>
            <a:ext cx="2171700" cy="365125"/>
          </a:xfrm>
          <a:prstGeom prst="rect">
            <a:avLst/>
          </a:prstGeom>
        </p:spPr>
        <p:txBody>
          <a:bodyPr vert="horz" lIns="91440" tIns="45720" rIns="91440" bIns="45720" rtlCol="0" anchor="ctr"/>
          <a:lstStyle>
            <a:lvl1pPr algn="ctr">
              <a:defRPr sz="900" baseline="0">
                <a:solidFill>
                  <a:schemeClr val="tx1">
                    <a:lumMod val="65000"/>
                    <a:lumOff val="35000"/>
                  </a:schemeClr>
                </a:solidFill>
              </a:defRPr>
            </a:lvl1pPr>
          </a:lstStyle>
          <a:p>
            <a:pPr>
              <a:defRPr/>
            </a:pPr>
            <a:endParaRPr lang="en-US"/>
          </a:p>
        </p:txBody>
      </p:sp>
      <p:sp>
        <p:nvSpPr>
          <p:cNvPr id="10" name="Slide Number Placeholder 5">
            <a:extLst>
              <a:ext uri="{FF2B5EF4-FFF2-40B4-BE49-F238E27FC236}">
                <a16:creationId xmlns:a16="http://schemas.microsoft.com/office/drawing/2014/main" id="{2EA79228-DFD9-4D31-8B7D-B7C8102A239D}"/>
              </a:ext>
            </a:extLst>
          </p:cNvPr>
          <p:cNvSpPr>
            <a:spLocks noGrp="1"/>
          </p:cNvSpPr>
          <p:nvPr>
            <p:ph type="sldNum" sz="quarter" idx="13"/>
          </p:nvPr>
        </p:nvSpPr>
        <p:spPr>
          <a:xfrm>
            <a:off x="6278563" y="6203950"/>
            <a:ext cx="2457450" cy="365125"/>
          </a:xfrm>
          <a:prstGeom prst="rect">
            <a:avLst/>
          </a:prstGeom>
        </p:spPr>
        <p:txBody>
          <a:bodyPr vert="horz" wrap="square" lIns="91440" tIns="45720" rIns="91440" bIns="45720" numCol="1" anchor="ctr" anchorCtr="0" compatLnSpc="1">
            <a:prstTxWarp prst="textNoShape">
              <a:avLst/>
            </a:prstTxWarp>
          </a:bodyPr>
          <a:lstStyle>
            <a:lvl1pPr algn="r">
              <a:defRPr sz="900">
                <a:solidFill>
                  <a:srgbClr val="595959"/>
                </a:solidFill>
              </a:defRPr>
            </a:lvl1pPr>
          </a:lstStyle>
          <a:p>
            <a:pPr>
              <a:defRPr/>
            </a:pPr>
            <a:fld id="{24A8DB52-396C-4BFA-B409-5B4AD0D428F9}" type="slidenum">
              <a:rPr lang="en-US" altLang="vi-VN"/>
              <a:pPr>
                <a:defRPr/>
              </a:pPr>
              <a:t>‹#›</a:t>
            </a:fld>
            <a:endParaRPr lang="en-US" altLang="vi-VN"/>
          </a:p>
        </p:txBody>
      </p:sp>
    </p:spTree>
    <p:extLst>
      <p:ext uri="{BB962C8B-B14F-4D97-AF65-F5344CB8AC3E}">
        <p14:creationId xmlns:p14="http://schemas.microsoft.com/office/powerpoint/2010/main" val="22447124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28"/>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5B1FADD2-9AEF-4112-A008-13435246E7AD}"/>
              </a:ext>
            </a:extLst>
          </p:cNvPr>
          <p:cNvSpPr>
            <a:spLocks noGrp="1"/>
          </p:cNvSpPr>
          <p:nvPr>
            <p:ph type="title"/>
          </p:nvPr>
        </p:nvSpPr>
        <p:spPr bwMode="auto">
          <a:xfrm>
            <a:off x="628650"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vi-VN" altLang="vi-VN"/>
          </a:p>
        </p:txBody>
      </p:sp>
      <p:sp>
        <p:nvSpPr>
          <p:cNvPr id="1027" name="Text Placeholder 2">
            <a:extLst>
              <a:ext uri="{FF2B5EF4-FFF2-40B4-BE49-F238E27FC236}">
                <a16:creationId xmlns:a16="http://schemas.microsoft.com/office/drawing/2014/main" id="{73695798-0E77-4D09-BDB3-11EDA758EC0C}"/>
              </a:ext>
            </a:extLst>
          </p:cNvPr>
          <p:cNvSpPr>
            <a:spLocks noGrp="1"/>
          </p:cNvSpPr>
          <p:nvPr>
            <p:ph type="body" idx="1"/>
          </p:nvPr>
        </p:nvSpPr>
        <p:spPr bwMode="auto">
          <a:xfrm>
            <a:off x="628650" y="1825625"/>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endParaRPr lang="vi-VN" altLang="vi-VN"/>
          </a:p>
        </p:txBody>
      </p:sp>
      <p:sp>
        <p:nvSpPr>
          <p:cNvPr id="7" name="TextBox 6">
            <a:extLst>
              <a:ext uri="{FF2B5EF4-FFF2-40B4-BE49-F238E27FC236}">
                <a16:creationId xmlns:a16="http://schemas.microsoft.com/office/drawing/2014/main" id="{1F22D2C2-2174-4EC5-BF12-42B65A60AB3D}"/>
              </a:ext>
            </a:extLst>
          </p:cNvPr>
          <p:cNvSpPr txBox="1"/>
          <p:nvPr/>
        </p:nvSpPr>
        <p:spPr>
          <a:xfrm>
            <a:off x="7862888" y="6311900"/>
            <a:ext cx="1101725" cy="254000"/>
          </a:xfrm>
          <a:prstGeom prst="rect">
            <a:avLst/>
          </a:prstGeom>
          <a:noFill/>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r>
              <a:rPr lang="en" altLang="vi-VN" sz="1000">
                <a:solidFill>
                  <a:srgbClr val="CF2941"/>
                </a:solidFill>
                <a:ea typeface="Roboto" panose="02000000000000000000" pitchFamily="2" charset="0"/>
                <a:cs typeface="Arial" panose="020B0604020202020204" pitchFamily="34" charset="0"/>
              </a:rPr>
              <a:t>Page</a:t>
            </a:r>
            <a:fld id="{8758EBCD-83FD-4789-A0AE-CA69175CA752}" type="slidenum">
              <a:rPr lang="en-US" altLang="vi-VN" sz="1000" smtClean="0">
                <a:solidFill>
                  <a:srgbClr val="CF2941"/>
                </a:solidFill>
                <a:ea typeface="Roboto" panose="02000000000000000000" pitchFamily="2" charset="0"/>
                <a:cs typeface="Arial" panose="020B0604020202020204" pitchFamily="34" charset="0"/>
              </a:rPr>
              <a:pPr eaLnBrk="1" hangingPunct="1">
                <a:defRPr/>
              </a:pPr>
              <a:t>‹#›</a:t>
            </a:fld>
            <a:endParaRPr lang="en-US" altLang="vi-VN" sz="1000">
              <a:solidFill>
                <a:srgbClr val="CF2941"/>
              </a:solidFill>
              <a:ea typeface="Roboto" panose="02000000000000000000" pitchFamily="2" charset="0"/>
              <a:cs typeface="Arial" panose="020B0604020202020204" pitchFamily="34" charset="0"/>
            </a:endParaRPr>
          </a:p>
        </p:txBody>
      </p:sp>
      <p:sp>
        <p:nvSpPr>
          <p:cNvPr id="9" name="Rectangle 6">
            <a:extLst>
              <a:ext uri="{FF2B5EF4-FFF2-40B4-BE49-F238E27FC236}">
                <a16:creationId xmlns:a16="http://schemas.microsoft.com/office/drawing/2014/main" id="{DBC91B36-E970-401E-B9A6-82822345988C}"/>
              </a:ext>
            </a:extLst>
          </p:cNvPr>
          <p:cNvSpPr txBox="1">
            <a:spLocks noChangeArrowheads="1"/>
          </p:cNvSpPr>
          <p:nvPr userDrawn="1"/>
        </p:nvSpPr>
        <p:spPr bwMode="auto">
          <a:xfrm>
            <a:off x="8305800" y="6324600"/>
            <a:ext cx="457200" cy="381000"/>
          </a:xfrm>
          <a:prstGeom prst="rect">
            <a:avLst/>
          </a:prstGeom>
          <a:noFill/>
          <a:ln w="9525">
            <a:noFill/>
            <a:miter lim="800000"/>
            <a:headEnd/>
            <a:tailEnd/>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defRPr/>
            </a:pPr>
            <a:fld id="{811270A4-66D7-42EB-8F6A-9261B83C2708}" type="slidenum">
              <a:rPr lang="en-US" altLang="vi-VN" smtClean="0">
                <a:solidFill>
                  <a:schemeClr val="bg1"/>
                </a:solidFill>
                <a:latin typeface="Corbel" panose="020B0503020204020204" pitchFamily="34" charset="0"/>
              </a:rPr>
              <a:pPr algn="ctr" eaLnBrk="1" hangingPunct="1">
                <a:defRPr/>
              </a:pPr>
              <a:t>‹#›</a:t>
            </a:fld>
            <a:endParaRPr lang="en-US" altLang="vi-VN">
              <a:solidFill>
                <a:schemeClr val="bg1"/>
              </a:solidFill>
              <a:latin typeface="Corbel" panose="020B0503020204020204" pitchFamily="34" charset="0"/>
            </a:endParaRPr>
          </a:p>
        </p:txBody>
      </p:sp>
    </p:spTree>
  </p:cSld>
  <p:clrMap bg1="lt1" tx1="dk1" bg2="lt2" tx2="dk2" accent1="accent1" accent2="accent2" accent3="accent3" accent4="accent4" accent5="accent5" accent6="accent6" hlink="hlink" folHlink="folHlink"/>
  <p:sldLayoutIdLst>
    <p:sldLayoutId id="2147484773" r:id="rId1"/>
    <p:sldLayoutId id="2147484774" r:id="rId2"/>
    <p:sldLayoutId id="2147484775" r:id="rId3"/>
    <p:sldLayoutId id="2147484776" r:id="rId4"/>
    <p:sldLayoutId id="2147484777" r:id="rId5"/>
    <p:sldLayoutId id="2147484778" r:id="rId6"/>
    <p:sldLayoutId id="2147484779" r:id="rId7"/>
    <p:sldLayoutId id="2147484780" r:id="rId8"/>
    <p:sldLayoutId id="2147484781" r:id="rId9"/>
    <p:sldLayoutId id="2147484782" r:id="rId10"/>
    <p:sldLayoutId id="2147484783" r:id="rId11"/>
    <p:sldLayoutId id="2147484784" r:id="rId12"/>
    <p:sldLayoutId id="2147484785" r:id="rId13"/>
    <p:sldLayoutId id="2147484786" r:id="rId14"/>
    <p:sldLayoutId id="2147484787" r:id="rId15"/>
    <p:sldLayoutId id="2147484788" r:id="rId16"/>
    <p:sldLayoutId id="2147484789" r:id="rId17"/>
    <p:sldLayoutId id="2147484790" r:id="rId18"/>
    <p:sldLayoutId id="2147484791" r:id="rId19"/>
    <p:sldLayoutId id="2147484792" r:id="rId20"/>
    <p:sldLayoutId id="2147484793" r:id="rId21"/>
    <p:sldLayoutId id="2147484794" r:id="rId22"/>
    <p:sldLayoutId id="2147484795" r:id="rId23"/>
    <p:sldLayoutId id="2147484796" r:id="rId24"/>
    <p:sldLayoutId id="2147484797" r:id="rId25"/>
    <p:sldLayoutId id="2147484798" r:id="rId26"/>
  </p:sldLayoutIdLst>
  <p:hf sldNum="0" hdr="0" dt="0"/>
  <p:txStyles>
    <p:titleStyle>
      <a:lvl1pPr algn="l" defTabSz="685800" rtl="0" eaLnBrk="0" fontAlgn="base" hangingPunct="0">
        <a:lnSpc>
          <a:spcPct val="90000"/>
        </a:lnSpc>
        <a:spcBef>
          <a:spcPct val="0"/>
        </a:spcBef>
        <a:spcAft>
          <a:spcPct val="0"/>
        </a:spcAft>
        <a:defRPr sz="3300" kern="1200">
          <a:solidFill>
            <a:schemeClr val="tx1"/>
          </a:solidFill>
          <a:latin typeface="+mj-lt"/>
          <a:ea typeface="+mj-ea"/>
          <a:cs typeface="+mj-cs"/>
        </a:defRPr>
      </a:lvl1pPr>
      <a:lvl2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defRPr>
      </a:lvl2pPr>
      <a:lvl3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defRPr>
      </a:lvl3pPr>
      <a:lvl4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defRPr>
      </a:lvl4pPr>
      <a:lvl5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defRPr>
      </a:lvl5pPr>
      <a:lvl6pPr marL="457200" algn="l" defTabSz="685800" rtl="0" eaLnBrk="1" fontAlgn="base" hangingPunct="1">
        <a:lnSpc>
          <a:spcPct val="90000"/>
        </a:lnSpc>
        <a:spcBef>
          <a:spcPct val="0"/>
        </a:spcBef>
        <a:spcAft>
          <a:spcPct val="0"/>
        </a:spcAft>
        <a:defRPr sz="3300">
          <a:solidFill>
            <a:schemeClr val="tx1"/>
          </a:solidFill>
          <a:latin typeface="Arial" panose="020B0604020202020204" pitchFamily="34" charset="0"/>
        </a:defRPr>
      </a:lvl6pPr>
      <a:lvl7pPr marL="914400" algn="l" defTabSz="685800" rtl="0" eaLnBrk="1" fontAlgn="base" hangingPunct="1">
        <a:lnSpc>
          <a:spcPct val="90000"/>
        </a:lnSpc>
        <a:spcBef>
          <a:spcPct val="0"/>
        </a:spcBef>
        <a:spcAft>
          <a:spcPct val="0"/>
        </a:spcAft>
        <a:defRPr sz="3300">
          <a:solidFill>
            <a:schemeClr val="tx1"/>
          </a:solidFill>
          <a:latin typeface="Arial" panose="020B0604020202020204" pitchFamily="34" charset="0"/>
        </a:defRPr>
      </a:lvl7pPr>
      <a:lvl8pPr marL="1371600" algn="l" defTabSz="685800" rtl="0" eaLnBrk="1" fontAlgn="base" hangingPunct="1">
        <a:lnSpc>
          <a:spcPct val="90000"/>
        </a:lnSpc>
        <a:spcBef>
          <a:spcPct val="0"/>
        </a:spcBef>
        <a:spcAft>
          <a:spcPct val="0"/>
        </a:spcAft>
        <a:defRPr sz="3300">
          <a:solidFill>
            <a:schemeClr val="tx1"/>
          </a:solidFill>
          <a:latin typeface="Arial" panose="020B0604020202020204" pitchFamily="34" charset="0"/>
        </a:defRPr>
      </a:lvl8pPr>
      <a:lvl9pPr marL="1828800" algn="l" defTabSz="685800" rtl="0" eaLnBrk="1" fontAlgn="base" hangingPunct="1">
        <a:lnSpc>
          <a:spcPct val="90000"/>
        </a:lnSpc>
        <a:spcBef>
          <a:spcPct val="0"/>
        </a:spcBef>
        <a:spcAft>
          <a:spcPct val="0"/>
        </a:spcAft>
        <a:defRPr sz="3300">
          <a:solidFill>
            <a:schemeClr val="tx1"/>
          </a:solidFill>
          <a:latin typeface="Arial" panose="020B0604020202020204" pitchFamily="34" charset="0"/>
        </a:defRPr>
      </a:lvl9pPr>
    </p:titleStyle>
    <p:bodyStyle>
      <a:lvl1pPr algn="l" defTabSz="685800" rtl="0" eaLnBrk="0" fontAlgn="base" hangingPunct="0">
        <a:lnSpc>
          <a:spcPct val="90000"/>
        </a:lnSpc>
        <a:spcBef>
          <a:spcPts val="750"/>
        </a:spcBef>
        <a:spcAft>
          <a:spcPct val="0"/>
        </a:spcAft>
        <a:buFont typeface="Arial" panose="020B0604020202020204" pitchFamily="34" charset="0"/>
        <a:defRPr sz="2100" kern="1200">
          <a:solidFill>
            <a:schemeClr val="tx1"/>
          </a:solidFill>
          <a:latin typeface="+mn-lt"/>
          <a:ea typeface="+mn-ea"/>
          <a:cs typeface="+mn-cs"/>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mn-lt"/>
          <a:ea typeface="+mn-ea"/>
          <a:cs typeface="+mn-cs"/>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a:extLst>
              <a:ext uri="{FF2B5EF4-FFF2-40B4-BE49-F238E27FC236}">
                <a16:creationId xmlns:a16="http://schemas.microsoft.com/office/drawing/2014/main" id="{1F1D606E-D653-45CB-95A5-529D67CA7274}"/>
              </a:ext>
            </a:extLst>
          </p:cNvPr>
          <p:cNvSpPr>
            <a:spLocks noGrp="1"/>
          </p:cNvSpPr>
          <p:nvPr>
            <p:ph type="ctrTitle"/>
          </p:nvPr>
        </p:nvSpPr>
        <p:spPr>
          <a:xfrm>
            <a:off x="0" y="1143000"/>
            <a:ext cx="9144000" cy="906463"/>
          </a:xfrm>
        </p:spPr>
        <p:txBody>
          <a:bodyPr/>
          <a:lstStyle/>
          <a:p>
            <a:pPr algn="ctr" eaLnBrk="1" hangingPunct="1"/>
            <a:r>
              <a:rPr lang="en-US" altLang="vi-VN" sz="2800" cap="all">
                <a:latin typeface="Times New Roman" panose="02020603050405020304" pitchFamily="18" charset="0"/>
                <a:cs typeface="Times New Roman" panose="02020603050405020304" pitchFamily="18" charset="0"/>
              </a:rPr>
              <a:t>P</a:t>
            </a:r>
            <a:r>
              <a:rPr lang="en" altLang="vi-VN" sz="2800" cap="all">
                <a:latin typeface="Times New Roman" panose="02020603050405020304" pitchFamily="18" charset="0"/>
                <a:cs typeface="Times New Roman" panose="02020603050405020304" pitchFamily="18" charset="0"/>
              </a:rPr>
              <a:t>hân tích dữ liệu chuỗi thời gian</a:t>
            </a:r>
            <a:endParaRPr lang="en" altLang="vi-VN" sz="2800" cap="all"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6EA7369-B7A3-44EE-9408-C24AA67B81B7}"/>
              </a:ext>
            </a:extLst>
          </p:cNvPr>
          <p:cNvSpPr txBox="1"/>
          <p:nvPr/>
        </p:nvSpPr>
        <p:spPr>
          <a:xfrm>
            <a:off x="0" y="3276600"/>
            <a:ext cx="9144000" cy="2185214"/>
          </a:xfrm>
          <a:prstGeom prst="rect">
            <a:avLst/>
          </a:prstGeom>
          <a:noFill/>
        </p:spPr>
        <p:txBody>
          <a:bodyPr wrap="square">
            <a:spAutoFit/>
          </a:bodyPr>
          <a:lstStyle/>
          <a:p>
            <a:pPr algn="ctr" eaLnBrk="1" hangingPunct="1">
              <a:defRPr/>
            </a:pPr>
            <a:r>
              <a:rPr lang="en" sz="4400" b="1">
                <a:solidFill>
                  <a:srgbClr val="FFCC66"/>
                </a:solidFill>
                <a:latin typeface="Times New Roman" panose="02020603050405020304" pitchFamily="18" charset="0"/>
                <a:cs typeface="Times New Roman" panose="02020603050405020304" pitchFamily="18" charset="0"/>
              </a:rPr>
              <a:t>Kỹ thuật xử lý dữ liệu </a:t>
            </a:r>
          </a:p>
          <a:p>
            <a:pPr algn="ctr" eaLnBrk="1" hangingPunct="1">
              <a:defRPr/>
            </a:pPr>
            <a:r>
              <a:rPr lang="en" sz="4400" b="1">
                <a:solidFill>
                  <a:srgbClr val="FFCC66"/>
                </a:solidFill>
                <a:latin typeface="Times New Roman" panose="02020603050405020304" pitchFamily="18" charset="0"/>
                <a:cs typeface="Times New Roman" panose="02020603050405020304" pitchFamily="18" charset="0"/>
              </a:rPr>
              <a:t>chuỗi thời gian</a:t>
            </a:r>
          </a:p>
          <a:p>
            <a:pPr algn="ctr" eaLnBrk="1" hangingPunct="1">
              <a:defRPr/>
            </a:pPr>
            <a:endParaRPr lang="en-US" sz="4800" b="1" dirty="0">
              <a:solidFill>
                <a:schemeClr val="accent1">
                  <a:lumMod val="50000"/>
                </a:schemeClr>
              </a:solidFill>
              <a:latin typeface="Arial"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D2578-D553-1E2B-585A-73E40B0758F2}"/>
              </a:ext>
            </a:extLst>
          </p:cNvPr>
          <p:cNvSpPr>
            <a:spLocks noGrp="1"/>
          </p:cNvSpPr>
          <p:nvPr>
            <p:ph type="title"/>
          </p:nvPr>
        </p:nvSpPr>
        <p:spPr/>
        <p:txBody>
          <a:bodyPr>
            <a:normAutofit/>
          </a:bodyPr>
          <a:lstStyle/>
          <a:p>
            <a:r>
              <a:rPr lang="en-US" sz="4000" b="1">
                <a:latin typeface="Times New Roman" panose="02020603050405020304" pitchFamily="18" charset="0"/>
                <a:cs typeface="Times New Roman" panose="02020603050405020304" pitchFamily="18" charset="0"/>
              </a:rPr>
              <a:t>Nội dung</a:t>
            </a:r>
          </a:p>
        </p:txBody>
      </p:sp>
      <p:sp>
        <p:nvSpPr>
          <p:cNvPr id="5" name="Content Placeholder 2">
            <a:extLst>
              <a:ext uri="{FF2B5EF4-FFF2-40B4-BE49-F238E27FC236}">
                <a16:creationId xmlns:a16="http://schemas.microsoft.com/office/drawing/2014/main" id="{BB1D7740-926A-3DCE-3F06-3714AC5C4E65}"/>
              </a:ext>
            </a:extLst>
          </p:cNvPr>
          <p:cNvSpPr txBox="1">
            <a:spLocks/>
          </p:cNvSpPr>
          <p:nvPr/>
        </p:nvSpPr>
        <p:spPr bwMode="auto">
          <a:xfrm>
            <a:off x="228600" y="1219200"/>
            <a:ext cx="8912492" cy="5486400"/>
          </a:xfrm>
          <a:prstGeom prst="rect">
            <a:avLst/>
          </a:prstGeom>
          <a:noFill/>
          <a:ln>
            <a:noFill/>
          </a:ln>
        </p:spPr>
        <p:txBody>
          <a:bodyPr/>
          <a:lstStyle>
            <a:lvl1pPr marL="342900" indent="-342900" algn="r" rtl="0" eaLnBrk="0" fontAlgn="base" hangingPunct="0">
              <a:spcBef>
                <a:spcPct val="20000"/>
              </a:spcBef>
              <a:spcAft>
                <a:spcPct val="0"/>
              </a:spcAft>
              <a:buChar char="•"/>
              <a:defRPr sz="3200">
                <a:solidFill>
                  <a:schemeClr val="tx1"/>
                </a:solidFill>
                <a:latin typeface="+mn-lt"/>
                <a:ea typeface="ＭＳ Ｐゴシック" pitchFamily="-110" charset="-128"/>
                <a:cs typeface="ＭＳ Ｐゴシック" pitchFamily="-110" charset="-128"/>
              </a:defRPr>
            </a:lvl1pPr>
            <a:lvl2pPr marL="827088" indent="-285750" algn="l" rtl="0" eaLnBrk="0" fontAlgn="base" hangingPunct="0">
              <a:spcBef>
                <a:spcPct val="20000"/>
              </a:spcBef>
              <a:spcAft>
                <a:spcPct val="0"/>
              </a:spcAft>
              <a:buChar char="–"/>
              <a:defRPr sz="2800">
                <a:solidFill>
                  <a:schemeClr val="tx1"/>
                </a:solidFill>
                <a:latin typeface="+mn-lt"/>
                <a:ea typeface="ＭＳ Ｐゴシック" pitchFamily="-107" charset="-128"/>
              </a:defRPr>
            </a:lvl2pPr>
            <a:lvl3pPr marL="1235075" indent="-228600" algn="l" rtl="0" eaLnBrk="0" fontAlgn="base" hangingPunct="0">
              <a:spcBef>
                <a:spcPct val="20000"/>
              </a:spcBef>
              <a:spcAft>
                <a:spcPct val="0"/>
              </a:spcAft>
              <a:buChar char="•"/>
              <a:defRPr sz="2400">
                <a:solidFill>
                  <a:schemeClr val="tx1"/>
                </a:solidFill>
                <a:latin typeface="+mn-lt"/>
                <a:ea typeface="ＭＳ Ｐゴシック" pitchFamily="-107" charset="-128"/>
              </a:defRPr>
            </a:lvl3pPr>
            <a:lvl4pPr marL="1643063" indent="-228600" algn="l" rtl="0" eaLnBrk="0" fontAlgn="base" hangingPunct="0">
              <a:spcBef>
                <a:spcPct val="20000"/>
              </a:spcBef>
              <a:spcAft>
                <a:spcPct val="0"/>
              </a:spcAft>
              <a:buChar char="–"/>
              <a:defRPr sz="2000">
                <a:solidFill>
                  <a:schemeClr val="tx1"/>
                </a:solidFill>
                <a:latin typeface="+mn-lt"/>
                <a:ea typeface="ＭＳ Ｐゴシック" pitchFamily="-107" charset="-128"/>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itchFamily="-107" charset="-128"/>
              </a:defRPr>
            </a:lvl5pPr>
            <a:lvl6pPr marL="2514600" indent="-228600" algn="l" rtl="0" fontAlgn="base">
              <a:spcBef>
                <a:spcPct val="20000"/>
              </a:spcBef>
              <a:spcAft>
                <a:spcPct val="0"/>
              </a:spcAft>
              <a:buChar char="»"/>
              <a:defRPr sz="2000">
                <a:solidFill>
                  <a:schemeClr val="tx1"/>
                </a:solidFill>
                <a:latin typeface="+mn-lt"/>
                <a:ea typeface="ＭＳ Ｐゴシック" pitchFamily="-107" charset="-128"/>
              </a:defRPr>
            </a:lvl6pPr>
            <a:lvl7pPr marL="2971800" indent="-228600" algn="l" rtl="0" fontAlgn="base">
              <a:spcBef>
                <a:spcPct val="20000"/>
              </a:spcBef>
              <a:spcAft>
                <a:spcPct val="0"/>
              </a:spcAft>
              <a:buChar char="»"/>
              <a:defRPr sz="2000">
                <a:solidFill>
                  <a:schemeClr val="tx1"/>
                </a:solidFill>
                <a:latin typeface="+mn-lt"/>
                <a:ea typeface="ＭＳ Ｐゴシック" pitchFamily="-107" charset="-128"/>
              </a:defRPr>
            </a:lvl7pPr>
            <a:lvl8pPr marL="3429000" indent="-228600" algn="l" rtl="0" fontAlgn="base">
              <a:spcBef>
                <a:spcPct val="20000"/>
              </a:spcBef>
              <a:spcAft>
                <a:spcPct val="0"/>
              </a:spcAft>
              <a:buChar char="»"/>
              <a:defRPr sz="2000">
                <a:solidFill>
                  <a:schemeClr val="tx1"/>
                </a:solidFill>
                <a:latin typeface="+mn-lt"/>
                <a:ea typeface="ＭＳ Ｐゴシック" pitchFamily="-107" charset="-128"/>
              </a:defRPr>
            </a:lvl8pPr>
            <a:lvl9pPr marL="3886200" indent="-228600" algn="l" rtl="0" fontAlgn="base">
              <a:spcBef>
                <a:spcPct val="20000"/>
              </a:spcBef>
              <a:spcAft>
                <a:spcPct val="0"/>
              </a:spcAft>
              <a:buChar char="»"/>
              <a:defRPr sz="2000">
                <a:solidFill>
                  <a:schemeClr val="tx1"/>
                </a:solidFill>
                <a:latin typeface="+mn-lt"/>
                <a:ea typeface="ＭＳ Ｐゴシック" pitchFamily="-107" charset="-128"/>
              </a:defRPr>
            </a:lvl9pPr>
          </a:lstStyle>
          <a:p>
            <a:pPr marL="628650" indent="-571500" algn="l">
              <a:buFont typeface="Wingdings" panose="05000000000000000000" pitchFamily="2" charset="2"/>
              <a:buChar char="v"/>
              <a:defRPr/>
            </a:pPr>
            <a:r>
              <a:rPr lang="en-US" altLang="en-US" sz="4000" kern="0">
                <a:latin typeface="Times New Roman" panose="02020603050405020304" pitchFamily="18" charset="0"/>
                <a:ea typeface="ＭＳ Ｐゴシック" panose="020B0600070205080204" pitchFamily="34" charset="-128"/>
                <a:cs typeface="Times New Roman" panose="02020603050405020304" pitchFamily="18" charset="0"/>
              </a:rPr>
              <a:t>Nhãn thời gian</a:t>
            </a:r>
          </a:p>
          <a:p>
            <a:pPr marL="628650" indent="-571500" algn="l">
              <a:buFont typeface="Wingdings" panose="05000000000000000000" pitchFamily="2" charset="2"/>
              <a:buChar char="v"/>
              <a:defRPr/>
            </a:pPr>
            <a:r>
              <a:rPr lang="en-US" sz="4000">
                <a:latin typeface="Times New Roman" panose="02020603050405020304" pitchFamily="18" charset="0"/>
                <a:cs typeface="Times New Roman" panose="02020603050405020304" pitchFamily="18" charset="0"/>
              </a:rPr>
              <a:t>Làm sạch dữ liệu - Khử nhiễu và làm mịn - </a:t>
            </a:r>
            <a:r>
              <a:rPr lang="vi-VN" sz="4000">
                <a:latin typeface="Times New Roman" panose="02020603050405020304" pitchFamily="18" charset="0"/>
                <a:cs typeface="Times New Roman" panose="02020603050405020304" pitchFamily="18" charset="0"/>
              </a:rPr>
              <a:t>Tăng cường </a:t>
            </a:r>
            <a:endParaRPr lang="en-US" altLang="en-US" sz="4000" kern="0">
              <a:latin typeface="Times New Roman" panose="02020603050405020304" pitchFamily="18" charset="0"/>
              <a:ea typeface="ＭＳ Ｐゴシック" panose="020B0600070205080204" pitchFamily="34" charset="-128"/>
              <a:cs typeface="Times New Roman" panose="02020603050405020304" pitchFamily="18" charset="0"/>
            </a:endParaRPr>
          </a:p>
          <a:p>
            <a:pPr marL="628650" indent="-571500" algn="l">
              <a:buFont typeface="Wingdings" panose="05000000000000000000" pitchFamily="2" charset="2"/>
              <a:buChar char="v"/>
              <a:defRPr/>
            </a:pPr>
            <a:r>
              <a:rPr lang="en-US" sz="4000">
                <a:latin typeface="Times New Roman" panose="02020603050405020304" pitchFamily="18" charset="0"/>
                <a:cs typeface="Times New Roman" panose="02020603050405020304" pitchFamily="18" charset="0"/>
              </a:rPr>
              <a:t>Mô phỏng dữ liệu chuỗi thời gian </a:t>
            </a:r>
            <a:endParaRPr lang="en-US" altLang="en-US" sz="4000" kern="0">
              <a:latin typeface="Times New Roman" panose="02020603050405020304" pitchFamily="18" charset="0"/>
              <a:ea typeface="ＭＳ Ｐゴシック" panose="020B0600070205080204" pitchFamily="34" charset="-128"/>
              <a:cs typeface="Times New Roman" panose="02020603050405020304" pitchFamily="18" charset="0"/>
            </a:endParaRPr>
          </a:p>
          <a:p>
            <a:pPr marL="628650" indent="-571500" algn="l">
              <a:buFont typeface="Wingdings" panose="05000000000000000000" pitchFamily="2" charset="2"/>
              <a:buChar char="v"/>
              <a:defRPr/>
            </a:pPr>
            <a:r>
              <a:rPr lang="vi-VN" sz="4000">
                <a:latin typeface="Times New Roman" panose="02020603050405020304" pitchFamily="18" charset="0"/>
                <a:cs typeface="Times New Roman" panose="02020603050405020304" pitchFamily="18" charset="0"/>
              </a:rPr>
              <a:t>Lưu trữ dữ liệu chuỗi thời gian</a:t>
            </a:r>
            <a:endParaRPr lang="en-US" sz="4000">
              <a:latin typeface="Times New Roman" panose="02020603050405020304" pitchFamily="18" charset="0"/>
              <a:cs typeface="Times New Roman" panose="02020603050405020304" pitchFamily="18" charset="0"/>
            </a:endParaRPr>
          </a:p>
          <a:p>
            <a:pPr marL="628650" indent="-571500" algn="l">
              <a:buFont typeface="Wingdings" panose="05000000000000000000" pitchFamily="2" charset="2"/>
              <a:buChar char="v"/>
              <a:defRPr/>
            </a:pPr>
            <a:r>
              <a:rPr lang="en-US" sz="4000">
                <a:latin typeface="Times New Roman" panose="02020603050405020304" pitchFamily="18" charset="0"/>
                <a:cs typeface="Times New Roman" panose="02020603050405020304" pitchFamily="18" charset="0"/>
              </a:rPr>
              <a:t>Trực quan hóa dữ liệu chuỗi thời gian </a:t>
            </a:r>
            <a:endParaRPr lang="en-US" altLang="en-US" sz="4000" kern="0">
              <a:latin typeface="Times New Roman" panose="02020603050405020304" pitchFamily="18" charset="0"/>
              <a:ea typeface="ＭＳ Ｐゴシック"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2610563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25425F-A108-F5CB-42FC-9B09A135E56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51F956D-5318-F9AC-3B24-30A42176D4FF}"/>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Nhãn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C7982FA6-6BA3-F6CC-BD72-99C3A7BE95B9}"/>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Hiểu khái niệm nhãn thời gian (timestamp)</a:t>
            </a:r>
          </a:p>
          <a:p>
            <a:pPr marL="457200" lvl="0" indent="-457200">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Tại sao nhãn thời gian quan trọng</a:t>
            </a:r>
          </a:p>
          <a:p>
            <a:pPr marL="457200" lvl="0" indent="-457200">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Các dạng nhãn thời gian</a:t>
            </a:r>
          </a:p>
          <a:p>
            <a:pPr marL="457200" lvl="0" indent="-457200">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Một số lưu ý khi xử lý</a:t>
            </a:r>
          </a:p>
        </p:txBody>
      </p:sp>
    </p:spTree>
    <p:extLst>
      <p:ext uri="{BB962C8B-B14F-4D97-AF65-F5344CB8AC3E}">
        <p14:creationId xmlns:p14="http://schemas.microsoft.com/office/powerpoint/2010/main" val="3251836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CE4C5-D7AA-F027-E879-9D57DC3B7A5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D1E5B58-4AB3-920E-4AA6-2B0157712756}"/>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Nhãn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8024F310-A88B-97E6-F288-C708B25E9D42}"/>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Nhãn thời gian là gì?</a:t>
            </a:r>
          </a:p>
          <a:p>
            <a:pPr marL="457200" indent="-457200">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Một giá trị hoặc tập giá trị biểu diễn </a:t>
            </a:r>
            <a:r>
              <a:rPr lang="en-US" sz="3200" b="1">
                <a:latin typeface="Times New Roman" panose="02020603050405020304" pitchFamily="18" charset="0"/>
                <a:cs typeface="Times New Roman" panose="02020603050405020304" pitchFamily="18" charset="0"/>
              </a:rPr>
              <a:t>thời điểm xảy ra của một quan sát</a:t>
            </a:r>
            <a:r>
              <a:rPr lang="en-US" sz="3200">
                <a:latin typeface="Times New Roman" panose="02020603050405020304" pitchFamily="18" charset="0"/>
                <a:cs typeface="Times New Roman" panose="02020603050405020304" pitchFamily="18" charset="0"/>
              </a:rPr>
              <a:t> trong chuỗi dữ liệu.</a:t>
            </a:r>
          </a:p>
          <a:p>
            <a:pPr marL="457200" indent="-457200">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Ví dụ:</a:t>
            </a:r>
          </a:p>
          <a:p>
            <a:endParaRPr lang="en-US" sz="3200">
              <a:latin typeface="Times New Roman" panose="02020603050405020304" pitchFamily="18" charset="0"/>
              <a:cs typeface="Times New Roman" panose="02020603050405020304" pitchFamily="18" charset="0"/>
            </a:endParaRPr>
          </a:p>
          <a:p>
            <a:endParaRPr lang="en-US" sz="3200">
              <a:latin typeface="Times New Roman" panose="02020603050405020304" pitchFamily="18" charset="0"/>
              <a:cs typeface="Times New Roman" panose="02020603050405020304" pitchFamily="18" charset="0"/>
            </a:endParaRPr>
          </a:p>
          <a:p>
            <a:endParaRPr lang="en-US" sz="3200">
              <a:latin typeface="Times New Roman" panose="02020603050405020304" pitchFamily="18" charset="0"/>
              <a:cs typeface="Times New Roman" panose="02020603050405020304" pitchFamily="18" charset="0"/>
            </a:endParaRPr>
          </a:p>
          <a:p>
            <a:endParaRPr lang="en-US" sz="3200">
              <a:latin typeface="Times New Roman" panose="02020603050405020304" pitchFamily="18" charset="0"/>
              <a:cs typeface="Times New Roman" panose="02020603050405020304" pitchFamily="18" charset="0"/>
            </a:endParaRPr>
          </a:p>
          <a:p>
            <a:r>
              <a:rPr lang="en-US" sz="3200">
                <a:latin typeface="Times New Roman" panose="02020603050405020304" pitchFamily="18" charset="0"/>
                <a:cs typeface="Times New Roman" panose="02020603050405020304" pitchFamily="18" charset="0"/>
              </a:rPr>
              <a:t>Ở đây, cột </a:t>
            </a:r>
            <a:r>
              <a:rPr lang="en-US" sz="3200" i="1">
                <a:latin typeface="Times New Roman" panose="02020603050405020304" pitchFamily="18" charset="0"/>
                <a:cs typeface="Times New Roman" panose="02020603050405020304" pitchFamily="18" charset="0"/>
              </a:rPr>
              <a:t>Thời gian</a:t>
            </a:r>
            <a:r>
              <a:rPr lang="en-US" sz="3200">
                <a:latin typeface="Times New Roman" panose="02020603050405020304" pitchFamily="18" charset="0"/>
                <a:cs typeface="Times New Roman" panose="02020603050405020304" pitchFamily="18" charset="0"/>
              </a:rPr>
              <a:t> chính là </a:t>
            </a:r>
            <a:r>
              <a:rPr lang="en-US" sz="3200" b="1">
                <a:latin typeface="Times New Roman" panose="02020603050405020304" pitchFamily="18" charset="0"/>
                <a:cs typeface="Times New Roman" panose="02020603050405020304" pitchFamily="18" charset="0"/>
              </a:rPr>
              <a:t>nhãn thời gian</a:t>
            </a:r>
            <a:r>
              <a:rPr lang="en-US" sz="3200">
                <a:latin typeface="Times New Roman" panose="02020603050405020304" pitchFamily="18" charset="0"/>
                <a:cs typeface="Times New Roman" panose="02020603050405020304" pitchFamily="18" charset="0"/>
              </a:rPr>
              <a:t>.</a:t>
            </a:r>
          </a:p>
          <a:p>
            <a:endParaRPr lang="en-US" sz="320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E0C1873A-BE2D-A175-91B9-51AA4CB99BC8}"/>
              </a:ext>
            </a:extLst>
          </p:cNvPr>
          <p:cNvGraphicFramePr>
            <a:graphicFrameLocks noGrp="1"/>
          </p:cNvGraphicFramePr>
          <p:nvPr>
            <p:extLst>
              <p:ext uri="{D42A27DB-BD31-4B8C-83A1-F6EECF244321}">
                <p14:modId xmlns:p14="http://schemas.microsoft.com/office/powerpoint/2010/main" val="3966489329"/>
              </p:ext>
            </p:extLst>
          </p:nvPr>
        </p:nvGraphicFramePr>
        <p:xfrm>
          <a:off x="1828800" y="3276600"/>
          <a:ext cx="6591300" cy="1604772"/>
        </p:xfrm>
        <a:graphic>
          <a:graphicData uri="http://schemas.openxmlformats.org/drawingml/2006/table">
            <a:tbl>
              <a:tblPr firstRow="1" firstCol="1" bandRow="1">
                <a:tableStyleId>{5C22544A-7EE6-4342-B048-85BDC9FD1C3A}</a:tableStyleId>
              </a:tblPr>
              <a:tblGrid>
                <a:gridCol w="3502706">
                  <a:extLst>
                    <a:ext uri="{9D8B030D-6E8A-4147-A177-3AD203B41FA5}">
                      <a16:colId xmlns:a16="http://schemas.microsoft.com/office/drawing/2014/main" val="1245394806"/>
                    </a:ext>
                  </a:extLst>
                </a:gridCol>
                <a:gridCol w="3088594">
                  <a:extLst>
                    <a:ext uri="{9D8B030D-6E8A-4147-A177-3AD203B41FA5}">
                      <a16:colId xmlns:a16="http://schemas.microsoft.com/office/drawing/2014/main" val="3748534202"/>
                    </a:ext>
                  </a:extLst>
                </a:gridCol>
              </a:tblGrid>
              <a:tr h="0">
                <a:tc>
                  <a:txBody>
                    <a:bodyPr/>
                    <a:lstStyle/>
                    <a:p>
                      <a:pPr marL="0" marR="0" algn="ctr">
                        <a:lnSpc>
                          <a:spcPct val="115000"/>
                        </a:lnSpc>
                        <a:spcAft>
                          <a:spcPts val="800"/>
                        </a:spcAft>
                        <a:buNone/>
                      </a:pPr>
                      <a:r>
                        <a:rPr lang="en-US" sz="3200" kern="100">
                          <a:effectLst/>
                          <a:latin typeface="Times New Roman" panose="02020603050405020304" pitchFamily="18" charset="0"/>
                          <a:cs typeface="Times New Roman" panose="02020603050405020304" pitchFamily="18" charset="0"/>
                        </a:rPr>
                        <a:t>Thời gian</a:t>
                      </a:r>
                      <a:endParaRPr lang="en-US" sz="3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3200" kern="100">
                          <a:effectLst/>
                          <a:latin typeface="Times New Roman" panose="02020603050405020304" pitchFamily="18" charset="0"/>
                          <a:cs typeface="Times New Roman" panose="02020603050405020304" pitchFamily="18" charset="0"/>
                        </a:rPr>
                        <a:t>Nhiệt độ</a:t>
                      </a:r>
                      <a:endParaRPr lang="en-US" sz="3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176724322"/>
                  </a:ext>
                </a:extLst>
              </a:tr>
              <a:tr h="0">
                <a:tc>
                  <a:txBody>
                    <a:bodyPr/>
                    <a:lstStyle/>
                    <a:p>
                      <a:pPr marL="0" marR="0" algn="ctr">
                        <a:lnSpc>
                          <a:spcPct val="115000"/>
                        </a:lnSpc>
                        <a:spcAft>
                          <a:spcPts val="800"/>
                        </a:spcAft>
                        <a:buNone/>
                      </a:pPr>
                      <a:r>
                        <a:rPr lang="en-US" sz="3200" kern="100">
                          <a:effectLst/>
                          <a:latin typeface="Times New Roman" panose="02020603050405020304" pitchFamily="18" charset="0"/>
                          <a:cs typeface="Times New Roman" panose="02020603050405020304" pitchFamily="18" charset="0"/>
                        </a:rPr>
                        <a:t>2025-07-22 09:00</a:t>
                      </a:r>
                      <a:endParaRPr lang="en-US" sz="3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3200" kern="100">
                          <a:effectLst/>
                          <a:latin typeface="Times New Roman" panose="02020603050405020304" pitchFamily="18" charset="0"/>
                          <a:cs typeface="Times New Roman" panose="02020603050405020304" pitchFamily="18" charset="0"/>
                        </a:rPr>
                        <a:t>30°C</a:t>
                      </a:r>
                      <a:endParaRPr lang="en-US" sz="3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396371750"/>
                  </a:ext>
                </a:extLst>
              </a:tr>
              <a:tr h="0">
                <a:tc>
                  <a:txBody>
                    <a:bodyPr/>
                    <a:lstStyle/>
                    <a:p>
                      <a:pPr marL="0" marR="0" algn="ctr">
                        <a:lnSpc>
                          <a:spcPct val="115000"/>
                        </a:lnSpc>
                        <a:spcAft>
                          <a:spcPts val="800"/>
                        </a:spcAft>
                        <a:buNone/>
                      </a:pPr>
                      <a:r>
                        <a:rPr lang="en-US" sz="3200" kern="100">
                          <a:effectLst/>
                          <a:latin typeface="Times New Roman" panose="02020603050405020304" pitchFamily="18" charset="0"/>
                          <a:cs typeface="Times New Roman" panose="02020603050405020304" pitchFamily="18" charset="0"/>
                        </a:rPr>
                        <a:t>2025-07-22 10:00</a:t>
                      </a:r>
                      <a:endParaRPr lang="en-US" sz="3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3200" kern="100">
                          <a:effectLst/>
                          <a:latin typeface="Times New Roman" panose="02020603050405020304" pitchFamily="18" charset="0"/>
                          <a:cs typeface="Times New Roman" panose="02020603050405020304" pitchFamily="18" charset="0"/>
                        </a:rPr>
                        <a:t>31°C</a:t>
                      </a:r>
                      <a:endParaRPr lang="en-US" sz="32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47647078"/>
                  </a:ext>
                </a:extLst>
              </a:tr>
            </a:tbl>
          </a:graphicData>
        </a:graphic>
      </p:graphicFrame>
    </p:spTree>
    <p:extLst>
      <p:ext uri="{BB962C8B-B14F-4D97-AF65-F5344CB8AC3E}">
        <p14:creationId xmlns:p14="http://schemas.microsoft.com/office/powerpoint/2010/main" val="15456603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17F55-94DA-1554-ED43-42DC787D8CF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1E77165-440B-2BFD-72D6-B59AEF194EC4}"/>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Nhãn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E66E18CA-6FC4-032B-F92E-0A8088A3F8CD}"/>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Các dạng nhãn thời gian</a:t>
            </a:r>
            <a:endParaRPr lang="en-US" sz="3200">
              <a:latin typeface="Times New Roman" panose="02020603050405020304" pitchFamily="18" charset="0"/>
              <a:cs typeface="Times New Roman" panose="02020603050405020304" pitchFamily="18" charset="0"/>
            </a:endParaRPr>
          </a:p>
          <a:p>
            <a:r>
              <a:rPr lang="en-US" sz="3200">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Theo thời gian thực (Real-time)</a:t>
            </a:r>
            <a:endParaRPr lang="en-US" sz="3200">
              <a:latin typeface="Times New Roman" panose="02020603050405020304" pitchFamily="18" charset="0"/>
              <a:cs typeface="Times New Roman" panose="02020603050405020304" pitchFamily="18" charset="0"/>
            </a:endParaRPr>
          </a:p>
          <a:p>
            <a:pPr lvl="1"/>
            <a:r>
              <a:rPr lang="en-US" sz="3200">
                <a:latin typeface="Times New Roman" panose="02020603050405020304" pitchFamily="18" charset="0"/>
                <a:cs typeface="Times New Roman" panose="02020603050405020304" pitchFamily="18" charset="0"/>
              </a:rPr>
              <a:t>Ví dụ: 2025-07-22 09:15:23</a:t>
            </a:r>
          </a:p>
          <a:p>
            <a:r>
              <a:rPr lang="en-US" sz="3200">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Theo khoảng thời gian (Interval)</a:t>
            </a:r>
            <a:endParaRPr lang="en-US" sz="3200">
              <a:latin typeface="Times New Roman" panose="02020603050405020304" pitchFamily="18" charset="0"/>
              <a:cs typeface="Times New Roman" panose="02020603050405020304" pitchFamily="18" charset="0"/>
            </a:endParaRPr>
          </a:p>
          <a:p>
            <a:pPr lvl="1"/>
            <a:r>
              <a:rPr lang="en-US" sz="3200">
                <a:latin typeface="Times New Roman" panose="02020603050405020304" pitchFamily="18" charset="0"/>
                <a:cs typeface="Times New Roman" panose="02020603050405020304" pitchFamily="18" charset="0"/>
              </a:rPr>
              <a:t>Ví dụ: Tháng 1/2025, Tuần 23</a:t>
            </a:r>
          </a:p>
          <a:p>
            <a:r>
              <a:rPr lang="en-US" sz="3200">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Dạng số thứ tự (Index-based)</a:t>
            </a:r>
            <a:endParaRPr lang="en-US" sz="3200">
              <a:latin typeface="Times New Roman" panose="02020603050405020304" pitchFamily="18" charset="0"/>
              <a:cs typeface="Times New Roman" panose="02020603050405020304" pitchFamily="18" charset="0"/>
            </a:endParaRPr>
          </a:p>
          <a:p>
            <a:pPr lvl="1"/>
            <a:r>
              <a:rPr lang="en-US" sz="3200">
                <a:latin typeface="Times New Roman" panose="02020603050405020304" pitchFamily="18" charset="0"/>
                <a:cs typeface="Times New Roman" panose="02020603050405020304" pitchFamily="18" charset="0"/>
              </a:rPr>
              <a:t>Ví dụ: quan sát thứ 1, 2, 3 (nếu thời gian đều đặn)</a:t>
            </a:r>
          </a:p>
          <a:p>
            <a:pPr marL="457200" indent="-457200">
              <a:buFont typeface="Arial" panose="020B0604020202020204" pitchFamily="34" charset="0"/>
              <a:buChar char="•"/>
            </a:pPr>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99711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748D8-08B7-32BE-1CAE-8F3FCBEE720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45875BC-E747-01BC-6D3A-A9D654BE6BFF}"/>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Nhãn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F7390AB2-4765-EDE8-12D8-C366F64F88BF}"/>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3200" b="1" dirty="0" err="1">
                <a:latin typeface="Times New Roman" panose="02020603050405020304" pitchFamily="18" charset="0"/>
                <a:cs typeface="Times New Roman" panose="02020603050405020304" pitchFamily="18" charset="0"/>
              </a:rPr>
              <a:t>Tầm</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quan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trọng</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của</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nhãn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thời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gian</a:t>
            </a:r>
            <a:endParaRPr lang="en-US" sz="3200" b="1" dirty="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dirty="0" err="1">
                <a:latin typeface="Times New Roman" panose="02020603050405020304" pitchFamily="18" charset="0"/>
                <a:cs typeface="Times New Roman" panose="02020603050405020304" pitchFamily="18" charset="0"/>
              </a:rPr>
              <a:t>Xác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định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thứ</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tự</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khoảng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cách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giữa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các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quan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sát</a:t>
            </a:r>
            <a:endParaRPr lang="en-US" sz="2800" dirty="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dirty="0" err="1">
                <a:latin typeface="Times New Roman" panose="02020603050405020304" pitchFamily="18" charset="0"/>
                <a:cs typeface="Times New Roman" panose="02020603050405020304" pitchFamily="18" charset="0"/>
              </a:rPr>
              <a:t>Phân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tích</a:t>
            </a:r>
            <a:r>
              <a:rPr lang="en-US" sz="2800" dirty="0">
                <a:latin typeface="Times New Roman" panose="02020603050405020304" pitchFamily="18" charset="0"/>
                <a:cs typeface="Times New Roman" panose="02020603050405020304" pitchFamily="18" charset="0"/>
              </a:rPr>
              <a:t> xu </a:t>
            </a:r>
            <a:r>
              <a:rPr lang="en-US" sz="2800" dirty="0" err="1">
                <a:latin typeface="Times New Roman" panose="02020603050405020304" pitchFamily="18" charset="0"/>
                <a:cs typeface="Times New Roman" panose="02020603050405020304" pitchFamily="18" charset="0"/>
              </a:rPr>
              <a:t>hướng</a:t>
            </a:r>
            <a:r>
              <a:rPr lang="en-US" sz="2800" dirty="0">
                <a:latin typeface="Times New Roman" panose="02020603050405020304" pitchFamily="18" charset="0"/>
                <a:cs typeface="Times New Roman" panose="02020603050405020304" pitchFamily="18" charset="0"/>
              </a:rPr>
              <a:t> &amp; </a:t>
            </a:r>
            <a:r>
              <a:rPr lang="en-US" sz="2800" dirty="0" err="1">
                <a:latin typeface="Times New Roman" panose="02020603050405020304" pitchFamily="18" charset="0"/>
                <a:cs typeface="Times New Roman" panose="02020603050405020304" pitchFamily="18" charset="0"/>
              </a:rPr>
              <a:t>mùa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vụ</a:t>
            </a:r>
            <a:endParaRPr lang="en-US" sz="2800" dirty="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dirty="0" err="1">
                <a:latin typeface="Times New Roman" panose="02020603050405020304" pitchFamily="18" charset="0"/>
                <a:cs typeface="Times New Roman" panose="02020603050405020304" pitchFamily="18" charset="0"/>
              </a:rPr>
              <a:t>Tính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toán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trễ</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hồi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dự</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báo</a:t>
            </a:r>
            <a:endParaRPr lang="en-US" sz="2800" dirty="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dirty="0" err="1">
                <a:latin typeface="Times New Roman" panose="02020603050405020304" pitchFamily="18" charset="0"/>
                <a:cs typeface="Times New Roman" panose="02020603050405020304" pitchFamily="18" charset="0"/>
              </a:rPr>
              <a:t>Gắn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kết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dữ</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liệu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nhiều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nguồn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theo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cùng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trục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thời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gian</a:t>
            </a:r>
            <a:endParaRPr lang="en-US" sz="2800" dirty="0">
              <a:latin typeface="Times New Roman" panose="02020603050405020304" pitchFamily="18" charset="0"/>
              <a:cs typeface="Times New Roman" panose="02020603050405020304" pitchFamily="18" charset="0"/>
            </a:endParaRPr>
          </a:p>
          <a:p>
            <a:pPr marL="0" indent="0"/>
            <a:endParaRPr lang="en-US"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0896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005FF5-691A-185E-EEB0-239DDC1E7A0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670E36C-576B-FEAB-2571-4F11B4043E74}"/>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Nhãn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66D5E8F3-BE46-44C8-25CC-C95328C2233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q"/>
            </a:pPr>
            <a:r>
              <a:rPr lang="en-US" sz="3200" b="1">
                <a:latin typeface="Times New Roman" panose="02020603050405020304" pitchFamily="18" charset="0"/>
                <a:cs typeface="Times New Roman" panose="02020603050405020304" pitchFamily="18" charset="0"/>
              </a:rPr>
              <a:t>Lưu ý</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Nhãn thời gian là yếu tố </a:t>
            </a:r>
            <a:r>
              <a:rPr lang="en-US" sz="2800" b="1">
                <a:latin typeface="Times New Roman" panose="02020603050405020304" pitchFamily="18" charset="0"/>
                <a:cs typeface="Times New Roman" panose="02020603050405020304" pitchFamily="18" charset="0"/>
              </a:rPr>
              <a:t>bắt buộc</a:t>
            </a:r>
            <a:r>
              <a:rPr lang="en-US" sz="2800">
                <a:latin typeface="Times New Roman" panose="02020603050405020304" pitchFamily="18" charset="0"/>
                <a:cs typeface="Times New Roman" panose="02020603050405020304" pitchFamily="18" charset="0"/>
              </a:rPr>
              <a:t> trong dữ liệu chuỗi thời gian</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Giúp duy trì thứ tự &amp; ý nghĩa dữ liệu</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Cần xử lý cẩn thận để tránh sai sót khi phân tích</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Cần thận trọng với độ phân giải của nhãn thời gian nhận được, dựa trên:</a:t>
            </a: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kiến ​​thức chuyên môn về dữ liệu đang được quan sát </a:t>
            </a: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các chi tiết có thể xác định liên quan đến cách dữ liệu được thu thập.</a:t>
            </a:r>
          </a:p>
        </p:txBody>
      </p:sp>
    </p:spTree>
    <p:extLst>
      <p:ext uri="{BB962C8B-B14F-4D97-AF65-F5344CB8AC3E}">
        <p14:creationId xmlns:p14="http://schemas.microsoft.com/office/powerpoint/2010/main" val="37463954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77B1DB-EB9E-6BEA-55DB-0EEF74C30F5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00E1059-1786-9E74-2762-BFD1B61C0D5E}"/>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Nhãn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EDD1F234-0E91-59A7-A86C-F304349FE181}"/>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q"/>
            </a:pPr>
            <a:r>
              <a:rPr lang="en-US" sz="3200" b="1">
                <a:latin typeface="Times New Roman" panose="02020603050405020304" pitchFamily="18" charset="0"/>
                <a:cs typeface="Times New Roman" panose="02020603050405020304" pitchFamily="18" charset="0"/>
              </a:rPr>
              <a:t>Lưu ý</a:t>
            </a:r>
          </a:p>
          <a:p>
            <a:pPr marL="457200" indent="-457200">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Ví dụ:</a:t>
            </a:r>
          </a:p>
          <a:p>
            <a:pPr marL="457200" indent="-457200">
              <a:buFont typeface="Arial" panose="020B0604020202020204" pitchFamily="34" charset="0"/>
              <a:buChar char="•"/>
            </a:pPr>
            <a:endParaRPr lang="en-US" sz="32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32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32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3200">
              <a:latin typeface="Times New Roman" panose="02020603050405020304" pitchFamily="18" charset="0"/>
              <a:cs typeface="Times New Roman" panose="02020603050405020304" pitchFamily="18" charset="0"/>
            </a:endParaRPr>
          </a:p>
          <a:p>
            <a:pPr marL="857250" lvl="1"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a:p>
            <a:pPr marL="857250" lvl="1"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Thời gian cách đều 1 ngày</a:t>
            </a:r>
          </a:p>
          <a:p>
            <a:pPr marL="857250" lvl="1"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Độ phân giải: ngày</a:t>
            </a:r>
          </a:p>
          <a:p>
            <a:pPr marL="0" indent="0"/>
            <a:endParaRPr lang="en-US" sz="3200">
              <a:latin typeface="Times New Roman" panose="02020603050405020304" pitchFamily="18" charset="0"/>
              <a:cs typeface="Times New Roman" panose="02020603050405020304" pitchFamily="18" charset="0"/>
            </a:endParaRPr>
          </a:p>
          <a:p>
            <a:pPr marL="0" indent="0"/>
            <a:endParaRPr lang="en-US" sz="32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320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BB766940-8E57-0057-D390-6F659396C1FE}"/>
              </a:ext>
            </a:extLst>
          </p:cNvPr>
          <p:cNvGraphicFramePr>
            <a:graphicFrameLocks noGrp="1"/>
          </p:cNvGraphicFramePr>
          <p:nvPr>
            <p:extLst>
              <p:ext uri="{D42A27DB-BD31-4B8C-83A1-F6EECF244321}">
                <p14:modId xmlns:p14="http://schemas.microsoft.com/office/powerpoint/2010/main" val="2541676845"/>
              </p:ext>
            </p:extLst>
          </p:nvPr>
        </p:nvGraphicFramePr>
        <p:xfrm>
          <a:off x="762000" y="2488184"/>
          <a:ext cx="7886700" cy="1881632"/>
        </p:xfrm>
        <a:graphic>
          <a:graphicData uri="http://schemas.openxmlformats.org/drawingml/2006/table">
            <a:tbl>
              <a:tblPr firstRow="1" firstCol="1" bandRow="1">
                <a:tableStyleId>{5C22544A-7EE6-4342-B048-85BDC9FD1C3A}</a:tableStyleId>
              </a:tblPr>
              <a:tblGrid>
                <a:gridCol w="3943350">
                  <a:extLst>
                    <a:ext uri="{9D8B030D-6E8A-4147-A177-3AD203B41FA5}">
                      <a16:colId xmlns:a16="http://schemas.microsoft.com/office/drawing/2014/main" val="424680211"/>
                    </a:ext>
                  </a:extLst>
                </a:gridCol>
                <a:gridCol w="3943350">
                  <a:extLst>
                    <a:ext uri="{9D8B030D-6E8A-4147-A177-3AD203B41FA5}">
                      <a16:colId xmlns:a16="http://schemas.microsoft.com/office/drawing/2014/main" val="3614518646"/>
                    </a:ext>
                  </a:extLst>
                </a:gridCol>
              </a:tblGrid>
              <a:tr h="0">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Nhãn thời gian</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Doanh thu theo ngày</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6473336"/>
                  </a:ext>
                </a:extLst>
              </a:tr>
              <a:tr h="0">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2025-07-22</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12</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68057198"/>
                  </a:ext>
                </a:extLst>
              </a:tr>
              <a:tr h="0">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2025-07-23</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18</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00089396"/>
                  </a:ext>
                </a:extLst>
              </a:tr>
              <a:tr h="0">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2025-07-24</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14</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56790950"/>
                  </a:ext>
                </a:extLst>
              </a:tr>
            </a:tbl>
          </a:graphicData>
        </a:graphic>
      </p:graphicFrame>
    </p:spTree>
    <p:extLst>
      <p:ext uri="{BB962C8B-B14F-4D97-AF65-F5344CB8AC3E}">
        <p14:creationId xmlns:p14="http://schemas.microsoft.com/office/powerpoint/2010/main" val="30843752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3686F-FA93-CFEF-1088-326B33421A4F}"/>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0CD1DF3-FD8B-0A14-6F6D-E17AB6D9E1A3}"/>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Nhãn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18325DDF-60D1-E368-A52E-2ECBBB6D08EF}"/>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q"/>
            </a:pPr>
            <a:r>
              <a:rPr lang="en-US" sz="3200" b="1">
                <a:latin typeface="Times New Roman" panose="02020603050405020304" pitchFamily="18" charset="0"/>
                <a:cs typeface="Times New Roman" panose="02020603050405020304" pitchFamily="18" charset="0"/>
              </a:rPr>
              <a:t>Lưu ý</a:t>
            </a:r>
          </a:p>
          <a:p>
            <a:pPr marL="457200" indent="-457200">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Ví dụ:</a:t>
            </a:r>
          </a:p>
          <a:p>
            <a:pPr marL="457200" indent="-457200">
              <a:buFont typeface="Arial" panose="020B0604020202020204" pitchFamily="34" charset="0"/>
              <a:buChar char="•"/>
            </a:pPr>
            <a:endParaRPr lang="en-US" sz="32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32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32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3200">
              <a:latin typeface="Times New Roman" panose="02020603050405020304" pitchFamily="18" charset="0"/>
              <a:cs typeface="Times New Roman" panose="02020603050405020304" pitchFamily="18" charset="0"/>
            </a:endParaRPr>
          </a:p>
          <a:p>
            <a:pPr marL="857250" lvl="1"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a:p>
            <a:pPr marL="857250" lvl="1"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Thời gian cách đều 1 tuần</a:t>
            </a:r>
          </a:p>
          <a:p>
            <a:pPr marL="857250" lvl="1"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Độ phân giải: tuần</a:t>
            </a:r>
          </a:p>
          <a:p>
            <a:pPr marL="0" indent="0"/>
            <a:endParaRPr lang="en-US" sz="3200">
              <a:latin typeface="Times New Roman" panose="02020603050405020304" pitchFamily="18" charset="0"/>
              <a:cs typeface="Times New Roman" panose="02020603050405020304" pitchFamily="18" charset="0"/>
            </a:endParaRPr>
          </a:p>
          <a:p>
            <a:pPr marL="0" indent="0"/>
            <a:endParaRPr lang="en-US" sz="32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320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C0DA9D27-75CE-9DD6-C4FB-6A5A2BF60D3C}"/>
              </a:ext>
            </a:extLst>
          </p:cNvPr>
          <p:cNvGraphicFramePr>
            <a:graphicFrameLocks noGrp="1"/>
          </p:cNvGraphicFramePr>
          <p:nvPr>
            <p:extLst>
              <p:ext uri="{D42A27DB-BD31-4B8C-83A1-F6EECF244321}">
                <p14:modId xmlns:p14="http://schemas.microsoft.com/office/powerpoint/2010/main" val="1372805567"/>
              </p:ext>
            </p:extLst>
          </p:nvPr>
        </p:nvGraphicFramePr>
        <p:xfrm>
          <a:off x="762000" y="2488184"/>
          <a:ext cx="7886700" cy="1881632"/>
        </p:xfrm>
        <a:graphic>
          <a:graphicData uri="http://schemas.openxmlformats.org/drawingml/2006/table">
            <a:tbl>
              <a:tblPr firstRow="1" firstCol="1" bandRow="1">
                <a:tableStyleId>{5C22544A-7EE6-4342-B048-85BDC9FD1C3A}</a:tableStyleId>
              </a:tblPr>
              <a:tblGrid>
                <a:gridCol w="3943350">
                  <a:extLst>
                    <a:ext uri="{9D8B030D-6E8A-4147-A177-3AD203B41FA5}">
                      <a16:colId xmlns:a16="http://schemas.microsoft.com/office/drawing/2014/main" val="424680211"/>
                    </a:ext>
                  </a:extLst>
                </a:gridCol>
                <a:gridCol w="3943350">
                  <a:extLst>
                    <a:ext uri="{9D8B030D-6E8A-4147-A177-3AD203B41FA5}">
                      <a16:colId xmlns:a16="http://schemas.microsoft.com/office/drawing/2014/main" val="3614518646"/>
                    </a:ext>
                  </a:extLst>
                </a:gridCol>
              </a:tblGrid>
              <a:tr h="0">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Nhãn thời gian</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Doanh thu theo ngày</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6473336"/>
                  </a:ext>
                </a:extLst>
              </a:tr>
              <a:tr h="0">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2025-07-22</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12</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68057198"/>
                  </a:ext>
                </a:extLst>
              </a:tr>
              <a:tr h="0">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2025-07-29</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18</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00089396"/>
                  </a:ext>
                </a:extLst>
              </a:tr>
              <a:tr h="0">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2025-08-05</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14</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56790950"/>
                  </a:ext>
                </a:extLst>
              </a:tr>
            </a:tbl>
          </a:graphicData>
        </a:graphic>
      </p:graphicFrame>
    </p:spTree>
    <p:extLst>
      <p:ext uri="{BB962C8B-B14F-4D97-AF65-F5344CB8AC3E}">
        <p14:creationId xmlns:p14="http://schemas.microsoft.com/office/powerpoint/2010/main" val="16612371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AE509-F465-26AC-FB55-1091FDF0E67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5BF8D88-1E08-3DF8-4E13-7E6CDC89B523}"/>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Nhãn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7CB2A0CD-EAEF-5CBF-727C-8BA505BAA481}"/>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q"/>
            </a:pPr>
            <a:r>
              <a:rPr lang="en-US" sz="3200" b="1">
                <a:latin typeface="Times New Roman" panose="02020603050405020304" pitchFamily="18" charset="0"/>
                <a:cs typeface="Times New Roman" panose="02020603050405020304" pitchFamily="18" charset="0"/>
              </a:rPr>
              <a:t>Lưu ý</a:t>
            </a:r>
          </a:p>
          <a:p>
            <a:pPr marL="457200" indent="-457200">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Ví dụ:</a:t>
            </a:r>
          </a:p>
          <a:p>
            <a:pPr marL="457200" indent="-457200">
              <a:buFont typeface="Arial" panose="020B0604020202020204" pitchFamily="34" charset="0"/>
              <a:buChar char="•"/>
            </a:pPr>
            <a:endParaRPr lang="en-US" sz="32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32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32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3200">
              <a:latin typeface="Times New Roman" panose="02020603050405020304" pitchFamily="18" charset="0"/>
              <a:cs typeface="Times New Roman" panose="02020603050405020304" pitchFamily="18" charset="0"/>
            </a:endParaRPr>
          </a:p>
          <a:p>
            <a:pPr marL="857250" lvl="1"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a:p>
            <a:pPr marL="857250" lvl="1"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Thời gian cách đều 1 phút</a:t>
            </a:r>
          </a:p>
          <a:p>
            <a:pPr marL="857250" lvl="1"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Độ phân giải: phút</a:t>
            </a:r>
          </a:p>
          <a:p>
            <a:pPr marL="857250" lvl="1"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Thích hợp cho phân tích biến động ngắn hạn</a:t>
            </a:r>
          </a:p>
          <a:p>
            <a:pPr marL="457200" indent="-457200">
              <a:buFont typeface="Arial" panose="020B0604020202020204" pitchFamily="34" charset="0"/>
              <a:buChar char="•"/>
            </a:pPr>
            <a:endParaRPr lang="en-US" sz="3200">
              <a:latin typeface="Times New Roman" panose="02020603050405020304" pitchFamily="18" charset="0"/>
              <a:cs typeface="Times New Roman" panose="02020603050405020304" pitchFamily="18" charset="0"/>
            </a:endParaRPr>
          </a:p>
          <a:p>
            <a:pPr marL="0" indent="0"/>
            <a:endParaRPr lang="en-US" sz="32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320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711705F4-4AD1-6246-0773-F05CF96318D4}"/>
              </a:ext>
            </a:extLst>
          </p:cNvPr>
          <p:cNvGraphicFramePr>
            <a:graphicFrameLocks noGrp="1"/>
          </p:cNvGraphicFramePr>
          <p:nvPr>
            <p:extLst>
              <p:ext uri="{D42A27DB-BD31-4B8C-83A1-F6EECF244321}">
                <p14:modId xmlns:p14="http://schemas.microsoft.com/office/powerpoint/2010/main" val="2199091033"/>
              </p:ext>
            </p:extLst>
          </p:nvPr>
        </p:nvGraphicFramePr>
        <p:xfrm>
          <a:off x="762000" y="2488184"/>
          <a:ext cx="7886700" cy="1881632"/>
        </p:xfrm>
        <a:graphic>
          <a:graphicData uri="http://schemas.openxmlformats.org/drawingml/2006/table">
            <a:tbl>
              <a:tblPr firstRow="1" firstCol="1" bandRow="1">
                <a:tableStyleId>{5C22544A-7EE6-4342-B048-85BDC9FD1C3A}</a:tableStyleId>
              </a:tblPr>
              <a:tblGrid>
                <a:gridCol w="3943350">
                  <a:extLst>
                    <a:ext uri="{9D8B030D-6E8A-4147-A177-3AD203B41FA5}">
                      <a16:colId xmlns:a16="http://schemas.microsoft.com/office/drawing/2014/main" val="424680211"/>
                    </a:ext>
                  </a:extLst>
                </a:gridCol>
                <a:gridCol w="3943350">
                  <a:extLst>
                    <a:ext uri="{9D8B030D-6E8A-4147-A177-3AD203B41FA5}">
                      <a16:colId xmlns:a16="http://schemas.microsoft.com/office/drawing/2014/main" val="3614518646"/>
                    </a:ext>
                  </a:extLst>
                </a:gridCol>
              </a:tblGrid>
              <a:tr h="0">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Nhãn thời gian</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Giá cổ phiếu</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66473336"/>
                  </a:ext>
                </a:extLst>
              </a:tr>
              <a:tr h="0">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2025-07-22 09:00:00</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102.5</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068057198"/>
                  </a:ext>
                </a:extLst>
              </a:tr>
              <a:tr h="0">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2025-07-22 09:01:00</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102.7</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500089396"/>
                  </a:ext>
                </a:extLst>
              </a:tr>
              <a:tr h="0">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2025-07-22 09:02:00</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102.6</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56790950"/>
                  </a:ext>
                </a:extLst>
              </a:tr>
            </a:tbl>
          </a:graphicData>
        </a:graphic>
      </p:graphicFrame>
    </p:spTree>
    <p:extLst>
      <p:ext uri="{BB962C8B-B14F-4D97-AF65-F5344CB8AC3E}">
        <p14:creationId xmlns:p14="http://schemas.microsoft.com/office/powerpoint/2010/main" val="1942666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CB4435-36FF-8B9A-F5CD-567B1BE7BF3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747A713-DC83-5BC9-C9BD-5365F12A6C76}"/>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Nhãn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D2136CE9-22E4-8363-8E3D-87F552EEB6A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q"/>
            </a:pPr>
            <a:r>
              <a:rPr lang="en-US" sz="3200" b="1">
                <a:latin typeface="Times New Roman" panose="02020603050405020304" pitchFamily="18" charset="0"/>
                <a:cs typeface="Times New Roman" panose="02020603050405020304" pitchFamily="18" charset="0"/>
              </a:rPr>
              <a:t>Lưu ý</a:t>
            </a:r>
            <a:endParaRPr lang="en-US" sz="32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Kiểm tra định dạng &amp; chuẩn hóa </a:t>
            </a: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Ví dụ: YYYY-MM-DD HH:MM:SS</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Kiểm tra tính đồng nhất (khoảng cách giữa các mốc)</a:t>
            </a:r>
          </a:p>
          <a:p>
            <a:pPr marL="857250" lvl="1"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Xử lý dữ liệu thiếu / lỗi nhãn</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Chuyển múi giờ (time zone) khi cần</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Lựa chọn độ phân giải phù hợp với mục tiêu phân tích.</a:t>
            </a:r>
          </a:p>
          <a:p>
            <a:pPr lvl="1"/>
            <a:r>
              <a:rPr lang="en-US" sz="2800">
                <a:latin typeface="Times New Roman" panose="02020603050405020304" pitchFamily="18" charset="0"/>
                <a:cs typeface="Times New Roman" panose="02020603050405020304" pitchFamily="18" charset="0"/>
              </a:rPr>
              <a:t>🕒 Các mức độ thường gặp:</a:t>
            </a:r>
          </a:p>
          <a:p>
            <a:pPr lvl="2"/>
            <a:r>
              <a:rPr lang="en-US" sz="2800">
                <a:latin typeface="Times New Roman" panose="02020603050405020304" pitchFamily="18" charset="0"/>
                <a:cs typeface="Times New Roman" panose="02020603050405020304" pitchFamily="18" charset="0"/>
              </a:rPr>
              <a:t>Giây (second)	Phút (minute)		Giờ (hour)</a:t>
            </a:r>
          </a:p>
          <a:p>
            <a:pPr lvl="2"/>
            <a:r>
              <a:rPr lang="en-US" sz="2800">
                <a:latin typeface="Times New Roman" panose="02020603050405020304" pitchFamily="18" charset="0"/>
                <a:cs typeface="Times New Roman" panose="02020603050405020304" pitchFamily="18" charset="0"/>
              </a:rPr>
              <a:t>Ngày (day)		Tuần / Tháng / Quý / Năm</a:t>
            </a:r>
          </a:p>
          <a:p>
            <a:pPr marL="457200" indent="-457200">
              <a:buFont typeface="Arial" panose="020B0604020202020204" pitchFamily="34" charset="0"/>
              <a:buChar char="•"/>
            </a:pPr>
            <a:endParaRPr lang="en-US" sz="320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4161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A239E-7ADE-5C44-3665-3F79C031673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1577179-42A1-C005-4DD3-B18707E13FE7}"/>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E60CDBD8-2ADD-E2A8-8141-C01CC61E6769}"/>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3200" b="1" dirty="0" err="1">
                <a:latin typeface="Times New Roman" panose="02020603050405020304" pitchFamily="18" charset="0"/>
                <a:cs typeface="Times New Roman" panose="02020603050405020304" pitchFamily="18" charset="0"/>
              </a:rPr>
              <a:t>Làm</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sạch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dữ</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liệu</a:t>
            </a:r>
            <a:r>
              <a:rPr lang="en-US" sz="3200" b="1" dirty="0">
                <a:latin typeface="Times New Roman" panose="02020603050405020304" pitchFamily="18" charset="0"/>
                <a:cs typeface="Times New Roman" panose="02020603050405020304" pitchFamily="18" charset="0"/>
              </a:rPr>
              <a:t> (Data Cleaning) </a:t>
            </a:r>
            <a:r>
              <a:rPr lang="en-US" sz="3200" b="1" dirty="0" err="1">
                <a:latin typeface="Times New Roman" panose="02020603050405020304" pitchFamily="18" charset="0"/>
                <a:cs typeface="Times New Roman" panose="02020603050405020304" pitchFamily="18" charset="0"/>
              </a:rPr>
              <a:t>là</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gì</a:t>
            </a:r>
            <a:r>
              <a:rPr lang="en-US" sz="3200" b="1" dirty="0">
                <a:latin typeface="Times New Roman" panose="02020603050405020304" pitchFamily="18" charset="0"/>
                <a:cs typeface="Times New Roman" panose="02020603050405020304" pitchFamily="18" charset="0"/>
              </a:rPr>
              <a:t>?</a:t>
            </a:r>
          </a:p>
          <a:p>
            <a:pPr marL="400050" lvl="1" indent="0"/>
            <a:r>
              <a:rPr lang="en-US" sz="2800" dirty="0" err="1">
                <a:latin typeface="Times New Roman" panose="02020603050405020304" pitchFamily="18" charset="0"/>
                <a:cs typeface="Times New Roman" panose="02020603050405020304" pitchFamily="18" charset="0"/>
              </a:rPr>
              <a:t>Loại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bỏ</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hoặc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chỉnh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sửa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dữ</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liệu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sai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thiếu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không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hợp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lệ</a:t>
            </a:r>
            <a:endParaRPr lang="en-US" sz="2800" dirty="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b="1" dirty="0" err="1">
                <a:latin typeface="Times New Roman" panose="02020603050405020304" pitchFamily="18" charset="0"/>
                <a:cs typeface="Times New Roman" panose="02020603050405020304" pitchFamily="18" charset="0"/>
              </a:rPr>
              <a:t>Khử</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nhiễu</a:t>
            </a:r>
            <a:r>
              <a:rPr lang="en-US" sz="2800" b="1" dirty="0">
                <a:latin typeface="Times New Roman" panose="02020603050405020304" pitchFamily="18" charset="0"/>
                <a:cs typeface="Times New Roman" panose="02020603050405020304" pitchFamily="18" charset="0"/>
              </a:rPr>
              <a:t> &amp; </a:t>
            </a:r>
            <a:r>
              <a:rPr lang="en-US" sz="2800" b="1" dirty="0" err="1">
                <a:latin typeface="Times New Roman" panose="02020603050405020304" pitchFamily="18" charset="0"/>
                <a:cs typeface="Times New Roman" panose="02020603050405020304" pitchFamily="18" charset="0"/>
              </a:rPr>
              <a:t>làm</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mịn</a:t>
            </a:r>
            <a:r>
              <a:rPr lang="en-US" sz="2800" b="1" dirty="0">
                <a:latin typeface="Times New Roman" panose="02020603050405020304" pitchFamily="18" charset="0"/>
                <a:cs typeface="Times New Roman" panose="02020603050405020304" pitchFamily="18" charset="0"/>
              </a:rPr>
              <a:t> (Denoising &amp; Smoothing)</a:t>
            </a:r>
          </a:p>
          <a:p>
            <a:pPr marL="800100" lvl="2" indent="0"/>
            <a:r>
              <a:rPr lang="en-US" sz="2800" dirty="0" err="1">
                <a:latin typeface="Times New Roman" panose="02020603050405020304" pitchFamily="18" charset="0"/>
                <a:cs typeface="Times New Roman" panose="02020603050405020304" pitchFamily="18" charset="0"/>
              </a:rPr>
              <a:t>Giảm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bớt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dao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ngẫu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nhiên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làm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rõ</a:t>
            </a:r>
            <a:r>
              <a:rPr lang="en-US" sz="2800" dirty="0">
                <a:latin typeface="Times New Roman" panose="02020603050405020304" pitchFamily="18" charset="0"/>
                <a:cs typeface="Times New Roman" panose="02020603050405020304" pitchFamily="18" charset="0"/>
              </a:rPr>
              <a:t> xu </a:t>
            </a:r>
            <a:r>
              <a:rPr lang="en-US" sz="2800" dirty="0" err="1">
                <a:latin typeface="Times New Roman" panose="02020603050405020304" pitchFamily="18" charset="0"/>
                <a:cs typeface="Times New Roman" panose="02020603050405020304" pitchFamily="18" charset="0"/>
              </a:rPr>
              <a:t>hướng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hoặc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mẫu</a:t>
            </a:r>
            <a:endParaRPr lang="en-US" sz="2800"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b="1" dirty="0" err="1">
                <a:latin typeface="Times New Roman" panose="02020603050405020304" pitchFamily="18" charset="0"/>
                <a:cs typeface="Times New Roman" panose="02020603050405020304" pitchFamily="18" charset="0"/>
              </a:rPr>
              <a:t>Tăng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cường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dữ</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liệu</a:t>
            </a:r>
            <a:r>
              <a:rPr lang="en-US" sz="2800" b="1" dirty="0">
                <a:latin typeface="Times New Roman" panose="02020603050405020304" pitchFamily="18" charset="0"/>
                <a:cs typeface="Times New Roman" panose="02020603050405020304" pitchFamily="18" charset="0"/>
              </a:rPr>
              <a:t> (Data Augmentation)</a:t>
            </a:r>
          </a:p>
          <a:p>
            <a:pPr marL="800100" lvl="2" indent="0"/>
            <a:r>
              <a:rPr lang="en-US" sz="2800" dirty="0" err="1">
                <a:latin typeface="Times New Roman" panose="02020603050405020304" pitchFamily="18" charset="0"/>
                <a:cs typeface="Times New Roman" panose="02020603050405020304" pitchFamily="18" charset="0"/>
              </a:rPr>
              <a:t>Tạo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thêm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dữ</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liệu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để</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cải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thiện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mô</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hình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học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máy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đặc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biệt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dữ</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liệu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ít</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6399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C0550-EB11-71AA-3ABB-EE07DB8A4805}"/>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74AC193-29CD-B167-6D60-BCF64577151C}"/>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ACBEFE86-CF71-6A40-E1B5-867EB3BFCF1D}"/>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Làm sạch dữ liệu (Data Cleaning) là gì?</a:t>
            </a:r>
          </a:p>
          <a:p>
            <a:pPr marL="400050" lvl="1" indent="0"/>
            <a:r>
              <a:rPr lang="en-US" sz="3200">
                <a:latin typeface="Times New Roman" panose="02020603050405020304" pitchFamily="18" charset="0"/>
                <a:cs typeface="Times New Roman" panose="02020603050405020304" pitchFamily="18" charset="0"/>
              </a:rPr>
              <a:t>Làm sạch giúp dữ liệu </a:t>
            </a:r>
            <a:r>
              <a:rPr lang="en-US" sz="3200" b="1">
                <a:latin typeface="Times New Roman" panose="02020603050405020304" pitchFamily="18" charset="0"/>
                <a:cs typeface="Times New Roman" panose="02020603050405020304" pitchFamily="18" charset="0"/>
              </a:rPr>
              <a:t>đáng tin cậy hơn</a:t>
            </a:r>
          </a:p>
          <a:p>
            <a:pPr marL="857250" lvl="1" indent="-457200">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Khử nhiễu &amp; làm mịn giúp </a:t>
            </a:r>
            <a:r>
              <a:rPr lang="en-US" sz="3200" b="1">
                <a:latin typeface="Times New Roman" panose="02020603050405020304" pitchFamily="18" charset="0"/>
                <a:cs typeface="Times New Roman" panose="02020603050405020304" pitchFamily="18" charset="0"/>
              </a:rPr>
              <a:t>phát hiện xu hướng rõ ràng hơn</a:t>
            </a:r>
          </a:p>
          <a:p>
            <a:pPr marL="857250" lvl="1" indent="-457200">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Tăng cường giúp mô hình </a:t>
            </a:r>
            <a:r>
              <a:rPr lang="en-US" sz="3200" b="1">
                <a:latin typeface="Times New Roman" panose="02020603050405020304" pitchFamily="18" charset="0"/>
                <a:cs typeface="Times New Roman" panose="02020603050405020304" pitchFamily="18" charset="0"/>
              </a:rPr>
              <a:t>học tốt hơn &amp; tổng quát hơn</a:t>
            </a:r>
            <a:endParaRPr lang="en-US" sz="3200">
              <a:latin typeface="Times New Roman" panose="02020603050405020304" pitchFamily="18" charset="0"/>
              <a:cs typeface="Times New Roman" panose="02020603050405020304" pitchFamily="18" charset="0"/>
            </a:endParaRPr>
          </a:p>
          <a:p>
            <a:pPr marL="0" indent="0"/>
            <a:endParaRPr lang="en-US" sz="32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88685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C8065-B545-8953-459C-948926AA929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0BD4149-FFC1-1253-EA70-DF4CFE84B967}"/>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F5DFD03E-6DA9-C122-C426-010B9D4A44BE}"/>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Làm sạch dữ liệu (Data Cleaning) là gì</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Ví dụ:</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 Xử lý:</a:t>
            </a: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Điền giá trị thiếu ở 09:01</a:t>
            </a: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Loại bỏ/điều chỉnh 9999 (ngoại lai)</a:t>
            </a: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F8396B30-365A-5EFB-AFCE-B8160BC29E6D}"/>
              </a:ext>
            </a:extLst>
          </p:cNvPr>
          <p:cNvGraphicFramePr>
            <a:graphicFrameLocks noGrp="1"/>
          </p:cNvGraphicFramePr>
          <p:nvPr>
            <p:extLst>
              <p:ext uri="{D42A27DB-BD31-4B8C-83A1-F6EECF244321}">
                <p14:modId xmlns:p14="http://schemas.microsoft.com/office/powerpoint/2010/main" val="185574402"/>
              </p:ext>
            </p:extLst>
          </p:nvPr>
        </p:nvGraphicFramePr>
        <p:xfrm>
          <a:off x="762000" y="2209800"/>
          <a:ext cx="4495800" cy="1881632"/>
        </p:xfrm>
        <a:graphic>
          <a:graphicData uri="http://schemas.openxmlformats.org/drawingml/2006/table">
            <a:tbl>
              <a:tblPr firstRow="1" firstCol="1" bandRow="1">
                <a:tableStyleId>{5C22544A-7EE6-4342-B048-85BDC9FD1C3A}</a:tableStyleId>
              </a:tblPr>
              <a:tblGrid>
                <a:gridCol w="3105150">
                  <a:extLst>
                    <a:ext uri="{9D8B030D-6E8A-4147-A177-3AD203B41FA5}">
                      <a16:colId xmlns:a16="http://schemas.microsoft.com/office/drawing/2014/main" val="2561150144"/>
                    </a:ext>
                  </a:extLst>
                </a:gridCol>
                <a:gridCol w="1390650">
                  <a:extLst>
                    <a:ext uri="{9D8B030D-6E8A-4147-A177-3AD203B41FA5}">
                      <a16:colId xmlns:a16="http://schemas.microsoft.com/office/drawing/2014/main" val="3745986396"/>
                    </a:ext>
                  </a:extLst>
                </a:gridCol>
              </a:tblGrid>
              <a:tr h="0">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Thời gian</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Giá trị</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68400028"/>
                  </a:ext>
                </a:extLst>
              </a:tr>
              <a:tr h="0">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2025-07-22 09:00</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102</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67212825"/>
                  </a:ext>
                </a:extLst>
              </a:tr>
              <a:tr h="0">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2025-07-22 09:01</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NaN</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49541937"/>
                  </a:ext>
                </a:extLst>
              </a:tr>
              <a:tr h="0">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2025-07-22 09:02</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tc>
                  <a:txBody>
                    <a:bodyPr/>
                    <a:lstStyle/>
                    <a:p>
                      <a:pPr marL="0" marR="0" algn="ctr">
                        <a:lnSpc>
                          <a:spcPct val="115000"/>
                        </a:lnSpc>
                        <a:spcAft>
                          <a:spcPts val="800"/>
                        </a:spcAft>
                        <a:buNone/>
                      </a:pPr>
                      <a:r>
                        <a:rPr lang="en-US" sz="2800" kern="100">
                          <a:effectLst/>
                          <a:latin typeface="Times New Roman" panose="02020603050405020304" pitchFamily="18" charset="0"/>
                          <a:cs typeface="Times New Roman" panose="02020603050405020304" pitchFamily="18" charset="0"/>
                        </a:rPr>
                        <a:t>9999*</a:t>
                      </a:r>
                      <a:endParaRPr lang="en-US" sz="2800" kern="100">
                        <a:effectLst/>
                        <a:latin typeface="Times New Roman" panose="02020603050405020304" pitchFamily="18"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99792091"/>
                  </a:ext>
                </a:extLst>
              </a:tr>
            </a:tbl>
          </a:graphicData>
        </a:graphic>
      </p:graphicFrame>
    </p:spTree>
    <p:extLst>
      <p:ext uri="{BB962C8B-B14F-4D97-AF65-F5344CB8AC3E}">
        <p14:creationId xmlns:p14="http://schemas.microsoft.com/office/powerpoint/2010/main" val="1443074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28482-DEDF-35F1-67D5-011E0C78065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EFB1664-F09F-61D0-6D95-363DAD0061DC}"/>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39A1400A-8E2C-D748-41E8-2FC2B75A30B5}"/>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Mục đích của làm sạch dữ liệu</a:t>
            </a:r>
          </a:p>
          <a:p>
            <a:pPr marL="400050" lvl="1" indent="0"/>
            <a:r>
              <a:rPr lang="en-US" sz="2800">
                <a:latin typeface="Times New Roman" panose="02020603050405020304" pitchFamily="18" charset="0"/>
                <a:cs typeface="Times New Roman" panose="02020603050405020304" pitchFamily="18" charset="0"/>
              </a:rPr>
              <a:t>Khắc phục các vấn đề</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Thiếu dữ liệu (missing values)</a:t>
            </a:r>
          </a:p>
          <a:p>
            <a:pPr marL="85725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Thay đổi tần suất của chuỗi thời gian (tức là tăng và giảm mẫu)</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Giá trị ngoại lai (outliers)</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Sai định dạng thời gian</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a:t>
            </a:r>
            <a:r>
              <a:rPr lang="vi-VN" sz="2800">
                <a:latin typeface="Times New Roman" panose="02020603050405020304" pitchFamily="18" charset="0"/>
                <a:cs typeface="Times New Roman" panose="02020603050405020304" pitchFamily="18" charset="0"/>
              </a:rPr>
              <a:t>ính thời vụ trong dữ liệu</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Vấn đề</a:t>
            </a:r>
            <a:r>
              <a:rPr lang="vi-VN" sz="2800">
                <a:latin typeface="Times New Roman" panose="02020603050405020304" pitchFamily="18" charset="0"/>
                <a:cs typeface="Times New Roman" panose="02020603050405020304" pitchFamily="18" charset="0"/>
              </a:rPr>
              <a:t> nhìn trước </a:t>
            </a:r>
            <a:r>
              <a:rPr lang="en-US" sz="2800">
                <a:latin typeface="Times New Roman" panose="02020603050405020304" pitchFamily="18" charset="0"/>
                <a:cs typeface="Times New Roman" panose="02020603050405020304" pitchFamily="18" charset="0"/>
              </a:rPr>
              <a:t>(lookahead)</a:t>
            </a:r>
          </a:p>
          <a:p>
            <a:pPr marL="125730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a:p>
            <a:pPr marL="800100" lvl="2"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91861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7A047-314F-79F5-181D-D86A857CF17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4380756-B99F-B79D-9180-6C2BE01BA67A}"/>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115C1566-CB24-56D8-789E-8715C7BEC19D}"/>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kĩ thuật</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Điền giá trị thiếu (mean, median, interpolation)</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Khử nhiễu và l</a:t>
            </a:r>
            <a:r>
              <a:rPr lang="vi-VN" sz="2800">
                <a:latin typeface="Times New Roman" panose="02020603050405020304" pitchFamily="18" charset="0"/>
                <a:cs typeface="Times New Roman" panose="02020603050405020304" pitchFamily="18" charset="0"/>
              </a:rPr>
              <a:t>àm mịn dữ liệu</a:t>
            </a:r>
            <a:r>
              <a:rPr lang="en-US" sz="2800">
                <a:latin typeface="Times New Roman" panose="02020603050405020304" pitchFamily="18" charset="0"/>
                <a:cs typeface="Times New Roman" panose="02020603050405020304" pitchFamily="18" charset="0"/>
              </a:rPr>
              <a:t> (denoising &amp; smoothing)</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Thay đổi tần suất của chuỗi</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Loại bỏ hoặc thay thế ngoại lai</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Chuẩn hoá định dạng thời gian</a:t>
            </a:r>
          </a:p>
          <a:p>
            <a:pPr marL="85725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Xử lý tính thời vụ trong dữ liệu</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Ngăn ngừa việc nhìn trước không chủ ý</a:t>
            </a:r>
            <a:endParaRPr lang="en-US" sz="2800">
              <a:latin typeface="Times New Roman" panose="02020603050405020304" pitchFamily="18" charset="0"/>
              <a:cs typeface="Times New Roman" panose="02020603050405020304" pitchFamily="18" charset="0"/>
            </a:endParaRPr>
          </a:p>
          <a:p>
            <a:pPr marL="400050" lvl="1" indent="0"/>
            <a:endParaRPr lang="en-US" sz="2800">
              <a:latin typeface="Times New Roman" panose="02020603050405020304" pitchFamily="18" charset="0"/>
              <a:cs typeface="Times New Roman" panose="02020603050405020304" pitchFamily="18" charset="0"/>
            </a:endParaRPr>
          </a:p>
          <a:p>
            <a:pPr marL="800100" lvl="2"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38474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E3848-7ADA-F57D-A179-878777FCA77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60ADB07-0019-6FEB-FE25-6111F9BB68B7}"/>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4CF696D0-5BD8-6FFB-C85A-3029494A0EC1}"/>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dirty="0" err="1">
                <a:latin typeface="Times New Roman" panose="02020603050405020304" pitchFamily="18" charset="0"/>
                <a:cs typeface="Times New Roman" panose="02020603050405020304" pitchFamily="18" charset="0"/>
              </a:rPr>
              <a:t>Xử</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lý</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dữ</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liệu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bị</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thiếu</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(Handling Missing Data)</a:t>
            </a:r>
          </a:p>
          <a:p>
            <a:pPr marL="857250" lvl="1"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a:t>
            </a:r>
            <a:r>
              <a:rPr lang="vi-VN" sz="2800" dirty="0">
                <a:latin typeface="Times New Roman" panose="02020603050405020304" pitchFamily="18" charset="0"/>
                <a:cs typeface="Times New Roman" panose="02020603050405020304" pitchFamily="18" charset="0"/>
              </a:rPr>
              <a:t>ữ liệu bị thiếu </a:t>
            </a:r>
            <a:r>
              <a:rPr lang="en-US" sz="2800" dirty="0" err="1">
                <a:latin typeface="Times New Roman" panose="02020603050405020304" pitchFamily="18" charset="0"/>
                <a:cs typeface="Times New Roman" panose="02020603050405020304" pitchFamily="18" charset="0"/>
              </a:rPr>
              <a:t>xảy</a:t>
            </a:r>
            <a:r>
              <a:rPr lang="en-US" sz="2800" dirty="0">
                <a:latin typeface="Times New Roman" panose="02020603050405020304" pitchFamily="18" charset="0"/>
                <a:cs typeface="Times New Roman" panose="02020603050405020304" pitchFamily="18" charset="0"/>
              </a:rPr>
              <a:t> ra </a:t>
            </a:r>
            <a:r>
              <a:rPr lang="en-US" sz="2800" dirty="0" err="1">
                <a:latin typeface="Times New Roman" panose="02020603050405020304" pitchFamily="18" charset="0"/>
                <a:cs typeface="Times New Roman" panose="02020603050405020304" pitchFamily="18" charset="0"/>
              </a:rPr>
              <a:t>khá</a:t>
            </a:r>
            <a:r>
              <a:rPr lang="en-US" sz="2800" dirty="0">
                <a:latin typeface="Times New Roman" panose="02020603050405020304" pitchFamily="18" charset="0"/>
                <a:cs typeface="Times New Roman" panose="02020603050405020304" pitchFamily="18" charset="0"/>
              </a:rPr>
              <a:t> </a:t>
            </a:r>
            <a:r>
              <a:rPr lang="vi-VN" sz="2800" dirty="0">
                <a:latin typeface="Times New Roman" panose="02020603050405020304" pitchFamily="18" charset="0"/>
                <a:cs typeface="Times New Roman" panose="02020603050405020304" pitchFamily="18" charset="0"/>
              </a:rPr>
              <a:t>phổ biến trong phân tích chuỗi thời gian</a:t>
            </a:r>
            <a:r>
              <a:rPr lang="en-US" sz="2800" dirty="0">
                <a:latin typeface="Times New Roman" panose="02020603050405020304" pitchFamily="18" charset="0"/>
                <a:cs typeface="Times New Roman" panose="02020603050405020304" pitchFamily="18" charset="0"/>
              </a:rPr>
              <a:t> do</a:t>
            </a:r>
          </a:p>
          <a:p>
            <a:pPr marL="1257300" lvl="2" indent="-457200">
              <a:buFont typeface="Courier New" panose="02070309020205020404" pitchFamily="49" charset="0"/>
              <a:buChar char="o"/>
            </a:pPr>
            <a:r>
              <a:rPr lang="en-US" sz="2800" dirty="0">
                <a:latin typeface="Times New Roman" panose="02020603050405020304" pitchFamily="18" charset="0"/>
                <a:cs typeface="Times New Roman" panose="02020603050405020304" pitchFamily="18" charset="0"/>
              </a:rPr>
              <a:t>G</a:t>
            </a:r>
            <a:r>
              <a:rPr lang="vi-VN" sz="2800" dirty="0">
                <a:latin typeface="Times New Roman" panose="02020603050405020304" pitchFamily="18" charset="0"/>
                <a:cs typeface="Times New Roman" panose="02020603050405020304" pitchFamily="18" charset="0"/>
              </a:rPr>
              <a:t>ánh nặng của việc lấy mẫu</a:t>
            </a:r>
            <a:endParaRPr lang="en-US" sz="2800" dirty="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en-US" sz="2800" dirty="0" err="1">
                <a:latin typeface="Times New Roman" panose="02020603050405020304" pitchFamily="18" charset="0"/>
                <a:cs typeface="Times New Roman" panose="02020603050405020304" pitchFamily="18" charset="0"/>
              </a:rPr>
              <a:t>Phép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không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chính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xác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chủ</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quan</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khách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quan</a:t>
            </a:r>
            <a:r>
              <a:rPr lang="en-US" sz="2800" dirty="0">
                <a:latin typeface="Times New Roman" panose="02020603050405020304" pitchFamily="18" charset="0"/>
                <a:cs typeface="Times New Roman" panose="02020603050405020304" pitchFamily="18" charset="0"/>
              </a:rPr>
              <a:t>)</a:t>
            </a:r>
          </a:p>
          <a:p>
            <a:pPr marL="1257300" lvl="2" indent="-457200">
              <a:buFont typeface="Courier New" panose="02070309020205020404" pitchFamily="49" charset="0"/>
              <a:buChar char="o"/>
            </a:pPr>
            <a:r>
              <a:rPr lang="en-US" sz="2800" dirty="0" err="1">
                <a:latin typeface="Times New Roman" panose="02020603050405020304" pitchFamily="18" charset="0"/>
                <a:cs typeface="Times New Roman" panose="02020603050405020304" pitchFamily="18" charset="0"/>
              </a:rPr>
              <a:t>Nhập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sai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dữ</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liệu</a:t>
            </a:r>
            <a:endParaRPr lang="en-US" sz="2800" dirty="0">
              <a:latin typeface="Times New Roman" panose="02020603050405020304" pitchFamily="18" charset="0"/>
              <a:cs typeface="Times New Roman" panose="02020603050405020304" pitchFamily="18" charset="0"/>
            </a:endParaRPr>
          </a:p>
          <a:p>
            <a:pPr marL="0" indent="0"/>
            <a:r>
              <a:rPr lang="en-US" sz="2800" b="1" dirty="0" err="1">
                <a:latin typeface="Times New Roman" panose="02020603050405020304" pitchFamily="18" charset="0"/>
                <a:cs typeface="Times New Roman" panose="02020603050405020304" pitchFamily="18" charset="0"/>
              </a:rPr>
              <a:t>Ví</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dụ</a:t>
            </a:r>
            <a:r>
              <a:rPr lang="en-US" sz="2800" b="1"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trong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lĩnh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vực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chăm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sóc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sức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khỏe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việc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thiếu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dữ</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liệu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trong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chuỗi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thời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gian</a:t>
            </a:r>
            <a:r>
              <a:rPr lang="en-US" sz="2800" dirty="0">
                <a:latin typeface="Times New Roman" panose="02020603050405020304" pitchFamily="18" charset="0"/>
                <a:cs typeface="Times New Roman" panose="02020603050405020304" pitchFamily="18" charset="0"/>
              </a:rPr>
              <a:t> y </a:t>
            </a:r>
            <a:r>
              <a:rPr lang="en-US" sz="2800" dirty="0" err="1">
                <a:latin typeface="Times New Roman" panose="02020603050405020304" pitchFamily="18" charset="0"/>
                <a:cs typeface="Times New Roman" panose="02020603050405020304" pitchFamily="18" charset="0"/>
              </a:rPr>
              <a:t>tế</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có</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thể</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xuất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phát</a:t>
            </a:r>
            <a:r>
              <a:rPr lang="en-US" sz="2800" dirty="0">
                <a:latin typeface="Times New Roman" panose="02020603050405020304" pitchFamily="18" charset="0"/>
                <a:cs typeface="Times New Roman" panose="02020603050405020304" pitchFamily="18" charset="0"/>
              </a:rPr>
              <a:t> do </a:t>
            </a:r>
            <a:r>
              <a:rPr lang="en-US" sz="2800" dirty="0" err="1">
                <a:latin typeface="Times New Roman" panose="02020603050405020304" pitchFamily="18" charset="0"/>
                <a:cs typeface="Times New Roman" panose="02020603050405020304" pitchFamily="18" charset="0"/>
              </a:rPr>
              <a:t>bệnh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nhân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không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tuân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thủ</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đúng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trình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đo</a:t>
            </a:r>
            <a:r>
              <a:rPr lang="en-US" sz="2800" dirty="0">
                <a:latin typeface="Times New Roman" panose="02020603050405020304" pitchFamily="18" charset="0"/>
                <a:cs typeface="Times New Roman" panose="02020603050405020304" pitchFamily="18" charset="0"/>
              </a:rPr>
              <a:t> do </a:t>
            </a:r>
            <a:r>
              <a:rPr lang="en-US" sz="2800" dirty="0" err="1">
                <a:latin typeface="Times New Roman" panose="02020603050405020304" pitchFamily="18" charset="0"/>
                <a:cs typeface="Times New Roman" panose="02020603050405020304" pitchFamily="18" charset="0"/>
              </a:rPr>
              <a:t>quên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hoặc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làm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không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đầy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đủ</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tình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trạng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sức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khỏe</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bệnh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nhân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tốt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bỏ</a:t>
            </a:r>
            <a:r>
              <a:rPr lang="en-US" sz="2800" dirty="0">
                <a:latin typeface="Times New Roman" panose="02020603050405020304" pitchFamily="18" charset="0"/>
                <a:cs typeface="Times New Roman" panose="02020603050405020304" pitchFamily="18" charset="0"/>
              </a:rPr>
              <a:t> qua </a:t>
            </a:r>
            <a:r>
              <a:rPr lang="en-US" sz="2800" dirty="0" err="1">
                <a:latin typeface="Times New Roman" panose="02020603050405020304" pitchFamily="18" charset="0"/>
                <a:cs typeface="Times New Roman" panose="02020603050405020304" pitchFamily="18" charset="0"/>
              </a:rPr>
              <a:t>phép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thiết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bị</a:t>
            </a:r>
            <a:r>
              <a:rPr lang="en-US" sz="2800" dirty="0">
                <a:latin typeface="Times New Roman" panose="02020603050405020304" pitchFamily="18" charset="0"/>
                <a:cs typeface="Times New Roman" panose="02020603050405020304" pitchFamily="18" charset="0"/>
              </a:rPr>
              <a:t> y </a:t>
            </a:r>
            <a:r>
              <a:rPr lang="en-US" sz="2800" dirty="0" err="1">
                <a:latin typeface="Times New Roman" panose="02020603050405020304" pitchFamily="18" charset="0"/>
                <a:cs typeface="Times New Roman" panose="02020603050405020304" pitchFamily="18" charset="0"/>
              </a:rPr>
              <a:t>tế</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gặp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trục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trặc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kỹ</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thuật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ngẫu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nhiên</a:t>
            </a:r>
            <a:r>
              <a:rPr lang="en-US" sz="28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2042695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9A432-EFAD-D9B9-B951-39EEF3D873D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F6E066B-04E2-AE99-D3A4-5C0FA1BD4798}"/>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7160617A-26CC-2133-B05A-CDC746DD794A}"/>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Xử lý dữ liệu bị thiếu </a:t>
            </a:r>
            <a:r>
              <a:rPr lang="en-US" sz="2800">
                <a:latin typeface="Times New Roman" panose="02020603050405020304" pitchFamily="18" charset="0"/>
                <a:cs typeface="Times New Roman" panose="02020603050405020304" pitchFamily="18" charset="0"/>
              </a:rPr>
              <a:t>(Handling Missing Data)</a:t>
            </a:r>
          </a:p>
          <a:p>
            <a:pPr marL="857250" lvl="1"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C</a:t>
            </a:r>
            <a:r>
              <a:rPr lang="vi-VN" sz="2800" b="1">
                <a:latin typeface="Times New Roman" panose="02020603050405020304" pitchFamily="18" charset="0"/>
                <a:cs typeface="Times New Roman" panose="02020603050405020304" pitchFamily="18" charset="0"/>
              </a:rPr>
              <a:t>ác </a:t>
            </a:r>
            <a:r>
              <a:rPr lang="en-US" sz="2800" b="1">
                <a:latin typeface="Times New Roman" panose="02020603050405020304" pitchFamily="18" charset="0"/>
                <a:cs typeface="Times New Roman" panose="02020603050405020304" pitchFamily="18" charset="0"/>
              </a:rPr>
              <a:t>hướng tiếp cận</a:t>
            </a:r>
          </a:p>
          <a:p>
            <a:pPr marL="1257300" lvl="2" indent="-457200">
              <a:buFont typeface="Courier New" panose="02070309020205020404" pitchFamily="49" charset="0"/>
              <a:buChar char="o"/>
            </a:pPr>
            <a:r>
              <a:rPr lang="vi-VN" sz="2800">
                <a:latin typeface="Times New Roman" panose="02020603050405020304" pitchFamily="18" charset="0"/>
                <a:cs typeface="Times New Roman" panose="02020603050405020304" pitchFamily="18" charset="0"/>
              </a:rPr>
              <a:t>Quy nạp</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điền dữ liệu bị thiếu dựa trên các quan sát về toàn bộ tập dữ liệu.</a:t>
            </a:r>
            <a:endParaRPr lang="en-US"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vi-VN" sz="2800">
                <a:latin typeface="Times New Roman" panose="02020603050405020304" pitchFamily="18" charset="0"/>
                <a:cs typeface="Times New Roman" panose="02020603050405020304" pitchFamily="18" charset="0"/>
              </a:rPr>
              <a:t>Nội suy</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sử dụng các điểm dữ liệu lân cận để ước tính giá trị bị thiếu. Nội suy cũng có thể là một hình thức quy nạp.</a:t>
            </a:r>
            <a:endParaRPr lang="en-US"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vi-VN" sz="2800">
                <a:latin typeface="Times New Roman" panose="02020603050405020304" pitchFamily="18" charset="0"/>
                <a:cs typeface="Times New Roman" panose="02020603050405020304" pitchFamily="18" charset="0"/>
              </a:rPr>
              <a:t>Xóa các khoảng thời gian bị ảnh hưởng</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không sử dụng các khoảng thời gian bị thiếu dữ liệu.</a:t>
            </a: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70295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DEABA-62A4-A59A-94F9-601BBF8C9A5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C60B983-EF2A-22F4-A42D-2EA89E75442B}"/>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E56B52DB-5EB6-BB0E-FB82-13A0671D07BE}"/>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Xử lý dữ liệu bị thiếu </a:t>
            </a:r>
            <a:r>
              <a:rPr lang="en-US" sz="2800">
                <a:latin typeface="Times New Roman" panose="02020603050405020304" pitchFamily="18" charset="0"/>
                <a:cs typeface="Times New Roman" panose="02020603050405020304" pitchFamily="18" charset="0"/>
              </a:rPr>
              <a:t>(Handling Missing Data)</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số cách cụ thể để điền số vào các giá trị còn thiếu:</a:t>
            </a: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Điền tiếp (Forward fill)</a:t>
            </a: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Trung bình động (Moving average)</a:t>
            </a: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Nội suy (Interpolation)</a:t>
            </a:r>
            <a:br>
              <a:rPr lang="en-US" sz="2800">
                <a:latin typeface="Times New Roman" panose="02020603050405020304" pitchFamily="18" charset="0"/>
                <a:cs typeface="Times New Roman" panose="02020603050405020304" pitchFamily="18" charset="0"/>
              </a:rPr>
            </a:b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55716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B38123-BB71-54E7-C309-26A59725505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DC232AA-7B03-FFF0-2A90-4C4A53A5DF2F}"/>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55F121C0-1765-99C8-0E24-AB4B22E42182}"/>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Xử lý dữ liệu bị thiếu </a:t>
            </a:r>
            <a:r>
              <a:rPr lang="en-US" sz="2800">
                <a:latin typeface="Times New Roman" panose="02020603050405020304" pitchFamily="18" charset="0"/>
                <a:cs typeface="Times New Roman" panose="02020603050405020304" pitchFamily="18" charset="0"/>
              </a:rPr>
              <a:t>(Handling Missing Data)</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số cách cụ thể để điền số vào các giá trị còn thiếu:</a:t>
            </a:r>
          </a:p>
          <a:p>
            <a:pPr marL="1257300" lvl="2" indent="-457200">
              <a:buFont typeface="Courier New" panose="02070309020205020404" pitchFamily="49" charset="0"/>
              <a:buChar char="o"/>
            </a:pPr>
            <a:r>
              <a:rPr lang="en-US" sz="2800" b="1">
                <a:latin typeface="Times New Roman" panose="02020603050405020304" pitchFamily="18" charset="0"/>
                <a:cs typeface="Times New Roman" panose="02020603050405020304" pitchFamily="18" charset="0"/>
              </a:rPr>
              <a:t>Đ</a:t>
            </a:r>
            <a:r>
              <a:rPr lang="vi-VN" sz="2800" b="1">
                <a:latin typeface="Times New Roman" panose="02020603050405020304" pitchFamily="18" charset="0"/>
                <a:cs typeface="Times New Roman" panose="02020603050405020304" pitchFamily="18" charset="0"/>
              </a:rPr>
              <a:t>iền tiếp </a:t>
            </a:r>
            <a:r>
              <a:rPr lang="vi-VN" sz="2800">
                <a:latin typeface="Times New Roman" panose="02020603050405020304" pitchFamily="18" charset="0"/>
                <a:cs typeface="Times New Roman" panose="02020603050405020304" pitchFamily="18" charset="0"/>
              </a:rPr>
              <a:t>(Forward fill) là phương pháp thay thế giá trị bị thiếu bằng </a:t>
            </a:r>
            <a:r>
              <a:rPr lang="vi-VN" sz="2800" b="1">
                <a:latin typeface="Times New Roman" panose="02020603050405020304" pitchFamily="18" charset="0"/>
                <a:cs typeface="Times New Roman" panose="02020603050405020304" pitchFamily="18" charset="0"/>
              </a:rPr>
              <a:t>giá trị gần nhất trước đó</a:t>
            </a:r>
            <a:r>
              <a:rPr lang="vi-VN" sz="2800">
                <a:latin typeface="Times New Roman" panose="02020603050405020304" pitchFamily="18" charset="0"/>
                <a:cs typeface="Times New Roman" panose="02020603050405020304" pitchFamily="18" charset="0"/>
              </a:rPr>
              <a:t> trong chuỗi thời gian.</a:t>
            </a:r>
            <a:endParaRPr lang="en-US" sz="2800">
              <a:latin typeface="Times New Roman" panose="02020603050405020304" pitchFamily="18" charset="0"/>
              <a:cs typeface="Times New Roman" panose="02020603050405020304" pitchFamily="18" charset="0"/>
            </a:endParaRPr>
          </a:p>
          <a:p>
            <a:pPr marL="1714500" lvl="3" indent="-4572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Một trong những cách đơn giản nhất để điền vào các giá trị bị thiếu </a:t>
            </a:r>
            <a:endParaRPr lang="en-US" sz="2400">
              <a:latin typeface="Times New Roman" panose="02020603050405020304" pitchFamily="18" charset="0"/>
              <a:cs typeface="Times New Roman" panose="02020603050405020304" pitchFamily="18" charset="0"/>
            </a:endParaRPr>
          </a:p>
          <a:p>
            <a:pPr marL="1714500" lvl="3" indent="-4572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C</a:t>
            </a:r>
            <a:r>
              <a:rPr lang="vi-VN" sz="2400">
                <a:latin typeface="Times New Roman" panose="02020603050405020304" pitchFamily="18" charset="0"/>
                <a:cs typeface="Times New Roman" panose="02020603050405020304" pitchFamily="18" charset="0"/>
              </a:rPr>
              <a:t>huyển tiếp giá trị đã biết cuối cùng</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trước giá trị bị thiếu. </a:t>
            </a:r>
            <a:endParaRPr lang="en-US" sz="2400">
              <a:latin typeface="Times New Roman" panose="02020603050405020304" pitchFamily="18" charset="0"/>
              <a:cs typeface="Times New Roman" panose="02020603050405020304" pitchFamily="18" charset="0"/>
            </a:endParaRPr>
          </a:p>
          <a:p>
            <a:pPr marL="1714500" lvl="3" indent="-4572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Không cần toán học hay logic phức tạp.</a:t>
            </a:r>
            <a:r>
              <a:rPr lang="vi-VN" sz="2800">
                <a:latin typeface="Times New Roman" panose="02020603050405020304" pitchFamily="18" charset="0"/>
                <a:cs typeface="Times New Roman" panose="02020603050405020304" pitchFamily="18" charset="0"/>
              </a:rPr>
              <a:t> </a:t>
            </a: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39504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08D4E-ED77-B6B5-793A-C2566D67393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2FE3150-69C8-9F2D-871F-1F4760278857}"/>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4F8C0F9C-BD51-FE3E-F6F9-9E0A2B332AC6}"/>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Xử lý dữ liệu bị thiếu </a:t>
                </a:r>
                <a:r>
                  <a:rPr lang="en-US" sz="2800">
                    <a:latin typeface="Times New Roman" panose="02020603050405020304" pitchFamily="18" charset="0"/>
                    <a:cs typeface="Times New Roman" panose="02020603050405020304" pitchFamily="18" charset="0"/>
                  </a:rPr>
                  <a:t>(Handling Missing Data)</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số cách cụ thể để điền số vào các giá trị còn thiếu:</a:t>
                </a:r>
              </a:p>
              <a:p>
                <a:pPr marL="1257300" lvl="2" indent="-457200">
                  <a:buFont typeface="Courier New" panose="02070309020205020404" pitchFamily="49" charset="0"/>
                  <a:buChar char="o"/>
                </a:pPr>
                <a:r>
                  <a:rPr lang="en-US" sz="2800" b="1">
                    <a:latin typeface="Times New Roman" panose="02020603050405020304" pitchFamily="18" charset="0"/>
                    <a:cs typeface="Times New Roman" panose="02020603050405020304" pitchFamily="18" charset="0"/>
                  </a:rPr>
                  <a:t>Đ</a:t>
                </a:r>
                <a:r>
                  <a:rPr lang="vi-VN" sz="2800" b="1">
                    <a:latin typeface="Times New Roman" panose="02020603050405020304" pitchFamily="18" charset="0"/>
                    <a:cs typeface="Times New Roman" panose="02020603050405020304" pitchFamily="18" charset="0"/>
                  </a:rPr>
                  <a:t>iền tiếp </a:t>
                </a:r>
                <a:r>
                  <a:rPr lang="vi-VN" sz="2800">
                    <a:latin typeface="Times New Roman" panose="02020603050405020304" pitchFamily="18" charset="0"/>
                    <a:cs typeface="Times New Roman" panose="02020603050405020304" pitchFamily="18" charset="0"/>
                  </a:rPr>
                  <a:t>(Forward fill) </a:t>
                </a:r>
                <a:endParaRPr lang="en-US" sz="2800">
                  <a:latin typeface="Times New Roman" panose="02020603050405020304" pitchFamily="18" charset="0"/>
                  <a:cs typeface="Times New Roman" panose="02020603050405020304" pitchFamily="18" charset="0"/>
                </a:endParaRPr>
              </a:p>
              <a:p>
                <a:pPr lvl="2"/>
                <a:r>
                  <a:rPr lang="en-US" sz="2400">
                    <a:latin typeface="Times New Roman" panose="02020603050405020304" pitchFamily="18" charset="0"/>
                    <a:cs typeface="Times New Roman" panose="02020603050405020304" pitchFamily="18" charset="0"/>
                  </a:rPr>
                  <a:t>Giả sử chuỗi:</a:t>
                </a:r>
              </a:p>
              <a:p>
                <a:pPr lvl="2"/>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a:latin typeface="Cambria Math" panose="02040503050406030204" pitchFamily="18" charset="0"/>
                            </a:rPr>
                            <m:t>1</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a:latin typeface="Cambria Math" panose="02040503050406030204" pitchFamily="18" charset="0"/>
                            </a:rPr>
                            <m:t>2</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d>
                        <m:dPr>
                          <m:ctrlPr>
                            <a:rPr lang="ar-AE" sz="2400" i="1">
                              <a:latin typeface="Cambria Math" panose="02040503050406030204" pitchFamily="18" charset="0"/>
                            </a:rPr>
                          </m:ctrlPr>
                        </m:dPr>
                        <m:e>
                          <m:r>
                            <a:rPr lang="ar-AE" sz="2400">
                              <a:latin typeface="Cambria Math" panose="02040503050406030204" pitchFamily="18" charset="0"/>
                            </a:rPr>
                            <m:t>=</m:t>
                          </m:r>
                          <m:r>
                            <m:rPr>
                              <m:nor/>
                            </m:rPr>
                            <a:rPr lang="en-US" sz="2400" i="1">
                              <a:latin typeface="Times New Roman" panose="02020603050405020304" pitchFamily="18" charset="0"/>
                              <a:cs typeface="Times New Roman" panose="02020603050405020304" pitchFamily="18" charset="0"/>
                            </a:rPr>
                            <m:t>NaN</m:t>
                          </m:r>
                        </m:e>
                      </m:d>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r>
                            <a:rPr lang="ar-AE" sz="2400">
                              <a:latin typeface="Cambria Math" panose="02040503050406030204" pitchFamily="18" charset="0"/>
                            </a:rPr>
                            <m:t>+1</m:t>
                          </m:r>
                        </m:sub>
                      </m:sSub>
                      <m:r>
                        <a:rPr lang="ar-AE" sz="2400">
                          <a:latin typeface="Cambria Math" panose="02040503050406030204" pitchFamily="18" charset="0"/>
                        </a:rPr>
                        <m:t>,…</m:t>
                      </m:r>
                    </m:oMath>
                  </m:oMathPara>
                </a14:m>
                <a:endParaRPr lang="ar-AE" sz="2400" b="0">
                  <a:latin typeface="Times New Roman" panose="02020603050405020304" pitchFamily="18" charset="0"/>
                  <a:cs typeface="Times New Roman" panose="02020603050405020304" pitchFamily="18" charset="0"/>
                </a:endParaRPr>
              </a:p>
              <a:p>
                <a:pPr lvl="2"/>
                <a:r>
                  <a:rPr lang="en-US" sz="2400">
                    <a:latin typeface="Times New Roman" panose="02020603050405020304" pitchFamily="18" charset="0"/>
                    <a:cs typeface="Times New Roman" panose="02020603050405020304" pitchFamily="18" charset="0"/>
                  </a:rPr>
                  <a:t>Nếu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bị thiếu:</a:t>
                </a:r>
              </a:p>
              <a:p>
                <a:pPr lvl="2"/>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r>
                            <a:rPr lang="ar-AE" sz="2400">
                              <a:latin typeface="Cambria Math" panose="02040503050406030204" pitchFamily="18" charset="0"/>
                            </a:rPr>
                            <m:t>−1</m:t>
                          </m:r>
                        </m:sub>
                      </m:sSub>
                    </m:oMath>
                  </m:oMathPara>
                </a14:m>
                <a:endParaRPr lang="ar-AE" sz="2400">
                  <a:latin typeface="Times New Roman" panose="02020603050405020304" pitchFamily="18" charset="0"/>
                  <a:cs typeface="Times New Roman" panose="02020603050405020304" pitchFamily="18" charset="0"/>
                </a:endParaRPr>
              </a:p>
              <a:p>
                <a:pPr lvl="2"/>
                <a:r>
                  <a:rPr lang="en-US" sz="2400">
                    <a:latin typeface="Times New Roman" panose="02020603050405020304" pitchFamily="18" charset="0"/>
                    <a:cs typeface="Times New Roman" panose="02020603050405020304" pitchFamily="18" charset="0"/>
                  </a:rPr>
                  <a:t>Nếu nhiều điểm liên tiếp bị thiếu:</a:t>
                </a:r>
              </a:p>
              <a:p>
                <a:pPr lvl="2"/>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r>
                            <a:rPr lang="ar-AE" sz="2400">
                              <a:latin typeface="Cambria Math" panose="02040503050406030204" pitchFamily="18" charset="0"/>
                            </a:rPr>
                            <m:t>+1</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r>
                            <a:rPr lang="ar-AE" sz="2400">
                              <a:latin typeface="Cambria Math" panose="02040503050406030204" pitchFamily="18" charset="0"/>
                            </a:rPr>
                            <m:t>+</m:t>
                          </m:r>
                          <m:r>
                            <a:rPr lang="ar-AE" sz="2400" i="1">
                              <a:latin typeface="Cambria Math" panose="02040503050406030204" pitchFamily="18" charset="0"/>
                            </a:rPr>
                            <m:t>𝑘</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r>
                            <a:rPr lang="ar-AE" sz="2400">
                              <a:latin typeface="Cambria Math" panose="02040503050406030204" pitchFamily="18" charset="0"/>
                            </a:rPr>
                            <m:t>−1</m:t>
                          </m:r>
                        </m:sub>
                      </m:sSub>
                    </m:oMath>
                  </m:oMathPara>
                </a14:m>
                <a:endParaRPr lang="ar-AE" sz="2400">
                  <a:latin typeface="Times New Roman" panose="02020603050405020304" pitchFamily="18" charset="0"/>
                  <a:cs typeface="Times New Roman" panose="02020603050405020304" pitchFamily="18" charset="0"/>
                </a:endParaRPr>
              </a:p>
              <a:p>
                <a:pPr marL="800100" lvl="2" indent="0"/>
                <a:endParaRPr lang="en-US" sz="28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4F8C0F9C-BD51-FE3E-F6F9-9E0A2B332AC6}"/>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41558021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826D0-0771-71C9-0B8C-64766659DB1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4A92AE4-8749-F533-B077-A06008E31E1B}"/>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E7E22F32-004C-1A88-7C90-2BEC8F63619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Xử lý dữ liệu bị thiếu </a:t>
            </a:r>
            <a:r>
              <a:rPr lang="en-US" sz="2800">
                <a:latin typeface="Times New Roman" panose="02020603050405020304" pitchFamily="18" charset="0"/>
                <a:cs typeface="Times New Roman" panose="02020603050405020304" pitchFamily="18" charset="0"/>
              </a:rPr>
              <a:t>(Handling Missing Data)</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số cách cụ thể để điền số vào các giá trị còn thiếu:</a:t>
            </a:r>
          </a:p>
          <a:p>
            <a:pPr marL="1257300" lvl="2" indent="-457200">
              <a:buFont typeface="Courier New" panose="02070309020205020404" pitchFamily="49" charset="0"/>
              <a:buChar char="o"/>
            </a:pPr>
            <a:r>
              <a:rPr lang="en-US" sz="2800" b="1">
                <a:latin typeface="Times New Roman" panose="02020603050405020304" pitchFamily="18" charset="0"/>
                <a:cs typeface="Times New Roman" panose="02020603050405020304" pitchFamily="18" charset="0"/>
              </a:rPr>
              <a:t>Điền tiếp</a:t>
            </a:r>
            <a:r>
              <a:rPr lang="en-US" sz="2800">
                <a:latin typeface="Times New Roman" panose="02020603050405020304" pitchFamily="18" charset="0"/>
                <a:cs typeface="Times New Roman" panose="02020603050405020304" pitchFamily="18" charset="0"/>
              </a:rPr>
              <a:t> (Forward fill)</a:t>
            </a:r>
          </a:p>
          <a:p>
            <a:pPr marL="800100" lvl="2" indent="0"/>
            <a:r>
              <a:rPr lang="en-US" sz="2800">
                <a:latin typeface="Times New Roman" panose="02020603050405020304" pitchFamily="18" charset="0"/>
                <a:cs typeface="Times New Roman" panose="02020603050405020304" pitchFamily="18" charset="0"/>
              </a:rPr>
              <a:t>Ví dụ:</a:t>
            </a:r>
          </a:p>
          <a:p>
            <a:pPr marL="125730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a:p>
            <a:pPr marL="800100" lvl="2" indent="0"/>
            <a:r>
              <a:rPr lang="en-US" sz="2400">
                <a:latin typeface="Times New Roman" panose="02020603050405020304" pitchFamily="18" charset="0"/>
                <a:cs typeface="Times New Roman" panose="02020603050405020304" pitchFamily="18" charset="0"/>
              </a:rPr>
              <a:t>→ Forward fill:</a:t>
            </a:r>
          </a:p>
        </p:txBody>
      </p:sp>
      <p:graphicFrame>
        <p:nvGraphicFramePr>
          <p:cNvPr id="2" name="Table 1">
            <a:extLst>
              <a:ext uri="{FF2B5EF4-FFF2-40B4-BE49-F238E27FC236}">
                <a16:creationId xmlns:a16="http://schemas.microsoft.com/office/drawing/2014/main" id="{C52A9342-657E-3262-D437-7F3621037602}"/>
              </a:ext>
            </a:extLst>
          </p:cNvPr>
          <p:cNvGraphicFramePr>
            <a:graphicFrameLocks noGrp="1"/>
          </p:cNvGraphicFramePr>
          <p:nvPr>
            <p:extLst>
              <p:ext uri="{D42A27DB-BD31-4B8C-83A1-F6EECF244321}">
                <p14:modId xmlns:p14="http://schemas.microsoft.com/office/powerpoint/2010/main" val="2157412192"/>
              </p:ext>
            </p:extLst>
          </p:nvPr>
        </p:nvGraphicFramePr>
        <p:xfrm>
          <a:off x="762000" y="3048000"/>
          <a:ext cx="7886700" cy="914400"/>
        </p:xfrm>
        <a:graphic>
          <a:graphicData uri="http://schemas.openxmlformats.org/drawingml/2006/table">
            <a:tbl>
              <a:tblPr/>
              <a:tblGrid>
                <a:gridCol w="1577340">
                  <a:extLst>
                    <a:ext uri="{9D8B030D-6E8A-4147-A177-3AD203B41FA5}">
                      <a16:colId xmlns:a16="http://schemas.microsoft.com/office/drawing/2014/main" val="3037721674"/>
                    </a:ext>
                  </a:extLst>
                </a:gridCol>
                <a:gridCol w="1577340">
                  <a:extLst>
                    <a:ext uri="{9D8B030D-6E8A-4147-A177-3AD203B41FA5}">
                      <a16:colId xmlns:a16="http://schemas.microsoft.com/office/drawing/2014/main" val="2443412513"/>
                    </a:ext>
                  </a:extLst>
                </a:gridCol>
                <a:gridCol w="1577340">
                  <a:extLst>
                    <a:ext uri="{9D8B030D-6E8A-4147-A177-3AD203B41FA5}">
                      <a16:colId xmlns:a16="http://schemas.microsoft.com/office/drawing/2014/main" val="1746122492"/>
                    </a:ext>
                  </a:extLst>
                </a:gridCol>
                <a:gridCol w="1577340">
                  <a:extLst>
                    <a:ext uri="{9D8B030D-6E8A-4147-A177-3AD203B41FA5}">
                      <a16:colId xmlns:a16="http://schemas.microsoft.com/office/drawing/2014/main" val="3070749393"/>
                    </a:ext>
                  </a:extLst>
                </a:gridCol>
                <a:gridCol w="1577340">
                  <a:extLst>
                    <a:ext uri="{9D8B030D-6E8A-4147-A177-3AD203B41FA5}">
                      <a16:colId xmlns:a16="http://schemas.microsoft.com/office/drawing/2014/main" val="1548135904"/>
                    </a:ext>
                  </a:extLst>
                </a:gridCol>
              </a:tblGrid>
              <a:tr h="0">
                <a:tc>
                  <a:txBody>
                    <a:bodyPr/>
                    <a:lstStyle/>
                    <a:p>
                      <a:pPr>
                        <a:buNone/>
                      </a:pPr>
                      <a:r>
                        <a:rPr lang="en-US" sz="2400">
                          <a:latin typeface="Times New Roman" panose="02020603050405020304" pitchFamily="18" charset="0"/>
                          <a:cs typeface="Times New Roman" panose="02020603050405020304" pitchFamily="18" charset="0"/>
                        </a:rPr>
                        <a:t>t</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2</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3</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4</a:t>
                      </a:r>
                    </a:p>
                  </a:txBody>
                  <a:tcPr anchor="ctr">
                    <a:lnL>
                      <a:noFill/>
                    </a:lnL>
                    <a:lnR>
                      <a:noFill/>
                    </a:lnR>
                    <a:lnT>
                      <a:noFill/>
                    </a:lnT>
                    <a:lnB>
                      <a:noFill/>
                    </a:lnB>
                    <a:noFill/>
                  </a:tcPr>
                </a:tc>
                <a:extLst>
                  <a:ext uri="{0D108BD9-81ED-4DB2-BD59-A6C34878D82A}">
                    <a16:rowId xmlns:a16="http://schemas.microsoft.com/office/drawing/2014/main" val="895890757"/>
                  </a:ext>
                </a:extLst>
              </a:tr>
              <a:tr h="0">
                <a:tc>
                  <a:txBody>
                    <a:bodyPr/>
                    <a:lstStyle/>
                    <a:p>
                      <a:pPr>
                        <a:buNone/>
                      </a:pPr>
                      <a:r>
                        <a:rPr lang="en-US" sz="2400">
                          <a:latin typeface="Times New Roman" panose="02020603050405020304" pitchFamily="18" charset="0"/>
                          <a:cs typeface="Times New Roman" panose="02020603050405020304" pitchFamily="18" charset="0"/>
                        </a:rPr>
                        <a:t>x_t</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10</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NaN</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NaN</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15</a:t>
                      </a:r>
                    </a:p>
                  </a:txBody>
                  <a:tcPr anchor="ctr">
                    <a:lnL>
                      <a:noFill/>
                    </a:lnL>
                    <a:lnR>
                      <a:noFill/>
                    </a:lnR>
                    <a:lnT>
                      <a:noFill/>
                    </a:lnT>
                    <a:lnB>
                      <a:noFill/>
                    </a:lnB>
                    <a:noFill/>
                  </a:tcPr>
                </a:tc>
                <a:extLst>
                  <a:ext uri="{0D108BD9-81ED-4DB2-BD59-A6C34878D82A}">
                    <a16:rowId xmlns:a16="http://schemas.microsoft.com/office/drawing/2014/main" val="3607410314"/>
                  </a:ext>
                </a:extLst>
              </a:tr>
            </a:tbl>
          </a:graphicData>
        </a:graphic>
      </p:graphicFrame>
      <p:graphicFrame>
        <p:nvGraphicFramePr>
          <p:cNvPr id="4" name="Table 3">
            <a:extLst>
              <a:ext uri="{FF2B5EF4-FFF2-40B4-BE49-F238E27FC236}">
                <a16:creationId xmlns:a16="http://schemas.microsoft.com/office/drawing/2014/main" id="{BBD8BC4D-40B9-5757-B17D-FDEB2ADF048F}"/>
              </a:ext>
            </a:extLst>
          </p:cNvPr>
          <p:cNvGraphicFramePr>
            <a:graphicFrameLocks noGrp="1"/>
          </p:cNvGraphicFramePr>
          <p:nvPr>
            <p:extLst>
              <p:ext uri="{D42A27DB-BD31-4B8C-83A1-F6EECF244321}">
                <p14:modId xmlns:p14="http://schemas.microsoft.com/office/powerpoint/2010/main" val="3641545688"/>
              </p:ext>
            </p:extLst>
          </p:nvPr>
        </p:nvGraphicFramePr>
        <p:xfrm>
          <a:off x="762000" y="5044440"/>
          <a:ext cx="7886700" cy="914400"/>
        </p:xfrm>
        <a:graphic>
          <a:graphicData uri="http://schemas.openxmlformats.org/drawingml/2006/table">
            <a:tbl>
              <a:tblPr/>
              <a:tblGrid>
                <a:gridCol w="1577340">
                  <a:extLst>
                    <a:ext uri="{9D8B030D-6E8A-4147-A177-3AD203B41FA5}">
                      <a16:colId xmlns:a16="http://schemas.microsoft.com/office/drawing/2014/main" val="4092092859"/>
                    </a:ext>
                  </a:extLst>
                </a:gridCol>
                <a:gridCol w="1577340">
                  <a:extLst>
                    <a:ext uri="{9D8B030D-6E8A-4147-A177-3AD203B41FA5}">
                      <a16:colId xmlns:a16="http://schemas.microsoft.com/office/drawing/2014/main" val="613096052"/>
                    </a:ext>
                  </a:extLst>
                </a:gridCol>
                <a:gridCol w="1577340">
                  <a:extLst>
                    <a:ext uri="{9D8B030D-6E8A-4147-A177-3AD203B41FA5}">
                      <a16:colId xmlns:a16="http://schemas.microsoft.com/office/drawing/2014/main" val="24744949"/>
                    </a:ext>
                  </a:extLst>
                </a:gridCol>
                <a:gridCol w="1577340">
                  <a:extLst>
                    <a:ext uri="{9D8B030D-6E8A-4147-A177-3AD203B41FA5}">
                      <a16:colId xmlns:a16="http://schemas.microsoft.com/office/drawing/2014/main" val="100026377"/>
                    </a:ext>
                  </a:extLst>
                </a:gridCol>
                <a:gridCol w="1577340">
                  <a:extLst>
                    <a:ext uri="{9D8B030D-6E8A-4147-A177-3AD203B41FA5}">
                      <a16:colId xmlns:a16="http://schemas.microsoft.com/office/drawing/2014/main" val="2230539349"/>
                    </a:ext>
                  </a:extLst>
                </a:gridCol>
              </a:tblGrid>
              <a:tr h="0">
                <a:tc>
                  <a:txBody>
                    <a:bodyPr/>
                    <a:lstStyle/>
                    <a:p>
                      <a:pPr>
                        <a:buNone/>
                      </a:pPr>
                      <a:r>
                        <a:rPr lang="en-US" sz="2400">
                          <a:latin typeface="Times New Roman" panose="02020603050405020304" pitchFamily="18" charset="0"/>
                          <a:cs typeface="Times New Roman" panose="02020603050405020304" pitchFamily="18" charset="0"/>
                        </a:rPr>
                        <a:t>t</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2</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3</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4</a:t>
                      </a:r>
                    </a:p>
                  </a:txBody>
                  <a:tcPr anchor="ctr">
                    <a:lnL>
                      <a:noFill/>
                    </a:lnL>
                    <a:lnR>
                      <a:noFill/>
                    </a:lnR>
                    <a:lnT>
                      <a:noFill/>
                    </a:lnT>
                    <a:lnB>
                      <a:noFill/>
                    </a:lnB>
                    <a:noFill/>
                  </a:tcPr>
                </a:tc>
                <a:extLst>
                  <a:ext uri="{0D108BD9-81ED-4DB2-BD59-A6C34878D82A}">
                    <a16:rowId xmlns:a16="http://schemas.microsoft.com/office/drawing/2014/main" val="417826367"/>
                  </a:ext>
                </a:extLst>
              </a:tr>
              <a:tr h="0">
                <a:tc>
                  <a:txBody>
                    <a:bodyPr/>
                    <a:lstStyle/>
                    <a:p>
                      <a:pPr>
                        <a:buNone/>
                      </a:pPr>
                      <a:r>
                        <a:rPr lang="en-US" sz="2400">
                          <a:latin typeface="Times New Roman" panose="02020603050405020304" pitchFamily="18" charset="0"/>
                          <a:cs typeface="Times New Roman" panose="02020603050405020304" pitchFamily="18" charset="0"/>
                        </a:rPr>
                        <a:t>x_t</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10</a:t>
                      </a:r>
                    </a:p>
                  </a:txBody>
                  <a:tcPr anchor="ctr">
                    <a:lnL>
                      <a:noFill/>
                    </a:lnL>
                    <a:lnR>
                      <a:noFill/>
                    </a:lnR>
                    <a:lnT>
                      <a:noFill/>
                    </a:lnT>
                    <a:lnB>
                      <a:noFill/>
                    </a:lnB>
                    <a:noFill/>
                  </a:tcPr>
                </a:tc>
                <a:tc>
                  <a:txBody>
                    <a:bodyPr/>
                    <a:lstStyle/>
                    <a:p>
                      <a:pPr>
                        <a:buNone/>
                      </a:pPr>
                      <a:r>
                        <a:rPr lang="en-US" sz="2400" b="1">
                          <a:latin typeface="Times New Roman" panose="02020603050405020304" pitchFamily="18" charset="0"/>
                          <a:cs typeface="Times New Roman" panose="02020603050405020304" pitchFamily="18" charset="0"/>
                        </a:rPr>
                        <a:t>10</a:t>
                      </a:r>
                      <a:endParaRPr lang="en-US" sz="24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400" b="1">
                          <a:latin typeface="Times New Roman" panose="02020603050405020304" pitchFamily="18" charset="0"/>
                          <a:cs typeface="Times New Roman" panose="02020603050405020304" pitchFamily="18" charset="0"/>
                        </a:rPr>
                        <a:t>10</a:t>
                      </a:r>
                      <a:endParaRPr lang="en-US" sz="24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15</a:t>
                      </a:r>
                    </a:p>
                  </a:txBody>
                  <a:tcPr anchor="ctr">
                    <a:lnL>
                      <a:noFill/>
                    </a:lnL>
                    <a:lnR>
                      <a:noFill/>
                    </a:lnR>
                    <a:lnT>
                      <a:noFill/>
                    </a:lnT>
                    <a:lnB>
                      <a:noFill/>
                    </a:lnB>
                    <a:noFill/>
                  </a:tcPr>
                </a:tc>
                <a:extLst>
                  <a:ext uri="{0D108BD9-81ED-4DB2-BD59-A6C34878D82A}">
                    <a16:rowId xmlns:a16="http://schemas.microsoft.com/office/drawing/2014/main" val="2872650509"/>
                  </a:ext>
                </a:extLst>
              </a:tr>
            </a:tbl>
          </a:graphicData>
        </a:graphic>
      </p:graphicFrame>
    </p:spTree>
    <p:extLst>
      <p:ext uri="{BB962C8B-B14F-4D97-AF65-F5344CB8AC3E}">
        <p14:creationId xmlns:p14="http://schemas.microsoft.com/office/powerpoint/2010/main" val="10572432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AD447-604C-7026-1C4A-0D49C5E60775}"/>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2363042-96FA-0895-677A-602F6B8F5387}"/>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38B52F36-5356-FBF3-A912-63CD61A7D485}"/>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Xử lý dữ liệu bị thiếu </a:t>
            </a:r>
            <a:r>
              <a:rPr lang="en-US" sz="2800">
                <a:latin typeface="Times New Roman" panose="02020603050405020304" pitchFamily="18" charset="0"/>
                <a:cs typeface="Times New Roman" panose="02020603050405020304" pitchFamily="18" charset="0"/>
              </a:rPr>
              <a:t>(Handling Missing Data)</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số cách cụ thể để điền số vào các giá trị còn thiếu:</a:t>
            </a:r>
          </a:p>
          <a:p>
            <a:pPr marL="1257300" lvl="2" indent="-457200">
              <a:buFont typeface="Courier New" panose="02070309020205020404" pitchFamily="49" charset="0"/>
              <a:buChar char="o"/>
            </a:pPr>
            <a:r>
              <a:rPr lang="en-US" sz="2800" b="1">
                <a:latin typeface="Times New Roman" panose="02020603050405020304" pitchFamily="18" charset="0"/>
                <a:cs typeface="Times New Roman" panose="02020603050405020304" pitchFamily="18" charset="0"/>
              </a:rPr>
              <a:t>Điền tiếp</a:t>
            </a:r>
            <a:r>
              <a:rPr lang="en-US" sz="2800">
                <a:latin typeface="Times New Roman" panose="02020603050405020304" pitchFamily="18" charset="0"/>
                <a:cs typeface="Times New Roman" panose="02020603050405020304" pitchFamily="18" charset="0"/>
              </a:rPr>
              <a:t> (Forward fill)</a:t>
            </a:r>
          </a:p>
        </p:txBody>
      </p:sp>
      <p:pic>
        <p:nvPicPr>
          <p:cNvPr id="3" name="Picture 2">
            <a:extLst>
              <a:ext uri="{FF2B5EF4-FFF2-40B4-BE49-F238E27FC236}">
                <a16:creationId xmlns:a16="http://schemas.microsoft.com/office/drawing/2014/main" id="{104C7382-2933-F65F-5B63-6D60BA94D795}"/>
              </a:ext>
            </a:extLst>
          </p:cNvPr>
          <p:cNvPicPr>
            <a:picLocks noChangeAspect="1"/>
          </p:cNvPicPr>
          <p:nvPr/>
        </p:nvPicPr>
        <p:blipFill>
          <a:blip r:embed="rId3"/>
          <a:stretch>
            <a:fillRect/>
          </a:stretch>
        </p:blipFill>
        <p:spPr>
          <a:xfrm>
            <a:off x="3044031" y="2654300"/>
            <a:ext cx="4257675" cy="3838575"/>
          </a:xfrm>
          <a:prstGeom prst="rect">
            <a:avLst/>
          </a:prstGeom>
        </p:spPr>
      </p:pic>
    </p:spTree>
    <p:extLst>
      <p:ext uri="{BB962C8B-B14F-4D97-AF65-F5344CB8AC3E}">
        <p14:creationId xmlns:p14="http://schemas.microsoft.com/office/powerpoint/2010/main" val="38268071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02E1F-BBE5-78F8-048C-A65B0360CBC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FC96728-8E1D-291F-7E43-A988FB0C4388}"/>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CBD18AF2-DBC2-D3D9-CDBA-A568D4FE3D7B}"/>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Xử lý dữ liệu bị thiếu </a:t>
            </a:r>
            <a:r>
              <a:rPr lang="en-US" sz="2800">
                <a:latin typeface="Times New Roman" panose="02020603050405020304" pitchFamily="18" charset="0"/>
                <a:cs typeface="Times New Roman" panose="02020603050405020304" pitchFamily="18" charset="0"/>
              </a:rPr>
              <a:t>(Handling Missing Data)</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số cách cụ thể để điền số vào các giá trị còn thiếu:</a:t>
            </a:r>
          </a:p>
          <a:p>
            <a:pPr marL="1371600" lvl="2" indent="-457200">
              <a:buFont typeface="Courier New" panose="02070309020205020404" pitchFamily="49" charset="0"/>
              <a:buChar char="o"/>
            </a:pPr>
            <a:r>
              <a:rPr lang="en-US" sz="2800" b="1">
                <a:latin typeface="Times New Roman" panose="02020603050405020304" pitchFamily="18" charset="0"/>
                <a:cs typeface="Times New Roman" panose="02020603050405020304" pitchFamily="18" charset="0"/>
              </a:rPr>
              <a:t>Điền tiếp</a:t>
            </a:r>
            <a:r>
              <a:rPr lang="en-US" sz="2800">
                <a:latin typeface="Times New Roman" panose="02020603050405020304" pitchFamily="18" charset="0"/>
                <a:cs typeface="Times New Roman" panose="02020603050405020304" pitchFamily="18" charset="0"/>
              </a:rPr>
              <a:t> (Forward fill</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phù hợp với những chuỗi mà:</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Giá trị được giữ </a:t>
            </a:r>
            <a:r>
              <a:rPr lang="vi-VN" sz="2400" b="1">
                <a:latin typeface="Times New Roman" panose="02020603050405020304" pitchFamily="18" charset="0"/>
                <a:cs typeface="Times New Roman" panose="02020603050405020304" pitchFamily="18" charset="0"/>
              </a:rPr>
              <a:t>ổn định</a:t>
            </a:r>
            <a:r>
              <a:rPr lang="vi-VN" sz="2400">
                <a:latin typeface="Times New Roman" panose="02020603050405020304" pitchFamily="18" charset="0"/>
                <a:cs typeface="Times New Roman" panose="02020603050405020304" pitchFamily="18" charset="0"/>
              </a:rPr>
              <a:t> cho đến khi có thay đổi mới</a:t>
            </a:r>
            <a:endParaRPr lang="en-US"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Đặc trưng kiểu dữ liệu </a:t>
            </a:r>
            <a:r>
              <a:rPr lang="vi-VN" sz="2400" b="1">
                <a:latin typeface="Times New Roman" panose="02020603050405020304" pitchFamily="18" charset="0"/>
                <a:cs typeface="Times New Roman" panose="02020603050405020304" pitchFamily="18" charset="0"/>
              </a:rPr>
              <a:t>step function</a:t>
            </a:r>
            <a:r>
              <a:rPr lang="vi-VN" sz="2400">
                <a:latin typeface="Times New Roman" panose="02020603050405020304" pitchFamily="18" charset="0"/>
                <a:cs typeface="Times New Roman" panose="02020603050405020304" pitchFamily="18" charset="0"/>
              </a:rPr>
              <a:t> / piecewise constant</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Ví dụ thực tế:</a:t>
            </a:r>
          </a:p>
          <a:p>
            <a:pPr marL="2171700" lvl="4" indent="-342900">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Giá trị tài khoản ngân hàng giữa các giao dịch</a:t>
            </a:r>
          </a:p>
          <a:p>
            <a:pPr marL="2171700" lvl="4" indent="-342900">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Trạng thái thiết bị (on/off)</a:t>
            </a:r>
          </a:p>
          <a:p>
            <a:pPr marL="2171700" lvl="4" indent="-342900">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Nhãn phân loại theo thời gian</a:t>
            </a:r>
          </a:p>
          <a:p>
            <a:pPr marL="2171700" lvl="4" indent="-342900">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Dữ liệu cảm biến bị mất nhưng thông số biến đổi chậm</a:t>
            </a:r>
          </a:p>
        </p:txBody>
      </p:sp>
    </p:spTree>
    <p:extLst>
      <p:ext uri="{BB962C8B-B14F-4D97-AF65-F5344CB8AC3E}">
        <p14:creationId xmlns:p14="http://schemas.microsoft.com/office/powerpoint/2010/main" val="30196535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40AF5-9688-A026-F55D-3D7368E16CC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C78E949F-F5AD-731C-A4F0-F67FA34C315F}"/>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BA8D0A66-ABC3-64A6-517C-E8250A14F9A4}"/>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Xử lý dữ liệu bị thiếu </a:t>
            </a:r>
            <a:r>
              <a:rPr lang="en-US" sz="2800">
                <a:latin typeface="Times New Roman" panose="02020603050405020304" pitchFamily="18" charset="0"/>
                <a:cs typeface="Times New Roman" panose="02020603050405020304" pitchFamily="18" charset="0"/>
              </a:rPr>
              <a:t>(Handling Missing Data)</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số cách cụ thể để điền số vào các giá trị còn thiếu:</a:t>
            </a:r>
          </a:p>
          <a:p>
            <a:pPr marL="1371600" lvl="2" indent="-457200">
              <a:buFont typeface="Courier New" panose="02070309020205020404" pitchFamily="49" charset="0"/>
              <a:buChar char="o"/>
            </a:pPr>
            <a:r>
              <a:rPr lang="en-US" sz="2800" b="1">
                <a:latin typeface="Times New Roman" panose="02020603050405020304" pitchFamily="18" charset="0"/>
                <a:cs typeface="Times New Roman" panose="02020603050405020304" pitchFamily="18" charset="0"/>
              </a:rPr>
              <a:t>Điền tiếp</a:t>
            </a:r>
            <a:r>
              <a:rPr lang="en-US" sz="2800">
                <a:latin typeface="Times New Roman" panose="02020603050405020304" pitchFamily="18" charset="0"/>
                <a:cs typeface="Times New Roman" panose="02020603050405020304" pitchFamily="18" charset="0"/>
              </a:rPr>
              <a:t> (Forward fill</a:t>
            </a:r>
            <a:r>
              <a:rPr lang="en-US" sz="2400">
                <a:latin typeface="Times New Roman" panose="02020603050405020304" pitchFamily="18" charset="0"/>
                <a:cs typeface="Times New Roman" panose="02020603050405020304" pitchFamily="18" charset="0"/>
              </a:rPr>
              <a:t>) có hạn chế</a:t>
            </a:r>
          </a:p>
          <a:p>
            <a:pPr lvl="3"/>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Không hợp khi giá trị thật thay đổi theo thời gian (trend mạnh)</a:t>
            </a:r>
            <a:r>
              <a:rPr lang="en-US" sz="2400">
                <a:latin typeface="Times New Roman" panose="02020603050405020304" pitchFamily="18" charset="0"/>
                <a:cs typeface="Times New Roman" panose="02020603050405020304" pitchFamily="18" charset="0"/>
              </a:rPr>
              <a:t> </a:t>
            </a:r>
          </a:p>
          <a:p>
            <a:pPr lvl="3"/>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 forward fill “kéo dài” giá trị cũ → gây sai lệch lớn</a:t>
            </a:r>
          </a:p>
          <a:p>
            <a:pPr lvl="3"/>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Khoảng missing dài → dữ liệu bị phẳng (flat-line)</a:t>
            </a:r>
          </a:p>
          <a:p>
            <a:pPr lvl="3"/>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Không dùng được cho điểm thiếu ở vị trí đầu chuỗi</a:t>
            </a:r>
            <a:br>
              <a:rPr lang="vi-VN" sz="2400">
                <a:latin typeface="Times New Roman" panose="02020603050405020304" pitchFamily="18" charset="0"/>
                <a:cs typeface="Times New Roman" panose="02020603050405020304" pitchFamily="18" charset="0"/>
              </a:rPr>
            </a:br>
            <a:r>
              <a:rPr lang="vi-VN" sz="2400">
                <a:latin typeface="Times New Roman" panose="02020603050405020304" pitchFamily="18" charset="0"/>
                <a:cs typeface="Times New Roman" panose="02020603050405020304" pitchFamily="18" charset="0"/>
              </a:rPr>
              <a:t>→ vì không có giá trị trước đó</a:t>
            </a:r>
          </a:p>
          <a:p>
            <a:pPr marL="1371600" lvl="2" indent="-457200">
              <a:buFont typeface="Courier New" panose="02070309020205020404" pitchFamily="49" charset="0"/>
              <a:buChar char="o"/>
            </a:pPr>
            <a:endParaRPr lang="vi-VN"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3744008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A2BB4-3F60-6EB8-6F72-E207F33D0D35}"/>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4F6C657-3E17-8A27-E5B9-B851FB4DAABE}"/>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1E6E73B8-D707-2112-74F8-25869FD38C89}"/>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Xử lý dữ liệu bị thiếu </a:t>
            </a:r>
            <a:r>
              <a:rPr lang="en-US" sz="2800">
                <a:latin typeface="Times New Roman" panose="02020603050405020304" pitchFamily="18" charset="0"/>
                <a:cs typeface="Times New Roman" panose="02020603050405020304" pitchFamily="18" charset="0"/>
              </a:rPr>
              <a:t>(Handling Missing Data)</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số cách cụ thể để điền số vào các giá trị còn thiếu:</a:t>
            </a:r>
          </a:p>
          <a:p>
            <a:pPr marL="1257300" lvl="2" indent="-4572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Trung bình động </a:t>
            </a:r>
            <a:r>
              <a:rPr lang="en-US" sz="2400">
                <a:latin typeface="Times New Roman" panose="02020603050405020304" pitchFamily="18" charset="0"/>
                <a:cs typeface="Times New Roman" panose="02020603050405020304" pitchFamily="18" charset="0"/>
              </a:rPr>
              <a:t>(Moving average) </a:t>
            </a:r>
            <a:r>
              <a:rPr lang="vi-VN" sz="2400">
                <a:latin typeface="Times New Roman" panose="02020603050405020304" pitchFamily="18" charset="0"/>
                <a:cs typeface="Times New Roman" panose="02020603050405020304" pitchFamily="18" charset="0"/>
              </a:rPr>
              <a:t>là kỹ thuật làm mượt chuỗi thời gian bằng cách lấy trung bình của một số điểm lân cận.</a:t>
            </a:r>
            <a:endParaRPr lang="en-US" sz="2400">
              <a:latin typeface="Times New Roman" panose="02020603050405020304" pitchFamily="18" charset="0"/>
              <a:cs typeface="Times New Roman" panose="02020603050405020304" pitchFamily="18" charset="0"/>
            </a:endParaRPr>
          </a:p>
          <a:p>
            <a:pPr marL="1714500" lvl="3" indent="-4572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Trung bình động đơn giản</a:t>
            </a:r>
          </a:p>
          <a:p>
            <a:pPr marL="1714500" lvl="3" indent="-4572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Trung bình động hai phía</a:t>
            </a:r>
          </a:p>
          <a:p>
            <a:pPr marL="1714500" lvl="3" indent="-4572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Trung bình động có trọng số</a:t>
            </a:r>
          </a:p>
        </p:txBody>
      </p:sp>
    </p:spTree>
    <p:extLst>
      <p:ext uri="{BB962C8B-B14F-4D97-AF65-F5344CB8AC3E}">
        <p14:creationId xmlns:p14="http://schemas.microsoft.com/office/powerpoint/2010/main" val="10935021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5E98C-84B7-1756-9625-A92DDF8CF4B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FC78E6F-DDA3-45C4-777E-5BCB533723EE}"/>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94300431-51F1-6E0A-2BF8-59F6538922CA}"/>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Xử lý dữ liệu bị thiếu </a:t>
                </a:r>
                <a:r>
                  <a:rPr lang="en-US" sz="2800">
                    <a:latin typeface="Times New Roman" panose="02020603050405020304" pitchFamily="18" charset="0"/>
                    <a:cs typeface="Times New Roman" panose="02020603050405020304" pitchFamily="18" charset="0"/>
                  </a:rPr>
                  <a:t>(Handling Missing Data)</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số cách cụ thể để điền số vào các giá trị còn thiếu:</a:t>
                </a:r>
              </a:p>
              <a:p>
                <a:pPr marL="1257300" lvl="2" indent="-4572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Trung bình động đơn giản </a:t>
                </a:r>
                <a:r>
                  <a:rPr lang="en-US" sz="2400">
                    <a:latin typeface="Times New Roman" panose="02020603050405020304" pitchFamily="18" charset="0"/>
                    <a:cs typeface="Times New Roman" panose="02020603050405020304" pitchFamily="18" charset="0"/>
                  </a:rPr>
                  <a:t>(Simple Moving Average – SMA)</a:t>
                </a:r>
              </a:p>
              <a:p>
                <a:pPr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Giả sử chuỗi thời gian: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a:latin typeface="Cambria Math" panose="02040503050406030204" pitchFamily="18" charset="0"/>
                          </a:rPr>
                          <m:t>1</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a:latin typeface="Cambria Math" panose="02040503050406030204" pitchFamily="18" charset="0"/>
                          </a:rPr>
                          <m:t>2</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𝑛</m:t>
                        </m:r>
                      </m:sub>
                    </m:sSub>
                  </m:oMath>
                </a14:m>
                <a:endParaRPr lang="en-US" sz="2400">
                  <a:latin typeface="Times New Roman" panose="02020603050405020304" pitchFamily="18" charset="0"/>
                </a:endParaRPr>
              </a:p>
              <a:p>
                <a:pPr marL="1714500" lvl="4" indent="0"/>
                <a:r>
                  <a:rPr lang="vi-VN" sz="2400">
                    <a:latin typeface="Times New Roman" panose="02020603050405020304" pitchFamily="18" charset="0"/>
                    <a:cs typeface="Times New Roman" panose="02020603050405020304" pitchFamily="18" charset="0"/>
                  </a:rPr>
                  <a:t>Nếu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bị thiếu, thay bằng</a:t>
                </a: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acc>
                            <m:accPr>
                              <m:chr m:val="̂"/>
                              <m:ctrlPr>
                                <a:rPr lang="ar-AE" sz="2400" i="1">
                                  <a:latin typeface="Cambria Math" panose="02040503050406030204" pitchFamily="18" charset="0"/>
                                </a:rPr>
                              </m:ctrlPr>
                            </m:accPr>
                            <m:e>
                              <m:r>
                                <a:rPr lang="ar-AE" sz="2400" i="1">
                                  <a:latin typeface="Cambria Math" panose="02040503050406030204" pitchFamily="18" charset="0"/>
                                </a:rPr>
                                <m:t>𝑥</m:t>
                              </m:r>
                            </m:e>
                          </m:acc>
                        </m:e>
                        <m:sub>
                          <m:r>
                            <a:rPr lang="ar-AE" sz="2400" i="1">
                              <a:latin typeface="Cambria Math" panose="02040503050406030204" pitchFamily="18" charset="0"/>
                            </a:rPr>
                            <m:t>𝑡</m:t>
                          </m:r>
                        </m:sub>
                      </m:sSub>
                      <m:r>
                        <a:rPr lang="ar-AE" sz="2400">
                          <a:latin typeface="Cambria Math" panose="02040503050406030204" pitchFamily="18" charset="0"/>
                        </a:rPr>
                        <m:t>=</m:t>
                      </m:r>
                      <m:f>
                        <m:fPr>
                          <m:ctrlPr>
                            <a:rPr lang="ar-AE" sz="2400" i="1">
                              <a:latin typeface="Cambria Math" panose="02040503050406030204" pitchFamily="18" charset="0"/>
                            </a:rPr>
                          </m:ctrlPr>
                        </m:fPr>
                        <m:num>
                          <m:r>
                            <a:rPr lang="ar-AE" sz="2400">
                              <a:latin typeface="Cambria Math" panose="02040503050406030204" pitchFamily="18" charset="0"/>
                            </a:rPr>
                            <m:t>1</m:t>
                          </m:r>
                        </m:num>
                        <m:den>
                          <m:r>
                            <a:rPr lang="ar-AE" sz="2400" i="1">
                              <a:latin typeface="Cambria Math" panose="02040503050406030204" pitchFamily="18" charset="0"/>
                            </a:rPr>
                            <m:t>𝑘</m:t>
                          </m:r>
                        </m:den>
                      </m:f>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r>
                                <a:rPr lang="ar-AE" sz="2400">
                                  <a:latin typeface="Cambria Math" panose="02040503050406030204" pitchFamily="18" charset="0"/>
                                </a:rPr>
                                <m:t>−1</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r>
                                <a:rPr lang="ar-AE" sz="2400">
                                  <a:latin typeface="Cambria Math" panose="02040503050406030204" pitchFamily="18" charset="0"/>
                                </a:rPr>
                                <m:t>−2</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r>
                                <a:rPr lang="ar-AE" sz="2400">
                                  <a:latin typeface="Cambria Math" panose="02040503050406030204" pitchFamily="18" charset="0"/>
                                </a:rPr>
                                <m:t>−</m:t>
                              </m:r>
                              <m:r>
                                <a:rPr lang="ar-AE" sz="2400" i="1">
                                  <a:latin typeface="Cambria Math" panose="02040503050406030204" pitchFamily="18" charset="0"/>
                                </a:rPr>
                                <m:t>𝑘</m:t>
                              </m:r>
                            </m:sub>
                          </m:sSub>
                        </m:e>
                      </m:d>
                    </m:oMath>
                  </m:oMathPara>
                </a14:m>
                <a:endParaRPr lang="ar-AE" sz="2400">
                  <a:latin typeface="Times New Roman" panose="02020603050405020304" pitchFamily="18" charset="0"/>
                  <a:cs typeface="Times New Roman" panose="02020603050405020304" pitchFamily="18" charset="0"/>
                </a:endParaRPr>
              </a:p>
              <a:p>
                <a:pPr marL="1714500" lvl="3" indent="-4572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Có nhiều trường hợp mà việc quy nạp dữ liệu</a:t>
                </a:r>
                <a:r>
                  <a:rPr lang="en-US" sz="2400">
                    <a:latin typeface="Times New Roman" panose="02020603050405020304" pitchFamily="18" charset="0"/>
                    <a:cs typeface="Times New Roman" panose="02020603050405020304" pitchFamily="18" charset="0"/>
                  </a:rPr>
                  <a:t> bằng</a:t>
                </a:r>
                <a:r>
                  <a:rPr lang="vi-VN" sz="2400">
                    <a:latin typeface="Times New Roman" panose="02020603050405020304" pitchFamily="18" charset="0"/>
                    <a:cs typeface="Times New Roman" panose="02020603050405020304" pitchFamily="18" charset="0"/>
                  </a:rPr>
                  <a:t> trung bình động phù hợp hơn so với phương pháp điền trước. </a:t>
                </a:r>
                <a:endParaRPr lang="en-US"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94300431-51F1-6E0A-2BF8-59F6538922CA}"/>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33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41194085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014AE-BCC5-1F43-BF7A-536F5E58D90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2196920-E0D6-07EE-2F8B-C3909228B5E2}"/>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47C6530F-7477-5BEC-F7CE-A32A96CBD16E}"/>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Xử lý dữ liệu bị thiếu </a:t>
                </a:r>
                <a:r>
                  <a:rPr lang="en-US" sz="2800">
                    <a:latin typeface="Times New Roman" panose="02020603050405020304" pitchFamily="18" charset="0"/>
                    <a:cs typeface="Times New Roman" panose="02020603050405020304" pitchFamily="18" charset="0"/>
                  </a:rPr>
                  <a:t>(Handling Missing Data)</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số cách cụ thể để điền số vào các giá trị còn thiếu:</a:t>
                </a:r>
              </a:p>
              <a:p>
                <a:pPr marL="1257300" lvl="2" indent="-4572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Trung bình động động đơn giản</a:t>
                </a:r>
              </a:p>
              <a:p>
                <a:pPr marL="1714500" lvl="3" indent="-4572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Ví dụ</a:t>
                </a:r>
              </a:p>
              <a:p>
                <a:pPr marL="1257300" lvl="3" indent="0"/>
                <a:endParaRPr lang="en-US" sz="2400">
                  <a:latin typeface="Times New Roman" panose="02020603050405020304" pitchFamily="18" charset="0"/>
                  <a:cs typeface="Times New Roman" panose="02020603050405020304" pitchFamily="18" charset="0"/>
                </a:endParaRPr>
              </a:p>
              <a:p>
                <a:pPr marL="1257300" lvl="3" indent="0"/>
                <a:endParaRPr lang="en-US" sz="2400">
                  <a:latin typeface="Times New Roman" panose="02020603050405020304" pitchFamily="18" charset="0"/>
                  <a:cs typeface="Times New Roman" panose="02020603050405020304" pitchFamily="18" charset="0"/>
                </a:endParaRPr>
              </a:p>
              <a:p>
                <a:pPr marL="1257300" lvl="3" indent="0"/>
                <a:endParaRPr lang="en-US" sz="2400">
                  <a:latin typeface="Times New Roman" panose="02020603050405020304" pitchFamily="18" charset="0"/>
                  <a:cs typeface="Times New Roman" panose="02020603050405020304" pitchFamily="18" charset="0"/>
                </a:endParaRPr>
              </a:p>
              <a:p>
                <a:pPr lvl="3"/>
                <a:r>
                  <a:rPr lang="en-US" sz="2400">
                    <a:latin typeface="Times New Roman" panose="02020603050405020304" pitchFamily="18" charset="0"/>
                    <a:cs typeface="Times New Roman" panose="02020603050405020304" pitchFamily="18" charset="0"/>
                  </a:rPr>
                  <a:t>Dùng SMA với cửa sổ </a:t>
                </a:r>
                <a14:m>
                  <m:oMath xmlns:m="http://schemas.openxmlformats.org/officeDocument/2006/math">
                    <m:r>
                      <a:rPr lang="en-US" sz="2400" i="1">
                        <a:latin typeface="Cambria Math" panose="02040503050406030204" pitchFamily="18" charset="0"/>
                      </a:rPr>
                      <m:t>𝑘</m:t>
                    </m:r>
                    <m:r>
                      <a:rPr lang="en-US" sz="2400">
                        <a:latin typeface="Cambria Math" panose="02040503050406030204" pitchFamily="18" charset="0"/>
                      </a:rPr>
                      <m:t>=2</m:t>
                    </m:r>
                  </m:oMath>
                </a14:m>
                <a:r>
                  <a:rPr lang="en-US" sz="2400">
                    <a:latin typeface="Times New Roman" panose="02020603050405020304" pitchFamily="18" charset="0"/>
                    <a:cs typeface="Times New Roman" panose="02020603050405020304" pitchFamily="18" charset="0"/>
                  </a:rPr>
                  <a:t>:</a:t>
                </a:r>
                <a14:m>
                  <m:oMath xmlns:m="http://schemas.openxmlformats.org/officeDocument/2006/math">
                    <m:r>
                      <a:rPr lang="en-US" sz="2400" b="0" i="0" smtClean="0">
                        <a:latin typeface="Cambria Math" panose="02040503050406030204" pitchFamily="18" charset="0"/>
                      </a:rPr>
                      <m:t>  </m:t>
                    </m:r>
                    <m:sSub>
                      <m:sSubPr>
                        <m:ctrlPr>
                          <a:rPr lang="ar-AE" sz="2400" i="1">
                            <a:latin typeface="Cambria Math" panose="02040503050406030204" pitchFamily="18" charset="0"/>
                          </a:rPr>
                        </m:ctrlPr>
                      </m:sSubPr>
                      <m:e>
                        <m:acc>
                          <m:accPr>
                            <m:chr m:val="̂"/>
                            <m:ctrlPr>
                              <a:rPr lang="ar-AE" sz="2400" i="1">
                                <a:latin typeface="Cambria Math" panose="02040503050406030204" pitchFamily="18" charset="0"/>
                              </a:rPr>
                            </m:ctrlPr>
                          </m:accPr>
                          <m:e>
                            <m:r>
                              <a:rPr lang="ar-AE" sz="2400" i="1">
                                <a:latin typeface="Cambria Math" panose="02040503050406030204" pitchFamily="18" charset="0"/>
                              </a:rPr>
                              <m:t>𝑥</m:t>
                            </m:r>
                          </m:e>
                        </m:acc>
                      </m:e>
                      <m:sub>
                        <m:r>
                          <a:rPr lang="ar-AE" sz="2400">
                            <a:latin typeface="Cambria Math" panose="02040503050406030204" pitchFamily="18" charset="0"/>
                          </a:rPr>
                          <m:t>3</m:t>
                        </m:r>
                      </m:sub>
                    </m:sSub>
                    <m:r>
                      <a:rPr lang="ar-AE" sz="2400">
                        <a:latin typeface="Cambria Math" panose="02040503050406030204" pitchFamily="18" charset="0"/>
                      </a:rPr>
                      <m:t>=</m:t>
                    </m:r>
                    <m:f>
                      <m:fPr>
                        <m:ctrlPr>
                          <a:rPr lang="ar-AE" sz="2400" i="1">
                            <a:latin typeface="Cambria Math" panose="02040503050406030204" pitchFamily="18" charset="0"/>
                          </a:rPr>
                        </m:ctrlPr>
                      </m:fPr>
                      <m:num>
                        <m:r>
                          <a:rPr lang="ar-AE" sz="2400">
                            <a:latin typeface="Cambria Math" panose="02040503050406030204" pitchFamily="18" charset="0"/>
                          </a:rPr>
                          <m:t>12+10</m:t>
                        </m:r>
                      </m:num>
                      <m:den>
                        <m:r>
                          <a:rPr lang="ar-AE" sz="2400">
                            <a:latin typeface="Cambria Math" panose="02040503050406030204" pitchFamily="18" charset="0"/>
                          </a:rPr>
                          <m:t>2</m:t>
                        </m:r>
                      </m:den>
                    </m:f>
                    <m:r>
                      <a:rPr lang="ar-AE" sz="2400">
                        <a:latin typeface="Cambria Math" panose="02040503050406030204" pitchFamily="18" charset="0"/>
                      </a:rPr>
                      <m:t>=11</m:t>
                    </m:r>
                  </m:oMath>
                </a14:m>
                <a:endParaRPr lang="ar-AE" sz="2400">
                  <a:latin typeface="Times New Roman" panose="02020603050405020304" pitchFamily="18" charset="0"/>
                  <a:cs typeface="Times New Roman" panose="02020603050405020304" pitchFamily="18" charset="0"/>
                </a:endParaRPr>
              </a:p>
              <a:p>
                <a:pPr lvl="3"/>
                <a:r>
                  <a:rPr lang="en-US" sz="2400">
                    <a:latin typeface="Times New Roman" panose="02020603050405020304" pitchFamily="18" charset="0"/>
                    <a:cs typeface="Times New Roman" panose="02020603050405020304" pitchFamily="18" charset="0"/>
                  </a:rPr>
                  <a:t>Kết quả:</a:t>
                </a:r>
              </a:p>
              <a:p>
                <a:pPr marL="1257300" lvl="3" indent="0"/>
                <a:endParaRPr lang="en-US"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47C6530F-7477-5BEC-F7CE-A32A96CBD16E}"/>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aphicFrame>
        <p:nvGraphicFramePr>
          <p:cNvPr id="2" name="Table 1">
            <a:extLst>
              <a:ext uri="{FF2B5EF4-FFF2-40B4-BE49-F238E27FC236}">
                <a16:creationId xmlns:a16="http://schemas.microsoft.com/office/drawing/2014/main" id="{0E720851-1AB1-86FE-509C-F53BE4686006}"/>
              </a:ext>
            </a:extLst>
          </p:cNvPr>
          <p:cNvGraphicFramePr>
            <a:graphicFrameLocks noGrp="1"/>
          </p:cNvGraphicFramePr>
          <p:nvPr>
            <p:extLst>
              <p:ext uri="{D42A27DB-BD31-4B8C-83A1-F6EECF244321}">
                <p14:modId xmlns:p14="http://schemas.microsoft.com/office/powerpoint/2010/main" val="3338719551"/>
              </p:ext>
            </p:extLst>
          </p:nvPr>
        </p:nvGraphicFramePr>
        <p:xfrm>
          <a:off x="1143000" y="2971800"/>
          <a:ext cx="7886700" cy="914400"/>
        </p:xfrm>
        <a:graphic>
          <a:graphicData uri="http://schemas.openxmlformats.org/drawingml/2006/table">
            <a:tbl>
              <a:tblPr/>
              <a:tblGrid>
                <a:gridCol w="1314450">
                  <a:extLst>
                    <a:ext uri="{9D8B030D-6E8A-4147-A177-3AD203B41FA5}">
                      <a16:colId xmlns:a16="http://schemas.microsoft.com/office/drawing/2014/main" val="3238390490"/>
                    </a:ext>
                  </a:extLst>
                </a:gridCol>
                <a:gridCol w="1314450">
                  <a:extLst>
                    <a:ext uri="{9D8B030D-6E8A-4147-A177-3AD203B41FA5}">
                      <a16:colId xmlns:a16="http://schemas.microsoft.com/office/drawing/2014/main" val="2742655045"/>
                    </a:ext>
                  </a:extLst>
                </a:gridCol>
                <a:gridCol w="1314450">
                  <a:extLst>
                    <a:ext uri="{9D8B030D-6E8A-4147-A177-3AD203B41FA5}">
                      <a16:colId xmlns:a16="http://schemas.microsoft.com/office/drawing/2014/main" val="3687263646"/>
                    </a:ext>
                  </a:extLst>
                </a:gridCol>
                <a:gridCol w="1314450">
                  <a:extLst>
                    <a:ext uri="{9D8B030D-6E8A-4147-A177-3AD203B41FA5}">
                      <a16:colId xmlns:a16="http://schemas.microsoft.com/office/drawing/2014/main" val="1498024625"/>
                    </a:ext>
                  </a:extLst>
                </a:gridCol>
                <a:gridCol w="1314450">
                  <a:extLst>
                    <a:ext uri="{9D8B030D-6E8A-4147-A177-3AD203B41FA5}">
                      <a16:colId xmlns:a16="http://schemas.microsoft.com/office/drawing/2014/main" val="105035967"/>
                    </a:ext>
                  </a:extLst>
                </a:gridCol>
                <a:gridCol w="1314450">
                  <a:extLst>
                    <a:ext uri="{9D8B030D-6E8A-4147-A177-3AD203B41FA5}">
                      <a16:colId xmlns:a16="http://schemas.microsoft.com/office/drawing/2014/main" val="1651842409"/>
                    </a:ext>
                  </a:extLst>
                </a:gridCol>
              </a:tblGrid>
              <a:tr h="0">
                <a:tc>
                  <a:txBody>
                    <a:bodyPr/>
                    <a:lstStyle/>
                    <a:p>
                      <a:pPr>
                        <a:buNone/>
                      </a:pPr>
                      <a:r>
                        <a:rPr lang="en-US" sz="2400">
                          <a:latin typeface="Times New Roman" panose="02020603050405020304" pitchFamily="18" charset="0"/>
                          <a:cs typeface="Times New Roman" panose="02020603050405020304" pitchFamily="18" charset="0"/>
                        </a:rPr>
                        <a:t>t</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2</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3</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4</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5</a:t>
                      </a:r>
                    </a:p>
                  </a:txBody>
                  <a:tcPr anchor="ctr">
                    <a:lnL>
                      <a:noFill/>
                    </a:lnL>
                    <a:lnR>
                      <a:noFill/>
                    </a:lnR>
                    <a:lnT>
                      <a:noFill/>
                    </a:lnT>
                    <a:lnB>
                      <a:noFill/>
                    </a:lnB>
                    <a:noFill/>
                  </a:tcPr>
                </a:tc>
                <a:extLst>
                  <a:ext uri="{0D108BD9-81ED-4DB2-BD59-A6C34878D82A}">
                    <a16:rowId xmlns:a16="http://schemas.microsoft.com/office/drawing/2014/main" val="3928348448"/>
                  </a:ext>
                </a:extLst>
              </a:tr>
              <a:tr h="0">
                <a:tc>
                  <a:txBody>
                    <a:bodyPr/>
                    <a:lstStyle/>
                    <a:p>
                      <a:pPr>
                        <a:buNone/>
                      </a:pPr>
                      <a:r>
                        <a:rPr lang="en-US" sz="2400">
                          <a:latin typeface="Times New Roman" panose="02020603050405020304" pitchFamily="18" charset="0"/>
                          <a:cs typeface="Times New Roman" panose="02020603050405020304" pitchFamily="18" charset="0"/>
                        </a:rPr>
                        <a:t>x_t</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10</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12</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NaN</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13</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14</a:t>
                      </a:r>
                    </a:p>
                  </a:txBody>
                  <a:tcPr anchor="ctr">
                    <a:lnL>
                      <a:noFill/>
                    </a:lnL>
                    <a:lnR>
                      <a:noFill/>
                    </a:lnR>
                    <a:lnT>
                      <a:noFill/>
                    </a:lnT>
                    <a:lnB>
                      <a:noFill/>
                    </a:lnB>
                    <a:noFill/>
                  </a:tcPr>
                </a:tc>
                <a:extLst>
                  <a:ext uri="{0D108BD9-81ED-4DB2-BD59-A6C34878D82A}">
                    <a16:rowId xmlns:a16="http://schemas.microsoft.com/office/drawing/2014/main" val="3372668449"/>
                  </a:ext>
                </a:extLst>
              </a:tr>
            </a:tbl>
          </a:graphicData>
        </a:graphic>
      </p:graphicFrame>
      <p:graphicFrame>
        <p:nvGraphicFramePr>
          <p:cNvPr id="5" name="Table 4">
            <a:extLst>
              <a:ext uri="{FF2B5EF4-FFF2-40B4-BE49-F238E27FC236}">
                <a16:creationId xmlns:a16="http://schemas.microsoft.com/office/drawing/2014/main" id="{18ADB13B-B695-EF3B-5FCA-906ACE2FAEF1}"/>
              </a:ext>
            </a:extLst>
          </p:cNvPr>
          <p:cNvGraphicFramePr>
            <a:graphicFrameLocks noGrp="1"/>
          </p:cNvGraphicFramePr>
          <p:nvPr>
            <p:extLst>
              <p:ext uri="{D42A27DB-BD31-4B8C-83A1-F6EECF244321}">
                <p14:modId xmlns:p14="http://schemas.microsoft.com/office/powerpoint/2010/main" val="3012173687"/>
              </p:ext>
            </p:extLst>
          </p:nvPr>
        </p:nvGraphicFramePr>
        <p:xfrm>
          <a:off x="1066800" y="5044440"/>
          <a:ext cx="7886700" cy="914400"/>
        </p:xfrm>
        <a:graphic>
          <a:graphicData uri="http://schemas.openxmlformats.org/drawingml/2006/table">
            <a:tbl>
              <a:tblPr/>
              <a:tblGrid>
                <a:gridCol w="1314450">
                  <a:extLst>
                    <a:ext uri="{9D8B030D-6E8A-4147-A177-3AD203B41FA5}">
                      <a16:colId xmlns:a16="http://schemas.microsoft.com/office/drawing/2014/main" val="2347544032"/>
                    </a:ext>
                  </a:extLst>
                </a:gridCol>
                <a:gridCol w="1314450">
                  <a:extLst>
                    <a:ext uri="{9D8B030D-6E8A-4147-A177-3AD203B41FA5}">
                      <a16:colId xmlns:a16="http://schemas.microsoft.com/office/drawing/2014/main" val="4269849451"/>
                    </a:ext>
                  </a:extLst>
                </a:gridCol>
                <a:gridCol w="1314450">
                  <a:extLst>
                    <a:ext uri="{9D8B030D-6E8A-4147-A177-3AD203B41FA5}">
                      <a16:colId xmlns:a16="http://schemas.microsoft.com/office/drawing/2014/main" val="2754039404"/>
                    </a:ext>
                  </a:extLst>
                </a:gridCol>
                <a:gridCol w="1314450">
                  <a:extLst>
                    <a:ext uri="{9D8B030D-6E8A-4147-A177-3AD203B41FA5}">
                      <a16:colId xmlns:a16="http://schemas.microsoft.com/office/drawing/2014/main" val="4216343735"/>
                    </a:ext>
                  </a:extLst>
                </a:gridCol>
                <a:gridCol w="1314450">
                  <a:extLst>
                    <a:ext uri="{9D8B030D-6E8A-4147-A177-3AD203B41FA5}">
                      <a16:colId xmlns:a16="http://schemas.microsoft.com/office/drawing/2014/main" val="345317147"/>
                    </a:ext>
                  </a:extLst>
                </a:gridCol>
                <a:gridCol w="1314450">
                  <a:extLst>
                    <a:ext uri="{9D8B030D-6E8A-4147-A177-3AD203B41FA5}">
                      <a16:colId xmlns:a16="http://schemas.microsoft.com/office/drawing/2014/main" val="1938633166"/>
                    </a:ext>
                  </a:extLst>
                </a:gridCol>
              </a:tblGrid>
              <a:tr h="0">
                <a:tc>
                  <a:txBody>
                    <a:bodyPr/>
                    <a:lstStyle/>
                    <a:p>
                      <a:pPr>
                        <a:buNone/>
                      </a:pPr>
                      <a:r>
                        <a:rPr lang="en-US" sz="2400">
                          <a:latin typeface="Times New Roman" panose="02020603050405020304" pitchFamily="18" charset="0"/>
                          <a:cs typeface="Times New Roman" panose="02020603050405020304" pitchFamily="18" charset="0"/>
                        </a:rPr>
                        <a:t>t</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2</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3 (điền)</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4</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5</a:t>
                      </a:r>
                    </a:p>
                  </a:txBody>
                  <a:tcPr anchor="ctr">
                    <a:lnL>
                      <a:noFill/>
                    </a:lnL>
                    <a:lnR>
                      <a:noFill/>
                    </a:lnR>
                    <a:lnT>
                      <a:noFill/>
                    </a:lnT>
                    <a:lnB>
                      <a:noFill/>
                    </a:lnB>
                    <a:noFill/>
                  </a:tcPr>
                </a:tc>
                <a:extLst>
                  <a:ext uri="{0D108BD9-81ED-4DB2-BD59-A6C34878D82A}">
                    <a16:rowId xmlns:a16="http://schemas.microsoft.com/office/drawing/2014/main" val="3206762434"/>
                  </a:ext>
                </a:extLst>
              </a:tr>
              <a:tr h="0">
                <a:tc>
                  <a:txBody>
                    <a:bodyPr/>
                    <a:lstStyle/>
                    <a:p>
                      <a:pPr>
                        <a:buNone/>
                      </a:pPr>
                      <a:r>
                        <a:rPr lang="en-US" sz="2400">
                          <a:latin typeface="Times New Roman" panose="02020603050405020304" pitchFamily="18" charset="0"/>
                          <a:cs typeface="Times New Roman" panose="02020603050405020304" pitchFamily="18" charset="0"/>
                        </a:rPr>
                        <a:t>x_t</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10</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12</a:t>
                      </a:r>
                    </a:p>
                  </a:txBody>
                  <a:tcPr anchor="ctr">
                    <a:lnL>
                      <a:noFill/>
                    </a:lnL>
                    <a:lnR>
                      <a:noFill/>
                    </a:lnR>
                    <a:lnT>
                      <a:noFill/>
                    </a:lnT>
                    <a:lnB>
                      <a:noFill/>
                    </a:lnB>
                    <a:noFill/>
                  </a:tcPr>
                </a:tc>
                <a:tc>
                  <a:txBody>
                    <a:bodyPr/>
                    <a:lstStyle/>
                    <a:p>
                      <a:pPr>
                        <a:buNone/>
                      </a:pPr>
                      <a:r>
                        <a:rPr lang="en-US" sz="2400" b="1">
                          <a:latin typeface="Times New Roman" panose="02020603050405020304" pitchFamily="18" charset="0"/>
                          <a:cs typeface="Times New Roman" panose="02020603050405020304" pitchFamily="18" charset="0"/>
                        </a:rPr>
                        <a:t>11</a:t>
                      </a:r>
                      <a:endParaRPr lang="en-US" sz="24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13</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14</a:t>
                      </a:r>
                    </a:p>
                  </a:txBody>
                  <a:tcPr anchor="ctr">
                    <a:lnL>
                      <a:noFill/>
                    </a:lnL>
                    <a:lnR>
                      <a:noFill/>
                    </a:lnR>
                    <a:lnT>
                      <a:noFill/>
                    </a:lnT>
                    <a:lnB>
                      <a:noFill/>
                    </a:lnB>
                    <a:noFill/>
                  </a:tcPr>
                </a:tc>
                <a:extLst>
                  <a:ext uri="{0D108BD9-81ED-4DB2-BD59-A6C34878D82A}">
                    <a16:rowId xmlns:a16="http://schemas.microsoft.com/office/drawing/2014/main" val="3574729688"/>
                  </a:ext>
                </a:extLst>
              </a:tr>
            </a:tbl>
          </a:graphicData>
        </a:graphic>
      </p:graphicFrame>
    </p:spTree>
    <p:extLst>
      <p:ext uri="{BB962C8B-B14F-4D97-AF65-F5344CB8AC3E}">
        <p14:creationId xmlns:p14="http://schemas.microsoft.com/office/powerpoint/2010/main" val="20591410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81F277-BA73-CEBF-CBB1-A108FEACA0A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AA2B1E1-5125-0B57-92E9-D6E53DE4997D}"/>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D2C81706-1C20-077A-EB13-46210D5D9865}"/>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Xử lý dữ liệu bị thiếu </a:t>
            </a:r>
            <a:r>
              <a:rPr lang="en-US" sz="2800">
                <a:latin typeface="Times New Roman" panose="02020603050405020304" pitchFamily="18" charset="0"/>
                <a:cs typeface="Times New Roman" panose="02020603050405020304" pitchFamily="18" charset="0"/>
              </a:rPr>
              <a:t>(Handling Missing Data)</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số cách cụ thể để điền số vào các giá trị còn thiếu:</a:t>
            </a:r>
          </a:p>
          <a:p>
            <a:pPr marL="1257300" lvl="2" indent="-4572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Trung bình động đơn giản</a:t>
            </a:r>
          </a:p>
          <a:p>
            <a:pPr marL="1714500" lvl="3" indent="-4572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Ví dụ</a:t>
            </a:r>
          </a:p>
          <a:p>
            <a:pPr marL="1257300" lvl="3" indent="0"/>
            <a:endParaRPr lang="en-US" sz="2400">
              <a:latin typeface="Times New Roman" panose="02020603050405020304" pitchFamily="18" charset="0"/>
              <a:cs typeface="Times New Roman" panose="02020603050405020304" pitchFamily="18" charset="0"/>
            </a:endParaRPr>
          </a:p>
          <a:p>
            <a:pPr marL="1257300" lvl="3" indent="0"/>
            <a:endParaRPr lang="en-US" sz="2400">
              <a:latin typeface="Times New Roman" panose="02020603050405020304" pitchFamily="18" charset="0"/>
              <a:cs typeface="Times New Roman" panose="02020603050405020304" pitchFamily="18" charset="0"/>
            </a:endParaRPr>
          </a:p>
          <a:p>
            <a:pPr marL="1257300" lvl="3" indent="0"/>
            <a:endParaRPr lang="en-US" sz="2400">
              <a:latin typeface="Times New Roman" panose="02020603050405020304" pitchFamily="18" charset="0"/>
              <a:cs typeface="Times New Roman" panose="02020603050405020304" pitchFamily="18" charset="0"/>
            </a:endParaRPr>
          </a:p>
          <a:p>
            <a:pPr marL="1257300" lvl="3" indent="0"/>
            <a:endParaRPr lang="en-US" sz="240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A29F411-FF9E-0582-67E0-E97B429E0584}"/>
              </a:ext>
            </a:extLst>
          </p:cNvPr>
          <p:cNvPicPr>
            <a:picLocks noChangeAspect="1"/>
          </p:cNvPicPr>
          <p:nvPr/>
        </p:nvPicPr>
        <p:blipFill>
          <a:blip r:embed="rId3"/>
          <a:stretch>
            <a:fillRect/>
          </a:stretch>
        </p:blipFill>
        <p:spPr>
          <a:xfrm>
            <a:off x="3044031" y="2819400"/>
            <a:ext cx="4257675" cy="3838575"/>
          </a:xfrm>
          <a:prstGeom prst="rect">
            <a:avLst/>
          </a:prstGeom>
        </p:spPr>
      </p:pic>
    </p:spTree>
    <p:extLst>
      <p:ext uri="{BB962C8B-B14F-4D97-AF65-F5344CB8AC3E}">
        <p14:creationId xmlns:p14="http://schemas.microsoft.com/office/powerpoint/2010/main" val="24908580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F3869-1936-337A-1B82-4549BF254BF5}"/>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14396C1-80C5-B85D-FA0D-B7C7CF871305}"/>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F5E7047A-6F46-36F7-C1E7-2AAB57DC9E82}"/>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Xử lý dữ liệu bị thiếu </a:t>
                </a:r>
                <a:r>
                  <a:rPr lang="en-US" sz="2800">
                    <a:latin typeface="Times New Roman" panose="02020603050405020304" pitchFamily="18" charset="0"/>
                    <a:cs typeface="Times New Roman" panose="02020603050405020304" pitchFamily="18" charset="0"/>
                  </a:rPr>
                  <a:t>(Handling Missing Data)</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số cách cụ thể để điền số vào các giá trị còn thiếu:</a:t>
                </a:r>
              </a:p>
              <a:p>
                <a:pPr marL="1257300" lvl="2" indent="-4572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Trung bình động hai phía (CMA)</a:t>
                </a:r>
              </a:p>
              <a:p>
                <a:pPr marL="1257300" lvl="3" indent="0"/>
                <a:r>
                  <a:rPr lang="en-US" sz="2400">
                    <a:latin typeface="Times New Roman" panose="02020603050405020304" pitchFamily="18" charset="0"/>
                    <a:cs typeface="Times New Roman" panose="02020603050405020304" pitchFamily="18" charset="0"/>
                  </a:rPr>
                  <a:t>Giả sử chuỗi thời gian: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a:latin typeface="Cambria Math" panose="02040503050406030204" pitchFamily="18" charset="0"/>
                          </a:rPr>
                          <m:t>1</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a:latin typeface="Cambria Math" panose="02040503050406030204" pitchFamily="18" charset="0"/>
                          </a:rPr>
                          <m:t>2</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𝑛</m:t>
                        </m:r>
                      </m:sub>
                    </m:sSub>
                  </m:oMath>
                </a14:m>
                <a:endParaRPr lang="en-US" sz="2400">
                  <a:latin typeface="Times New Roman" panose="02020603050405020304" pitchFamily="18" charset="0"/>
                </a:endParaRPr>
              </a:p>
              <a:p>
                <a:pPr marL="1257300" lvl="3" indent="0"/>
                <a:r>
                  <a:rPr lang="vi-VN" sz="2400">
                    <a:latin typeface="Times New Roman" panose="02020603050405020304" pitchFamily="18" charset="0"/>
                    <a:cs typeface="Times New Roman" panose="02020603050405020304" pitchFamily="18" charset="0"/>
                  </a:rPr>
                  <a:t>Nếu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bị thiếu, thay bằng</a:t>
                </a:r>
                <a:r>
                  <a:rPr lang="en-US" sz="2400">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t</a:t>
                </a:r>
                <a:r>
                  <a:rPr lang="vi-VN" sz="2400" b="1">
                    <a:latin typeface="Times New Roman" panose="02020603050405020304" pitchFamily="18" charset="0"/>
                    <a:cs typeface="Times New Roman" panose="02020603050405020304" pitchFamily="18" charset="0"/>
                  </a:rPr>
                  <a:t>rung bình động hai phía (Centered Moving Average – CMA)</a:t>
                </a:r>
                <a:r>
                  <a:rPr lang="en-US" sz="2400" b="1">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k</a:t>
                </a:r>
                <a:r>
                  <a:rPr lang="vi-VN" sz="2400">
                    <a:latin typeface="Times New Roman" panose="02020603050405020304" pitchFamily="18" charset="0"/>
                    <a:cs typeface="Times New Roman" panose="02020603050405020304" pitchFamily="18" charset="0"/>
                  </a:rPr>
                  <a:t>hi điểm thiếu nằm giữa chuỗi:</a:t>
                </a: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acc>
                            <m:accPr>
                              <m:chr m:val="̂"/>
                              <m:ctrlPr>
                                <a:rPr lang="ar-AE" sz="2400" i="1">
                                  <a:latin typeface="Cambria Math" panose="02040503050406030204" pitchFamily="18" charset="0"/>
                                </a:rPr>
                              </m:ctrlPr>
                            </m:accPr>
                            <m:e>
                              <m:r>
                                <a:rPr lang="ar-AE" sz="2400" i="1">
                                  <a:latin typeface="Cambria Math" panose="02040503050406030204" pitchFamily="18" charset="0"/>
                                </a:rPr>
                                <m:t>𝑥</m:t>
                              </m:r>
                            </m:e>
                          </m:acc>
                        </m:e>
                        <m:sub>
                          <m:r>
                            <a:rPr lang="ar-AE" sz="2400" i="1">
                              <a:latin typeface="Cambria Math" panose="02040503050406030204" pitchFamily="18" charset="0"/>
                            </a:rPr>
                            <m:t>𝑡</m:t>
                          </m:r>
                        </m:sub>
                      </m:sSub>
                      <m:r>
                        <a:rPr lang="ar-AE" sz="2400">
                          <a:latin typeface="Cambria Math" panose="02040503050406030204" pitchFamily="18" charset="0"/>
                        </a:rPr>
                        <m:t>=</m:t>
                      </m:r>
                      <m:f>
                        <m:fPr>
                          <m:ctrlPr>
                            <a:rPr lang="ar-AE" sz="2400" i="1">
                              <a:latin typeface="Cambria Math" panose="02040503050406030204" pitchFamily="18" charset="0"/>
                            </a:rPr>
                          </m:ctrlPr>
                        </m:fPr>
                        <m:num>
                          <m:r>
                            <a:rPr lang="ar-AE" sz="2400">
                              <a:latin typeface="Cambria Math" panose="02040503050406030204" pitchFamily="18" charset="0"/>
                            </a:rPr>
                            <m:t>1</m:t>
                          </m:r>
                        </m:num>
                        <m:den>
                          <m:r>
                            <a:rPr lang="ar-AE" sz="2400">
                              <a:latin typeface="Cambria Math" panose="02040503050406030204" pitchFamily="18" charset="0"/>
                            </a:rPr>
                            <m:t>2</m:t>
                          </m:r>
                          <m:r>
                            <a:rPr lang="ar-AE" sz="2400" i="1">
                              <a:latin typeface="Cambria Math" panose="02040503050406030204" pitchFamily="18" charset="0"/>
                            </a:rPr>
                            <m:t>𝑘</m:t>
                          </m:r>
                        </m:den>
                      </m:f>
                      <m:d>
                        <m:dPr>
                          <m:ctrlPr>
                            <a:rPr lang="ar-AE" sz="2400" i="1">
                              <a:latin typeface="Cambria Math" panose="02040503050406030204" pitchFamily="18" charset="0"/>
                            </a:rPr>
                          </m:ctrlPr>
                        </m:dPr>
                        <m:e>
                          <m:nary>
                            <m:naryPr>
                              <m:chr m:val="∑"/>
                              <m:grow m:val="on"/>
                              <m:ctrlPr>
                                <a:rPr lang="ar-AE" sz="2400" i="1">
                                  <a:latin typeface="Cambria Math" panose="02040503050406030204" pitchFamily="18" charset="0"/>
                                </a:rPr>
                              </m:ctrlPr>
                            </m:naryPr>
                            <m:sub>
                              <m:r>
                                <a:rPr lang="ar-AE" sz="2400" i="1">
                                  <a:latin typeface="Cambria Math" panose="02040503050406030204" pitchFamily="18" charset="0"/>
                                </a:rPr>
                                <m:t>𝑖</m:t>
                              </m:r>
                              <m:r>
                                <a:rPr lang="ar-AE" sz="2400">
                                  <a:latin typeface="Cambria Math" panose="02040503050406030204" pitchFamily="18" charset="0"/>
                                </a:rPr>
                                <m:t>=1</m:t>
                              </m:r>
                            </m:sub>
                            <m:sup>
                              <m:r>
                                <a:rPr lang="ar-AE" sz="2400" i="1">
                                  <a:latin typeface="Cambria Math" panose="02040503050406030204" pitchFamily="18" charset="0"/>
                                </a:rPr>
                                <m:t>𝑘</m:t>
                              </m:r>
                            </m:sup>
                            <m:e>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r>
                                    <a:rPr lang="ar-AE" sz="2400">
                                      <a:latin typeface="Cambria Math" panose="02040503050406030204" pitchFamily="18" charset="0"/>
                                    </a:rPr>
                                    <m:t>−</m:t>
                                  </m:r>
                                  <m:r>
                                    <a:rPr lang="ar-AE" sz="2400" i="1">
                                      <a:latin typeface="Cambria Math" panose="02040503050406030204" pitchFamily="18" charset="0"/>
                                    </a:rPr>
                                    <m:t>𝑖</m:t>
                                  </m:r>
                                </m:sub>
                              </m:sSub>
                            </m:e>
                          </m:nary>
                          <m:r>
                            <a:rPr lang="ar-AE" sz="2400">
                              <a:latin typeface="Cambria Math" panose="02040503050406030204" pitchFamily="18" charset="0"/>
                            </a:rPr>
                            <m:t>+</m:t>
                          </m:r>
                          <m:nary>
                            <m:naryPr>
                              <m:chr m:val="∑"/>
                              <m:grow m:val="on"/>
                              <m:ctrlPr>
                                <a:rPr lang="ar-AE" sz="2400" i="1">
                                  <a:latin typeface="Cambria Math" panose="02040503050406030204" pitchFamily="18" charset="0"/>
                                </a:rPr>
                              </m:ctrlPr>
                            </m:naryPr>
                            <m:sub>
                              <m:r>
                                <a:rPr lang="ar-AE" sz="2400" i="1">
                                  <a:latin typeface="Cambria Math" panose="02040503050406030204" pitchFamily="18" charset="0"/>
                                </a:rPr>
                                <m:t>𝑖</m:t>
                              </m:r>
                              <m:r>
                                <a:rPr lang="ar-AE" sz="2400">
                                  <a:latin typeface="Cambria Math" panose="02040503050406030204" pitchFamily="18" charset="0"/>
                                </a:rPr>
                                <m:t>=1</m:t>
                              </m:r>
                            </m:sub>
                            <m:sup>
                              <m:r>
                                <a:rPr lang="ar-AE" sz="2400" i="1">
                                  <a:latin typeface="Cambria Math" panose="02040503050406030204" pitchFamily="18" charset="0"/>
                                </a:rPr>
                                <m:t>𝑘</m:t>
                              </m:r>
                            </m:sup>
                            <m:e>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r>
                                    <a:rPr lang="ar-AE" sz="2400">
                                      <a:latin typeface="Cambria Math" panose="02040503050406030204" pitchFamily="18" charset="0"/>
                                    </a:rPr>
                                    <m:t>+</m:t>
                                  </m:r>
                                  <m:r>
                                    <a:rPr lang="ar-AE" sz="2400" i="1">
                                      <a:latin typeface="Cambria Math" panose="02040503050406030204" pitchFamily="18" charset="0"/>
                                    </a:rPr>
                                    <m:t>𝑖</m:t>
                                  </m:r>
                                </m:sub>
                              </m:sSub>
                            </m:e>
                          </m:nary>
                        </m:e>
                      </m:d>
                    </m:oMath>
                  </m:oMathPara>
                </a14:m>
                <a:endParaRPr lang="ar-AE" sz="2400">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F5E7047A-6F46-36F7-C1E7-2AAB57DC9E82}"/>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167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5205763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3E612-B967-7130-27C9-977C91A90DD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F2C1729-0155-0258-EF1B-F647AB7B7516}"/>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0B3D0401-2BEC-B9E6-5FA2-404B5D6FCC47}"/>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Xử lý dữ liệu bị thiếu </a:t>
                </a:r>
                <a:r>
                  <a:rPr lang="en-US" sz="2800">
                    <a:latin typeface="Times New Roman" panose="02020603050405020304" pitchFamily="18" charset="0"/>
                    <a:cs typeface="Times New Roman" panose="02020603050405020304" pitchFamily="18" charset="0"/>
                  </a:rPr>
                  <a:t>(Handling Missing Data)</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số cách cụ thể để điền số vào các giá trị còn thiếu:</a:t>
                </a:r>
              </a:p>
              <a:p>
                <a:pPr marL="1257300" lvl="2" indent="-457200">
                  <a:buFont typeface="Courier New" panose="02070309020205020404" pitchFamily="49" charset="0"/>
                  <a:buChar char="o"/>
                </a:pPr>
                <a:r>
                  <a:rPr lang="en-US" sz="2800" b="1">
                    <a:latin typeface="Times New Roman" panose="02020603050405020304" pitchFamily="18" charset="0"/>
                    <a:cs typeface="Times New Roman" panose="02020603050405020304" pitchFamily="18" charset="0"/>
                  </a:rPr>
                  <a:t>Trung bình động có trọng số (WMA)</a:t>
                </a:r>
              </a:p>
              <a:p>
                <a:pPr marL="1257300" lvl="3" indent="0"/>
                <a:r>
                  <a:rPr lang="en-US" sz="2400">
                    <a:latin typeface="Times New Roman" panose="02020603050405020304" pitchFamily="18" charset="0"/>
                    <a:cs typeface="Times New Roman" panose="02020603050405020304" pitchFamily="18" charset="0"/>
                  </a:rPr>
                  <a:t>Giả sử chuỗi thời gian: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a:latin typeface="Cambria Math" panose="02040503050406030204" pitchFamily="18" charset="0"/>
                          </a:rPr>
                          <m:t>1</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a:latin typeface="Cambria Math" panose="02040503050406030204" pitchFamily="18" charset="0"/>
                          </a:rPr>
                          <m:t>2</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𝑛</m:t>
                        </m:r>
                      </m:sub>
                    </m:sSub>
                  </m:oMath>
                </a14:m>
                <a:endParaRPr lang="en-US" sz="2400">
                  <a:latin typeface="Times New Roman" panose="02020603050405020304" pitchFamily="18" charset="0"/>
                  <a:cs typeface="Times New Roman" panose="02020603050405020304" pitchFamily="18" charset="0"/>
                </a:endParaRPr>
              </a:p>
              <a:p>
                <a:pPr marL="1257300" lvl="3" indent="0"/>
                <a:r>
                  <a:rPr lang="vi-VN" sz="2400">
                    <a:latin typeface="Times New Roman" panose="02020603050405020304" pitchFamily="18" charset="0"/>
                    <a:cs typeface="Times New Roman" panose="02020603050405020304" pitchFamily="18" charset="0"/>
                  </a:rPr>
                  <a:t>Nếu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bị thiếu, thay bằng</a:t>
                </a:r>
                <a:r>
                  <a:rPr lang="en-US" sz="2400">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trung bình động có trọng số (</a:t>
                </a:r>
                <a:r>
                  <a:rPr lang="vi-VN" sz="2400" b="1">
                    <a:latin typeface="Times New Roman" panose="02020603050405020304" pitchFamily="18" charset="0"/>
                    <a:cs typeface="Times New Roman" panose="02020603050405020304" pitchFamily="18" charset="0"/>
                  </a:rPr>
                  <a:t>Weighted Moving Average </a:t>
                </a:r>
                <a:r>
                  <a:rPr lang="en-US" sz="2400" b="1">
                    <a:latin typeface="Times New Roman" panose="02020603050405020304" pitchFamily="18" charset="0"/>
                    <a:cs typeface="Times New Roman" panose="02020603050405020304" pitchFamily="18" charset="0"/>
                  </a:rPr>
                  <a:t>- </a:t>
                </a:r>
                <a:r>
                  <a:rPr lang="vi-VN" sz="2400" b="1">
                    <a:latin typeface="Times New Roman" panose="02020603050405020304" pitchFamily="18" charset="0"/>
                    <a:cs typeface="Times New Roman" panose="02020603050405020304" pitchFamily="18" charset="0"/>
                  </a:rPr>
                  <a:t>WMA)</a:t>
                </a:r>
              </a:p>
              <a:p>
                <a:pPr lvl="3"/>
                <a:r>
                  <a:rPr lang="vi-VN" sz="2400">
                    <a:latin typeface="Times New Roman" panose="02020603050405020304" pitchFamily="18" charset="0"/>
                    <a:cs typeface="Times New Roman" panose="02020603050405020304" pitchFamily="18" charset="0"/>
                  </a:rPr>
                  <a:t>Ưu tiên gần → điểm gần có trọng số lớn hơn.</a:t>
                </a:r>
              </a:p>
              <a:p>
                <a:pPr lvl="1"/>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acc>
                            <m:accPr>
                              <m:chr m:val="̂"/>
                              <m:ctrlPr>
                                <a:rPr lang="ar-AE" sz="2400" i="1">
                                  <a:latin typeface="Cambria Math" panose="02040503050406030204" pitchFamily="18" charset="0"/>
                                </a:rPr>
                              </m:ctrlPr>
                            </m:accPr>
                            <m:e>
                              <m:r>
                                <a:rPr lang="ar-AE" sz="2400" i="1">
                                  <a:latin typeface="Cambria Math" panose="02040503050406030204" pitchFamily="18" charset="0"/>
                                </a:rPr>
                                <m:t>𝑥</m:t>
                              </m:r>
                            </m:e>
                          </m:acc>
                        </m:e>
                        <m:sub>
                          <m:r>
                            <a:rPr lang="ar-AE" sz="2400" i="1">
                              <a:latin typeface="Cambria Math" panose="02040503050406030204" pitchFamily="18" charset="0"/>
                            </a:rPr>
                            <m:t>𝑡</m:t>
                          </m:r>
                        </m:sub>
                      </m:sSub>
                      <m:r>
                        <a:rPr lang="ar-AE" sz="2400">
                          <a:latin typeface="Cambria Math" panose="02040503050406030204" pitchFamily="18" charset="0"/>
                        </a:rPr>
                        <m:t>=</m:t>
                      </m:r>
                      <m:nary>
                        <m:naryPr>
                          <m:chr m:val="∑"/>
                          <m:grow m:val="on"/>
                          <m:ctrlPr>
                            <a:rPr lang="ar-AE" sz="2400" i="1">
                              <a:latin typeface="Cambria Math" panose="02040503050406030204" pitchFamily="18" charset="0"/>
                            </a:rPr>
                          </m:ctrlPr>
                        </m:naryPr>
                        <m:sub>
                          <m:r>
                            <a:rPr lang="ar-AE" sz="2400" i="1">
                              <a:latin typeface="Cambria Math" panose="02040503050406030204" pitchFamily="18" charset="0"/>
                            </a:rPr>
                            <m:t>𝑖</m:t>
                          </m:r>
                          <m:r>
                            <a:rPr lang="ar-AE" sz="2400">
                              <a:latin typeface="Cambria Math" panose="02040503050406030204" pitchFamily="18" charset="0"/>
                            </a:rPr>
                            <m:t>=1</m:t>
                          </m:r>
                        </m:sub>
                        <m:sup>
                          <m:r>
                            <a:rPr lang="ar-AE" sz="2400" i="1">
                              <a:latin typeface="Cambria Math" panose="02040503050406030204" pitchFamily="18" charset="0"/>
                            </a:rPr>
                            <m:t>𝑘</m:t>
                          </m:r>
                        </m:sup>
                        <m:e>
                          <m:sSub>
                            <m:sSubPr>
                              <m:ctrlPr>
                                <a:rPr lang="ar-AE" sz="2400" i="1">
                                  <a:latin typeface="Cambria Math" panose="02040503050406030204" pitchFamily="18" charset="0"/>
                                </a:rPr>
                              </m:ctrlPr>
                            </m:sSubPr>
                            <m:e>
                              <m:r>
                                <a:rPr lang="ar-AE" sz="2400" i="1">
                                  <a:latin typeface="Cambria Math" panose="02040503050406030204" pitchFamily="18" charset="0"/>
                                </a:rPr>
                                <m:t>𝑤</m:t>
                              </m:r>
                            </m:e>
                            <m:sub>
                              <m:r>
                                <a:rPr lang="ar-AE" sz="2400" i="1">
                                  <a:latin typeface="Cambria Math" panose="02040503050406030204" pitchFamily="18" charset="0"/>
                                </a:rPr>
                                <m:t>𝑖</m:t>
                              </m:r>
                            </m:sub>
                          </m:sSub>
                        </m:e>
                      </m:nary>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r>
                            <a:rPr lang="ar-AE" sz="2400">
                              <a:latin typeface="Cambria Math" panose="02040503050406030204" pitchFamily="18" charset="0"/>
                            </a:rPr>
                            <m:t>−</m:t>
                          </m:r>
                          <m:r>
                            <a:rPr lang="ar-AE" sz="2400" i="1">
                              <a:latin typeface="Cambria Math" panose="02040503050406030204" pitchFamily="18" charset="0"/>
                            </a:rPr>
                            <m:t>𝑖</m:t>
                          </m:r>
                        </m:sub>
                      </m:sSub>
                      <m:r>
                        <a:rPr lang="ar-AE" sz="2400">
                          <a:latin typeface="Cambria Math" panose="02040503050406030204" pitchFamily="18" charset="0"/>
                        </a:rPr>
                        <m:t>, </m:t>
                      </m:r>
                      <m:r>
                        <a:rPr lang="en-US" sz="2400" b="0" i="1" smtClean="0">
                          <a:latin typeface="Cambria Math" panose="02040503050406030204" pitchFamily="18" charset="0"/>
                        </a:rPr>
                        <m:t> </m:t>
                      </m:r>
                      <m:nary>
                        <m:naryPr>
                          <m:chr m:val="∑"/>
                          <m:grow m:val="on"/>
                          <m:subHide m:val="on"/>
                          <m:supHide m:val="on"/>
                          <m:ctrlPr>
                            <a:rPr lang="ar-AE" sz="2400" i="1">
                              <a:latin typeface="Cambria Math" panose="02040503050406030204" pitchFamily="18" charset="0"/>
                            </a:rPr>
                          </m:ctrlPr>
                        </m:naryPr>
                        <m:sub/>
                        <m:sup/>
                        <m:e>
                          <m:sSub>
                            <m:sSubPr>
                              <m:ctrlPr>
                                <a:rPr lang="ar-AE" sz="2400" i="1">
                                  <a:latin typeface="Cambria Math" panose="02040503050406030204" pitchFamily="18" charset="0"/>
                                </a:rPr>
                              </m:ctrlPr>
                            </m:sSubPr>
                            <m:e>
                              <m:r>
                                <a:rPr lang="ar-AE" sz="2400" i="1">
                                  <a:latin typeface="Cambria Math" panose="02040503050406030204" pitchFamily="18" charset="0"/>
                                </a:rPr>
                                <m:t>𝑤</m:t>
                              </m:r>
                            </m:e>
                            <m:sub>
                              <m:r>
                                <a:rPr lang="ar-AE" sz="2400" i="1">
                                  <a:latin typeface="Cambria Math" panose="02040503050406030204" pitchFamily="18" charset="0"/>
                                </a:rPr>
                                <m:t>𝑖</m:t>
                              </m:r>
                            </m:sub>
                          </m:sSub>
                        </m:e>
                      </m:nary>
                      <m:r>
                        <a:rPr lang="ar-AE" sz="2400">
                          <a:latin typeface="Cambria Math" panose="02040503050406030204" pitchFamily="18" charset="0"/>
                        </a:rPr>
                        <m:t>=1</m:t>
                      </m:r>
                    </m:oMath>
                  </m:oMathPara>
                </a14:m>
                <a:endParaRPr lang="ar-AE" sz="2400">
                  <a:latin typeface="Times New Roman" panose="02020603050405020304" pitchFamily="18" charset="0"/>
                  <a:cs typeface="Times New Roman" panose="02020603050405020304" pitchFamily="18" charset="0"/>
                </a:endParaRPr>
              </a:p>
              <a:p>
                <a:pPr lvl="3"/>
                <a:r>
                  <a:rPr lang="vi-VN" sz="2400">
                    <a:latin typeface="Times New Roman" panose="02020603050405020304" pitchFamily="18" charset="0"/>
                    <a:cs typeface="Times New Roman" panose="02020603050405020304" pitchFamily="18" charset="0"/>
                  </a:rPr>
                  <a:t>Ví dụ: trọng số giảm dần theo khoảng cách.</a:t>
                </a:r>
              </a:p>
              <a:p>
                <a:endParaRPr lang="ar-AE" sz="2400">
                  <a:latin typeface="Times New Roman" panose="02020603050405020304" pitchFamily="18" charset="0"/>
                  <a:cs typeface="Times New Roman" panose="02020603050405020304" pitchFamily="18" charset="0"/>
                </a:endParaRPr>
              </a:p>
              <a:p>
                <a:endParaRPr lang="en-US"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0B3D0401-2BEC-B9E6-5FA2-404B5D6FCC47}"/>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9400099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29B92-C45A-9A7D-C393-F8D7E843D6D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9E7DA5C-7B08-F745-689E-049E007F736D}"/>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8B32F7E5-26C0-7E18-2922-2DC50147F0E4}"/>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Xử lý dữ liệu bị thiếu </a:t>
            </a:r>
            <a:r>
              <a:rPr lang="en-US" sz="2800">
                <a:latin typeface="Times New Roman" panose="02020603050405020304" pitchFamily="18" charset="0"/>
                <a:cs typeface="Times New Roman" panose="02020603050405020304" pitchFamily="18" charset="0"/>
              </a:rPr>
              <a:t>(Handling Missing Data)</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số cách cụ thể để điền số vào các giá trị còn thiếu:</a:t>
            </a:r>
          </a:p>
          <a:p>
            <a:pPr marL="1257300" lvl="2" indent="-4572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Trung bình động </a:t>
            </a:r>
            <a:r>
              <a:rPr lang="en-US" sz="2400">
                <a:latin typeface="Times New Roman" panose="02020603050405020304" pitchFamily="18" charset="0"/>
                <a:cs typeface="Times New Roman" panose="02020603050405020304" pitchFamily="18" charset="0"/>
              </a:rPr>
              <a:t>(Moving average) nên dùng khi</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Dữ liệu thiếu ít (1–2 điểm)</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Chuỗi mượt và không có nhiễu lớn</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Không có thay đổi đột ngột</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Cần một phương pháp nhanh, đơn giản, ít giả định</a:t>
            </a:r>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Hạn chế</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Làm </a:t>
            </a:r>
            <a:r>
              <a:rPr lang="en-US" sz="2400" b="1">
                <a:latin typeface="Times New Roman" panose="02020603050405020304" pitchFamily="18" charset="0"/>
                <a:cs typeface="Times New Roman" panose="02020603050405020304" pitchFamily="18" charset="0"/>
              </a:rPr>
              <a:t>mất tính biến động tự nhiên</a:t>
            </a:r>
            <a:r>
              <a:rPr lang="en-US" sz="2400">
                <a:latin typeface="Times New Roman" panose="02020603050405020304" pitchFamily="18" charset="0"/>
                <a:cs typeface="Times New Roman" panose="02020603050405020304" pitchFamily="18" charset="0"/>
              </a:rPr>
              <a:t> khi dữ liệu có dao động mạnh.</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Không phù hợp nếu có </a:t>
            </a:r>
            <a:r>
              <a:rPr lang="en-US" sz="2400" b="1">
                <a:latin typeface="Times New Roman" panose="02020603050405020304" pitchFamily="18" charset="0"/>
                <a:cs typeface="Times New Roman" panose="02020603050405020304" pitchFamily="18" charset="0"/>
              </a:rPr>
              <a:t>nhiều điểm liên tiếp bị thiếu</a:t>
            </a:r>
            <a:r>
              <a:rPr lang="en-US" sz="2400">
                <a:latin typeface="Times New Roman" panose="02020603050405020304" pitchFamily="18" charset="0"/>
                <a:cs typeface="Times New Roman" panose="02020603050405020304" pitchFamily="18" charset="0"/>
              </a:rPr>
              <a:t>.</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Dữ liệu theo mùa vụ (seasonality) có thể bị làm phẳng quá mức.</a:t>
            </a:r>
          </a:p>
          <a:p>
            <a:pPr marL="1714500" lvl="3" indent="-342900">
              <a:buFont typeface="Wingdings" panose="05000000000000000000" pitchFamily="2" charset="2"/>
              <a:buChar char="§"/>
            </a:pPr>
            <a:endParaRPr lang="vi-VN" sz="24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051006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9AC86-8149-352A-1B36-3D742C676F63}"/>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9489B78-6AE9-C846-B40F-B22A0C83C590}"/>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C3FA18ED-8C68-89F0-7CBA-7F95787FC8E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Xử lý dữ liệu bị thiếu </a:t>
            </a:r>
            <a:r>
              <a:rPr lang="en-US" sz="2800">
                <a:latin typeface="Times New Roman" panose="02020603050405020304" pitchFamily="18" charset="0"/>
                <a:cs typeface="Times New Roman" panose="02020603050405020304" pitchFamily="18" charset="0"/>
              </a:rPr>
              <a:t>(Handling Missing Data)</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số cách cụ thể để điền số vào các giá trị còn thiếu:</a:t>
            </a:r>
          </a:p>
          <a:p>
            <a:pPr marL="1257300" lvl="2" indent="-4572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Nội suy</a:t>
            </a:r>
            <a:r>
              <a:rPr lang="en-US" sz="2400">
                <a:latin typeface="Times New Roman" panose="02020603050405020304" pitchFamily="18" charset="0"/>
                <a:cs typeface="Times New Roman" panose="02020603050405020304" pitchFamily="18" charset="0"/>
              </a:rPr>
              <a:t> (Interpolation) </a:t>
            </a:r>
            <a:r>
              <a:rPr lang="vi-VN" sz="2400">
                <a:latin typeface="Times New Roman" panose="02020603050405020304" pitchFamily="18" charset="0"/>
                <a:cs typeface="Times New Roman" panose="02020603050405020304" pitchFamily="18" charset="0"/>
              </a:rPr>
              <a:t>là phương pháp ước lượng giá trị bị thiếu dựa trên xu hướng của </a:t>
            </a:r>
            <a:r>
              <a:rPr lang="vi-VN" sz="2400" i="1">
                <a:latin typeface="Times New Roman" panose="02020603050405020304" pitchFamily="18" charset="0"/>
                <a:cs typeface="Times New Roman" panose="02020603050405020304" pitchFamily="18" charset="0"/>
              </a:rPr>
              <a:t>các điểm dữ liệu lân cận</a:t>
            </a:r>
            <a:r>
              <a:rPr lang="vi-VN" sz="2400">
                <a:latin typeface="Times New Roman" panose="02020603050405020304" pitchFamily="18" charset="0"/>
                <a:cs typeface="Times New Roman" panose="02020603050405020304" pitchFamily="18" charset="0"/>
              </a:rPr>
              <a:t>.</a:t>
            </a:r>
            <a:endParaRPr lang="en-US" sz="24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Các cách nội suy:</a:t>
            </a:r>
          </a:p>
          <a:p>
            <a:pPr marL="1714500" lvl="3" indent="-4572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Nội suy tuyến tính: </a:t>
            </a:r>
            <a:r>
              <a:rPr lang="vi-VN" sz="2400">
                <a:latin typeface="Times New Roman" panose="02020603050405020304" pitchFamily="18" charset="0"/>
                <a:cs typeface="Times New Roman" panose="02020603050405020304" pitchFamily="18" charset="0"/>
              </a:rPr>
              <a:t>chia đều toàn bộ khoảng</a:t>
            </a:r>
            <a:r>
              <a:rPr lang="en-US" sz="2400">
                <a:latin typeface="Times New Roman" panose="02020603050405020304" pitchFamily="18" charset="0"/>
                <a:cs typeface="Times New Roman" panose="02020603050405020304" pitchFamily="18" charset="0"/>
              </a:rPr>
              <a:t> của</a:t>
            </a:r>
            <a:r>
              <a:rPr lang="vi-VN" sz="2400">
                <a:latin typeface="Times New Roman" panose="02020603050405020304" pitchFamily="18" charset="0"/>
                <a:cs typeface="Times New Roman" panose="02020603050405020304" pitchFamily="18" charset="0"/>
              </a:rPr>
              <a:t> nhiều điểm thiếu liên tiếp.</a:t>
            </a:r>
            <a:r>
              <a:rPr lang="en-US" sz="2400">
                <a:latin typeface="Times New Roman" panose="02020603050405020304" pitchFamily="18" charset="0"/>
                <a:cs typeface="Times New Roman" panose="02020603050405020304" pitchFamily="18" charset="0"/>
              </a:rPr>
              <a:t> Nên dùng khi x</a:t>
            </a:r>
            <a:r>
              <a:rPr lang="vi-VN" sz="2400">
                <a:latin typeface="Times New Roman" panose="02020603050405020304" pitchFamily="18" charset="0"/>
                <a:cs typeface="Times New Roman" panose="02020603050405020304" pitchFamily="18" charset="0"/>
              </a:rPr>
              <a:t>u hướng thay đổi đều</a:t>
            </a:r>
            <a:r>
              <a:rPr lang="en-US" sz="2400">
                <a:latin typeface="Times New Roman" panose="02020603050405020304" pitchFamily="18" charset="0"/>
                <a:cs typeface="Times New Roman" panose="02020603050405020304" pitchFamily="18" charset="0"/>
              </a:rPr>
              <a:t>, k</a:t>
            </a:r>
            <a:r>
              <a:rPr lang="vi-VN" sz="2400">
                <a:latin typeface="Times New Roman" panose="02020603050405020304" pitchFamily="18" charset="0"/>
                <a:cs typeface="Times New Roman" panose="02020603050405020304" pitchFamily="18" charset="0"/>
              </a:rPr>
              <a:t>hông có biên độ biến thiên đột ngột.</a:t>
            </a:r>
            <a:endParaRPr lang="en-US" sz="2400">
              <a:latin typeface="Times New Roman" panose="02020603050405020304" pitchFamily="18" charset="0"/>
              <a:cs typeface="Times New Roman" panose="02020603050405020304" pitchFamily="18" charset="0"/>
            </a:endParaRPr>
          </a:p>
          <a:p>
            <a:pPr marL="1714500" lvl="3" indent="-4572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Nội suy bậc cao (bậc ba là phổ biến nhất) </a:t>
            </a:r>
            <a:r>
              <a:rPr lang="vi-VN" sz="2400">
                <a:latin typeface="Times New Roman" panose="02020603050405020304" pitchFamily="18" charset="0"/>
                <a:cs typeface="Times New Roman" panose="02020603050405020304" pitchFamily="18" charset="0"/>
              </a:rPr>
              <a:t>cố gắng giữ độ cong của đường tại các đoạn.</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G</a:t>
            </a:r>
            <a:r>
              <a:rPr lang="en-US" sz="2400">
                <a:latin typeface="Times New Roman" panose="02020603050405020304" pitchFamily="18" charset="0"/>
                <a:cs typeface="Times New Roman" panose="02020603050405020304" pitchFamily="18" charset="0"/>
              </a:rPr>
              <a:t>iúp g</a:t>
            </a:r>
            <a:r>
              <a:rPr lang="vi-VN" sz="2400">
                <a:latin typeface="Times New Roman" panose="02020603050405020304" pitchFamily="18" charset="0"/>
                <a:cs typeface="Times New Roman" panose="02020603050405020304" pitchFamily="18" charset="0"/>
              </a:rPr>
              <a:t>iữ được hình dạng tín hiệu tốt hơn</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Mượt hơn tuyến tính</a:t>
            </a:r>
            <a:r>
              <a:rPr lang="en-US" sz="2400">
                <a:latin typeface="Times New Roman" panose="02020603050405020304" pitchFamily="18" charset="0"/>
                <a:cs typeface="Times New Roman" panose="02020603050405020304" pitchFamily="18" charset="0"/>
              </a:rPr>
              <a:t> - </a:t>
            </a:r>
            <a:r>
              <a:rPr lang="vi-VN" sz="2400">
                <a:latin typeface="Times New Roman" panose="02020603050405020304" pitchFamily="18" charset="0"/>
                <a:cs typeface="Times New Roman" panose="02020603050405020304" pitchFamily="18" charset="0"/>
              </a:rPr>
              <a:t>Không gây gãy khúc</a:t>
            </a:r>
            <a:r>
              <a:rPr lang="en-US" sz="2400">
                <a:latin typeface="Times New Roman" panose="02020603050405020304" pitchFamily="18" charset="0"/>
                <a:cs typeface="Times New Roman" panose="02020603050405020304" pitchFamily="18" charset="0"/>
              </a:rPr>
              <a:t>)</a:t>
            </a:r>
            <a:r>
              <a:rPr lang="vi-VN" sz="2400">
                <a:latin typeface="Times New Roman" panose="02020603050405020304" pitchFamily="18" charset="0"/>
                <a:cs typeface="Times New Roman" panose="02020603050405020304" pitchFamily="18" charset="0"/>
              </a:rPr>
              <a:t>.</a:t>
            </a: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10046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8BD31-7409-CD11-F2A3-95684F1F8AA5}"/>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5DCD5E4-CE44-A4DC-AA38-1A0D64346F46}"/>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C432414A-917A-27FB-385A-8B2F761229CC}"/>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Xử lý dữ liệu bị thiếu </a:t>
                </a:r>
                <a:r>
                  <a:rPr lang="en-US" sz="2800">
                    <a:latin typeface="Times New Roman" panose="02020603050405020304" pitchFamily="18" charset="0"/>
                    <a:cs typeface="Times New Roman" panose="02020603050405020304" pitchFamily="18" charset="0"/>
                  </a:rPr>
                  <a:t>(Handling Missing Data)</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số cách cụ thể để điền số vào các giá trị còn thiếu:</a:t>
                </a:r>
              </a:p>
              <a:p>
                <a:pPr marL="1257300" lvl="2" indent="-3429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Nội suy tuyến tính</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(Linear Interpolation) – đơn giản và thông dụng nhất</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Ý tưởng: giá trị tại thời điểm bị thiếu là điểm nằm trên đoạn thẳng nối trước và sau.</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Giả sử:</a:t>
                </a:r>
              </a:p>
              <a:p>
                <a:pPr lvl="4"/>
                <a:r>
                  <a:rPr lang="vi-VN" sz="2400">
                    <a:latin typeface="Times New Roman" panose="02020603050405020304" pitchFamily="18" charset="0"/>
                    <a:cs typeface="Times New Roman" panose="02020603050405020304" pitchFamily="18" charset="0"/>
                  </a:rPr>
                  <a:t>Tại thời điểm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𝑡</m:t>
                        </m:r>
                      </m:e>
                      <m:sub>
                        <m:r>
                          <a:rPr lang="ar-AE" sz="2400">
                            <a:latin typeface="Cambria Math" panose="02040503050406030204" pitchFamily="18" charset="0"/>
                          </a:rPr>
                          <m:t>1</m:t>
                        </m:r>
                      </m:sub>
                    </m:sSub>
                  </m:oMath>
                </a14:m>
                <a:r>
                  <a:rPr lang="ar-AE"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giá trị là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a:latin typeface="Cambria Math" panose="02040503050406030204" pitchFamily="18" charset="0"/>
                          </a:rPr>
                          <m:t>1</m:t>
                        </m:r>
                      </m:sub>
                    </m:sSub>
                  </m:oMath>
                </a14:m>
                <a:endParaRPr lang="ar-AE" sz="2400">
                  <a:latin typeface="Times New Roman" panose="02020603050405020304" pitchFamily="18" charset="0"/>
                  <a:cs typeface="Times New Roman" panose="02020603050405020304" pitchFamily="18" charset="0"/>
                </a:endParaRPr>
              </a:p>
              <a:p>
                <a:pPr lvl="4"/>
                <a:r>
                  <a:rPr lang="vi-VN" sz="2400">
                    <a:latin typeface="Times New Roman" panose="02020603050405020304" pitchFamily="18" charset="0"/>
                    <a:cs typeface="Times New Roman" panose="02020603050405020304" pitchFamily="18" charset="0"/>
                  </a:rPr>
                  <a:t>Tại thời điểm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𝑡</m:t>
                        </m:r>
                      </m:e>
                      <m:sub>
                        <m:r>
                          <a:rPr lang="ar-AE" sz="2400">
                            <a:latin typeface="Cambria Math" panose="02040503050406030204" pitchFamily="18" charset="0"/>
                          </a:rPr>
                          <m:t>2</m:t>
                        </m:r>
                      </m:sub>
                    </m:sSub>
                  </m:oMath>
                </a14:m>
                <a:r>
                  <a:rPr lang="ar-AE"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giá trị là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a:latin typeface="Cambria Math" panose="02040503050406030204" pitchFamily="18" charset="0"/>
                          </a:rPr>
                          <m:t>2</m:t>
                        </m:r>
                      </m:sub>
                    </m:sSub>
                  </m:oMath>
                </a14:m>
                <a:endParaRPr lang="ar-AE" sz="2400">
                  <a:latin typeface="Times New Roman" panose="02020603050405020304" pitchFamily="18" charset="0"/>
                  <a:cs typeface="Times New Roman" panose="02020603050405020304" pitchFamily="18" charset="0"/>
                </a:endParaRPr>
              </a:p>
              <a:p>
                <a:pPr lvl="4"/>
                <a:r>
                  <a:rPr lang="vi-VN" sz="2400">
                    <a:latin typeface="Times New Roman" panose="02020603050405020304" pitchFamily="18" charset="0"/>
                    <a:cs typeface="Times New Roman" panose="02020603050405020304" pitchFamily="18" charset="0"/>
                  </a:rPr>
                  <a:t>Nếu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oMath>
                </a14:m>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thiếu </a:t>
                </a:r>
                <a:r>
                  <a:rPr lang="en-US" sz="2400">
                    <a:latin typeface="Times New Roman" panose="02020603050405020304" pitchFamily="18" charset="0"/>
                    <a:cs typeface="Times New Roman" panose="02020603050405020304" pitchFamily="18" charset="0"/>
                  </a:rPr>
                  <a:t>với </a:t>
                </a:r>
                <a14:m>
                  <m:oMath xmlns:m="http://schemas.openxmlformats.org/officeDocument/2006/math">
                    <m:r>
                      <a:rPr lang="vi-VN" sz="2400" i="1">
                        <a:latin typeface="Cambria Math" panose="02040503050406030204" pitchFamily="18" charset="0"/>
                      </a:rPr>
                      <m:t>𝑡</m:t>
                    </m:r>
                  </m:oMath>
                </a14:m>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nằm giữa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𝑡</m:t>
                        </m:r>
                      </m:e>
                      <m:sub>
                        <m:r>
                          <a:rPr lang="ar-AE" sz="2400">
                            <a:latin typeface="Cambria Math" panose="02040503050406030204" pitchFamily="18" charset="0"/>
                          </a:rPr>
                          <m:t>1</m:t>
                        </m:r>
                      </m:sub>
                    </m:sSub>
                  </m:oMath>
                </a14:m>
                <a:r>
                  <a:rPr lang="vi-VN" sz="2400">
                    <a:latin typeface="Times New Roman" panose="02020603050405020304" pitchFamily="18" charset="0"/>
                    <a:cs typeface="Times New Roman" panose="02020603050405020304" pitchFamily="18" charset="0"/>
                  </a:rPr>
                  <a:t>và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𝑡</m:t>
                        </m:r>
                      </m:e>
                      <m:sub>
                        <m:r>
                          <a:rPr lang="ar-AE" sz="2400">
                            <a:latin typeface="Cambria Math" panose="02040503050406030204" pitchFamily="18" charset="0"/>
                          </a:rPr>
                          <m:t>2</m:t>
                        </m:r>
                      </m:sub>
                    </m:sSub>
                  </m:oMath>
                </a14:m>
                <a:r>
                  <a:rPr lang="en-US" sz="2400">
                    <a:latin typeface="Times New Roman" panose="02020603050405020304" pitchFamily="18" charset="0"/>
                    <a:cs typeface="Times New Roman" panose="02020603050405020304" pitchFamily="18" charset="0"/>
                  </a:rPr>
                  <a:t>, sử dụng ước lượng</a:t>
                </a:r>
                <a:endParaRPr lang="vi-VN" sz="240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acc>
                        <m:accPr>
                          <m:chr m:val="̂"/>
                          <m:ctrlPr>
                            <a:rPr lang="ar-AE" i="1">
                              <a:latin typeface="Cambria Math" panose="02040503050406030204" pitchFamily="18" charset="0"/>
                            </a:rPr>
                          </m:ctrlPr>
                        </m:accPr>
                        <m:e>
                          <m:r>
                            <a:rPr lang="ar-AE" i="1">
                              <a:latin typeface="Cambria Math" panose="02040503050406030204" pitchFamily="18" charset="0"/>
                            </a:rPr>
                            <m:t>𝑥</m:t>
                          </m:r>
                        </m:e>
                      </m:acc>
                      <m:d>
                        <m:dPr>
                          <m:ctrlPr>
                            <a:rPr lang="ar-AE" i="1">
                              <a:latin typeface="Cambria Math" panose="02040503050406030204" pitchFamily="18" charset="0"/>
                            </a:rPr>
                          </m:ctrlPr>
                        </m:dPr>
                        <m:e>
                          <m:r>
                            <a:rPr lang="ar-AE" i="1">
                              <a:latin typeface="Cambria Math" panose="02040503050406030204" pitchFamily="18" charset="0"/>
                            </a:rPr>
                            <m:t>𝑡</m:t>
                          </m:r>
                        </m:e>
                      </m:d>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f>
                        <m:fPr>
                          <m:ctrlPr>
                            <a:rPr lang="ar-AE" i="1">
                              <a:latin typeface="Cambria Math" panose="02040503050406030204" pitchFamily="18" charset="0"/>
                            </a:rPr>
                          </m:ctrlPr>
                        </m:fPr>
                        <m:num>
                          <m:d>
                            <m:dPr>
                              <m:ctrlPr>
                                <a:rPr lang="ar-AE" i="1">
                                  <a:latin typeface="Cambria Math" panose="02040503050406030204" pitchFamily="18" charset="0"/>
                                </a:rPr>
                              </m:ctrlPr>
                            </m:dPr>
                            <m:e>
                              <m:r>
                                <a:rPr lang="ar-AE" i="1">
                                  <a:latin typeface="Cambria Math" panose="02040503050406030204" pitchFamily="18" charset="0"/>
                                </a:rPr>
                                <m:t>𝑡</m:t>
                              </m:r>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1</m:t>
                                  </m:r>
                                </m:sub>
                              </m:sSub>
                            </m:e>
                          </m:d>
                        </m:num>
                        <m:den>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2</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𝑡</m:t>
                                  </m:r>
                                </m:e>
                                <m:sub>
                                  <m:r>
                                    <a:rPr lang="ar-AE">
                                      <a:latin typeface="Cambria Math" panose="02040503050406030204" pitchFamily="18" charset="0"/>
                                    </a:rPr>
                                    <m:t>1</m:t>
                                  </m:r>
                                </m:sub>
                              </m:sSub>
                            </m:e>
                          </m:d>
                        </m:den>
                      </m:f>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r>
                            <a:rPr lang="ar-AE">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e>
                      </m:d>
                    </m:oMath>
                  </m:oMathPara>
                </a14:m>
                <a:endParaRPr lang="ar-AE"/>
              </a:p>
            </p:txBody>
          </p:sp>
        </mc:Choice>
        <mc:Fallback xmlns="">
          <p:sp>
            <p:nvSpPr>
              <p:cNvPr id="31747" name="Rectangle 3">
                <a:extLst>
                  <a:ext uri="{FF2B5EF4-FFF2-40B4-BE49-F238E27FC236}">
                    <a16:creationId xmlns:a16="http://schemas.microsoft.com/office/drawing/2014/main" id="{C432414A-917A-27FB-385A-8B2F761229CC}"/>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93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7814046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CD5EB0-BFB8-0841-A318-C13D7249855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F62FF89-AA72-74BA-8195-C4B88FAECD4C}"/>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86739A0D-3BF2-CE0E-CF2B-6342573D7CA9}"/>
                  </a:ext>
                </a:extLst>
              </p:cNvPr>
              <p:cNvSpPr>
                <a:spLocks noChangeArrowheads="1"/>
              </p:cNvSpPr>
              <p:nvPr/>
            </p:nvSpPr>
            <p:spPr bwMode="auto">
              <a:xfrm>
                <a:off x="9525"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Xử lý dữ liệu bị thiếu </a:t>
                </a:r>
                <a:r>
                  <a:rPr lang="en-US" sz="2800">
                    <a:latin typeface="Times New Roman" panose="02020603050405020304" pitchFamily="18" charset="0"/>
                    <a:cs typeface="Times New Roman" panose="02020603050405020304" pitchFamily="18" charset="0"/>
                  </a:rPr>
                  <a:t>(Handling Missing Data)</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số cách cụ thể để điền số vào các giá trị còn thiếu:</a:t>
                </a:r>
              </a:p>
              <a:p>
                <a:pPr marL="1257300" lvl="2" indent="-3429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Nội suy tuyến tính</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(Linear Interpolation)</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Ví dụ</a:t>
                </a:r>
              </a:p>
              <a:p>
                <a:pPr marL="1714500" lvl="3" indent="-342900">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a:p>
                <a:pPr lvl="4"/>
                <a:r>
                  <a:rPr lang="vi-VN" sz="2400">
                    <a:latin typeface="Times New Roman" panose="02020603050405020304" pitchFamily="18" charset="0"/>
                    <a:cs typeface="Times New Roman" panose="02020603050405020304" pitchFamily="18" charset="0"/>
                  </a:rPr>
                  <a:t>Đoạn mất từ t</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2 đến t</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3.</a:t>
                </a:r>
              </a:p>
              <a:p>
                <a:pPr lvl="4"/>
                <a:r>
                  <a:rPr lang="en-US" sz="2400" b="1">
                    <a:latin typeface="Times New Roman" panose="02020603050405020304" pitchFamily="18" charset="0"/>
                    <a:cs typeface="Times New Roman" panose="02020603050405020304" pitchFamily="18" charset="0"/>
                  </a:rPr>
                  <a:t>H</a:t>
                </a:r>
                <a:r>
                  <a:rPr lang="vi-VN" sz="2400" b="1">
                    <a:latin typeface="Times New Roman" panose="02020603050405020304" pitchFamily="18" charset="0"/>
                    <a:cs typeface="Times New Roman" panose="02020603050405020304" pitchFamily="18" charset="0"/>
                  </a:rPr>
                  <a:t>ai điểm biên</a:t>
                </a:r>
                <a:r>
                  <a:rPr lang="en-US" sz="2400" b="1">
                    <a:latin typeface="Times New Roman" panose="02020603050405020304" pitchFamily="18" charset="0"/>
                    <a:cs typeface="Times New Roman" panose="02020603050405020304" pitchFamily="18" charset="0"/>
                  </a:rPr>
                  <a:t> </a:t>
                </a:r>
                <a14:m>
                  <m:oMath xmlns:m="http://schemas.openxmlformats.org/officeDocument/2006/math">
                    <m:r>
                      <a:rPr lang="en-US" sz="2400" b="1" i="0" smtClean="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𝑡</m:t>
                        </m:r>
                      </m:e>
                      <m:sub>
                        <m:r>
                          <a:rPr lang="ar-AE" sz="2400">
                            <a:latin typeface="Cambria Math" panose="02040503050406030204" pitchFamily="18" charset="0"/>
                          </a:rPr>
                          <m:t>1</m:t>
                        </m:r>
                      </m:sub>
                    </m:sSub>
                    <m:r>
                      <a:rPr lang="ar-AE" sz="2400">
                        <a:latin typeface="Cambria Math" panose="02040503050406030204" pitchFamily="18" charset="0"/>
                      </a:rPr>
                      <m:t>=1,</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a:latin typeface="Cambria Math" panose="02040503050406030204" pitchFamily="18" charset="0"/>
                          </a:rPr>
                          <m:t>1</m:t>
                        </m:r>
                      </m:sub>
                    </m:sSub>
                    <m:r>
                      <a:rPr lang="ar-AE" sz="2400">
                        <a:latin typeface="Cambria Math" panose="02040503050406030204" pitchFamily="18" charset="0"/>
                      </a:rPr>
                      <m:t>=10</m:t>
                    </m:r>
                  </m:oMath>
                </a14:m>
                <a:r>
                  <a:rPr lang="en-US" sz="2400">
                    <a:latin typeface="Times New Roman" panose="02020603050405020304" pitchFamily="18" charset="0"/>
                    <a:cs typeface="Times New Roman" panose="02020603050405020304" pitchFamily="18" charset="0"/>
                  </a:rPr>
                  <a:t>), </a:t>
                </a:r>
                <a14:m>
                  <m:oMath xmlns:m="http://schemas.openxmlformats.org/officeDocument/2006/math">
                    <m:r>
                      <a:rPr lang="en-US" sz="2400" b="0" i="0" smtClean="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𝑡</m:t>
                        </m:r>
                      </m:e>
                      <m:sub>
                        <m:r>
                          <a:rPr lang="ar-AE" sz="2400">
                            <a:latin typeface="Cambria Math" panose="02040503050406030204" pitchFamily="18" charset="0"/>
                          </a:rPr>
                          <m:t>2</m:t>
                        </m:r>
                      </m:sub>
                    </m:sSub>
                    <m:r>
                      <a:rPr lang="ar-AE" sz="2400">
                        <a:latin typeface="Cambria Math" panose="02040503050406030204" pitchFamily="18" charset="0"/>
                      </a:rPr>
                      <m:t>=4,</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a:latin typeface="Cambria Math" panose="02040503050406030204" pitchFamily="18" charset="0"/>
                          </a:rPr>
                          <m:t>2</m:t>
                        </m:r>
                      </m:sub>
                    </m:sSub>
                    <m:r>
                      <a:rPr lang="ar-AE" sz="2400">
                        <a:latin typeface="Cambria Math" panose="02040503050406030204" pitchFamily="18" charset="0"/>
                      </a:rPr>
                      <m:t>=16</m:t>
                    </m:r>
                  </m:oMath>
                </a14:m>
                <a:r>
                  <a:rPr lang="en-US" sz="2400">
                    <a:latin typeface="Times New Roman" panose="02020603050405020304" pitchFamily="18" charset="0"/>
                    <a:cs typeface="Times New Roman" panose="02020603050405020304" pitchFamily="18" charset="0"/>
                  </a:rPr>
                  <a:t>)</a:t>
                </a:r>
                <a:endParaRPr lang="ar-AE" sz="2400">
                  <a:latin typeface="Times New Roman" panose="02020603050405020304" pitchFamily="18" charset="0"/>
                  <a:cs typeface="Times New Roman" panose="02020603050405020304" pitchFamily="18" charset="0"/>
                </a:endParaRPr>
              </a:p>
              <a:p>
                <a:pPr lvl="4"/>
                <a:r>
                  <a:rPr lang="vi-VN" sz="2400">
                    <a:latin typeface="Times New Roman" panose="02020603050405020304" pitchFamily="18" charset="0"/>
                    <a:cs typeface="Times New Roman" panose="02020603050405020304" pitchFamily="18" charset="0"/>
                  </a:rPr>
                  <a:t>Khoảng cách:</a:t>
                </a:r>
                <a:r>
                  <a:rPr lang="en-US" sz="2400">
                    <a:latin typeface="Times New Roman" panose="02020603050405020304" pitchFamily="18" charset="0"/>
                    <a:cs typeface="Times New Roman" panose="02020603050405020304" pitchFamily="18" charset="0"/>
                  </a:rPr>
                  <a:t>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𝑡</m:t>
                        </m:r>
                      </m:e>
                      <m:sub>
                        <m:r>
                          <a:rPr lang="ar-AE" sz="2400">
                            <a:latin typeface="Cambria Math" panose="02040503050406030204" pitchFamily="18" charset="0"/>
                          </a:rPr>
                          <m:t>2</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𝑡</m:t>
                        </m:r>
                      </m:e>
                      <m:sub>
                        <m:r>
                          <a:rPr lang="ar-AE" sz="2400">
                            <a:latin typeface="Cambria Math" panose="02040503050406030204" pitchFamily="18" charset="0"/>
                          </a:rPr>
                          <m:t>1</m:t>
                        </m:r>
                      </m:sub>
                    </m:sSub>
                    <m:r>
                      <a:rPr lang="ar-AE" sz="2400">
                        <a:latin typeface="Cambria Math" panose="02040503050406030204" pitchFamily="18" charset="0"/>
                      </a:rPr>
                      <m:t>=3</m:t>
                    </m:r>
                  </m:oMath>
                </a14:m>
                <a:endParaRPr lang="ar-AE" sz="2400">
                  <a:latin typeface="Times New Roman" panose="02020603050405020304" pitchFamily="18" charset="0"/>
                  <a:cs typeface="Times New Roman" panose="02020603050405020304" pitchFamily="18" charset="0"/>
                </a:endParaRPr>
              </a:p>
              <a:p>
                <a:pPr lvl="3"/>
                <a:r>
                  <a:rPr lang="en-US" sz="2400"/>
                  <a:t>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a:latin typeface="Cambria Math" panose="02040503050406030204" pitchFamily="18" charset="0"/>
                          </a:rPr>
                          <m:t>2</m:t>
                        </m:r>
                      </m:sub>
                    </m:sSub>
                    <m:r>
                      <a:rPr lang="ar-AE" sz="2400">
                        <a:latin typeface="Cambria Math" panose="02040503050406030204" pitchFamily="18" charset="0"/>
                      </a:rPr>
                      <m:t>=10+</m:t>
                    </m:r>
                    <m:f>
                      <m:fPr>
                        <m:ctrlPr>
                          <a:rPr lang="ar-AE" sz="2400" i="1">
                            <a:latin typeface="Cambria Math" panose="02040503050406030204" pitchFamily="18" charset="0"/>
                          </a:rPr>
                        </m:ctrlPr>
                      </m:fPr>
                      <m:num>
                        <m:r>
                          <a:rPr lang="ar-AE" sz="2400">
                            <a:latin typeface="Cambria Math" panose="02040503050406030204" pitchFamily="18" charset="0"/>
                          </a:rPr>
                          <m:t>1</m:t>
                        </m:r>
                      </m:num>
                      <m:den>
                        <m:r>
                          <a:rPr lang="ar-AE" sz="2400">
                            <a:latin typeface="Cambria Math" panose="02040503050406030204" pitchFamily="18" charset="0"/>
                          </a:rPr>
                          <m:t>3</m:t>
                        </m:r>
                      </m:den>
                    </m:f>
                    <m:d>
                      <m:dPr>
                        <m:ctrlPr>
                          <a:rPr lang="ar-AE" sz="2400" i="1">
                            <a:latin typeface="Cambria Math" panose="02040503050406030204" pitchFamily="18" charset="0"/>
                          </a:rPr>
                        </m:ctrlPr>
                      </m:dPr>
                      <m:e>
                        <m:r>
                          <a:rPr lang="ar-AE" sz="2400">
                            <a:latin typeface="Cambria Math" panose="02040503050406030204" pitchFamily="18" charset="0"/>
                          </a:rPr>
                          <m:t>16−10</m:t>
                        </m:r>
                      </m:e>
                    </m:d>
                    <m:r>
                      <a:rPr lang="ar-AE" sz="2400">
                        <a:latin typeface="Cambria Math" panose="02040503050406030204" pitchFamily="18" charset="0"/>
                      </a:rPr>
                      <m:t>=10+2=12</m:t>
                    </m:r>
                  </m:oMath>
                </a14:m>
                <a:endParaRPr lang="ar-AE" sz="2400">
                  <a:latin typeface="Times New Roman" panose="02020603050405020304" pitchFamily="18" charset="0"/>
                  <a:cs typeface="Times New Roman" panose="02020603050405020304" pitchFamily="18" charset="0"/>
                </a:endParaRPr>
              </a:p>
              <a:p>
                <a:pPr lvl="3"/>
                <a:r>
                  <a:rPr lang="en-US" sz="2400"/>
                  <a:t>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a:latin typeface="Cambria Math" panose="02040503050406030204" pitchFamily="18" charset="0"/>
                          </a:rPr>
                          <m:t>3</m:t>
                        </m:r>
                      </m:sub>
                    </m:sSub>
                    <m:r>
                      <a:rPr lang="ar-AE" sz="2400">
                        <a:latin typeface="Cambria Math" panose="02040503050406030204" pitchFamily="18" charset="0"/>
                      </a:rPr>
                      <m:t>=10+</m:t>
                    </m:r>
                    <m:f>
                      <m:fPr>
                        <m:ctrlPr>
                          <a:rPr lang="ar-AE" sz="2400" i="1">
                            <a:latin typeface="Cambria Math" panose="02040503050406030204" pitchFamily="18" charset="0"/>
                          </a:rPr>
                        </m:ctrlPr>
                      </m:fPr>
                      <m:num>
                        <m:r>
                          <a:rPr lang="ar-AE" sz="2400">
                            <a:latin typeface="Cambria Math" panose="02040503050406030204" pitchFamily="18" charset="0"/>
                          </a:rPr>
                          <m:t>2</m:t>
                        </m:r>
                      </m:num>
                      <m:den>
                        <m:r>
                          <a:rPr lang="ar-AE" sz="2400">
                            <a:latin typeface="Cambria Math" panose="02040503050406030204" pitchFamily="18" charset="0"/>
                          </a:rPr>
                          <m:t>3</m:t>
                        </m:r>
                      </m:den>
                    </m:f>
                    <m:d>
                      <m:dPr>
                        <m:ctrlPr>
                          <a:rPr lang="ar-AE" sz="2400" i="1">
                            <a:latin typeface="Cambria Math" panose="02040503050406030204" pitchFamily="18" charset="0"/>
                          </a:rPr>
                        </m:ctrlPr>
                      </m:dPr>
                      <m:e>
                        <m:r>
                          <a:rPr lang="ar-AE" sz="2400">
                            <a:latin typeface="Cambria Math" panose="02040503050406030204" pitchFamily="18" charset="0"/>
                          </a:rPr>
                          <m:t>16−10</m:t>
                        </m:r>
                      </m:e>
                    </m:d>
                    <m:r>
                      <a:rPr lang="ar-AE" sz="2400">
                        <a:latin typeface="Cambria Math" panose="02040503050406030204" pitchFamily="18" charset="0"/>
                      </a:rPr>
                      <m:t>=10+4=14</m:t>
                    </m:r>
                  </m:oMath>
                </a14:m>
                <a:endParaRPr lang="ar-AE" sz="2400">
                  <a:latin typeface="Times New Roman" panose="02020603050405020304" pitchFamily="18" charset="0"/>
                  <a:cs typeface="Times New Roman" panose="02020603050405020304" pitchFamily="18" charset="0"/>
                </a:endParaRPr>
              </a:p>
              <a:p>
                <a:pPr marL="1371600" lvl="3" indent="0"/>
                <a:endParaRPr lang="ar-AE"/>
              </a:p>
            </p:txBody>
          </p:sp>
        </mc:Choice>
        <mc:Fallback xmlns="">
          <p:sp>
            <p:nvSpPr>
              <p:cNvPr id="31747" name="Rectangle 3">
                <a:extLst>
                  <a:ext uri="{FF2B5EF4-FFF2-40B4-BE49-F238E27FC236}">
                    <a16:creationId xmlns:a16="http://schemas.microsoft.com/office/drawing/2014/main" id="{86739A0D-3BF2-CE0E-CF2B-6342573D7CA9}"/>
                  </a:ext>
                </a:extLst>
              </p:cNvPr>
              <p:cNvSpPr>
                <a:spLocks noRot="1" noChangeAspect="1" noMove="1" noResize="1" noEditPoints="1" noAdjustHandles="1" noChangeArrowheads="1" noChangeShapeType="1" noTextEdit="1"/>
              </p:cNvSpPr>
              <p:nvPr/>
            </p:nvSpPr>
            <p:spPr bwMode="auto">
              <a:xfrm>
                <a:off x="9525" y="1219200"/>
                <a:ext cx="9124950" cy="4953000"/>
              </a:xfrm>
              <a:prstGeom prst="rect">
                <a:avLst/>
              </a:prstGeom>
              <a:blipFill>
                <a:blip r:embed="rId3"/>
                <a:stretch>
                  <a:fillRect l="-1203" t="-123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graphicFrame>
        <p:nvGraphicFramePr>
          <p:cNvPr id="2" name="Table 1">
            <a:extLst>
              <a:ext uri="{FF2B5EF4-FFF2-40B4-BE49-F238E27FC236}">
                <a16:creationId xmlns:a16="http://schemas.microsoft.com/office/drawing/2014/main" id="{9632412B-ACAB-CCEB-655D-F2FF2A28822E}"/>
              </a:ext>
            </a:extLst>
          </p:cNvPr>
          <p:cNvGraphicFramePr>
            <a:graphicFrameLocks noGrp="1"/>
          </p:cNvGraphicFramePr>
          <p:nvPr>
            <p:extLst>
              <p:ext uri="{D42A27DB-BD31-4B8C-83A1-F6EECF244321}">
                <p14:modId xmlns:p14="http://schemas.microsoft.com/office/powerpoint/2010/main" val="3197881732"/>
              </p:ext>
            </p:extLst>
          </p:nvPr>
        </p:nvGraphicFramePr>
        <p:xfrm>
          <a:off x="1828800" y="2895600"/>
          <a:ext cx="7048500" cy="914400"/>
        </p:xfrm>
        <a:graphic>
          <a:graphicData uri="http://schemas.openxmlformats.org/drawingml/2006/table">
            <a:tbl>
              <a:tblPr/>
              <a:tblGrid>
                <a:gridCol w="1174750">
                  <a:extLst>
                    <a:ext uri="{9D8B030D-6E8A-4147-A177-3AD203B41FA5}">
                      <a16:colId xmlns:a16="http://schemas.microsoft.com/office/drawing/2014/main" val="4084643850"/>
                    </a:ext>
                  </a:extLst>
                </a:gridCol>
                <a:gridCol w="1174750">
                  <a:extLst>
                    <a:ext uri="{9D8B030D-6E8A-4147-A177-3AD203B41FA5}">
                      <a16:colId xmlns:a16="http://schemas.microsoft.com/office/drawing/2014/main" val="3180162651"/>
                    </a:ext>
                  </a:extLst>
                </a:gridCol>
                <a:gridCol w="1174750">
                  <a:extLst>
                    <a:ext uri="{9D8B030D-6E8A-4147-A177-3AD203B41FA5}">
                      <a16:colId xmlns:a16="http://schemas.microsoft.com/office/drawing/2014/main" val="114247212"/>
                    </a:ext>
                  </a:extLst>
                </a:gridCol>
                <a:gridCol w="1174750">
                  <a:extLst>
                    <a:ext uri="{9D8B030D-6E8A-4147-A177-3AD203B41FA5}">
                      <a16:colId xmlns:a16="http://schemas.microsoft.com/office/drawing/2014/main" val="1677770247"/>
                    </a:ext>
                  </a:extLst>
                </a:gridCol>
                <a:gridCol w="1174750">
                  <a:extLst>
                    <a:ext uri="{9D8B030D-6E8A-4147-A177-3AD203B41FA5}">
                      <a16:colId xmlns:a16="http://schemas.microsoft.com/office/drawing/2014/main" val="2835800576"/>
                    </a:ext>
                  </a:extLst>
                </a:gridCol>
                <a:gridCol w="1174750">
                  <a:extLst>
                    <a:ext uri="{9D8B030D-6E8A-4147-A177-3AD203B41FA5}">
                      <a16:colId xmlns:a16="http://schemas.microsoft.com/office/drawing/2014/main" val="4236121643"/>
                    </a:ext>
                  </a:extLst>
                </a:gridCol>
              </a:tblGrid>
              <a:tr h="0">
                <a:tc>
                  <a:txBody>
                    <a:bodyPr/>
                    <a:lstStyle/>
                    <a:p>
                      <a:pPr>
                        <a:buNone/>
                      </a:pPr>
                      <a:r>
                        <a:rPr lang="en-US" sz="2400">
                          <a:latin typeface="Times New Roman" panose="02020603050405020304" pitchFamily="18" charset="0"/>
                          <a:cs typeface="Times New Roman" panose="02020603050405020304" pitchFamily="18" charset="0"/>
                        </a:rPr>
                        <a:t>t</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2</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3</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4</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5</a:t>
                      </a:r>
                    </a:p>
                  </a:txBody>
                  <a:tcPr anchor="ctr">
                    <a:lnL>
                      <a:noFill/>
                    </a:lnL>
                    <a:lnR>
                      <a:noFill/>
                    </a:lnR>
                    <a:lnT>
                      <a:noFill/>
                    </a:lnT>
                    <a:lnB>
                      <a:noFill/>
                    </a:lnB>
                    <a:noFill/>
                  </a:tcPr>
                </a:tc>
                <a:extLst>
                  <a:ext uri="{0D108BD9-81ED-4DB2-BD59-A6C34878D82A}">
                    <a16:rowId xmlns:a16="http://schemas.microsoft.com/office/drawing/2014/main" val="1473565963"/>
                  </a:ext>
                </a:extLst>
              </a:tr>
              <a:tr h="0">
                <a:tc>
                  <a:txBody>
                    <a:bodyPr/>
                    <a:lstStyle/>
                    <a:p>
                      <a:pPr>
                        <a:buNone/>
                      </a:pPr>
                      <a:r>
                        <a:rPr lang="en-US" sz="2400">
                          <a:latin typeface="Times New Roman" panose="02020603050405020304" pitchFamily="18" charset="0"/>
                          <a:cs typeface="Times New Roman" panose="02020603050405020304" pitchFamily="18" charset="0"/>
                        </a:rPr>
                        <a:t>x</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10</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NaN</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NaN</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16</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20</a:t>
                      </a:r>
                    </a:p>
                  </a:txBody>
                  <a:tcPr anchor="ctr">
                    <a:lnL>
                      <a:noFill/>
                    </a:lnL>
                    <a:lnR>
                      <a:noFill/>
                    </a:lnR>
                    <a:lnT>
                      <a:noFill/>
                    </a:lnT>
                    <a:lnB>
                      <a:noFill/>
                    </a:lnB>
                    <a:noFill/>
                  </a:tcPr>
                </a:tc>
                <a:extLst>
                  <a:ext uri="{0D108BD9-81ED-4DB2-BD59-A6C34878D82A}">
                    <a16:rowId xmlns:a16="http://schemas.microsoft.com/office/drawing/2014/main" val="2813642295"/>
                  </a:ext>
                </a:extLst>
              </a:tr>
            </a:tbl>
          </a:graphicData>
        </a:graphic>
      </p:graphicFrame>
    </p:spTree>
    <p:extLst>
      <p:ext uri="{BB962C8B-B14F-4D97-AF65-F5344CB8AC3E}">
        <p14:creationId xmlns:p14="http://schemas.microsoft.com/office/powerpoint/2010/main" val="6229020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CEB58-13DB-D1AF-4C31-61476ED4662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3EC0AC4-9201-9FAF-5FF0-3F86495F3E6F}"/>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EAF0AEEE-7943-54AB-545A-89B7C04197BA}"/>
              </a:ext>
            </a:extLst>
          </p:cNvPr>
          <p:cNvSpPr>
            <a:spLocks noChangeArrowheads="1"/>
          </p:cNvSpPr>
          <p:nvPr/>
        </p:nvSpPr>
        <p:spPr bwMode="auto">
          <a:xfrm>
            <a:off x="9525"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Xử lý dữ liệu bị thiếu </a:t>
            </a:r>
            <a:r>
              <a:rPr lang="en-US" sz="2800">
                <a:latin typeface="Times New Roman" panose="02020603050405020304" pitchFamily="18" charset="0"/>
                <a:cs typeface="Times New Roman" panose="02020603050405020304" pitchFamily="18" charset="0"/>
              </a:rPr>
              <a:t>(Handling Missing Data)</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số cách cụ thể để điền số vào các giá trị còn thiếu:</a:t>
            </a:r>
          </a:p>
          <a:p>
            <a:pPr marL="1257300" lvl="2" indent="-3429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Nội suy tuyến tính</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(Linear Interpolation)</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Ví dụ</a:t>
            </a:r>
          </a:p>
          <a:p>
            <a:pPr marL="1714500" lvl="3" indent="-342900">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a:p>
            <a:pPr marL="1371600" lvl="3" indent="0"/>
            <a:endParaRPr lang="ar-AE"/>
          </a:p>
        </p:txBody>
      </p:sp>
      <p:pic>
        <p:nvPicPr>
          <p:cNvPr id="4" name="Picture 3">
            <a:extLst>
              <a:ext uri="{FF2B5EF4-FFF2-40B4-BE49-F238E27FC236}">
                <a16:creationId xmlns:a16="http://schemas.microsoft.com/office/drawing/2014/main" id="{9F44F6AE-F16A-D088-1450-06FEE116ED43}"/>
              </a:ext>
            </a:extLst>
          </p:cNvPr>
          <p:cNvPicPr>
            <a:picLocks noChangeAspect="1"/>
          </p:cNvPicPr>
          <p:nvPr/>
        </p:nvPicPr>
        <p:blipFill>
          <a:blip r:embed="rId3"/>
          <a:stretch>
            <a:fillRect/>
          </a:stretch>
        </p:blipFill>
        <p:spPr>
          <a:xfrm>
            <a:off x="2743200" y="2819400"/>
            <a:ext cx="4362450" cy="3838575"/>
          </a:xfrm>
          <a:prstGeom prst="rect">
            <a:avLst/>
          </a:prstGeom>
        </p:spPr>
      </p:pic>
    </p:spTree>
    <p:extLst>
      <p:ext uri="{BB962C8B-B14F-4D97-AF65-F5344CB8AC3E}">
        <p14:creationId xmlns:p14="http://schemas.microsoft.com/office/powerpoint/2010/main" val="35143549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C231E-F326-408A-67F0-002A9A54F99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20CEF65-ADC4-F860-4A6F-C6BD80802C18}"/>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4A884938-3259-5F82-19AC-8378187C4BAE}"/>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Xử lý dữ liệu bị thiếu </a:t>
            </a:r>
            <a:r>
              <a:rPr lang="en-US" sz="2800">
                <a:latin typeface="Times New Roman" panose="02020603050405020304" pitchFamily="18" charset="0"/>
                <a:cs typeface="Times New Roman" panose="02020603050405020304" pitchFamily="18" charset="0"/>
              </a:rPr>
              <a:t>(Handling Missing Data)</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số cách cụ thể để điền số vào các giá trị còn thiếu:</a:t>
            </a:r>
          </a:p>
          <a:p>
            <a:pPr marL="1257300" lvl="2" indent="-4572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Nội suy bậc cao </a:t>
            </a:r>
            <a:r>
              <a:rPr lang="en-US" sz="2400">
                <a:latin typeface="Times New Roman" panose="02020603050405020304" pitchFamily="18" charset="0"/>
                <a:cs typeface="Times New Roman" panose="02020603050405020304" pitchFamily="18" charset="0"/>
              </a:rPr>
              <a:t>(Spline Interpolation) </a:t>
            </a:r>
            <a:r>
              <a:rPr lang="vi-VN" sz="2400">
                <a:latin typeface="Times New Roman" panose="02020603050405020304" pitchFamily="18" charset="0"/>
                <a:cs typeface="Times New Roman" panose="02020603050405020304" pitchFamily="18" charset="0"/>
              </a:rPr>
              <a:t>là phương pháp nội suy dùng các </a:t>
            </a:r>
            <a:r>
              <a:rPr lang="vi-VN" sz="2400" b="1">
                <a:latin typeface="Times New Roman" panose="02020603050405020304" pitchFamily="18" charset="0"/>
                <a:cs typeface="Times New Roman" panose="02020603050405020304" pitchFamily="18" charset="0"/>
              </a:rPr>
              <a:t>đa thức bậc thấp (thường là bậc 3 – cubic)</a:t>
            </a:r>
            <a:r>
              <a:rPr lang="vi-VN" sz="2400">
                <a:latin typeface="Times New Roman" panose="02020603050405020304" pitchFamily="18" charset="0"/>
                <a:cs typeface="Times New Roman" panose="02020603050405020304" pitchFamily="18" charset="0"/>
              </a:rPr>
              <a:t> ghép lại với nhau ở từng đoạn</a:t>
            </a:r>
            <a:endParaRPr lang="en-US"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Ở </a:t>
            </a:r>
            <a:r>
              <a:rPr lang="en-US" sz="2400" b="1">
                <a:latin typeface="Times New Roman" panose="02020603050405020304" pitchFamily="18" charset="0"/>
                <a:cs typeface="Times New Roman" panose="02020603050405020304" pitchFamily="18" charset="0"/>
              </a:rPr>
              <a:t>mỗi đoạn giữa hai điểm</a:t>
            </a:r>
            <a:r>
              <a:rPr lang="en-US" sz="2400">
                <a:latin typeface="Times New Roman" panose="02020603050405020304" pitchFamily="18" charset="0"/>
                <a:cs typeface="Times New Roman" panose="02020603050405020304" pitchFamily="18" charset="0"/>
              </a:rPr>
              <a:t>, xài </a:t>
            </a:r>
            <a:r>
              <a:rPr lang="en-US" sz="2400" i="1">
                <a:latin typeface="Times New Roman" panose="02020603050405020304" pitchFamily="18" charset="0"/>
                <a:cs typeface="Times New Roman" panose="02020603050405020304" pitchFamily="18" charset="0"/>
              </a:rPr>
              <a:t>một đa thức bậc 3 riêng</a:t>
            </a:r>
            <a:endParaRPr lang="en-US"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Các đa thức ghép lại </a:t>
            </a:r>
            <a:r>
              <a:rPr lang="en-US" sz="2400" b="1">
                <a:latin typeface="Times New Roman" panose="02020603050405020304" pitchFamily="18" charset="0"/>
                <a:cs typeface="Times New Roman" panose="02020603050405020304" pitchFamily="18" charset="0"/>
              </a:rPr>
              <a:t>liên tục</a:t>
            </a:r>
            <a:r>
              <a:rPr lang="en-US" sz="2400">
                <a:latin typeface="Times New Roman" panose="02020603050405020304" pitchFamily="18" charset="0"/>
                <a:cs typeface="Times New Roman" panose="02020603050405020304" pitchFamily="18" charset="0"/>
              </a:rPr>
              <a:t> ở điểm nối (knot)</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Đảm bảo liên tục cả:</a:t>
            </a:r>
          </a:p>
          <a:p>
            <a:pPr marL="2171700" lvl="4" indent="-342900">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hàm số</a:t>
            </a:r>
          </a:p>
          <a:p>
            <a:pPr marL="2171700" lvl="4" indent="-342900">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đạo hàm bậc 1</a:t>
            </a:r>
          </a:p>
          <a:p>
            <a:pPr marL="2171700" lvl="4" indent="-342900">
              <a:buFont typeface="Wingdings" panose="05000000000000000000" pitchFamily="2" charset="2"/>
              <a:buChar char="ü"/>
            </a:pPr>
            <a:r>
              <a:rPr lang="en-US" sz="2400">
                <a:latin typeface="Times New Roman" panose="02020603050405020304" pitchFamily="18" charset="0"/>
                <a:cs typeface="Times New Roman" panose="02020603050405020304" pitchFamily="18" charset="0"/>
              </a:rPr>
              <a:t>đạo hàm bậc 2</a:t>
            </a:r>
          </a:p>
          <a:p>
            <a:pPr marL="1257300" lvl="2" indent="-457200">
              <a:buFont typeface="Courier New" panose="02070309020205020404" pitchFamily="49" charset="0"/>
              <a:buChar char="o"/>
            </a:pPr>
            <a:endParaRPr lang="en-US" sz="2400"/>
          </a:p>
          <a:p>
            <a:pPr marL="125730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7766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32CDF-6405-5F93-E789-3FBAFA26B10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535D1732-1431-6ED8-3DFB-690D934169A9}"/>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9F1EC8C3-9AD0-D5DD-C586-90C56CEB70D8}"/>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Xử lý dữ liệu bị thiếu </a:t>
                </a:r>
                <a:r>
                  <a:rPr lang="en-US" sz="2800">
                    <a:latin typeface="Times New Roman" panose="02020603050405020304" pitchFamily="18" charset="0"/>
                    <a:cs typeface="Times New Roman" panose="02020603050405020304" pitchFamily="18" charset="0"/>
                  </a:rPr>
                  <a:t>(Handling Missing Data)</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số cách cụ thể để điền số vào các giá trị còn thiếu:</a:t>
                </a:r>
              </a:p>
              <a:p>
                <a:pPr marL="1257300" lvl="2" indent="-4572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Nội suy bậc ba </a:t>
                </a:r>
                <a:r>
                  <a:rPr lang="en-US" sz="2400">
                    <a:latin typeface="Times New Roman" panose="02020603050405020304" pitchFamily="18" charset="0"/>
                    <a:cs typeface="Times New Roman" panose="02020603050405020304" pitchFamily="18" charset="0"/>
                  </a:rPr>
                  <a:t>(</a:t>
                </a:r>
                <a:r>
                  <a:rPr lang="vi-VN" sz="2400">
                    <a:latin typeface="Times New Roman" panose="02020603050405020304" pitchFamily="18" charset="0"/>
                    <a:cs typeface="Times New Roman" panose="02020603050405020304" pitchFamily="18" charset="0"/>
                  </a:rPr>
                  <a:t>cubic</a:t>
                </a:r>
                <a:r>
                  <a:rPr lang="vi-VN" sz="2400" b="1">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spline Interpolation)</a:t>
                </a:r>
                <a:endParaRPr lang="en-US" sz="2400"/>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Giả sử hai điểm liên tiếp:</a:t>
                </a:r>
                <a:r>
                  <a:rPr lang="en-US" sz="2400">
                    <a:latin typeface="Times New Roman" panose="02020603050405020304" pitchFamily="18" charset="0"/>
                    <a:cs typeface="Times New Roman" panose="02020603050405020304" pitchFamily="18" charset="0"/>
                  </a:rPr>
                  <a:t> </a:t>
                </a:r>
                <a14:m>
                  <m:oMath xmlns:m="http://schemas.openxmlformats.org/officeDocument/2006/math">
                    <m:d>
                      <m:dPr>
                        <m:sep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𝑡</m:t>
                            </m:r>
                          </m:e>
                          <m:sub>
                            <m:r>
                              <a:rPr lang="ar-AE" sz="2400" i="1">
                                <a:latin typeface="Cambria Math" panose="02040503050406030204" pitchFamily="18" charset="0"/>
                              </a:rPr>
                              <m:t>𝑖</m:t>
                            </m:r>
                          </m:sub>
                        </m:sSub>
                      </m:e>
                      <m:e>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𝑖</m:t>
                            </m:r>
                          </m:sub>
                        </m:sSub>
                      </m:e>
                    </m:d>
                    <m:r>
                      <a:rPr lang="ar-AE" sz="2400">
                        <a:latin typeface="Cambria Math" panose="02040503050406030204" pitchFamily="18" charset="0"/>
                      </a:rPr>
                      <m:t>,</m:t>
                    </m:r>
                    <m:r>
                      <m:rPr>
                        <m:nor/>
                      </m:rPr>
                      <a:rPr lang="ar-AE" sz="2400" i="1">
                        <a:latin typeface="Times New Roman" panose="02020603050405020304" pitchFamily="18" charset="0"/>
                        <a:cs typeface="Times New Roman" panose="02020603050405020304" pitchFamily="18" charset="0"/>
                      </a:rPr>
                      <m:t> </m:t>
                    </m:r>
                    <m:d>
                      <m:dPr>
                        <m:sepChr m:val=","/>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𝑡</m:t>
                            </m:r>
                          </m:e>
                          <m:sub>
                            <m:r>
                              <a:rPr lang="ar-AE" sz="2400" i="1">
                                <a:latin typeface="Cambria Math" panose="02040503050406030204" pitchFamily="18" charset="0"/>
                              </a:rPr>
                              <m:t>𝑖</m:t>
                            </m:r>
                            <m:r>
                              <a:rPr lang="ar-AE" sz="2400">
                                <a:latin typeface="Cambria Math" panose="02040503050406030204" pitchFamily="18" charset="0"/>
                              </a:rPr>
                              <m:t>+1</m:t>
                            </m:r>
                          </m:sub>
                        </m:sSub>
                      </m:e>
                      <m:e>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𝑖</m:t>
                            </m:r>
                            <m:r>
                              <a:rPr lang="ar-AE" sz="2400">
                                <a:latin typeface="Cambria Math" panose="02040503050406030204" pitchFamily="18" charset="0"/>
                              </a:rPr>
                              <m:t>+1</m:t>
                            </m:r>
                          </m:sub>
                        </m:sSub>
                      </m:e>
                    </m:d>
                  </m:oMath>
                </a14:m>
                <a:endParaRPr lang="ar-AE" sz="2400" b="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Spline bậc 3 trên đoạn này có dạng:</a:t>
                </a:r>
              </a:p>
              <a:p>
                <a:r>
                  <a:rPr lang="en-US" sz="2400"/>
                  <a:t>                   </a:t>
                </a: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𝑆</m:t>
                        </m:r>
                      </m:e>
                      <m:sub>
                        <m:r>
                          <a:rPr lang="ar-AE" sz="2400" i="1">
                            <a:latin typeface="Cambria Math" panose="02040503050406030204" pitchFamily="18" charset="0"/>
                          </a:rPr>
                          <m:t>𝑖</m:t>
                        </m:r>
                      </m:sub>
                    </m:sSub>
                    <m:d>
                      <m:dPr>
                        <m:ctrlPr>
                          <a:rPr lang="ar-AE" sz="2400" i="1">
                            <a:latin typeface="Cambria Math" panose="02040503050406030204" pitchFamily="18" charset="0"/>
                          </a:rPr>
                        </m:ctrlPr>
                      </m:dPr>
                      <m:e>
                        <m:r>
                          <a:rPr lang="ar-AE" sz="2400" i="1">
                            <a:latin typeface="Cambria Math" panose="02040503050406030204" pitchFamily="18" charset="0"/>
                          </a:rPr>
                          <m:t>𝑡</m:t>
                        </m:r>
                      </m:e>
                    </m:d>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𝑎</m:t>
                        </m:r>
                      </m:e>
                      <m:sub>
                        <m:r>
                          <a:rPr lang="ar-AE" sz="2400" i="1">
                            <a:latin typeface="Cambria Math" panose="02040503050406030204" pitchFamily="18" charset="0"/>
                          </a:rPr>
                          <m:t>𝑖</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𝑏</m:t>
                        </m:r>
                      </m:e>
                      <m:sub>
                        <m:r>
                          <a:rPr lang="ar-AE" sz="2400" i="1">
                            <a:latin typeface="Cambria Math" panose="02040503050406030204" pitchFamily="18" charset="0"/>
                          </a:rPr>
                          <m:t>𝑖</m:t>
                        </m:r>
                      </m:sub>
                    </m:sSub>
                    <m:d>
                      <m:dPr>
                        <m:ctrlPr>
                          <a:rPr lang="ar-AE" sz="2400" i="1">
                            <a:latin typeface="Cambria Math" panose="02040503050406030204" pitchFamily="18" charset="0"/>
                          </a:rPr>
                        </m:ctrlPr>
                      </m:dPr>
                      <m:e>
                        <m:r>
                          <a:rPr lang="ar-AE" sz="2400" i="1">
                            <a:latin typeface="Cambria Math" panose="02040503050406030204" pitchFamily="18" charset="0"/>
                          </a:rPr>
                          <m:t>𝑡</m:t>
                        </m:r>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𝑡</m:t>
                            </m:r>
                          </m:e>
                          <m:sub>
                            <m:r>
                              <a:rPr lang="ar-AE" sz="2400" i="1">
                                <a:latin typeface="Cambria Math" panose="02040503050406030204" pitchFamily="18" charset="0"/>
                              </a:rPr>
                              <m:t>𝑖</m:t>
                            </m:r>
                          </m:sub>
                        </m:sSub>
                      </m:e>
                    </m:d>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𝑐</m:t>
                        </m:r>
                      </m:e>
                      <m:sub>
                        <m:r>
                          <a:rPr lang="ar-AE" sz="2400" i="1">
                            <a:latin typeface="Cambria Math" panose="02040503050406030204" pitchFamily="18" charset="0"/>
                          </a:rPr>
                          <m:t>𝑖</m:t>
                        </m:r>
                      </m:sub>
                    </m:sSub>
                    <m:r>
                      <a:rPr lang="en-US" sz="2400" i="1">
                        <a:latin typeface="Cambria Math" panose="02040503050406030204" pitchFamily="18" charset="0"/>
                      </a:rPr>
                      <m:t>(</m:t>
                    </m:r>
                    <m:r>
                      <a:rPr lang="ar-AE" sz="2400" i="1">
                        <a:latin typeface="Cambria Math" panose="02040503050406030204" pitchFamily="18" charset="0"/>
                      </a:rPr>
                      <m:t>𝑡</m:t>
                    </m:r>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𝑡</m:t>
                        </m:r>
                      </m:e>
                      <m:sub>
                        <m:r>
                          <a:rPr lang="ar-AE" sz="2400" i="1">
                            <a:latin typeface="Cambria Math" panose="02040503050406030204" pitchFamily="18" charset="0"/>
                          </a:rPr>
                          <m:t>𝑖</m:t>
                        </m:r>
                      </m:sub>
                    </m:sSub>
                    <m:sSup>
                      <m:sSupPr>
                        <m:ctrlPr>
                          <a:rPr lang="ar-AE" sz="2400" i="1">
                            <a:latin typeface="Cambria Math" panose="02040503050406030204" pitchFamily="18" charset="0"/>
                          </a:rPr>
                        </m:ctrlPr>
                      </m:sSupPr>
                      <m:e>
                        <m:d>
                          <m:dPr>
                            <m:begChr m:val=""/>
                            <m:endChr m:val=""/>
                            <m:ctrlPr>
                              <a:rPr lang="ar-AE" sz="2400" i="1">
                                <a:latin typeface="Cambria Math" panose="02040503050406030204" pitchFamily="18" charset="0"/>
                              </a:rPr>
                            </m:ctrlPr>
                          </m:dPr>
                          <m:e>
                            <m:r>
                              <a:rPr lang="ar-AE" sz="2400">
                                <a:latin typeface="Cambria Math" panose="02040503050406030204" pitchFamily="18" charset="0"/>
                              </a:rPr>
                              <m:t>)</m:t>
                            </m:r>
                          </m:e>
                        </m:d>
                      </m:e>
                      <m:sup>
                        <m:r>
                          <a:rPr lang="ar-AE" sz="2400">
                            <a:latin typeface="Cambria Math" panose="02040503050406030204" pitchFamily="18" charset="0"/>
                          </a:rPr>
                          <m:t>2</m:t>
                        </m:r>
                      </m:sup>
                    </m:sSup>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𝑑</m:t>
                        </m:r>
                      </m:e>
                      <m:sub>
                        <m:r>
                          <a:rPr lang="ar-AE" sz="2400" i="1">
                            <a:latin typeface="Cambria Math" panose="02040503050406030204" pitchFamily="18" charset="0"/>
                          </a:rPr>
                          <m:t>𝑖</m:t>
                        </m:r>
                      </m:sub>
                    </m:sSub>
                    <m:r>
                      <a:rPr lang="en-US" sz="2400" i="1">
                        <a:latin typeface="Cambria Math" panose="02040503050406030204" pitchFamily="18" charset="0"/>
                      </a:rPr>
                      <m:t>(</m:t>
                    </m:r>
                    <m:r>
                      <a:rPr lang="ar-AE" sz="2400" i="1">
                        <a:latin typeface="Cambria Math" panose="02040503050406030204" pitchFamily="18" charset="0"/>
                      </a:rPr>
                      <m:t>𝑡</m:t>
                    </m:r>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𝑡</m:t>
                        </m:r>
                      </m:e>
                      <m:sub>
                        <m:r>
                          <a:rPr lang="ar-AE" sz="2400" i="1">
                            <a:latin typeface="Cambria Math" panose="02040503050406030204" pitchFamily="18" charset="0"/>
                          </a:rPr>
                          <m:t>𝑖</m:t>
                        </m:r>
                      </m:sub>
                    </m:sSub>
                    <m:sSup>
                      <m:sSupPr>
                        <m:ctrlPr>
                          <a:rPr lang="ar-AE" sz="2400" i="1">
                            <a:latin typeface="Cambria Math" panose="02040503050406030204" pitchFamily="18" charset="0"/>
                          </a:rPr>
                        </m:ctrlPr>
                      </m:sSupPr>
                      <m:e>
                        <m:d>
                          <m:dPr>
                            <m:begChr m:val=""/>
                            <m:endChr m:val=""/>
                            <m:ctrlPr>
                              <a:rPr lang="ar-AE" sz="2400" i="1">
                                <a:latin typeface="Cambria Math" panose="02040503050406030204" pitchFamily="18" charset="0"/>
                              </a:rPr>
                            </m:ctrlPr>
                          </m:dPr>
                          <m:e>
                            <m:r>
                              <a:rPr lang="ar-AE" sz="2400">
                                <a:latin typeface="Cambria Math" panose="02040503050406030204" pitchFamily="18" charset="0"/>
                              </a:rPr>
                              <m:t>)</m:t>
                            </m:r>
                          </m:e>
                        </m:d>
                      </m:e>
                      <m:sup>
                        <m:r>
                          <a:rPr lang="ar-AE" sz="2400">
                            <a:latin typeface="Cambria Math" panose="02040503050406030204" pitchFamily="18" charset="0"/>
                          </a:rPr>
                          <m:t>3</m:t>
                        </m:r>
                      </m:sup>
                    </m:sSup>
                  </m:oMath>
                </a14:m>
                <a:endParaRPr lang="ar-AE"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Có </a:t>
                </a:r>
                <a:r>
                  <a:rPr lang="vi-VN" sz="2400" b="1">
                    <a:latin typeface="Times New Roman" panose="02020603050405020304" pitchFamily="18" charset="0"/>
                    <a:cs typeface="Times New Roman" panose="02020603050405020304" pitchFamily="18" charset="0"/>
                  </a:rPr>
                  <a:t>4 hệ số</a:t>
                </a:r>
                <a:r>
                  <a:rPr lang="vi-VN" sz="2400">
                    <a:latin typeface="Times New Roman" panose="02020603050405020304" pitchFamily="18" charset="0"/>
                    <a:cs typeface="Times New Roman" panose="02020603050405020304" pitchFamily="18" charset="0"/>
                  </a:rPr>
                  <a:t> cho mỗi đoạn → các hệ số được tính sao cho:</a:t>
                </a: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𝑆</m:t>
                          </m:r>
                        </m:e>
                        <m:sub>
                          <m:r>
                            <a:rPr lang="ar-AE" sz="2400" i="1">
                              <a:latin typeface="Cambria Math" panose="02040503050406030204" pitchFamily="18" charset="0"/>
                            </a:rPr>
                            <m:t>𝑖</m:t>
                          </m:r>
                        </m:sub>
                      </m:sSub>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𝑡</m:t>
                              </m:r>
                            </m:e>
                            <m:sub>
                              <m:r>
                                <a:rPr lang="ar-AE" sz="2400" i="1">
                                  <a:latin typeface="Cambria Math" panose="02040503050406030204" pitchFamily="18" charset="0"/>
                                </a:rPr>
                                <m:t>𝑖</m:t>
                              </m:r>
                            </m:sub>
                          </m:sSub>
                        </m:e>
                      </m:d>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𝑖</m:t>
                          </m:r>
                        </m:sub>
                      </m:sSub>
                    </m:oMath>
                  </m:oMathPara>
                </a14:m>
                <a:endParaRPr lang="ar-AE" sz="240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𝑆</m:t>
                          </m:r>
                        </m:e>
                        <m:sub>
                          <m:r>
                            <a:rPr lang="ar-AE" sz="2400" i="1">
                              <a:latin typeface="Cambria Math" panose="02040503050406030204" pitchFamily="18" charset="0"/>
                            </a:rPr>
                            <m:t>𝑖</m:t>
                          </m:r>
                        </m:sub>
                      </m:sSub>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𝑡</m:t>
                              </m:r>
                            </m:e>
                            <m:sub>
                              <m:r>
                                <a:rPr lang="ar-AE" sz="2400" i="1">
                                  <a:latin typeface="Cambria Math" panose="02040503050406030204" pitchFamily="18" charset="0"/>
                                </a:rPr>
                                <m:t>𝑖</m:t>
                              </m:r>
                              <m:r>
                                <a:rPr lang="ar-AE" sz="2400">
                                  <a:latin typeface="Cambria Math" panose="02040503050406030204" pitchFamily="18" charset="0"/>
                                </a:rPr>
                                <m:t>+1</m:t>
                              </m:r>
                            </m:sub>
                          </m:sSub>
                        </m:e>
                      </m:d>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𝑖</m:t>
                          </m:r>
                          <m:r>
                            <a:rPr lang="ar-AE" sz="2400">
                              <a:latin typeface="Cambria Math" panose="02040503050406030204" pitchFamily="18" charset="0"/>
                            </a:rPr>
                            <m:t>+1</m:t>
                          </m:r>
                        </m:sub>
                      </m:sSub>
                    </m:oMath>
                  </m:oMathPara>
                </a14:m>
                <a:endParaRPr lang="ar-AE" sz="240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Sup>
                        <m:sSubSupPr>
                          <m:ctrlPr>
                            <a:rPr lang="ar-AE" sz="2400" i="1">
                              <a:latin typeface="Cambria Math" panose="02040503050406030204" pitchFamily="18" charset="0"/>
                            </a:rPr>
                          </m:ctrlPr>
                        </m:sSubSupPr>
                        <m:e>
                          <m:r>
                            <a:rPr lang="ar-AE" sz="2400" i="1">
                              <a:latin typeface="Cambria Math" panose="02040503050406030204" pitchFamily="18" charset="0"/>
                            </a:rPr>
                            <m:t>𝑆</m:t>
                          </m:r>
                        </m:e>
                        <m:sub>
                          <m:r>
                            <a:rPr lang="ar-AE" sz="2400" i="1">
                              <a:latin typeface="Cambria Math" panose="02040503050406030204" pitchFamily="18" charset="0"/>
                            </a:rPr>
                            <m:t>𝑖</m:t>
                          </m:r>
                        </m:sub>
                        <m:sup>
                          <m:r>
                            <a:rPr lang="ar-AE" sz="2400">
                              <a:latin typeface="Cambria Math" panose="02040503050406030204" pitchFamily="18" charset="0"/>
                            </a:rPr>
                            <m:t>′</m:t>
                          </m:r>
                        </m:sup>
                      </m:sSubSup>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𝑡</m:t>
                              </m:r>
                            </m:e>
                            <m:sub>
                              <m:r>
                                <a:rPr lang="ar-AE" sz="2400" i="1">
                                  <a:latin typeface="Cambria Math" panose="02040503050406030204" pitchFamily="18" charset="0"/>
                                </a:rPr>
                                <m:t>𝑖</m:t>
                              </m:r>
                              <m:r>
                                <a:rPr lang="ar-AE" sz="2400">
                                  <a:latin typeface="Cambria Math" panose="02040503050406030204" pitchFamily="18" charset="0"/>
                                </a:rPr>
                                <m:t>+1</m:t>
                              </m:r>
                            </m:sub>
                          </m:sSub>
                        </m:e>
                      </m:d>
                      <m:r>
                        <a:rPr lang="ar-AE" sz="2400">
                          <a:latin typeface="Cambria Math" panose="02040503050406030204" pitchFamily="18" charset="0"/>
                        </a:rPr>
                        <m:t>=</m:t>
                      </m:r>
                      <m:sSubSup>
                        <m:sSubSupPr>
                          <m:ctrlPr>
                            <a:rPr lang="ar-AE" sz="2400" i="1">
                              <a:latin typeface="Cambria Math" panose="02040503050406030204" pitchFamily="18" charset="0"/>
                            </a:rPr>
                          </m:ctrlPr>
                        </m:sSubSupPr>
                        <m:e>
                          <m:r>
                            <a:rPr lang="ar-AE" sz="2400" i="1">
                              <a:latin typeface="Cambria Math" panose="02040503050406030204" pitchFamily="18" charset="0"/>
                            </a:rPr>
                            <m:t>𝑆</m:t>
                          </m:r>
                        </m:e>
                        <m:sub>
                          <m:r>
                            <a:rPr lang="ar-AE" sz="2400" i="1">
                              <a:latin typeface="Cambria Math" panose="02040503050406030204" pitchFamily="18" charset="0"/>
                            </a:rPr>
                            <m:t>𝑖</m:t>
                          </m:r>
                          <m:r>
                            <a:rPr lang="ar-AE" sz="2400">
                              <a:latin typeface="Cambria Math" panose="02040503050406030204" pitchFamily="18" charset="0"/>
                            </a:rPr>
                            <m:t>+1</m:t>
                          </m:r>
                        </m:sub>
                        <m:sup>
                          <m:r>
                            <a:rPr lang="ar-AE" sz="2400">
                              <a:latin typeface="Cambria Math" panose="02040503050406030204" pitchFamily="18" charset="0"/>
                            </a:rPr>
                            <m:t>′</m:t>
                          </m:r>
                        </m:sup>
                      </m:sSubSup>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𝑡</m:t>
                              </m:r>
                            </m:e>
                            <m:sub>
                              <m:r>
                                <a:rPr lang="ar-AE" sz="2400" i="1">
                                  <a:latin typeface="Cambria Math" panose="02040503050406030204" pitchFamily="18" charset="0"/>
                                </a:rPr>
                                <m:t>𝑖</m:t>
                              </m:r>
                              <m:r>
                                <a:rPr lang="ar-AE" sz="2400">
                                  <a:latin typeface="Cambria Math" panose="02040503050406030204" pitchFamily="18" charset="0"/>
                                </a:rPr>
                                <m:t>+1</m:t>
                              </m:r>
                            </m:sub>
                          </m:sSub>
                        </m:e>
                      </m:d>
                    </m:oMath>
                  </m:oMathPara>
                </a14:m>
                <a:endParaRPr lang="ar-AE" sz="240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Sup>
                        <m:sSubSupPr>
                          <m:ctrlPr>
                            <a:rPr lang="ar-AE" sz="2400" i="1">
                              <a:latin typeface="Cambria Math" panose="02040503050406030204" pitchFamily="18" charset="0"/>
                            </a:rPr>
                          </m:ctrlPr>
                        </m:sSubSupPr>
                        <m:e>
                          <m:r>
                            <a:rPr lang="ar-AE" sz="2400" i="1">
                              <a:latin typeface="Cambria Math" panose="02040503050406030204" pitchFamily="18" charset="0"/>
                            </a:rPr>
                            <m:t>𝑆</m:t>
                          </m:r>
                        </m:e>
                        <m:sub>
                          <m:r>
                            <a:rPr lang="ar-AE" sz="2400" i="1">
                              <a:latin typeface="Cambria Math" panose="02040503050406030204" pitchFamily="18" charset="0"/>
                            </a:rPr>
                            <m:t>𝑖</m:t>
                          </m:r>
                        </m:sub>
                        <m:sup>
                          <m:r>
                            <a:rPr lang="ar-AE" sz="2400">
                              <a:latin typeface="Cambria Math" panose="02040503050406030204" pitchFamily="18" charset="0"/>
                            </a:rPr>
                            <m:t>′′</m:t>
                          </m:r>
                        </m:sup>
                      </m:sSubSup>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𝑡</m:t>
                              </m:r>
                            </m:e>
                            <m:sub>
                              <m:r>
                                <a:rPr lang="ar-AE" sz="2400" i="1">
                                  <a:latin typeface="Cambria Math" panose="02040503050406030204" pitchFamily="18" charset="0"/>
                                </a:rPr>
                                <m:t>𝑖</m:t>
                              </m:r>
                              <m:r>
                                <a:rPr lang="ar-AE" sz="2400">
                                  <a:latin typeface="Cambria Math" panose="02040503050406030204" pitchFamily="18" charset="0"/>
                                </a:rPr>
                                <m:t>+1</m:t>
                              </m:r>
                            </m:sub>
                          </m:sSub>
                        </m:e>
                      </m:d>
                      <m:r>
                        <a:rPr lang="ar-AE" sz="2400">
                          <a:latin typeface="Cambria Math" panose="02040503050406030204" pitchFamily="18" charset="0"/>
                        </a:rPr>
                        <m:t>=</m:t>
                      </m:r>
                      <m:sSubSup>
                        <m:sSubSupPr>
                          <m:ctrlPr>
                            <a:rPr lang="ar-AE" sz="2400" i="1">
                              <a:latin typeface="Cambria Math" panose="02040503050406030204" pitchFamily="18" charset="0"/>
                            </a:rPr>
                          </m:ctrlPr>
                        </m:sSubSupPr>
                        <m:e>
                          <m:r>
                            <a:rPr lang="ar-AE" sz="2400" i="1">
                              <a:latin typeface="Cambria Math" panose="02040503050406030204" pitchFamily="18" charset="0"/>
                            </a:rPr>
                            <m:t>𝑆</m:t>
                          </m:r>
                        </m:e>
                        <m:sub>
                          <m:r>
                            <a:rPr lang="ar-AE" sz="2400" i="1">
                              <a:latin typeface="Cambria Math" panose="02040503050406030204" pitchFamily="18" charset="0"/>
                            </a:rPr>
                            <m:t>𝑖</m:t>
                          </m:r>
                          <m:r>
                            <a:rPr lang="ar-AE" sz="2400">
                              <a:latin typeface="Cambria Math" panose="02040503050406030204" pitchFamily="18" charset="0"/>
                            </a:rPr>
                            <m:t>+1</m:t>
                          </m:r>
                        </m:sub>
                        <m:sup>
                          <m:r>
                            <a:rPr lang="ar-AE" sz="2400">
                              <a:latin typeface="Cambria Math" panose="02040503050406030204" pitchFamily="18" charset="0"/>
                            </a:rPr>
                            <m:t>′′</m:t>
                          </m:r>
                        </m:sup>
                      </m:sSubSup>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𝑡</m:t>
                              </m:r>
                            </m:e>
                            <m:sub>
                              <m:r>
                                <a:rPr lang="ar-AE" sz="2400" i="1">
                                  <a:latin typeface="Cambria Math" panose="02040503050406030204" pitchFamily="18" charset="0"/>
                                </a:rPr>
                                <m:t>𝑖</m:t>
                              </m:r>
                              <m:r>
                                <a:rPr lang="ar-AE" sz="2400">
                                  <a:latin typeface="Cambria Math" panose="02040503050406030204" pitchFamily="18" charset="0"/>
                                </a:rPr>
                                <m:t>+1</m:t>
                              </m:r>
                            </m:sub>
                          </m:sSub>
                        </m:e>
                      </m:d>
                    </m:oMath>
                  </m:oMathPara>
                </a14:m>
                <a:endParaRPr lang="ar-AE"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Nghĩa là: giá trị, đạo hàm và độ cong đều nối “khớp” tại điểm nối.</a:t>
                </a:r>
              </a:p>
              <a:p>
                <a:pPr marL="125730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9F1EC8C3-9AD0-D5DD-C586-90C56CEB70D8}"/>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b="-713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8113249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E0240-4F44-2801-BE05-100716DD620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B51F1E2-6DA9-82A4-B9AA-A505BB784A2B}"/>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4A471471-D4EB-F820-5068-F46C8C667B9C}"/>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Xử lý dữ liệu bị thiếu </a:t>
            </a:r>
            <a:r>
              <a:rPr lang="en-US" sz="2800">
                <a:latin typeface="Times New Roman" panose="02020603050405020304" pitchFamily="18" charset="0"/>
                <a:cs typeface="Times New Roman" panose="02020603050405020304" pitchFamily="18" charset="0"/>
              </a:rPr>
              <a:t>(Handling Missing Data)</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số cách cụ thể để điền số vào các giá trị còn thiếu:</a:t>
            </a:r>
          </a:p>
          <a:p>
            <a:pPr marL="1257300" lvl="2" indent="-4572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Nội suy bậc ba </a:t>
            </a:r>
            <a:r>
              <a:rPr lang="en-US" sz="2400">
                <a:latin typeface="Times New Roman" panose="02020603050405020304" pitchFamily="18" charset="0"/>
                <a:cs typeface="Times New Roman" panose="02020603050405020304" pitchFamily="18" charset="0"/>
              </a:rPr>
              <a:t>(</a:t>
            </a:r>
            <a:r>
              <a:rPr lang="vi-VN" sz="2400">
                <a:latin typeface="Times New Roman" panose="02020603050405020304" pitchFamily="18" charset="0"/>
                <a:cs typeface="Times New Roman" panose="02020603050405020304" pitchFamily="18" charset="0"/>
              </a:rPr>
              <a:t>cubic</a:t>
            </a:r>
            <a:r>
              <a:rPr lang="vi-VN" sz="2400" b="1">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spline Interpolation)</a:t>
            </a:r>
            <a:endParaRPr lang="en-US" sz="2400"/>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Ví dụ</a:t>
            </a:r>
          </a:p>
          <a:p>
            <a:pPr marL="1714500" lvl="3" indent="-342900">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a:p>
            <a:pPr marL="1828800" lvl="4" indent="0"/>
            <a:r>
              <a:rPr lang="en-US" sz="2400">
                <a:latin typeface="Times New Roman" panose="02020603050405020304" pitchFamily="18" charset="0"/>
                <a:cs typeface="Times New Roman" panose="02020603050405020304" pitchFamily="18" charset="0"/>
              </a:rPr>
              <a:t>Kết quả</a:t>
            </a:r>
            <a:endParaRPr lang="vi-VN" sz="24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DE3DD17C-8003-C5C6-FA64-671DEA14FDC4}"/>
              </a:ext>
            </a:extLst>
          </p:cNvPr>
          <p:cNvGraphicFramePr>
            <a:graphicFrameLocks noGrp="1"/>
          </p:cNvGraphicFramePr>
          <p:nvPr>
            <p:extLst>
              <p:ext uri="{D42A27DB-BD31-4B8C-83A1-F6EECF244321}">
                <p14:modId xmlns:p14="http://schemas.microsoft.com/office/powerpoint/2010/main" val="3475973285"/>
              </p:ext>
            </p:extLst>
          </p:nvPr>
        </p:nvGraphicFramePr>
        <p:xfrm>
          <a:off x="1867694" y="2895600"/>
          <a:ext cx="6610350" cy="914400"/>
        </p:xfrm>
        <a:graphic>
          <a:graphicData uri="http://schemas.openxmlformats.org/drawingml/2006/table">
            <a:tbl>
              <a:tblPr/>
              <a:tblGrid>
                <a:gridCol w="1101725">
                  <a:extLst>
                    <a:ext uri="{9D8B030D-6E8A-4147-A177-3AD203B41FA5}">
                      <a16:colId xmlns:a16="http://schemas.microsoft.com/office/drawing/2014/main" val="2884208919"/>
                    </a:ext>
                  </a:extLst>
                </a:gridCol>
                <a:gridCol w="1101725">
                  <a:extLst>
                    <a:ext uri="{9D8B030D-6E8A-4147-A177-3AD203B41FA5}">
                      <a16:colId xmlns:a16="http://schemas.microsoft.com/office/drawing/2014/main" val="199878959"/>
                    </a:ext>
                  </a:extLst>
                </a:gridCol>
                <a:gridCol w="1101725">
                  <a:extLst>
                    <a:ext uri="{9D8B030D-6E8A-4147-A177-3AD203B41FA5}">
                      <a16:colId xmlns:a16="http://schemas.microsoft.com/office/drawing/2014/main" val="3279593928"/>
                    </a:ext>
                  </a:extLst>
                </a:gridCol>
                <a:gridCol w="1101725">
                  <a:extLst>
                    <a:ext uri="{9D8B030D-6E8A-4147-A177-3AD203B41FA5}">
                      <a16:colId xmlns:a16="http://schemas.microsoft.com/office/drawing/2014/main" val="1031635931"/>
                    </a:ext>
                  </a:extLst>
                </a:gridCol>
                <a:gridCol w="1101725">
                  <a:extLst>
                    <a:ext uri="{9D8B030D-6E8A-4147-A177-3AD203B41FA5}">
                      <a16:colId xmlns:a16="http://schemas.microsoft.com/office/drawing/2014/main" val="2477495317"/>
                    </a:ext>
                  </a:extLst>
                </a:gridCol>
                <a:gridCol w="1101725">
                  <a:extLst>
                    <a:ext uri="{9D8B030D-6E8A-4147-A177-3AD203B41FA5}">
                      <a16:colId xmlns:a16="http://schemas.microsoft.com/office/drawing/2014/main" val="2784974547"/>
                    </a:ext>
                  </a:extLst>
                </a:gridCol>
              </a:tblGrid>
              <a:tr h="0">
                <a:tc>
                  <a:txBody>
                    <a:bodyPr/>
                    <a:lstStyle/>
                    <a:p>
                      <a:pPr>
                        <a:buNone/>
                      </a:pPr>
                      <a:r>
                        <a:rPr lang="en-US" sz="2400">
                          <a:latin typeface="Times New Roman" panose="02020603050405020304" pitchFamily="18" charset="0"/>
                          <a:cs typeface="Times New Roman" panose="02020603050405020304" pitchFamily="18" charset="0"/>
                        </a:rPr>
                        <a:t>t</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2</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3</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4</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5</a:t>
                      </a:r>
                    </a:p>
                  </a:txBody>
                  <a:tcPr anchor="ctr">
                    <a:lnL>
                      <a:noFill/>
                    </a:lnL>
                    <a:lnR>
                      <a:noFill/>
                    </a:lnR>
                    <a:lnT>
                      <a:noFill/>
                    </a:lnT>
                    <a:lnB>
                      <a:noFill/>
                    </a:lnB>
                    <a:noFill/>
                  </a:tcPr>
                </a:tc>
                <a:extLst>
                  <a:ext uri="{0D108BD9-81ED-4DB2-BD59-A6C34878D82A}">
                    <a16:rowId xmlns:a16="http://schemas.microsoft.com/office/drawing/2014/main" val="3666786630"/>
                  </a:ext>
                </a:extLst>
              </a:tr>
              <a:tr h="0">
                <a:tc>
                  <a:txBody>
                    <a:bodyPr/>
                    <a:lstStyle/>
                    <a:p>
                      <a:pPr>
                        <a:buNone/>
                      </a:pPr>
                      <a:r>
                        <a:rPr lang="en-US" sz="2400">
                          <a:latin typeface="Times New Roman" panose="02020603050405020304" pitchFamily="18" charset="0"/>
                          <a:cs typeface="Times New Roman" panose="02020603050405020304" pitchFamily="18" charset="0"/>
                        </a:rPr>
                        <a:t>x</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10</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NaN</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NaN</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16</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20</a:t>
                      </a:r>
                    </a:p>
                  </a:txBody>
                  <a:tcPr anchor="ctr">
                    <a:lnL>
                      <a:noFill/>
                    </a:lnL>
                    <a:lnR>
                      <a:noFill/>
                    </a:lnR>
                    <a:lnT>
                      <a:noFill/>
                    </a:lnT>
                    <a:lnB>
                      <a:noFill/>
                    </a:lnB>
                    <a:noFill/>
                  </a:tcPr>
                </a:tc>
                <a:extLst>
                  <a:ext uri="{0D108BD9-81ED-4DB2-BD59-A6C34878D82A}">
                    <a16:rowId xmlns:a16="http://schemas.microsoft.com/office/drawing/2014/main" val="4027662335"/>
                  </a:ext>
                </a:extLst>
              </a:tr>
            </a:tbl>
          </a:graphicData>
        </a:graphic>
      </p:graphicFrame>
      <p:graphicFrame>
        <p:nvGraphicFramePr>
          <p:cNvPr id="3" name="Table 2">
            <a:extLst>
              <a:ext uri="{FF2B5EF4-FFF2-40B4-BE49-F238E27FC236}">
                <a16:creationId xmlns:a16="http://schemas.microsoft.com/office/drawing/2014/main" id="{480DB563-FF26-5CF1-5080-F6EA7C82BDB6}"/>
              </a:ext>
            </a:extLst>
          </p:cNvPr>
          <p:cNvGraphicFramePr>
            <a:graphicFrameLocks noGrp="1"/>
          </p:cNvGraphicFramePr>
          <p:nvPr>
            <p:extLst>
              <p:ext uri="{D42A27DB-BD31-4B8C-83A1-F6EECF244321}">
                <p14:modId xmlns:p14="http://schemas.microsoft.com/office/powerpoint/2010/main" val="3399836010"/>
              </p:ext>
            </p:extLst>
          </p:nvPr>
        </p:nvGraphicFramePr>
        <p:xfrm>
          <a:off x="1867694" y="4892040"/>
          <a:ext cx="6742908" cy="914400"/>
        </p:xfrm>
        <a:graphic>
          <a:graphicData uri="http://schemas.openxmlformats.org/drawingml/2006/table">
            <a:tbl>
              <a:tblPr/>
              <a:tblGrid>
                <a:gridCol w="1123818">
                  <a:extLst>
                    <a:ext uri="{9D8B030D-6E8A-4147-A177-3AD203B41FA5}">
                      <a16:colId xmlns:a16="http://schemas.microsoft.com/office/drawing/2014/main" val="2896836862"/>
                    </a:ext>
                  </a:extLst>
                </a:gridCol>
                <a:gridCol w="1123818">
                  <a:extLst>
                    <a:ext uri="{9D8B030D-6E8A-4147-A177-3AD203B41FA5}">
                      <a16:colId xmlns:a16="http://schemas.microsoft.com/office/drawing/2014/main" val="1202557804"/>
                    </a:ext>
                  </a:extLst>
                </a:gridCol>
                <a:gridCol w="1123818">
                  <a:extLst>
                    <a:ext uri="{9D8B030D-6E8A-4147-A177-3AD203B41FA5}">
                      <a16:colId xmlns:a16="http://schemas.microsoft.com/office/drawing/2014/main" val="379130231"/>
                    </a:ext>
                  </a:extLst>
                </a:gridCol>
                <a:gridCol w="1123818">
                  <a:extLst>
                    <a:ext uri="{9D8B030D-6E8A-4147-A177-3AD203B41FA5}">
                      <a16:colId xmlns:a16="http://schemas.microsoft.com/office/drawing/2014/main" val="1125443395"/>
                    </a:ext>
                  </a:extLst>
                </a:gridCol>
                <a:gridCol w="1123818">
                  <a:extLst>
                    <a:ext uri="{9D8B030D-6E8A-4147-A177-3AD203B41FA5}">
                      <a16:colId xmlns:a16="http://schemas.microsoft.com/office/drawing/2014/main" val="506289847"/>
                    </a:ext>
                  </a:extLst>
                </a:gridCol>
                <a:gridCol w="1123818">
                  <a:extLst>
                    <a:ext uri="{9D8B030D-6E8A-4147-A177-3AD203B41FA5}">
                      <a16:colId xmlns:a16="http://schemas.microsoft.com/office/drawing/2014/main" val="1140915084"/>
                    </a:ext>
                  </a:extLst>
                </a:gridCol>
              </a:tblGrid>
              <a:tr h="0">
                <a:tc>
                  <a:txBody>
                    <a:bodyPr/>
                    <a:lstStyle/>
                    <a:p>
                      <a:pPr>
                        <a:buNone/>
                      </a:pPr>
                      <a:r>
                        <a:rPr lang="en-US" sz="2400">
                          <a:latin typeface="Times New Roman" panose="02020603050405020304" pitchFamily="18" charset="0"/>
                          <a:cs typeface="Times New Roman" panose="02020603050405020304" pitchFamily="18" charset="0"/>
                        </a:rPr>
                        <a:t>t</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2</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3</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4</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5</a:t>
                      </a:r>
                    </a:p>
                  </a:txBody>
                  <a:tcPr anchor="ctr">
                    <a:lnL>
                      <a:noFill/>
                    </a:lnL>
                    <a:lnR>
                      <a:noFill/>
                    </a:lnR>
                    <a:lnT>
                      <a:noFill/>
                    </a:lnT>
                    <a:lnB>
                      <a:noFill/>
                    </a:lnB>
                    <a:noFill/>
                  </a:tcPr>
                </a:tc>
                <a:extLst>
                  <a:ext uri="{0D108BD9-81ED-4DB2-BD59-A6C34878D82A}">
                    <a16:rowId xmlns:a16="http://schemas.microsoft.com/office/drawing/2014/main" val="4085580332"/>
                  </a:ext>
                </a:extLst>
              </a:tr>
              <a:tr h="0">
                <a:tc>
                  <a:txBody>
                    <a:bodyPr/>
                    <a:lstStyle/>
                    <a:p>
                      <a:pPr>
                        <a:buNone/>
                      </a:pPr>
                      <a:r>
                        <a:rPr lang="en-US" sz="2400">
                          <a:latin typeface="Times New Roman" panose="02020603050405020304" pitchFamily="18" charset="0"/>
                          <a:cs typeface="Times New Roman" panose="02020603050405020304" pitchFamily="18" charset="0"/>
                        </a:rPr>
                        <a:t>x</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10</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12.1</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14.3</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16</a:t>
                      </a:r>
                    </a:p>
                  </a:txBody>
                  <a:tcPr anchor="ctr">
                    <a:lnL>
                      <a:noFill/>
                    </a:lnL>
                    <a:lnR>
                      <a:noFill/>
                    </a:lnR>
                    <a:lnT>
                      <a:noFill/>
                    </a:lnT>
                    <a:lnB>
                      <a:noFill/>
                    </a:lnB>
                    <a:noFill/>
                  </a:tcPr>
                </a:tc>
                <a:tc>
                  <a:txBody>
                    <a:bodyPr/>
                    <a:lstStyle/>
                    <a:p>
                      <a:pPr>
                        <a:buNone/>
                      </a:pPr>
                      <a:r>
                        <a:rPr lang="en-US" sz="2400">
                          <a:latin typeface="Times New Roman" panose="02020603050405020304" pitchFamily="18" charset="0"/>
                          <a:cs typeface="Times New Roman" panose="02020603050405020304" pitchFamily="18" charset="0"/>
                        </a:rPr>
                        <a:t>20</a:t>
                      </a:r>
                    </a:p>
                  </a:txBody>
                  <a:tcPr anchor="ctr">
                    <a:lnL>
                      <a:noFill/>
                    </a:lnL>
                    <a:lnR>
                      <a:noFill/>
                    </a:lnR>
                    <a:lnT>
                      <a:noFill/>
                    </a:lnT>
                    <a:lnB>
                      <a:noFill/>
                    </a:lnB>
                    <a:noFill/>
                  </a:tcPr>
                </a:tc>
                <a:extLst>
                  <a:ext uri="{0D108BD9-81ED-4DB2-BD59-A6C34878D82A}">
                    <a16:rowId xmlns:a16="http://schemas.microsoft.com/office/drawing/2014/main" val="903209075"/>
                  </a:ext>
                </a:extLst>
              </a:tr>
            </a:tbl>
          </a:graphicData>
        </a:graphic>
      </p:graphicFrame>
    </p:spTree>
    <p:extLst>
      <p:ext uri="{BB962C8B-B14F-4D97-AF65-F5344CB8AC3E}">
        <p14:creationId xmlns:p14="http://schemas.microsoft.com/office/powerpoint/2010/main" val="24807825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72027-DDE4-80C1-9926-CF10016B9F2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8DB9062-8E66-FEFA-8BB1-9F7F8AF42C7F}"/>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121C6D8E-CFC0-6E5D-8308-EB5CEBF2058D}"/>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Xử lý dữ liệu bị thiếu </a:t>
            </a:r>
            <a:r>
              <a:rPr lang="en-US" sz="2800">
                <a:latin typeface="Times New Roman" panose="02020603050405020304" pitchFamily="18" charset="0"/>
                <a:cs typeface="Times New Roman" panose="02020603050405020304" pitchFamily="18" charset="0"/>
              </a:rPr>
              <a:t>(Handling Missing Data)</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Một số cách cụ thể để điền số vào các giá trị còn thiếu:</a:t>
            </a:r>
          </a:p>
          <a:p>
            <a:pPr marL="1257300" lvl="2" indent="-342900">
              <a:buFont typeface="Courier New" panose="02070309020205020404" pitchFamily="49" charset="0"/>
              <a:buChar char="o"/>
            </a:pPr>
            <a:r>
              <a:rPr lang="en-US" sz="2400" b="1">
                <a:latin typeface="Times New Roman" panose="02020603050405020304" pitchFamily="18" charset="0"/>
                <a:cs typeface="Times New Roman" panose="02020603050405020304" pitchFamily="18" charset="0"/>
              </a:rPr>
              <a:t>Nội suy</a:t>
            </a:r>
            <a:r>
              <a:rPr lang="en-US" sz="2400">
                <a:latin typeface="Times New Roman" panose="02020603050405020304" pitchFamily="18" charset="0"/>
                <a:cs typeface="Times New Roman" panose="02020603050405020304" pitchFamily="18" charset="0"/>
              </a:rPr>
              <a:t> (Interpolation) n</a:t>
            </a:r>
            <a:r>
              <a:rPr lang="vi-VN" sz="2400">
                <a:latin typeface="Times New Roman" panose="02020603050405020304" pitchFamily="18" charset="0"/>
                <a:cs typeface="Times New Roman" panose="02020603050405020304" pitchFamily="18" charset="0"/>
              </a:rPr>
              <a:t>ên dùng khi:</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Dữ liệu bị thiếu </a:t>
            </a:r>
            <a:r>
              <a:rPr lang="vi-VN" sz="2400" b="1">
                <a:latin typeface="Times New Roman" panose="02020603050405020304" pitchFamily="18" charset="0"/>
                <a:cs typeface="Times New Roman" panose="02020603050405020304" pitchFamily="18" charset="0"/>
              </a:rPr>
              <a:t>rải rác</a:t>
            </a:r>
            <a:r>
              <a:rPr lang="vi-VN" sz="2400">
                <a:latin typeface="Times New Roman" panose="02020603050405020304" pitchFamily="18" charset="0"/>
                <a:cs typeface="Times New Roman" panose="02020603050405020304" pitchFamily="18" charset="0"/>
              </a:rPr>
              <a:t>.</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Chuỗi có xu hướng rõ ràng và không nhiễu quá mạnh.</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Cần giữ biên dạng tín hiệu thay vì làm mượt (khác moving average).</a:t>
            </a:r>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Không thích hợp khi:</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Dữ liệu biến động mạnh, nhiễu lớn.</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Có nhiều điểm liên tiếp bị thiếu (khoảng trống dài).</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Dữ liệu có tính mùa vụ (seasonality) → nội suy có thể phá hỏng mô hình.</a:t>
            </a:r>
          </a:p>
          <a:p>
            <a:endParaRPr lang="vi-VN"/>
          </a:p>
        </p:txBody>
      </p:sp>
    </p:spTree>
    <p:extLst>
      <p:ext uri="{BB962C8B-B14F-4D97-AF65-F5344CB8AC3E}">
        <p14:creationId xmlns:p14="http://schemas.microsoft.com/office/powerpoint/2010/main" val="25089769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DFAC2-ACFA-01E6-7FCA-BC6511A6F74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F560583-8C64-84B3-CA74-55EC1C36BC43}"/>
              </a:ext>
            </a:extLst>
          </p:cNvPr>
          <p:cNvSpPr>
            <a:spLocks noGrp="1"/>
          </p:cNvSpPr>
          <p:nvPr>
            <p:ph type="title"/>
          </p:nvPr>
        </p:nvSpPr>
        <p:spPr>
          <a:xfrm>
            <a:off x="1220788" y="365125"/>
            <a:ext cx="7904162" cy="747713"/>
          </a:xfrm>
        </p:spPr>
        <p:txBody>
          <a:bodyPr>
            <a:noAutofit/>
          </a:bodyPr>
          <a:lstStyle/>
          <a:p>
            <a:r>
              <a:rPr lang="en-US" sz="3200" dirty="0" err="1">
                <a:latin typeface="Times New Roman" panose="02020603050405020304" pitchFamily="18" charset="0"/>
                <a:cs typeface="Times New Roman" panose="02020603050405020304" pitchFamily="18" charset="0"/>
              </a:rPr>
              <a:t>Làm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sạch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dữ</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liệu</a:t>
            </a:r>
            <a:endParaRPr lang="en-US" sz="3200" dirty="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1E621DEF-26AD-C2FE-5D59-AE019E3E0A6D}"/>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dirty="0" err="1">
                <a:latin typeface="Times New Roman" panose="02020603050405020304" pitchFamily="18" charset="0"/>
                <a:cs typeface="Times New Roman" panose="02020603050405020304" pitchFamily="18" charset="0"/>
              </a:rPr>
              <a:t>Thay</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đổi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tần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suất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của</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chuỗi</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Upsampling</a:t>
            </a:r>
            <a:r>
              <a:rPr lang="en-US" sz="2800" dirty="0">
                <a:latin typeface="Times New Roman" panose="02020603050405020304" pitchFamily="18" charset="0"/>
                <a:cs typeface="Times New Roman" panose="02020603050405020304" pitchFamily="18" charset="0"/>
              </a:rPr>
              <a:t> and </a:t>
            </a:r>
            <a:r>
              <a:rPr lang="en-US" sz="2800" dirty="0" err="1">
                <a:latin typeface="Times New Roman" panose="02020603050405020304" pitchFamily="18" charset="0"/>
                <a:cs typeface="Times New Roman" panose="02020603050405020304" pitchFamily="18" charset="0"/>
              </a:rPr>
              <a:t>Downsampling</a:t>
            </a:r>
            <a:r>
              <a:rPr lang="en-US" sz="2800" dirty="0">
                <a:latin typeface="Times New Roman" panose="02020603050405020304" pitchFamily="18" charset="0"/>
                <a:cs typeface="Times New Roman" panose="02020603050405020304" pitchFamily="18" charset="0"/>
              </a:rPr>
              <a:t>)</a:t>
            </a:r>
          </a:p>
          <a:p>
            <a:pPr marL="857250" lvl="1" indent="-457200">
              <a:buFont typeface="Arial" panose="020B0604020202020204" pitchFamily="34" charset="0"/>
              <a:buChar char="•"/>
            </a:pPr>
            <a:r>
              <a:rPr lang="en-US" sz="2800" dirty="0" err="1">
                <a:latin typeface="Times New Roman" panose="02020603050405020304" pitchFamily="18" charset="0"/>
                <a:cs typeface="Times New Roman" panose="02020603050405020304" pitchFamily="18" charset="0"/>
              </a:rPr>
              <a:t>Nguyên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nhân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cần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thay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đổi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tần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suất</a:t>
            </a:r>
            <a:endParaRPr lang="en-US" sz="2800" dirty="0">
              <a:latin typeface="Times New Roman" panose="02020603050405020304" pitchFamily="18" charset="0"/>
              <a:cs typeface="Times New Roman" panose="02020603050405020304" pitchFamily="18" charset="0"/>
            </a:endParaRPr>
          </a:p>
          <a:p>
            <a:pPr lvl="2" indent="-342900">
              <a:buFont typeface="Courier New" panose="02070309020205020404" pitchFamily="49" charset="0"/>
              <a:buChar char="o"/>
            </a:pP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chuỗi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liên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solidFill>
                  <a:srgbClr val="FF0000"/>
                </a:solidFill>
                <a:latin typeface="Times New Roman" panose="02020603050405020304" pitchFamily="18" charset="0"/>
                <a:cs typeface="Times New Roman" panose="02020603050405020304" pitchFamily="18" charset="0"/>
              </a:rPr>
              <a:t>từ</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err="1">
                <a:solidFill>
                  <a:srgbClr val="FF0000"/>
                </a:solidFill>
                <a:latin typeface="Times New Roman" panose="02020603050405020304" pitchFamily="18" charset="0"/>
                <a:cs typeface="Times New Roman" panose="02020603050405020304" pitchFamily="18" charset="0"/>
              </a:rPr>
              <a:t>các</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err="1">
                <a:solidFill>
                  <a:srgbClr val="FF0000"/>
                </a:solidFill>
                <a:latin typeface="Times New Roman" panose="02020603050405020304" pitchFamily="18" charset="0"/>
                <a:cs typeface="Times New Roman" panose="02020603050405020304" pitchFamily="18" charset="0"/>
              </a:rPr>
              <a:t>nguồn</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err="1">
                <a:solidFill>
                  <a:srgbClr val="FF0000"/>
                </a:solidFill>
                <a:latin typeface="Times New Roman" panose="02020603050405020304" pitchFamily="18" charset="0"/>
                <a:cs typeface="Times New Roman" panose="02020603050405020304" pitchFamily="18" charset="0"/>
              </a:rPr>
              <a:t>khác</a:t>
            </a:r>
            <a:r>
              <a:rPr lang="en-US" sz="2400" dirty="0">
                <a:solidFill>
                  <a:srgbClr val="FF0000"/>
                </a:solidFill>
                <a:latin typeface="Times New Roman" panose="02020603050405020304" pitchFamily="18" charset="0"/>
                <a:cs typeface="Times New Roman" panose="02020603050405020304" pitchFamily="18" charset="0"/>
              </a:rPr>
              <a:t> </a:t>
            </a:r>
            <a:r>
              <a:rPr lang="en-US" sz="2400" dirty="0" err="1">
                <a:solidFill>
                  <a:srgbClr val="FF0000"/>
                </a:solidFill>
                <a:latin typeface="Times New Roman" panose="02020603050405020304" pitchFamily="18" charset="0"/>
                <a:cs typeface="Times New Roman" panose="02020603050405020304" pitchFamily="18" charset="0"/>
              </a:rPr>
              <a:t>nhau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sẽ</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cùng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suất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lấy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mẫu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Đây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lý</a:t>
            </a:r>
            <a:r>
              <a:rPr lang="en-US" sz="2400" dirty="0">
                <a:latin typeface="Times New Roman" panose="02020603050405020304" pitchFamily="18" charset="0"/>
                <a:cs typeface="Times New Roman" panose="02020603050405020304" pitchFamily="18" charset="0"/>
              </a:rPr>
              <a:t> do </a:t>
            </a:r>
            <a:r>
              <a:rPr lang="en-US" sz="2400" dirty="0" err="1">
                <a:latin typeface="Times New Roman" panose="02020603050405020304" pitchFamily="18" charset="0"/>
                <a:cs typeface="Times New Roman" panose="02020603050405020304" pitchFamily="18" charset="0"/>
              </a:rPr>
              <a:t>chính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việc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đòi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hỏi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đổi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suất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lấy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mẫu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p>
          <a:p>
            <a:pPr lvl="2" indent="-342900">
              <a:buFont typeface="Courier New" panose="02070309020205020404" pitchFamily="49" charset="0"/>
              <a:buChar char="o"/>
            </a:pPr>
            <a:r>
              <a:rPr lang="en-US" sz="2400" dirty="0" err="1">
                <a:latin typeface="Times New Roman" panose="02020603050405020304" pitchFamily="18" charset="0"/>
                <a:cs typeface="Times New Roman" panose="02020603050405020304" pitchFamily="18" charset="0"/>
              </a:rPr>
              <a:t>Chúng</a:t>
            </a:r>
            <a:r>
              <a:rPr lang="en-US" sz="2400" dirty="0">
                <a:latin typeface="Times New Roman" panose="02020603050405020304" pitchFamily="18" charset="0"/>
                <a:cs typeface="Times New Roman" panose="02020603050405020304" pitchFamily="18" charset="0"/>
              </a:rPr>
              <a:t> ta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đổi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tốc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tin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nhưng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đổi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suất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bộ</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sưu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Điều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này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được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gọi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suất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lấy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mẫu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giảm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suất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lấy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mẫu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ứng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việc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tăng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giảm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suất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Đây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h</a:t>
            </a:r>
            <a:r>
              <a:rPr lang="vi-VN" sz="2400" dirty="0">
                <a:latin typeface="Times New Roman" panose="02020603050405020304" pitchFamily="18" charset="0"/>
                <a:cs typeface="Times New Roman" panose="02020603050405020304" pitchFamily="18" charset="0"/>
              </a:rPr>
              <a:t>ai thao tác cơ bản để đổi “độ phân giải thời gian” của dữ liệu</a:t>
            </a:r>
            <a:r>
              <a:rPr lang="en-US" sz="2400" dirty="0">
                <a:latin typeface="Times New Roman" panose="02020603050405020304" pitchFamily="18" charset="0"/>
                <a:cs typeface="Times New Roman" panose="02020603050405020304" pitchFamily="18" charset="0"/>
              </a:rPr>
              <a:t>.</a:t>
            </a:r>
            <a:endParaRPr lang="vi-VN" sz="2400" dirty="0">
              <a:latin typeface="Times New Roman" panose="02020603050405020304" pitchFamily="18" charset="0"/>
              <a:cs typeface="Times New Roman" panose="02020603050405020304" pitchFamily="18" charset="0"/>
            </a:endParaRPr>
          </a:p>
          <a:p>
            <a:pPr lvl="2" indent="-342900">
              <a:buFont typeface="Courier New" panose="02070309020205020404" pitchFamily="49" charset="0"/>
              <a:buChar char="o"/>
            </a:pPr>
            <a:endParaRPr lang="en-US" sz="2400" dirty="0">
              <a:latin typeface="Times New Roman" panose="02020603050405020304" pitchFamily="18" charset="0"/>
              <a:cs typeface="Times New Roman" panose="02020603050405020304" pitchFamily="18" charset="0"/>
            </a:endParaRPr>
          </a:p>
          <a:p>
            <a:pPr marL="400050" lvl="1" indent="0"/>
            <a:endParaRPr lang="en-US" sz="2800" dirty="0">
              <a:latin typeface="Times New Roman" panose="02020603050405020304" pitchFamily="18" charset="0"/>
              <a:cs typeface="Times New Roman" panose="02020603050405020304" pitchFamily="18" charset="0"/>
            </a:endParaRPr>
          </a:p>
          <a:p>
            <a:pPr marL="800100" lvl="2" indent="0"/>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464021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6FD2F-B22A-04D7-0CE7-BEE5E661D168}"/>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A4C67D7-4BE8-DE59-3C28-E4FAA77E9F97}"/>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F53E9265-37A9-BF7B-79A2-E26A7902F8EE}"/>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dirty="0" err="1">
                <a:latin typeface="Times New Roman" panose="02020603050405020304" pitchFamily="18" charset="0"/>
                <a:cs typeface="Times New Roman" panose="02020603050405020304" pitchFamily="18" charset="0"/>
              </a:rPr>
              <a:t>Thay</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đổi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tần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suất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của</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chuỗi</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Upsampling</a:t>
            </a:r>
            <a:r>
              <a:rPr lang="en-US" sz="2800" dirty="0">
                <a:latin typeface="Times New Roman" panose="02020603050405020304" pitchFamily="18" charset="0"/>
                <a:cs typeface="Times New Roman" panose="02020603050405020304" pitchFamily="18" charset="0"/>
              </a:rPr>
              <a:t> and </a:t>
            </a:r>
            <a:r>
              <a:rPr lang="en-US" sz="2800" dirty="0" err="1">
                <a:latin typeface="Times New Roman" panose="02020603050405020304" pitchFamily="18" charset="0"/>
                <a:cs typeface="Times New Roman" panose="02020603050405020304" pitchFamily="18" charset="0"/>
              </a:rPr>
              <a:t>Downsampling</a:t>
            </a:r>
            <a:r>
              <a:rPr lang="en-US" sz="2800" dirty="0">
                <a:latin typeface="Times New Roman" panose="02020603050405020304" pitchFamily="18" charset="0"/>
                <a:cs typeface="Times New Roman" panose="02020603050405020304" pitchFamily="18" charset="0"/>
              </a:rPr>
              <a:t>)</a:t>
            </a:r>
          </a:p>
          <a:p>
            <a:pPr marL="914400" lvl="1" indent="-457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G</a:t>
            </a:r>
            <a:r>
              <a:rPr lang="vi-VN" sz="2800" b="1" dirty="0">
                <a:latin typeface="Times New Roman" panose="02020603050405020304" pitchFamily="18" charset="0"/>
                <a:cs typeface="Times New Roman" panose="02020603050405020304" pitchFamily="18" charset="0"/>
              </a:rPr>
              <a:t>iảm tần suất </a:t>
            </a:r>
            <a:r>
              <a:rPr lang="vi-VN" sz="2800" dirty="0">
                <a:latin typeface="Times New Roman" panose="02020603050405020304" pitchFamily="18" charset="0"/>
                <a:cs typeface="Times New Roman" panose="02020603050405020304" pitchFamily="18" charset="0"/>
              </a:rPr>
              <a:t>(Downsampling</a:t>
            </a:r>
            <a:r>
              <a:rPr lang="en-US" sz="2800" dirty="0">
                <a:latin typeface="Times New Roman" panose="02020603050405020304" pitchFamily="18" charset="0"/>
                <a:cs typeface="Times New Roman" panose="02020603050405020304" pitchFamily="18" charset="0"/>
              </a:rPr>
              <a:t> -</a:t>
            </a:r>
            <a:r>
              <a:rPr lang="vi-VN" sz="2800" dirty="0">
                <a:latin typeface="Times New Roman" panose="02020603050405020304" pitchFamily="18" charset="0"/>
                <a:cs typeface="Times New Roman" panose="02020603050405020304" pitchFamily="18" charset="0"/>
              </a:rPr>
              <a:t> giảm độ phân giải)</a:t>
            </a:r>
          </a:p>
          <a:p>
            <a:pPr lvl="2"/>
            <a:r>
              <a:rPr lang="en-US" sz="2400" dirty="0">
                <a:latin typeface="Times New Roman" panose="02020603050405020304" pitchFamily="18" charset="0"/>
                <a:cs typeface="Times New Roman" panose="02020603050405020304" pitchFamily="18" charset="0"/>
              </a:rPr>
              <a:t>C</a:t>
            </a:r>
            <a:r>
              <a:rPr lang="vi-VN" sz="2400" dirty="0">
                <a:latin typeface="Times New Roman" panose="02020603050405020304" pitchFamily="18" charset="0"/>
                <a:cs typeface="Times New Roman" panose="02020603050405020304" pitchFamily="18" charset="0"/>
              </a:rPr>
              <a:t>huyển chuỗi dữ liệu từ </a:t>
            </a:r>
            <a:r>
              <a:rPr lang="vi-VN" sz="2400" b="1" dirty="0">
                <a:solidFill>
                  <a:srgbClr val="FF0000"/>
                </a:solidFill>
                <a:latin typeface="Times New Roman" panose="02020603050405020304" pitchFamily="18" charset="0"/>
                <a:cs typeface="Times New Roman" panose="02020603050405020304" pitchFamily="18" charset="0"/>
              </a:rPr>
              <a:t>tần suất cao → tần suất thấp</a:t>
            </a:r>
            <a:r>
              <a:rPr lang="vi-VN" sz="2400" dirty="0">
                <a:latin typeface="Times New Roman" panose="02020603050405020304" pitchFamily="18" charset="0"/>
                <a:cs typeface="Times New Roman" panose="02020603050405020304" pitchFamily="18" charset="0"/>
              </a:rPr>
              <a:t>.</a:t>
            </a:r>
          </a:p>
          <a:p>
            <a:pPr marL="1257300" lvl="2" indent="-342900">
              <a:buFont typeface="Courier New" panose="02070309020205020404" pitchFamily="49" charset="0"/>
              <a:buChar char="o"/>
            </a:pPr>
            <a:r>
              <a:rPr lang="en-US" sz="2400" dirty="0" err="1">
                <a:latin typeface="Times New Roman" panose="02020603050405020304" pitchFamily="18" charset="0"/>
                <a:cs typeface="Times New Roman" panose="02020603050405020304" pitchFamily="18" charset="0"/>
              </a:rPr>
              <a:t>Chúng</a:t>
            </a:r>
            <a:r>
              <a:rPr lang="en-US" sz="2400" dirty="0">
                <a:latin typeface="Times New Roman" panose="02020603050405020304" pitchFamily="18" charset="0"/>
                <a:cs typeface="Times New Roman" panose="02020603050405020304" pitchFamily="18" charset="0"/>
              </a:rPr>
              <a:t> ta</a:t>
            </a:r>
            <a:r>
              <a:rPr lang="vi-VN" sz="2400" dirty="0">
                <a:latin typeface="Times New Roman" panose="02020603050405020304" pitchFamily="18" charset="0"/>
                <a:cs typeface="Times New Roman" panose="02020603050405020304" pitchFamily="18" charset="0"/>
              </a:rPr>
              <a:t> “gom” nhiều điểm nhỏ thành một điểm lớn. </a:t>
            </a:r>
            <a:endParaRPr lang="en-US" sz="2400" dirty="0">
              <a:latin typeface="Times New Roman" panose="02020603050405020304" pitchFamily="18" charset="0"/>
              <a:cs typeface="Times New Roman" panose="02020603050405020304" pitchFamily="18" charset="0"/>
            </a:endParaRPr>
          </a:p>
          <a:p>
            <a:pPr marL="1371600" lvl="3" indent="0"/>
            <a:r>
              <a:rPr lang="vi-VN" sz="2400" dirty="0">
                <a:latin typeface="Times New Roman" panose="02020603050405020304" pitchFamily="18" charset="0"/>
                <a:cs typeface="Times New Roman" panose="02020603050405020304" pitchFamily="18" charset="0"/>
              </a:rPr>
              <a:t>Ví dụ:Từ dữ liệu 1 phút → 15 phút</a:t>
            </a:r>
            <a:r>
              <a:rPr lang="en-US" sz="2400" dirty="0">
                <a:latin typeface="Times New Roman" panose="02020603050405020304" pitchFamily="18" charset="0"/>
                <a:cs typeface="Times New Roman" panose="02020603050405020304" pitchFamily="18" charset="0"/>
              </a:rPr>
              <a:t>,</a:t>
            </a:r>
            <a:r>
              <a:rPr lang="vi-VN" sz="2400" dirty="0">
                <a:latin typeface="Times New Roman" panose="02020603050405020304" pitchFamily="18" charset="0"/>
                <a:cs typeface="Times New Roman" panose="02020603050405020304" pitchFamily="18" charset="0"/>
              </a:rPr>
              <a:t> 1 giây → 1 phút</a:t>
            </a:r>
            <a:r>
              <a:rPr lang="en-US" sz="2400" dirty="0">
                <a:latin typeface="Times New Roman" panose="02020603050405020304" pitchFamily="18" charset="0"/>
                <a:cs typeface="Times New Roman" panose="02020603050405020304" pitchFamily="18" charset="0"/>
              </a:rPr>
              <a:t>,</a:t>
            </a:r>
            <a:r>
              <a:rPr lang="vi-VN" sz="2400" dirty="0">
                <a:latin typeface="Times New Roman" panose="02020603050405020304" pitchFamily="18" charset="0"/>
                <a:cs typeface="Times New Roman" panose="02020603050405020304" pitchFamily="18" charset="0"/>
              </a:rPr>
              <a:t> daily → monthly</a:t>
            </a:r>
          </a:p>
          <a:p>
            <a:pPr marL="1257300" lvl="2" indent="-342900">
              <a:buFont typeface="Courier New" panose="02070309020205020404" pitchFamily="49" charset="0"/>
              <a:buChar char="o"/>
            </a:pPr>
            <a:r>
              <a:rPr lang="vi-VN" sz="2400" dirty="0">
                <a:latin typeface="Times New Roman" panose="02020603050405020304" pitchFamily="18" charset="0"/>
                <a:cs typeface="Times New Roman" panose="02020603050405020304" pitchFamily="18" charset="0"/>
              </a:rPr>
              <a:t>Tại sao cần downsample?</a:t>
            </a:r>
          </a:p>
          <a:p>
            <a:pPr marL="1714500" lvl="3" indent="-342900">
              <a:buFont typeface="Wingdings" panose="05000000000000000000" pitchFamily="2" charset="2"/>
              <a:buChar char="§"/>
            </a:pPr>
            <a:r>
              <a:rPr lang="vi-VN" sz="2400" dirty="0">
                <a:latin typeface="Times New Roman" panose="02020603050405020304" pitchFamily="18" charset="0"/>
                <a:cs typeface="Times New Roman" panose="02020603050405020304" pitchFamily="18" charset="0"/>
              </a:rPr>
              <a:t>Giảm nhiễu</a:t>
            </a:r>
            <a:endParaRPr lang="en-US" sz="2400" dirty="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vi-VN" sz="2400" dirty="0">
                <a:latin typeface="Times New Roman" panose="02020603050405020304" pitchFamily="18" charset="0"/>
                <a:cs typeface="Times New Roman" panose="02020603050405020304" pitchFamily="18" charset="0"/>
              </a:rPr>
              <a:t>Nhìn xu hướng tổng quát</a:t>
            </a:r>
            <a:endParaRPr lang="en-US" sz="2400" dirty="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vi-VN" sz="2400" dirty="0">
                <a:latin typeface="Times New Roman" panose="02020603050405020304" pitchFamily="18" charset="0"/>
                <a:cs typeface="Times New Roman" panose="02020603050405020304" pitchFamily="18" charset="0"/>
              </a:rPr>
              <a:t>Giảm kích thước dữ liệu</a:t>
            </a:r>
            <a:endParaRPr lang="en-US" sz="2400" dirty="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vi-VN" sz="2400" dirty="0">
                <a:latin typeface="Times New Roman" panose="02020603050405020304" pitchFamily="18" charset="0"/>
                <a:cs typeface="Times New Roman" panose="02020603050405020304" pitchFamily="18" charset="0"/>
              </a:rPr>
              <a:t>Chuẩn bị dữ liệu cho mô hình chỉ chấp nhận tần suất thấp hơn</a:t>
            </a:r>
          </a:p>
          <a:p>
            <a:pPr marL="1257300" lvl="3" indent="0"/>
            <a:endParaRPr lang="en-US" sz="2800" dirty="0">
              <a:latin typeface="Times New Roman" panose="02020603050405020304" pitchFamily="18" charset="0"/>
              <a:cs typeface="Times New Roman" panose="02020603050405020304" pitchFamily="18" charset="0"/>
            </a:endParaRPr>
          </a:p>
          <a:p>
            <a:pPr marL="800100" lvl="2" indent="0"/>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874184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9687C-B744-74F4-AF07-A5A4B50B6F9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FE2B647-A269-1BE2-B0D3-1E0C851F4598}"/>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EABC8D59-CD3C-CC5B-2FA9-973889F244E5}"/>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Thay đổi tần suất của chuỗi </a:t>
            </a:r>
            <a:r>
              <a:rPr lang="en-US" sz="2800">
                <a:latin typeface="Times New Roman" panose="02020603050405020304" pitchFamily="18" charset="0"/>
                <a:cs typeface="Times New Roman" panose="02020603050405020304" pitchFamily="18" charset="0"/>
              </a:rPr>
              <a:t>(Upsampling and Downsampling)</a:t>
            </a:r>
          </a:p>
          <a:p>
            <a:pPr marL="914400" lvl="1"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G</a:t>
            </a:r>
            <a:r>
              <a:rPr lang="vi-VN" sz="2800" b="1">
                <a:latin typeface="Times New Roman" panose="02020603050405020304" pitchFamily="18" charset="0"/>
                <a:cs typeface="Times New Roman" panose="02020603050405020304" pitchFamily="18" charset="0"/>
              </a:rPr>
              <a:t>iảm tần suất </a:t>
            </a:r>
            <a:r>
              <a:rPr lang="vi-VN" sz="2800">
                <a:latin typeface="Times New Roman" panose="02020603050405020304" pitchFamily="18" charset="0"/>
                <a:cs typeface="Times New Roman" panose="02020603050405020304" pitchFamily="18" charset="0"/>
              </a:rPr>
              <a:t>(Downsampling</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 giảm độ phân giải)</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Các </a:t>
            </a:r>
            <a:r>
              <a:rPr lang="en-US" sz="2400">
                <a:latin typeface="Times New Roman" panose="02020603050405020304" pitchFamily="18" charset="0"/>
                <a:cs typeface="Times New Roman" panose="02020603050405020304" pitchFamily="18" charset="0"/>
              </a:rPr>
              <a:t>giá trị</a:t>
            </a:r>
            <a:r>
              <a:rPr lang="vi-VN" sz="2400">
                <a:latin typeface="Times New Roman" panose="02020603050405020304" pitchFamily="18" charset="0"/>
                <a:cs typeface="Times New Roman" panose="02020603050405020304" pitchFamily="18" charset="0"/>
              </a:rPr>
              <a:t> thường dùng:</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mean (trung bình)</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làm mượt dữ liệu → giảm nhiễu.</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sum (tổng)</a:t>
            </a:r>
            <a:r>
              <a:rPr lang="en-US" sz="2400">
                <a:latin typeface="Times New Roman" panose="02020603050405020304" pitchFamily="18" charset="0"/>
                <a:cs typeface="Times New Roman" panose="02020603050405020304" pitchFamily="18" charset="0"/>
              </a:rPr>
              <a:t>: dùng khi giá trị mang ý nghĩa tích lũy</a:t>
            </a:r>
            <a:endParaRPr lang="vi-VN"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min / max</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giúp bắt được cực trị trong từng khoảng.</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Median</a:t>
            </a:r>
            <a:r>
              <a:rPr lang="en-US" sz="2400">
                <a:latin typeface="Times New Roman" panose="02020603050405020304" pitchFamily="18" charset="0"/>
                <a:cs typeface="Times New Roman" panose="02020603050405020304" pitchFamily="18" charset="0"/>
              </a:rPr>
              <a:t>: hiệu quả trong dữ liệu nhiễu hoặc có outlier.</a:t>
            </a:r>
            <a:endParaRPr lang="vi-VN" sz="2400">
              <a:latin typeface="Times New Roman" panose="02020603050405020304" pitchFamily="18" charset="0"/>
              <a:cs typeface="Times New Roman" panose="02020603050405020304" pitchFamily="18" charset="0"/>
            </a:endParaRPr>
          </a:p>
          <a:p>
            <a:pPr marL="1257300" lvl="3" indent="0"/>
            <a:endParaRPr lang="en-US" sz="2800">
              <a:latin typeface="Times New Roman" panose="02020603050405020304" pitchFamily="18" charset="0"/>
              <a:cs typeface="Times New Roman" panose="02020603050405020304" pitchFamily="18" charset="0"/>
            </a:endParaRPr>
          </a:p>
          <a:p>
            <a:pPr marL="800100" lvl="2"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78218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5F82C-2914-CA37-2C9D-F0AFE82FED0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854B2B8-EE3B-3406-2103-67397F9A977C}"/>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BF0575F9-4AEB-8185-838F-C76E04A9F23F}"/>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Thay đổi tần suất của chuỗi </a:t>
            </a:r>
            <a:r>
              <a:rPr lang="en-US" sz="2800">
                <a:latin typeface="Times New Roman" panose="02020603050405020304" pitchFamily="18" charset="0"/>
                <a:cs typeface="Times New Roman" panose="02020603050405020304" pitchFamily="18" charset="0"/>
              </a:rPr>
              <a:t>(Upsampling and Downsampling)</a:t>
            </a:r>
          </a:p>
          <a:p>
            <a:pPr marL="914400" lvl="1"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G</a:t>
            </a:r>
            <a:r>
              <a:rPr lang="vi-VN" sz="2800" b="1">
                <a:latin typeface="Times New Roman" panose="02020603050405020304" pitchFamily="18" charset="0"/>
                <a:cs typeface="Times New Roman" panose="02020603050405020304" pitchFamily="18" charset="0"/>
              </a:rPr>
              <a:t>iảm tần suất </a:t>
            </a:r>
            <a:r>
              <a:rPr lang="vi-VN" sz="2800">
                <a:latin typeface="Times New Roman" panose="02020603050405020304" pitchFamily="18" charset="0"/>
                <a:cs typeface="Times New Roman" panose="02020603050405020304" pitchFamily="18" charset="0"/>
              </a:rPr>
              <a:t>(Downsampling</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 giảm độ phân giải)</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Ví dụ</a:t>
            </a:r>
          </a:p>
          <a:p>
            <a:pPr lvl="7"/>
            <a:r>
              <a:rPr lang="en-US" sz="2000">
                <a:latin typeface="Times New Roman" panose="02020603050405020304" pitchFamily="18" charset="0"/>
                <a:cs typeface="Times New Roman" panose="02020603050405020304" pitchFamily="18" charset="0"/>
              </a:rPr>
              <a:t>Gom theo các đoạn:</a:t>
            </a:r>
          </a:p>
          <a:p>
            <a:pPr lvl="7"/>
            <a:r>
              <a:rPr lang="en-US" sz="2000" b="1">
                <a:latin typeface="Times New Roman" panose="02020603050405020304" pitchFamily="18" charset="0"/>
                <a:cs typeface="Times New Roman" panose="02020603050405020304" pitchFamily="18" charset="0"/>
              </a:rPr>
              <a:t>Window 1:</a:t>
            </a:r>
            <a:r>
              <a:rPr lang="en-US" sz="2000">
                <a:latin typeface="Times New Roman" panose="02020603050405020304" pitchFamily="18" charset="0"/>
                <a:cs typeface="Times New Roman" panose="02020603050405020304" pitchFamily="18" charset="0"/>
              </a:rPr>
              <a:t> 10:00 → 10:04 </a:t>
            </a:r>
          </a:p>
          <a:p>
            <a:pPr lvl="8"/>
            <a:r>
              <a:rPr lang="en-US" sz="2000">
                <a:latin typeface="Times New Roman" panose="02020603050405020304" pitchFamily="18" charset="0"/>
                <a:cs typeface="Times New Roman" panose="02020603050405020304" pitchFamily="18" charset="0"/>
              </a:rPr>
              <a:t>→ values = [5, 7, 6, 9, 11]</a:t>
            </a:r>
          </a:p>
          <a:p>
            <a:pPr lvl="7"/>
            <a:r>
              <a:rPr lang="en-US" sz="2000" b="1">
                <a:latin typeface="Times New Roman" panose="02020603050405020304" pitchFamily="18" charset="0"/>
                <a:cs typeface="Times New Roman" panose="02020603050405020304" pitchFamily="18" charset="0"/>
              </a:rPr>
              <a:t>Window 2:</a:t>
            </a:r>
            <a:r>
              <a:rPr lang="en-US" sz="2000">
                <a:latin typeface="Times New Roman" panose="02020603050405020304" pitchFamily="18" charset="0"/>
                <a:cs typeface="Times New Roman" panose="02020603050405020304" pitchFamily="18" charset="0"/>
              </a:rPr>
              <a:t> 10:05 → 10:09 </a:t>
            </a:r>
          </a:p>
          <a:p>
            <a:pPr lvl="8"/>
            <a:r>
              <a:rPr lang="en-US" sz="2000">
                <a:latin typeface="Times New Roman" panose="02020603050405020304" pitchFamily="18" charset="0"/>
                <a:cs typeface="Times New Roman" panose="02020603050405020304" pitchFamily="18" charset="0"/>
              </a:rPr>
              <a:t>→ values = [10, 8, 12, 15, 14]</a:t>
            </a:r>
          </a:p>
          <a:p>
            <a:pPr lvl="7"/>
            <a:endParaRPr lang="en-US" sz="2000">
              <a:latin typeface="Times New Roman" panose="02020603050405020304" pitchFamily="18" charset="0"/>
              <a:cs typeface="Times New Roman" panose="02020603050405020304" pitchFamily="18" charset="0"/>
            </a:endParaRPr>
          </a:p>
          <a:p>
            <a:pPr lvl="7"/>
            <a:r>
              <a:rPr lang="en-US" sz="2000">
                <a:latin typeface="Times New Roman" panose="02020603050405020304" pitchFamily="18" charset="0"/>
                <a:cs typeface="Times New Roman" panose="02020603050405020304" pitchFamily="18" charset="0"/>
              </a:rPr>
              <a:t>Bảng tổng hợp:</a:t>
            </a:r>
          </a:p>
          <a:p>
            <a:pPr marL="1257300" lvl="2" indent="-342900">
              <a:buFont typeface="Courier New" panose="02070309020205020404" pitchFamily="49" charset="0"/>
              <a:buChar char="o"/>
            </a:pPr>
            <a:endParaRPr lang="vi-VN" sz="2400">
              <a:latin typeface="Times New Roman" panose="02020603050405020304" pitchFamily="18" charset="0"/>
              <a:cs typeface="Times New Roman" panose="02020603050405020304" pitchFamily="18" charset="0"/>
            </a:endParaRPr>
          </a:p>
          <a:p>
            <a:pPr marL="1257300" lvl="3" indent="0"/>
            <a:endParaRPr lang="en-US" sz="2800">
              <a:latin typeface="Times New Roman" panose="02020603050405020304" pitchFamily="18" charset="0"/>
              <a:cs typeface="Times New Roman" panose="02020603050405020304" pitchFamily="18" charset="0"/>
            </a:endParaRPr>
          </a:p>
          <a:p>
            <a:pPr marL="800100" lvl="2" indent="0"/>
            <a:endParaRPr lang="en-US" sz="2800">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4232CFC2-5D3A-E9D7-CED6-C925714894D7}"/>
              </a:ext>
            </a:extLst>
          </p:cNvPr>
          <p:cNvGraphicFramePr>
            <a:graphicFrameLocks noGrp="1"/>
          </p:cNvGraphicFramePr>
          <p:nvPr>
            <p:extLst>
              <p:ext uri="{D42A27DB-BD31-4B8C-83A1-F6EECF244321}">
                <p14:modId xmlns:p14="http://schemas.microsoft.com/office/powerpoint/2010/main" val="2906284892"/>
              </p:ext>
            </p:extLst>
          </p:nvPr>
        </p:nvGraphicFramePr>
        <p:xfrm>
          <a:off x="990600" y="2819400"/>
          <a:ext cx="2133600" cy="3520440"/>
        </p:xfrm>
        <a:graphic>
          <a:graphicData uri="http://schemas.openxmlformats.org/drawingml/2006/table">
            <a:tbl>
              <a:tblPr/>
              <a:tblGrid>
                <a:gridCol w="1066800">
                  <a:extLst>
                    <a:ext uri="{9D8B030D-6E8A-4147-A177-3AD203B41FA5}">
                      <a16:colId xmlns:a16="http://schemas.microsoft.com/office/drawing/2014/main" val="3617907483"/>
                    </a:ext>
                  </a:extLst>
                </a:gridCol>
                <a:gridCol w="1066800">
                  <a:extLst>
                    <a:ext uri="{9D8B030D-6E8A-4147-A177-3AD203B41FA5}">
                      <a16:colId xmlns:a16="http://schemas.microsoft.com/office/drawing/2014/main" val="354834208"/>
                    </a:ext>
                  </a:extLst>
                </a:gridCol>
              </a:tblGrid>
              <a:tr h="0">
                <a:tc>
                  <a:txBody>
                    <a:bodyPr/>
                    <a:lstStyle/>
                    <a:p>
                      <a:pPr>
                        <a:buNone/>
                      </a:pPr>
                      <a:r>
                        <a:rPr lang="en-US" sz="1500">
                          <a:latin typeface="Times New Roman" panose="02020603050405020304" pitchFamily="18" charset="0"/>
                          <a:cs typeface="Times New Roman" panose="02020603050405020304" pitchFamily="18" charset="0"/>
                        </a:rPr>
                        <a:t>Time</a:t>
                      </a:r>
                    </a:p>
                  </a:txBody>
                  <a:tcPr anchor="ctr">
                    <a:lnL>
                      <a:noFill/>
                    </a:lnL>
                    <a:lnR>
                      <a:noFill/>
                    </a:lnR>
                    <a:lnT>
                      <a:noFill/>
                    </a:lnT>
                    <a:lnB>
                      <a:noFill/>
                    </a:lnB>
                    <a:noFill/>
                  </a:tcPr>
                </a:tc>
                <a:tc>
                  <a:txBody>
                    <a:bodyPr/>
                    <a:lstStyle/>
                    <a:p>
                      <a:pPr>
                        <a:buNone/>
                      </a:pPr>
                      <a:r>
                        <a:rPr lang="en-US" sz="1500">
                          <a:latin typeface="Times New Roman" panose="02020603050405020304" pitchFamily="18" charset="0"/>
                          <a:cs typeface="Times New Roman" panose="02020603050405020304" pitchFamily="18" charset="0"/>
                        </a:rPr>
                        <a:t>Value</a:t>
                      </a:r>
                    </a:p>
                  </a:txBody>
                  <a:tcPr anchor="ctr">
                    <a:lnL>
                      <a:noFill/>
                    </a:lnL>
                    <a:lnR>
                      <a:noFill/>
                    </a:lnR>
                    <a:lnT>
                      <a:noFill/>
                    </a:lnT>
                    <a:lnB>
                      <a:noFill/>
                    </a:lnB>
                    <a:noFill/>
                  </a:tcPr>
                </a:tc>
                <a:extLst>
                  <a:ext uri="{0D108BD9-81ED-4DB2-BD59-A6C34878D82A}">
                    <a16:rowId xmlns:a16="http://schemas.microsoft.com/office/drawing/2014/main" val="2032628751"/>
                  </a:ext>
                </a:extLst>
              </a:tr>
              <a:tr h="0">
                <a:tc>
                  <a:txBody>
                    <a:bodyPr/>
                    <a:lstStyle/>
                    <a:p>
                      <a:pPr>
                        <a:buNone/>
                      </a:pPr>
                      <a:r>
                        <a:rPr lang="en-US" sz="1500">
                          <a:latin typeface="Times New Roman" panose="02020603050405020304" pitchFamily="18" charset="0"/>
                          <a:cs typeface="Times New Roman" panose="02020603050405020304" pitchFamily="18" charset="0"/>
                        </a:rPr>
                        <a:t>10:00</a:t>
                      </a:r>
                    </a:p>
                  </a:txBody>
                  <a:tcPr anchor="ctr">
                    <a:lnL>
                      <a:noFill/>
                    </a:lnL>
                    <a:lnR>
                      <a:noFill/>
                    </a:lnR>
                    <a:lnT>
                      <a:noFill/>
                    </a:lnT>
                    <a:lnB>
                      <a:noFill/>
                    </a:lnB>
                    <a:noFill/>
                  </a:tcPr>
                </a:tc>
                <a:tc>
                  <a:txBody>
                    <a:bodyPr/>
                    <a:lstStyle/>
                    <a:p>
                      <a:pPr>
                        <a:buNone/>
                      </a:pPr>
                      <a:r>
                        <a:rPr lang="en-US" sz="1500">
                          <a:latin typeface="Times New Roman" panose="02020603050405020304" pitchFamily="18" charset="0"/>
                          <a:cs typeface="Times New Roman" panose="02020603050405020304" pitchFamily="18" charset="0"/>
                        </a:rPr>
                        <a:t>5</a:t>
                      </a:r>
                    </a:p>
                  </a:txBody>
                  <a:tcPr anchor="ctr">
                    <a:lnL>
                      <a:noFill/>
                    </a:lnL>
                    <a:lnR>
                      <a:noFill/>
                    </a:lnR>
                    <a:lnT>
                      <a:noFill/>
                    </a:lnT>
                    <a:lnB>
                      <a:noFill/>
                    </a:lnB>
                    <a:noFill/>
                  </a:tcPr>
                </a:tc>
                <a:extLst>
                  <a:ext uri="{0D108BD9-81ED-4DB2-BD59-A6C34878D82A}">
                    <a16:rowId xmlns:a16="http://schemas.microsoft.com/office/drawing/2014/main" val="1495536227"/>
                  </a:ext>
                </a:extLst>
              </a:tr>
              <a:tr h="0">
                <a:tc>
                  <a:txBody>
                    <a:bodyPr/>
                    <a:lstStyle/>
                    <a:p>
                      <a:pPr>
                        <a:buNone/>
                      </a:pPr>
                      <a:r>
                        <a:rPr lang="en-US" sz="1500">
                          <a:latin typeface="Times New Roman" panose="02020603050405020304" pitchFamily="18" charset="0"/>
                          <a:cs typeface="Times New Roman" panose="02020603050405020304" pitchFamily="18" charset="0"/>
                        </a:rPr>
                        <a:t>10:01</a:t>
                      </a:r>
                    </a:p>
                  </a:txBody>
                  <a:tcPr anchor="ctr">
                    <a:lnL>
                      <a:noFill/>
                    </a:lnL>
                    <a:lnR>
                      <a:noFill/>
                    </a:lnR>
                    <a:lnT>
                      <a:noFill/>
                    </a:lnT>
                    <a:lnB>
                      <a:noFill/>
                    </a:lnB>
                    <a:noFill/>
                  </a:tcPr>
                </a:tc>
                <a:tc>
                  <a:txBody>
                    <a:bodyPr/>
                    <a:lstStyle/>
                    <a:p>
                      <a:pPr>
                        <a:buNone/>
                      </a:pPr>
                      <a:r>
                        <a:rPr lang="en-US" sz="1500">
                          <a:latin typeface="Times New Roman" panose="02020603050405020304" pitchFamily="18" charset="0"/>
                          <a:cs typeface="Times New Roman" panose="02020603050405020304" pitchFamily="18" charset="0"/>
                        </a:rPr>
                        <a:t>7</a:t>
                      </a:r>
                    </a:p>
                  </a:txBody>
                  <a:tcPr anchor="ctr">
                    <a:lnL>
                      <a:noFill/>
                    </a:lnL>
                    <a:lnR>
                      <a:noFill/>
                    </a:lnR>
                    <a:lnT>
                      <a:noFill/>
                    </a:lnT>
                    <a:lnB>
                      <a:noFill/>
                    </a:lnB>
                    <a:noFill/>
                  </a:tcPr>
                </a:tc>
                <a:extLst>
                  <a:ext uri="{0D108BD9-81ED-4DB2-BD59-A6C34878D82A}">
                    <a16:rowId xmlns:a16="http://schemas.microsoft.com/office/drawing/2014/main" val="3888908578"/>
                  </a:ext>
                </a:extLst>
              </a:tr>
              <a:tr h="0">
                <a:tc>
                  <a:txBody>
                    <a:bodyPr/>
                    <a:lstStyle/>
                    <a:p>
                      <a:pPr>
                        <a:buNone/>
                      </a:pPr>
                      <a:r>
                        <a:rPr lang="en-US" sz="1500">
                          <a:latin typeface="Times New Roman" panose="02020603050405020304" pitchFamily="18" charset="0"/>
                          <a:cs typeface="Times New Roman" panose="02020603050405020304" pitchFamily="18" charset="0"/>
                        </a:rPr>
                        <a:t>10:02</a:t>
                      </a:r>
                    </a:p>
                  </a:txBody>
                  <a:tcPr anchor="ctr">
                    <a:lnL>
                      <a:noFill/>
                    </a:lnL>
                    <a:lnR>
                      <a:noFill/>
                    </a:lnR>
                    <a:lnT>
                      <a:noFill/>
                    </a:lnT>
                    <a:lnB>
                      <a:noFill/>
                    </a:lnB>
                    <a:noFill/>
                  </a:tcPr>
                </a:tc>
                <a:tc>
                  <a:txBody>
                    <a:bodyPr/>
                    <a:lstStyle/>
                    <a:p>
                      <a:pPr>
                        <a:buNone/>
                      </a:pPr>
                      <a:r>
                        <a:rPr lang="en-US" sz="1500">
                          <a:latin typeface="Times New Roman" panose="02020603050405020304" pitchFamily="18" charset="0"/>
                          <a:cs typeface="Times New Roman" panose="02020603050405020304" pitchFamily="18" charset="0"/>
                        </a:rPr>
                        <a:t>6</a:t>
                      </a:r>
                    </a:p>
                  </a:txBody>
                  <a:tcPr anchor="ctr">
                    <a:lnL>
                      <a:noFill/>
                    </a:lnL>
                    <a:lnR>
                      <a:noFill/>
                    </a:lnR>
                    <a:lnT>
                      <a:noFill/>
                    </a:lnT>
                    <a:lnB>
                      <a:noFill/>
                    </a:lnB>
                    <a:noFill/>
                  </a:tcPr>
                </a:tc>
                <a:extLst>
                  <a:ext uri="{0D108BD9-81ED-4DB2-BD59-A6C34878D82A}">
                    <a16:rowId xmlns:a16="http://schemas.microsoft.com/office/drawing/2014/main" val="4165512172"/>
                  </a:ext>
                </a:extLst>
              </a:tr>
              <a:tr h="0">
                <a:tc>
                  <a:txBody>
                    <a:bodyPr/>
                    <a:lstStyle/>
                    <a:p>
                      <a:pPr>
                        <a:buNone/>
                      </a:pPr>
                      <a:r>
                        <a:rPr lang="en-US" sz="1500">
                          <a:latin typeface="Times New Roman" panose="02020603050405020304" pitchFamily="18" charset="0"/>
                          <a:cs typeface="Times New Roman" panose="02020603050405020304" pitchFamily="18" charset="0"/>
                        </a:rPr>
                        <a:t>10:03</a:t>
                      </a:r>
                    </a:p>
                  </a:txBody>
                  <a:tcPr anchor="ctr">
                    <a:lnL>
                      <a:noFill/>
                    </a:lnL>
                    <a:lnR>
                      <a:noFill/>
                    </a:lnR>
                    <a:lnT>
                      <a:noFill/>
                    </a:lnT>
                    <a:lnB>
                      <a:noFill/>
                    </a:lnB>
                    <a:noFill/>
                  </a:tcPr>
                </a:tc>
                <a:tc>
                  <a:txBody>
                    <a:bodyPr/>
                    <a:lstStyle/>
                    <a:p>
                      <a:pPr>
                        <a:buNone/>
                      </a:pPr>
                      <a:r>
                        <a:rPr lang="en-US" sz="1500">
                          <a:latin typeface="Times New Roman" panose="02020603050405020304" pitchFamily="18" charset="0"/>
                          <a:cs typeface="Times New Roman" panose="02020603050405020304" pitchFamily="18" charset="0"/>
                        </a:rPr>
                        <a:t>9</a:t>
                      </a:r>
                    </a:p>
                  </a:txBody>
                  <a:tcPr anchor="ctr">
                    <a:lnL>
                      <a:noFill/>
                    </a:lnL>
                    <a:lnR>
                      <a:noFill/>
                    </a:lnR>
                    <a:lnT>
                      <a:noFill/>
                    </a:lnT>
                    <a:lnB>
                      <a:noFill/>
                    </a:lnB>
                    <a:noFill/>
                  </a:tcPr>
                </a:tc>
                <a:extLst>
                  <a:ext uri="{0D108BD9-81ED-4DB2-BD59-A6C34878D82A}">
                    <a16:rowId xmlns:a16="http://schemas.microsoft.com/office/drawing/2014/main" val="2992433627"/>
                  </a:ext>
                </a:extLst>
              </a:tr>
              <a:tr h="0">
                <a:tc>
                  <a:txBody>
                    <a:bodyPr/>
                    <a:lstStyle/>
                    <a:p>
                      <a:pPr>
                        <a:buNone/>
                      </a:pPr>
                      <a:r>
                        <a:rPr lang="en-US" sz="1500">
                          <a:latin typeface="Times New Roman" panose="02020603050405020304" pitchFamily="18" charset="0"/>
                          <a:cs typeface="Times New Roman" panose="02020603050405020304" pitchFamily="18" charset="0"/>
                        </a:rPr>
                        <a:t>10:04</a:t>
                      </a:r>
                    </a:p>
                  </a:txBody>
                  <a:tcPr anchor="ctr">
                    <a:lnL>
                      <a:noFill/>
                    </a:lnL>
                    <a:lnR>
                      <a:noFill/>
                    </a:lnR>
                    <a:lnT>
                      <a:noFill/>
                    </a:lnT>
                    <a:lnB>
                      <a:noFill/>
                    </a:lnB>
                    <a:noFill/>
                  </a:tcPr>
                </a:tc>
                <a:tc>
                  <a:txBody>
                    <a:bodyPr/>
                    <a:lstStyle/>
                    <a:p>
                      <a:pPr>
                        <a:buNone/>
                      </a:pPr>
                      <a:r>
                        <a:rPr lang="en-US" sz="1500">
                          <a:latin typeface="Times New Roman" panose="02020603050405020304" pitchFamily="18" charset="0"/>
                          <a:cs typeface="Times New Roman" panose="02020603050405020304" pitchFamily="18" charset="0"/>
                        </a:rPr>
                        <a:t>11</a:t>
                      </a:r>
                    </a:p>
                  </a:txBody>
                  <a:tcPr anchor="ctr">
                    <a:lnL>
                      <a:noFill/>
                    </a:lnL>
                    <a:lnR>
                      <a:noFill/>
                    </a:lnR>
                    <a:lnT>
                      <a:noFill/>
                    </a:lnT>
                    <a:lnB>
                      <a:noFill/>
                    </a:lnB>
                    <a:noFill/>
                  </a:tcPr>
                </a:tc>
                <a:extLst>
                  <a:ext uri="{0D108BD9-81ED-4DB2-BD59-A6C34878D82A}">
                    <a16:rowId xmlns:a16="http://schemas.microsoft.com/office/drawing/2014/main" val="2249662852"/>
                  </a:ext>
                </a:extLst>
              </a:tr>
              <a:tr h="0">
                <a:tc>
                  <a:txBody>
                    <a:bodyPr/>
                    <a:lstStyle/>
                    <a:p>
                      <a:pPr>
                        <a:buNone/>
                      </a:pPr>
                      <a:r>
                        <a:rPr lang="en-US" sz="1500">
                          <a:latin typeface="Times New Roman" panose="02020603050405020304" pitchFamily="18" charset="0"/>
                          <a:cs typeface="Times New Roman" panose="02020603050405020304" pitchFamily="18" charset="0"/>
                        </a:rPr>
                        <a:t>10:05</a:t>
                      </a:r>
                    </a:p>
                  </a:txBody>
                  <a:tcPr anchor="ctr">
                    <a:lnL>
                      <a:noFill/>
                    </a:lnL>
                    <a:lnR>
                      <a:noFill/>
                    </a:lnR>
                    <a:lnT>
                      <a:noFill/>
                    </a:lnT>
                    <a:lnB>
                      <a:noFill/>
                    </a:lnB>
                    <a:noFill/>
                  </a:tcPr>
                </a:tc>
                <a:tc>
                  <a:txBody>
                    <a:bodyPr/>
                    <a:lstStyle/>
                    <a:p>
                      <a:pPr>
                        <a:buNone/>
                      </a:pPr>
                      <a:r>
                        <a:rPr lang="en-US" sz="1500">
                          <a:latin typeface="Times New Roman" panose="02020603050405020304" pitchFamily="18" charset="0"/>
                          <a:cs typeface="Times New Roman" panose="02020603050405020304" pitchFamily="18" charset="0"/>
                        </a:rPr>
                        <a:t>10</a:t>
                      </a:r>
                    </a:p>
                  </a:txBody>
                  <a:tcPr anchor="ctr">
                    <a:lnL>
                      <a:noFill/>
                    </a:lnL>
                    <a:lnR>
                      <a:noFill/>
                    </a:lnR>
                    <a:lnT>
                      <a:noFill/>
                    </a:lnT>
                    <a:lnB>
                      <a:noFill/>
                    </a:lnB>
                    <a:noFill/>
                  </a:tcPr>
                </a:tc>
                <a:extLst>
                  <a:ext uri="{0D108BD9-81ED-4DB2-BD59-A6C34878D82A}">
                    <a16:rowId xmlns:a16="http://schemas.microsoft.com/office/drawing/2014/main" val="99957058"/>
                  </a:ext>
                </a:extLst>
              </a:tr>
              <a:tr h="0">
                <a:tc>
                  <a:txBody>
                    <a:bodyPr/>
                    <a:lstStyle/>
                    <a:p>
                      <a:pPr>
                        <a:buNone/>
                      </a:pPr>
                      <a:r>
                        <a:rPr lang="en-US" sz="1500">
                          <a:latin typeface="Times New Roman" panose="02020603050405020304" pitchFamily="18" charset="0"/>
                          <a:cs typeface="Times New Roman" panose="02020603050405020304" pitchFamily="18" charset="0"/>
                        </a:rPr>
                        <a:t>10:06</a:t>
                      </a:r>
                    </a:p>
                  </a:txBody>
                  <a:tcPr anchor="ctr">
                    <a:lnL>
                      <a:noFill/>
                    </a:lnL>
                    <a:lnR>
                      <a:noFill/>
                    </a:lnR>
                    <a:lnT>
                      <a:noFill/>
                    </a:lnT>
                    <a:lnB>
                      <a:noFill/>
                    </a:lnB>
                    <a:noFill/>
                  </a:tcPr>
                </a:tc>
                <a:tc>
                  <a:txBody>
                    <a:bodyPr/>
                    <a:lstStyle/>
                    <a:p>
                      <a:pPr>
                        <a:buNone/>
                      </a:pPr>
                      <a:r>
                        <a:rPr lang="en-US" sz="1500">
                          <a:latin typeface="Times New Roman" panose="02020603050405020304" pitchFamily="18" charset="0"/>
                          <a:cs typeface="Times New Roman" panose="02020603050405020304" pitchFamily="18" charset="0"/>
                        </a:rPr>
                        <a:t>8</a:t>
                      </a:r>
                    </a:p>
                  </a:txBody>
                  <a:tcPr anchor="ctr">
                    <a:lnL>
                      <a:noFill/>
                    </a:lnL>
                    <a:lnR>
                      <a:noFill/>
                    </a:lnR>
                    <a:lnT>
                      <a:noFill/>
                    </a:lnT>
                    <a:lnB>
                      <a:noFill/>
                    </a:lnB>
                    <a:noFill/>
                  </a:tcPr>
                </a:tc>
                <a:extLst>
                  <a:ext uri="{0D108BD9-81ED-4DB2-BD59-A6C34878D82A}">
                    <a16:rowId xmlns:a16="http://schemas.microsoft.com/office/drawing/2014/main" val="2136161146"/>
                  </a:ext>
                </a:extLst>
              </a:tr>
              <a:tr h="0">
                <a:tc>
                  <a:txBody>
                    <a:bodyPr/>
                    <a:lstStyle/>
                    <a:p>
                      <a:pPr>
                        <a:buNone/>
                      </a:pPr>
                      <a:r>
                        <a:rPr lang="en-US" sz="1500">
                          <a:latin typeface="Times New Roman" panose="02020603050405020304" pitchFamily="18" charset="0"/>
                          <a:cs typeface="Times New Roman" panose="02020603050405020304" pitchFamily="18" charset="0"/>
                        </a:rPr>
                        <a:t>10:07</a:t>
                      </a:r>
                    </a:p>
                  </a:txBody>
                  <a:tcPr anchor="ctr">
                    <a:lnL>
                      <a:noFill/>
                    </a:lnL>
                    <a:lnR>
                      <a:noFill/>
                    </a:lnR>
                    <a:lnT>
                      <a:noFill/>
                    </a:lnT>
                    <a:lnB>
                      <a:noFill/>
                    </a:lnB>
                    <a:noFill/>
                  </a:tcPr>
                </a:tc>
                <a:tc>
                  <a:txBody>
                    <a:bodyPr/>
                    <a:lstStyle/>
                    <a:p>
                      <a:pPr>
                        <a:buNone/>
                      </a:pPr>
                      <a:r>
                        <a:rPr lang="en-US" sz="1500">
                          <a:latin typeface="Times New Roman" panose="02020603050405020304" pitchFamily="18" charset="0"/>
                          <a:cs typeface="Times New Roman" panose="02020603050405020304" pitchFamily="18" charset="0"/>
                        </a:rPr>
                        <a:t>12</a:t>
                      </a:r>
                    </a:p>
                  </a:txBody>
                  <a:tcPr anchor="ctr">
                    <a:lnL>
                      <a:noFill/>
                    </a:lnL>
                    <a:lnR>
                      <a:noFill/>
                    </a:lnR>
                    <a:lnT>
                      <a:noFill/>
                    </a:lnT>
                    <a:lnB>
                      <a:noFill/>
                    </a:lnB>
                    <a:noFill/>
                  </a:tcPr>
                </a:tc>
                <a:extLst>
                  <a:ext uri="{0D108BD9-81ED-4DB2-BD59-A6C34878D82A}">
                    <a16:rowId xmlns:a16="http://schemas.microsoft.com/office/drawing/2014/main" val="4169427873"/>
                  </a:ext>
                </a:extLst>
              </a:tr>
              <a:tr h="0">
                <a:tc>
                  <a:txBody>
                    <a:bodyPr/>
                    <a:lstStyle/>
                    <a:p>
                      <a:pPr>
                        <a:buNone/>
                      </a:pPr>
                      <a:r>
                        <a:rPr lang="en-US" sz="1500">
                          <a:latin typeface="Times New Roman" panose="02020603050405020304" pitchFamily="18" charset="0"/>
                          <a:cs typeface="Times New Roman" panose="02020603050405020304" pitchFamily="18" charset="0"/>
                        </a:rPr>
                        <a:t>10:08</a:t>
                      </a:r>
                    </a:p>
                  </a:txBody>
                  <a:tcPr anchor="ctr">
                    <a:lnL>
                      <a:noFill/>
                    </a:lnL>
                    <a:lnR>
                      <a:noFill/>
                    </a:lnR>
                    <a:lnT>
                      <a:noFill/>
                    </a:lnT>
                    <a:lnB>
                      <a:noFill/>
                    </a:lnB>
                    <a:noFill/>
                  </a:tcPr>
                </a:tc>
                <a:tc>
                  <a:txBody>
                    <a:bodyPr/>
                    <a:lstStyle/>
                    <a:p>
                      <a:pPr>
                        <a:buNone/>
                      </a:pPr>
                      <a:r>
                        <a:rPr lang="en-US" sz="1500">
                          <a:latin typeface="Times New Roman" panose="02020603050405020304" pitchFamily="18" charset="0"/>
                          <a:cs typeface="Times New Roman" panose="02020603050405020304" pitchFamily="18" charset="0"/>
                        </a:rPr>
                        <a:t>15</a:t>
                      </a:r>
                    </a:p>
                  </a:txBody>
                  <a:tcPr anchor="ctr">
                    <a:lnL>
                      <a:noFill/>
                    </a:lnL>
                    <a:lnR>
                      <a:noFill/>
                    </a:lnR>
                    <a:lnT>
                      <a:noFill/>
                    </a:lnT>
                    <a:lnB>
                      <a:noFill/>
                    </a:lnB>
                    <a:noFill/>
                  </a:tcPr>
                </a:tc>
                <a:extLst>
                  <a:ext uri="{0D108BD9-81ED-4DB2-BD59-A6C34878D82A}">
                    <a16:rowId xmlns:a16="http://schemas.microsoft.com/office/drawing/2014/main" val="3645769808"/>
                  </a:ext>
                </a:extLst>
              </a:tr>
              <a:tr h="0">
                <a:tc>
                  <a:txBody>
                    <a:bodyPr/>
                    <a:lstStyle/>
                    <a:p>
                      <a:pPr>
                        <a:buNone/>
                      </a:pPr>
                      <a:r>
                        <a:rPr lang="en-US" sz="1500">
                          <a:latin typeface="Times New Roman" panose="02020603050405020304" pitchFamily="18" charset="0"/>
                          <a:cs typeface="Times New Roman" panose="02020603050405020304" pitchFamily="18" charset="0"/>
                        </a:rPr>
                        <a:t>10:09</a:t>
                      </a:r>
                    </a:p>
                  </a:txBody>
                  <a:tcPr anchor="ctr">
                    <a:lnL>
                      <a:noFill/>
                    </a:lnL>
                    <a:lnR>
                      <a:noFill/>
                    </a:lnR>
                    <a:lnT>
                      <a:noFill/>
                    </a:lnT>
                    <a:lnB>
                      <a:noFill/>
                    </a:lnB>
                    <a:noFill/>
                  </a:tcPr>
                </a:tc>
                <a:tc>
                  <a:txBody>
                    <a:bodyPr/>
                    <a:lstStyle/>
                    <a:p>
                      <a:pPr>
                        <a:buNone/>
                      </a:pPr>
                      <a:r>
                        <a:rPr lang="en-US" sz="1500">
                          <a:latin typeface="Times New Roman" panose="02020603050405020304" pitchFamily="18" charset="0"/>
                          <a:cs typeface="Times New Roman" panose="02020603050405020304" pitchFamily="18" charset="0"/>
                        </a:rPr>
                        <a:t>14</a:t>
                      </a:r>
                    </a:p>
                  </a:txBody>
                  <a:tcPr anchor="ctr">
                    <a:lnL>
                      <a:noFill/>
                    </a:lnL>
                    <a:lnR>
                      <a:noFill/>
                    </a:lnR>
                    <a:lnT>
                      <a:noFill/>
                    </a:lnT>
                    <a:lnB>
                      <a:noFill/>
                    </a:lnB>
                    <a:noFill/>
                  </a:tcPr>
                </a:tc>
                <a:extLst>
                  <a:ext uri="{0D108BD9-81ED-4DB2-BD59-A6C34878D82A}">
                    <a16:rowId xmlns:a16="http://schemas.microsoft.com/office/drawing/2014/main" val="2368399303"/>
                  </a:ext>
                </a:extLst>
              </a:tr>
            </a:tbl>
          </a:graphicData>
        </a:graphic>
      </p:graphicFrame>
      <p:graphicFrame>
        <p:nvGraphicFramePr>
          <p:cNvPr id="3" name="Table 2">
            <a:extLst>
              <a:ext uri="{FF2B5EF4-FFF2-40B4-BE49-F238E27FC236}">
                <a16:creationId xmlns:a16="http://schemas.microsoft.com/office/drawing/2014/main" id="{3BD041A5-8BC6-CBED-CA69-9DAEB91A0568}"/>
              </a:ext>
            </a:extLst>
          </p:cNvPr>
          <p:cNvGraphicFramePr>
            <a:graphicFrameLocks noGrp="1"/>
          </p:cNvGraphicFramePr>
          <p:nvPr>
            <p:extLst>
              <p:ext uri="{D42A27DB-BD31-4B8C-83A1-F6EECF244321}">
                <p14:modId xmlns:p14="http://schemas.microsoft.com/office/powerpoint/2010/main" val="159550513"/>
              </p:ext>
            </p:extLst>
          </p:nvPr>
        </p:nvGraphicFramePr>
        <p:xfrm>
          <a:off x="3190875" y="5089842"/>
          <a:ext cx="5867400" cy="1188720"/>
        </p:xfrm>
        <a:graphic>
          <a:graphicData uri="http://schemas.openxmlformats.org/drawingml/2006/table">
            <a:tbl>
              <a:tblPr/>
              <a:tblGrid>
                <a:gridCol w="977900">
                  <a:extLst>
                    <a:ext uri="{9D8B030D-6E8A-4147-A177-3AD203B41FA5}">
                      <a16:colId xmlns:a16="http://schemas.microsoft.com/office/drawing/2014/main" val="2310174331"/>
                    </a:ext>
                  </a:extLst>
                </a:gridCol>
                <a:gridCol w="977900">
                  <a:extLst>
                    <a:ext uri="{9D8B030D-6E8A-4147-A177-3AD203B41FA5}">
                      <a16:colId xmlns:a16="http://schemas.microsoft.com/office/drawing/2014/main" val="1334063015"/>
                    </a:ext>
                  </a:extLst>
                </a:gridCol>
                <a:gridCol w="977900">
                  <a:extLst>
                    <a:ext uri="{9D8B030D-6E8A-4147-A177-3AD203B41FA5}">
                      <a16:colId xmlns:a16="http://schemas.microsoft.com/office/drawing/2014/main" val="3360139376"/>
                    </a:ext>
                  </a:extLst>
                </a:gridCol>
                <a:gridCol w="977900">
                  <a:extLst>
                    <a:ext uri="{9D8B030D-6E8A-4147-A177-3AD203B41FA5}">
                      <a16:colId xmlns:a16="http://schemas.microsoft.com/office/drawing/2014/main" val="1921909520"/>
                    </a:ext>
                  </a:extLst>
                </a:gridCol>
                <a:gridCol w="977900">
                  <a:extLst>
                    <a:ext uri="{9D8B030D-6E8A-4147-A177-3AD203B41FA5}">
                      <a16:colId xmlns:a16="http://schemas.microsoft.com/office/drawing/2014/main" val="3065648424"/>
                    </a:ext>
                  </a:extLst>
                </a:gridCol>
                <a:gridCol w="977900">
                  <a:extLst>
                    <a:ext uri="{9D8B030D-6E8A-4147-A177-3AD203B41FA5}">
                      <a16:colId xmlns:a16="http://schemas.microsoft.com/office/drawing/2014/main" val="638614359"/>
                    </a:ext>
                  </a:extLst>
                </a:gridCol>
              </a:tblGrid>
              <a:tr h="0">
                <a:tc>
                  <a:txBody>
                    <a:bodyPr/>
                    <a:lstStyle/>
                    <a:p>
                      <a:pPr>
                        <a:buNone/>
                      </a:pPr>
                      <a:r>
                        <a:rPr lang="en-US" sz="2000">
                          <a:latin typeface="Times New Roman" panose="02020603050405020304" pitchFamily="18" charset="0"/>
                          <a:cs typeface="Times New Roman" panose="02020603050405020304" pitchFamily="18" charset="0"/>
                        </a:rPr>
                        <a:t>Time</a:t>
                      </a: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Mean</a:t>
                      </a: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Sum</a:t>
                      </a: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Max</a:t>
                      </a: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Min</a:t>
                      </a: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Median</a:t>
                      </a:r>
                    </a:p>
                  </a:txBody>
                  <a:tcPr anchor="ctr">
                    <a:lnL>
                      <a:noFill/>
                    </a:lnL>
                    <a:lnR>
                      <a:noFill/>
                    </a:lnR>
                    <a:lnT>
                      <a:noFill/>
                    </a:lnT>
                    <a:lnB>
                      <a:noFill/>
                    </a:lnB>
                    <a:noFill/>
                  </a:tcPr>
                </a:tc>
                <a:extLst>
                  <a:ext uri="{0D108BD9-81ED-4DB2-BD59-A6C34878D82A}">
                    <a16:rowId xmlns:a16="http://schemas.microsoft.com/office/drawing/2014/main" val="839158133"/>
                  </a:ext>
                </a:extLst>
              </a:tr>
              <a:tr h="0">
                <a:tc>
                  <a:txBody>
                    <a:bodyPr/>
                    <a:lstStyle/>
                    <a:p>
                      <a:pPr>
                        <a:buNone/>
                      </a:pPr>
                      <a:r>
                        <a:rPr lang="en-US" sz="2000" b="1">
                          <a:latin typeface="Times New Roman" panose="02020603050405020304" pitchFamily="18" charset="0"/>
                          <a:cs typeface="Times New Roman" panose="02020603050405020304" pitchFamily="18" charset="0"/>
                        </a:rPr>
                        <a:t>10:00</a:t>
                      </a:r>
                      <a:endParaRPr lang="en-US"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7.6</a:t>
                      </a: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38</a:t>
                      </a: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11</a:t>
                      </a: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5</a:t>
                      </a: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7</a:t>
                      </a:r>
                    </a:p>
                  </a:txBody>
                  <a:tcPr anchor="ctr">
                    <a:lnL>
                      <a:noFill/>
                    </a:lnL>
                    <a:lnR>
                      <a:noFill/>
                    </a:lnR>
                    <a:lnT>
                      <a:noFill/>
                    </a:lnT>
                    <a:lnB>
                      <a:noFill/>
                    </a:lnB>
                    <a:noFill/>
                  </a:tcPr>
                </a:tc>
                <a:extLst>
                  <a:ext uri="{0D108BD9-81ED-4DB2-BD59-A6C34878D82A}">
                    <a16:rowId xmlns:a16="http://schemas.microsoft.com/office/drawing/2014/main" val="2509447543"/>
                  </a:ext>
                </a:extLst>
              </a:tr>
              <a:tr h="0">
                <a:tc>
                  <a:txBody>
                    <a:bodyPr/>
                    <a:lstStyle/>
                    <a:p>
                      <a:pPr>
                        <a:buNone/>
                      </a:pPr>
                      <a:r>
                        <a:rPr lang="en-US" sz="2000" b="1">
                          <a:latin typeface="Times New Roman" panose="02020603050405020304" pitchFamily="18" charset="0"/>
                          <a:cs typeface="Times New Roman" panose="02020603050405020304" pitchFamily="18" charset="0"/>
                        </a:rPr>
                        <a:t>10:05</a:t>
                      </a:r>
                      <a:endParaRPr lang="en-US" sz="2000">
                        <a:latin typeface="Times New Roman" panose="02020603050405020304" pitchFamily="18" charset="0"/>
                        <a:cs typeface="Times New Roman" panose="02020603050405020304" pitchFamily="18" charset="0"/>
                      </a:endParaRP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11.8</a:t>
                      </a: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59</a:t>
                      </a: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15</a:t>
                      </a: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8</a:t>
                      </a:r>
                    </a:p>
                  </a:txBody>
                  <a:tcPr anchor="ctr">
                    <a:lnL>
                      <a:noFill/>
                    </a:lnL>
                    <a:lnR>
                      <a:noFill/>
                    </a:lnR>
                    <a:lnT>
                      <a:noFill/>
                    </a:lnT>
                    <a:lnB>
                      <a:noFill/>
                    </a:lnB>
                    <a:noFill/>
                  </a:tcPr>
                </a:tc>
                <a:tc>
                  <a:txBody>
                    <a:bodyPr/>
                    <a:lstStyle/>
                    <a:p>
                      <a:pPr>
                        <a:buNone/>
                      </a:pPr>
                      <a:r>
                        <a:rPr lang="en-US" sz="2000">
                          <a:latin typeface="Times New Roman" panose="02020603050405020304" pitchFamily="18" charset="0"/>
                          <a:cs typeface="Times New Roman" panose="02020603050405020304" pitchFamily="18" charset="0"/>
                        </a:rPr>
                        <a:t>12</a:t>
                      </a:r>
                    </a:p>
                  </a:txBody>
                  <a:tcPr anchor="ctr">
                    <a:lnL>
                      <a:noFill/>
                    </a:lnL>
                    <a:lnR>
                      <a:noFill/>
                    </a:lnR>
                    <a:lnT>
                      <a:noFill/>
                    </a:lnT>
                    <a:lnB>
                      <a:noFill/>
                    </a:lnB>
                    <a:noFill/>
                  </a:tcPr>
                </a:tc>
                <a:extLst>
                  <a:ext uri="{0D108BD9-81ED-4DB2-BD59-A6C34878D82A}">
                    <a16:rowId xmlns:a16="http://schemas.microsoft.com/office/drawing/2014/main" val="3962496915"/>
                  </a:ext>
                </a:extLst>
              </a:tr>
            </a:tbl>
          </a:graphicData>
        </a:graphic>
      </p:graphicFrame>
    </p:spTree>
    <p:extLst>
      <p:ext uri="{BB962C8B-B14F-4D97-AF65-F5344CB8AC3E}">
        <p14:creationId xmlns:p14="http://schemas.microsoft.com/office/powerpoint/2010/main" val="39635880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D255C-A597-51E2-F085-924BF963C0B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923D82F-076E-D832-1F85-18DC29B985C7}"/>
              </a:ext>
            </a:extLst>
          </p:cNvPr>
          <p:cNvSpPr>
            <a:spLocks noGrp="1"/>
          </p:cNvSpPr>
          <p:nvPr>
            <p:ph type="title"/>
          </p:nvPr>
        </p:nvSpPr>
        <p:spPr>
          <a:xfrm>
            <a:off x="1220788" y="365125"/>
            <a:ext cx="7904162" cy="747713"/>
          </a:xfrm>
        </p:spPr>
        <p:txBody>
          <a:bodyPr>
            <a:noAutofit/>
          </a:bodyPr>
          <a:lstStyle/>
          <a:p>
            <a:r>
              <a:rPr lang="en-US" sz="3200" dirty="0" err="1">
                <a:latin typeface="Times New Roman" panose="02020603050405020304" pitchFamily="18" charset="0"/>
                <a:cs typeface="Times New Roman" panose="02020603050405020304" pitchFamily="18" charset="0"/>
              </a:rPr>
              <a:t>Làm</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sạch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dữ</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liệu</a:t>
            </a:r>
            <a:endParaRPr lang="en-US" sz="3200" dirty="0">
              <a:latin typeface="Times New Roman" panose="02020603050405020304" pitchFamily="18" charset="0"/>
              <a:cs typeface="Times New Roman" panose="02020603050405020304" pitchFamily="18" charset="0"/>
            </a:endParaRPr>
          </a:p>
        </p:txBody>
      </p:sp>
      <p:sp>
        <p:nvSpPr>
          <p:cNvPr id="31747" name="Rectangle 3">
            <a:extLst>
              <a:ext uri="{FF2B5EF4-FFF2-40B4-BE49-F238E27FC236}">
                <a16:creationId xmlns:a16="http://schemas.microsoft.com/office/drawing/2014/main" id="{E8B99057-5957-13E0-7140-EB20AB76F4C2}"/>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dirty="0" err="1">
                <a:latin typeface="Times New Roman" panose="02020603050405020304" pitchFamily="18" charset="0"/>
                <a:cs typeface="Times New Roman" panose="02020603050405020304" pitchFamily="18" charset="0"/>
              </a:rPr>
              <a:t>Thay</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đổi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tần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suất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của</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chuỗi</a:t>
            </a:r>
            <a:r>
              <a:rPr lang="en-US" sz="2800" b="1"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t>
            </a:r>
            <a:r>
              <a:rPr lang="en-US" sz="2800" dirty="0" err="1">
                <a:latin typeface="Times New Roman" panose="02020603050405020304" pitchFamily="18" charset="0"/>
                <a:cs typeface="Times New Roman" panose="02020603050405020304" pitchFamily="18" charset="0"/>
              </a:rPr>
              <a:t>Upsampling</a:t>
            </a:r>
            <a:r>
              <a:rPr lang="en-US" sz="2800" dirty="0">
                <a:latin typeface="Times New Roman" panose="02020603050405020304" pitchFamily="18" charset="0"/>
                <a:cs typeface="Times New Roman" panose="02020603050405020304" pitchFamily="18" charset="0"/>
              </a:rPr>
              <a:t> and </a:t>
            </a:r>
            <a:r>
              <a:rPr lang="en-US" sz="2800" dirty="0" err="1">
                <a:latin typeface="Times New Roman" panose="02020603050405020304" pitchFamily="18" charset="0"/>
                <a:cs typeface="Times New Roman" panose="02020603050405020304" pitchFamily="18" charset="0"/>
              </a:rPr>
              <a:t>Downsampling</a:t>
            </a:r>
            <a:r>
              <a:rPr lang="en-US" sz="2800" dirty="0">
                <a:latin typeface="Times New Roman" panose="02020603050405020304" pitchFamily="18" charset="0"/>
                <a:cs typeface="Times New Roman" panose="02020603050405020304" pitchFamily="18" charset="0"/>
              </a:rPr>
              <a:t>)</a:t>
            </a:r>
          </a:p>
          <a:p>
            <a:pPr marL="914400" lvl="1" indent="-457200">
              <a:buFont typeface="Arial" panose="020B0604020202020204" pitchFamily="34" charset="0"/>
              <a:buChar char="•"/>
            </a:pPr>
            <a:r>
              <a:rPr lang="en-US" sz="2800" b="1" dirty="0" err="1">
                <a:latin typeface="Times New Roman" panose="02020603050405020304" pitchFamily="18" charset="0"/>
                <a:cs typeface="Times New Roman" panose="02020603050405020304" pitchFamily="18" charset="0"/>
              </a:rPr>
              <a:t>Tăng</a:t>
            </a:r>
            <a:r>
              <a:rPr lang="en-US" sz="2800" b="1" dirty="0">
                <a:latin typeface="Times New Roman" panose="02020603050405020304" pitchFamily="18" charset="0"/>
                <a:cs typeface="Times New Roman" panose="02020603050405020304" pitchFamily="18" charset="0"/>
              </a:rPr>
              <a:t> </a:t>
            </a:r>
            <a:r>
              <a:rPr lang="vi-VN" sz="2800" b="1" dirty="0">
                <a:latin typeface="Times New Roman" panose="02020603050405020304" pitchFamily="18" charset="0"/>
                <a:cs typeface="Times New Roman" panose="02020603050405020304" pitchFamily="18" charset="0"/>
              </a:rPr>
              <a:t>tần suất </a:t>
            </a:r>
            <a:r>
              <a:rPr lang="vi-VN" sz="2800" dirty="0">
                <a:latin typeface="Times New Roman" panose="02020603050405020304" pitchFamily="18" charset="0"/>
                <a:cs typeface="Times New Roman" panose="02020603050405020304" pitchFamily="18" charset="0"/>
              </a:rPr>
              <a:t>(</a:t>
            </a:r>
            <a:r>
              <a:rPr lang="en-US" sz="2800" dirty="0">
                <a:latin typeface="Times New Roman" panose="02020603050405020304" pitchFamily="18" charset="0"/>
                <a:cs typeface="Times New Roman" panose="02020603050405020304" pitchFamily="18" charset="0"/>
              </a:rPr>
              <a:t>Up</a:t>
            </a:r>
            <a:r>
              <a:rPr lang="vi-VN" sz="2800" dirty="0">
                <a:latin typeface="Times New Roman" panose="02020603050405020304" pitchFamily="18" charset="0"/>
                <a:cs typeface="Times New Roman" panose="02020603050405020304" pitchFamily="18" charset="0"/>
              </a:rPr>
              <a:t>sampling</a:t>
            </a:r>
            <a:r>
              <a:rPr lang="en-US" sz="2800" dirty="0">
                <a:latin typeface="Times New Roman" panose="02020603050405020304" pitchFamily="18" charset="0"/>
                <a:cs typeface="Times New Roman" panose="02020603050405020304" pitchFamily="18" charset="0"/>
              </a:rPr>
              <a:t> -</a:t>
            </a:r>
            <a:r>
              <a:rPr lang="vi-VN"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tăng</a:t>
            </a:r>
            <a:r>
              <a:rPr lang="vi-VN" sz="2800" dirty="0">
                <a:latin typeface="Times New Roman" panose="02020603050405020304" pitchFamily="18" charset="0"/>
                <a:cs typeface="Times New Roman" panose="02020603050405020304" pitchFamily="18" charset="0"/>
              </a:rPr>
              <a:t> độ phân giải)</a:t>
            </a:r>
          </a:p>
          <a:p>
            <a:pPr marL="1257300" lvl="2" indent="-342900">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C</a:t>
            </a:r>
            <a:r>
              <a:rPr lang="vi-VN" sz="2400" dirty="0">
                <a:latin typeface="Times New Roman" panose="02020603050405020304" pitchFamily="18" charset="0"/>
                <a:cs typeface="Times New Roman" panose="02020603050405020304" pitchFamily="18" charset="0"/>
              </a:rPr>
              <a:t>huyển chuỗi dữ liệu từ tần suất </a:t>
            </a:r>
            <a:r>
              <a:rPr lang="en-US" sz="2400" dirty="0" err="1">
                <a:latin typeface="Times New Roman" panose="02020603050405020304" pitchFamily="18" charset="0"/>
                <a:cs typeface="Times New Roman" panose="02020603050405020304" pitchFamily="18" charset="0"/>
              </a:rPr>
              <a:t>thấp</a:t>
            </a:r>
            <a:r>
              <a:rPr lang="vi-VN" sz="2400" dirty="0">
                <a:latin typeface="Times New Roman" panose="02020603050405020304" pitchFamily="18" charset="0"/>
                <a:cs typeface="Times New Roman" panose="02020603050405020304" pitchFamily="18" charset="0"/>
              </a:rPr>
              <a:t> → tần suất </a:t>
            </a:r>
            <a:r>
              <a:rPr lang="en-US" sz="2400" dirty="0" err="1">
                <a:latin typeface="Times New Roman" panose="02020603050405020304" pitchFamily="18" charset="0"/>
                <a:cs typeface="Times New Roman" panose="02020603050405020304" pitchFamily="18" charset="0"/>
              </a:rPr>
              <a:t>cao</a:t>
            </a:r>
            <a:r>
              <a:rPr lang="vi-VN"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vi-VN" sz="2400" dirty="0">
                <a:latin typeface="Times New Roman" panose="02020603050405020304" pitchFamily="18" charset="0"/>
                <a:cs typeface="Times New Roman" panose="02020603050405020304" pitchFamily="18" charset="0"/>
              </a:rPr>
              <a:t>Ví dụ:</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Từ dữ liệu 1 giờ → 1 phút</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daily → hourly</a:t>
            </a:r>
            <a:endParaRPr lang="en-US" sz="2400" dirty="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vi-VN" sz="2400" dirty="0">
                <a:latin typeface="Times New Roman" panose="02020603050405020304" pitchFamily="18" charset="0"/>
                <a:cs typeface="Times New Roman" panose="02020603050405020304" pitchFamily="18" charset="0"/>
              </a:rPr>
              <a:t>Upsampling tạo ra </a:t>
            </a:r>
            <a:r>
              <a:rPr lang="vi-VN" sz="2400" b="1" dirty="0">
                <a:solidFill>
                  <a:srgbClr val="FF0000"/>
                </a:solidFill>
                <a:latin typeface="Times New Roman" panose="02020603050405020304" pitchFamily="18" charset="0"/>
                <a:cs typeface="Times New Roman" panose="02020603050405020304" pitchFamily="18" charset="0"/>
              </a:rPr>
              <a:t>nhiều điểm bị thiếu </a:t>
            </a:r>
            <a:r>
              <a:rPr lang="vi-VN" sz="2400" b="1" dirty="0">
                <a:latin typeface="Times New Roman" panose="02020603050405020304" pitchFamily="18" charset="0"/>
                <a:cs typeface="Times New Roman" panose="02020603050405020304" pitchFamily="18" charset="0"/>
              </a:rPr>
              <a:t>(NaN)</a:t>
            </a:r>
            <a:r>
              <a:rPr lang="vi-VN" sz="2400" dirty="0">
                <a:latin typeface="Times New Roman" panose="02020603050405020304" pitchFamily="18" charset="0"/>
                <a:cs typeface="Times New Roman" panose="02020603050405020304" pitchFamily="18" charset="0"/>
              </a:rPr>
              <a:t> → vì không có dữ liệu thật tại những thời điểm mới.</a:t>
            </a:r>
            <a:r>
              <a:rPr lang="en-US" sz="2400" dirty="0">
                <a:latin typeface="Times New Roman" panose="02020603050405020304" pitchFamily="18" charset="0"/>
                <a:cs typeface="Times New Roman" panose="02020603050405020304" pitchFamily="18" charset="0"/>
              </a:rPr>
              <a:t> </a:t>
            </a:r>
            <a:r>
              <a:rPr lang="vi-VN" sz="2400" dirty="0">
                <a:latin typeface="Times New Roman" panose="02020603050405020304" pitchFamily="18" charset="0"/>
                <a:cs typeface="Times New Roman" panose="02020603050405020304" pitchFamily="18" charset="0"/>
              </a:rPr>
              <a:t>→ Sau khi tạo thêm thời điểm mới, ta thường phải </a:t>
            </a:r>
            <a:r>
              <a:rPr lang="vi-VN" sz="2400" b="1" dirty="0">
                <a:latin typeface="Times New Roman" panose="02020603050405020304" pitchFamily="18" charset="0"/>
                <a:cs typeface="Times New Roman" panose="02020603050405020304" pitchFamily="18" charset="0"/>
              </a:rPr>
              <a:t>điền dữ liệu (filling)</a:t>
            </a:r>
            <a:r>
              <a:rPr lang="vi-VN" sz="2400" dirty="0">
                <a:latin typeface="Times New Roman" panose="02020603050405020304" pitchFamily="18" charset="0"/>
                <a:cs typeface="Times New Roman" panose="02020603050405020304" pitchFamily="18" charset="0"/>
              </a:rPr>
              <a:t>:</a:t>
            </a:r>
          </a:p>
          <a:p>
            <a:pPr marL="1714500" lvl="3"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F</a:t>
            </a:r>
            <a:r>
              <a:rPr lang="vi-VN" sz="2400" dirty="0">
                <a:latin typeface="Times New Roman" panose="02020603050405020304" pitchFamily="18" charset="0"/>
                <a:cs typeface="Times New Roman" panose="02020603050405020304" pitchFamily="18" charset="0"/>
              </a:rPr>
              <a:t>orward fill</a:t>
            </a:r>
            <a:r>
              <a:rPr lang="en-US" sz="2400" dirty="0" err="1">
                <a:latin typeface="Times New Roman" panose="02020603050405020304" pitchFamily="18" charset="0"/>
                <a:cs typeface="Times New Roman" panose="02020603050405020304" pitchFamily="18" charset="0"/>
              </a:rPr>
              <a:t>ing</a:t>
            </a:r>
            <a:endParaRPr lang="en-US" sz="2400" dirty="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en-US" sz="2400" dirty="0">
                <a:latin typeface="Times New Roman" panose="02020603050405020304" pitchFamily="18" charset="0"/>
                <a:cs typeface="Times New Roman" panose="02020603050405020304" pitchFamily="18" charset="0"/>
              </a:rPr>
              <a:t>Backward filling: </a:t>
            </a:r>
            <a:r>
              <a:rPr lang="en-US" sz="2400" dirty="0" err="1">
                <a:latin typeface="Times New Roman" panose="02020603050405020304" pitchFamily="18" charset="0"/>
                <a:cs typeface="Times New Roman" panose="02020603050405020304" pitchFamily="18" charset="0"/>
              </a:rPr>
              <a:t>khác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forward filling (</a:t>
            </a:r>
            <a:r>
              <a:rPr lang="en-US" sz="2400" dirty="0" err="1">
                <a:latin typeface="Times New Roman" panose="02020603050405020304" pitchFamily="18" charset="0"/>
                <a:cs typeface="Times New Roman" panose="02020603050405020304" pitchFamily="18" charset="0"/>
              </a:rPr>
              <a:t>dùng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phía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trước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thì</a:t>
            </a:r>
            <a:r>
              <a:rPr lang="en-US" sz="2400" dirty="0">
                <a:latin typeface="Times New Roman" panose="02020603050405020304" pitchFamily="18" charset="0"/>
                <a:cs typeface="Times New Roman" panose="02020603050405020304" pitchFamily="18" charset="0"/>
              </a:rPr>
              <a:t> backward filling </a:t>
            </a:r>
            <a:r>
              <a:rPr lang="en-US" sz="2400" dirty="0" err="1">
                <a:latin typeface="Times New Roman" panose="02020603050405020304" pitchFamily="18" charset="0"/>
                <a:cs typeface="Times New Roman" panose="02020603050405020304" pitchFamily="18" charset="0"/>
              </a:rPr>
              <a:t>dùng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dữ</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liệu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ở</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phía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sau</a:t>
            </a:r>
            <a:r>
              <a:rPr lang="en-US" sz="2400" dirty="0">
                <a:latin typeface="Times New Roman" panose="02020603050405020304" pitchFamily="18" charset="0"/>
                <a:cs typeface="Times New Roman" panose="02020603050405020304" pitchFamily="18" charset="0"/>
              </a:rPr>
              <a:t>.</a:t>
            </a:r>
            <a:endParaRPr lang="vi-VN" sz="2400" dirty="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en-US" sz="2400" dirty="0" err="1">
                <a:latin typeface="Times New Roman" panose="02020603050405020304" pitchFamily="18" charset="0"/>
                <a:cs typeface="Times New Roman" panose="02020603050405020304" pitchFamily="18" charset="0"/>
              </a:rPr>
              <a:t>Nội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suy</a:t>
            </a:r>
            <a:r>
              <a:rPr lang="vi-VN" sz="2400" dirty="0">
                <a:latin typeface="Times New Roman" panose="02020603050405020304" pitchFamily="18" charset="0"/>
                <a:cs typeface="Times New Roman" panose="02020603050405020304" pitchFamily="18" charset="0"/>
              </a:rPr>
              <a:t>: linear / spline</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552742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78DEA-B2E5-9BF2-D09D-564F54DA13D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C5FDD422-FE09-67E6-0D82-81765C8CF898}"/>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C257F53A-7B3A-DAC1-AFFD-E3942544EED7}"/>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Khử nhiễu &amp; làm mịn (Denoising &amp; Smoothing)</a:t>
            </a:r>
          </a:p>
          <a:p>
            <a:pPr marL="857250" lvl="1" indent="-457200">
              <a:buFont typeface="Arial" panose="020B0604020202020204" pitchFamily="34" charset="0"/>
              <a:buChar char="•"/>
            </a:pPr>
            <a:r>
              <a:rPr lang="vi-VN" sz="2800" b="1">
                <a:latin typeface="Times New Roman" panose="02020603050405020304" pitchFamily="18" charset="0"/>
                <a:cs typeface="Times New Roman" panose="02020603050405020304" pitchFamily="18" charset="0"/>
              </a:rPr>
              <a:t>Làm mịn</a:t>
            </a:r>
            <a:r>
              <a:rPr lang="vi-VN" sz="2800">
                <a:latin typeface="Times New Roman" panose="02020603050405020304" pitchFamily="18" charset="0"/>
                <a:cs typeface="Times New Roman" panose="02020603050405020304" pitchFamily="18" charset="0"/>
              </a:rPr>
              <a:t> là kỹ thuật giảm nhiễu (noise) trong chuỗi thời gian bằng cách thay thế giá trị gốc bằng giá trị “mượt hơn” được tính từ các điểm lân cận.</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Mục đích : Giảm bớt dao động ngẫu nhiên, làm rõ xu hướng hoặc mẫu. </a:t>
            </a:r>
            <a:r>
              <a:rPr lang="vi-VN" sz="2800" b="1">
                <a:latin typeface="Times New Roman" panose="02020603050405020304" pitchFamily="18" charset="0"/>
                <a:cs typeface="Times New Roman" panose="02020603050405020304" pitchFamily="18" charset="0"/>
              </a:rPr>
              <a:t>Làm mịn giúp:</a:t>
            </a:r>
            <a:endParaRPr lang="vi-VN" sz="28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Dễ nhìn xu hướng</a:t>
            </a:r>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Hỗ trợ dự đoán (forecasting)</a:t>
            </a:r>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Chuẩn hóa đầu vào cho mô hình ML</a:t>
            </a:r>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Phát hiện bất thường hiệu quả hơn</a:t>
            </a:r>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Giảm nhiễu trong dữ liệu cảm biến</a:t>
            </a:r>
          </a:p>
          <a:p>
            <a:pPr marL="857250" lvl="1" indent="-457200">
              <a:buFont typeface="Arial" panose="020B0604020202020204" pitchFamily="34" charset="0"/>
              <a:buChar char="•"/>
            </a:pPr>
            <a:endParaRPr lang="en-US" sz="32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249352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F1CAF-C962-41A2-BE53-EF77CF0FB1E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FED07AE-6995-1A08-158B-9FC4F77E8063}"/>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333D179B-1CD5-DA65-3EA9-40C18199B937}"/>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Khử nhiễu &amp; làm mịn (Denoising &amp; Smoothing)</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Nguyên nhân nhiễu:</a:t>
            </a:r>
          </a:p>
          <a:p>
            <a:pPr marL="1257300" lvl="2" indent="-4572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Nhiễu đo lường</a:t>
            </a:r>
            <a:r>
              <a:rPr lang="en-US" sz="2400">
                <a:latin typeface="Times New Roman" panose="02020603050405020304" pitchFamily="18" charset="0"/>
                <a:cs typeface="Times New Roman" panose="02020603050405020304" pitchFamily="18" charset="0"/>
              </a:rPr>
              <a:t>. Ví dụ: Cảm biến lỗi</a:t>
            </a:r>
          </a:p>
          <a:p>
            <a:pPr marL="1257300" lvl="2" indent="-4572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Dao động ngẫu nhiên</a:t>
            </a:r>
            <a:r>
              <a:rPr lang="en-US" sz="2400">
                <a:latin typeface="Times New Roman" panose="02020603050405020304" pitchFamily="18" charset="0"/>
                <a:cs typeface="Times New Roman" panose="02020603050405020304" pitchFamily="18" charset="0"/>
              </a:rPr>
              <a:t>. Ví dụ: Yếu tố ngẫu nhiên trong môi trường</a:t>
            </a:r>
          </a:p>
          <a:p>
            <a:pPr marL="1257300" lvl="2" indent="-4572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Mất mát dữ liệu gây giật khúc</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Giá trị ngoại lai (outlier)</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Các kĩ thuật</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Moving Average</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Exponential Smoothing</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Kalman filter</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Wavelet Denoising</a:t>
            </a:r>
          </a:p>
        </p:txBody>
      </p:sp>
    </p:spTree>
    <p:extLst>
      <p:ext uri="{BB962C8B-B14F-4D97-AF65-F5344CB8AC3E}">
        <p14:creationId xmlns:p14="http://schemas.microsoft.com/office/powerpoint/2010/main" val="26582541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72918-4C6C-C104-B3AE-5064A5DAC6D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ED8CE77-CEE0-35E6-DA7C-D0165242DBEB}"/>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 Khử nhiễu &amp; Làm mịn – Tăng cường dữ liệu</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667B018F-56AC-A646-1E2A-A1F5EA97E96A}"/>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Khử nhiễu &amp; làm mịn (Denoising &amp; Smoothing)</a:t>
                </a:r>
              </a:p>
              <a:p>
                <a:pPr marL="857250" lvl="1" indent="-457200">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Các kĩ thuật làm mịn phổ biến</a:t>
                </a:r>
              </a:p>
              <a:p>
                <a:pPr marL="1257300" lvl="2" indent="-342900">
                  <a:buFont typeface="Courier New" panose="02070309020205020404" pitchFamily="49" charset="0"/>
                  <a:buChar char="o"/>
                </a:pPr>
                <a:r>
                  <a:rPr lang="vi-VN" sz="2400" b="1">
                    <a:latin typeface="Times New Roman" panose="02020603050405020304" pitchFamily="18" charset="0"/>
                    <a:cs typeface="Times New Roman" panose="02020603050405020304" pitchFamily="18" charset="0"/>
                  </a:rPr>
                  <a:t>Moving Average (trung bình trượt) </a:t>
                </a:r>
                <a:r>
                  <a:rPr lang="vi-VN" sz="2400">
                    <a:latin typeface="Times New Roman" panose="02020603050405020304" pitchFamily="18" charset="0"/>
                    <a:cs typeface="Times New Roman" panose="02020603050405020304" pitchFamily="18" charset="0"/>
                  </a:rPr>
                  <a:t>– đơn giản nhất</a:t>
                </a: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acc>
                            <m:accPr>
                              <m:chr m:val="̂"/>
                              <m:ctrlPr>
                                <a:rPr lang="ar-AE" sz="2400" i="1">
                                  <a:latin typeface="Cambria Math" panose="02040503050406030204" pitchFamily="18" charset="0"/>
                                </a:rPr>
                              </m:ctrlPr>
                            </m:accPr>
                            <m:e>
                              <m:r>
                                <a:rPr lang="ar-AE" sz="2400" i="1">
                                  <a:latin typeface="Cambria Math" panose="02040503050406030204" pitchFamily="18" charset="0"/>
                                </a:rPr>
                                <m:t>𝑥</m:t>
                              </m:r>
                            </m:e>
                          </m:acc>
                        </m:e>
                        <m:sub>
                          <m:r>
                            <a:rPr lang="ar-AE" sz="2400" i="1">
                              <a:latin typeface="Cambria Math" panose="02040503050406030204" pitchFamily="18" charset="0"/>
                            </a:rPr>
                            <m:t>𝑡</m:t>
                          </m:r>
                        </m:sub>
                      </m:sSub>
                      <m:r>
                        <a:rPr lang="ar-AE" sz="2400">
                          <a:latin typeface="Cambria Math" panose="02040503050406030204" pitchFamily="18" charset="0"/>
                        </a:rPr>
                        <m:t>=</m:t>
                      </m:r>
                      <m:f>
                        <m:fPr>
                          <m:ctrlPr>
                            <a:rPr lang="ar-AE" sz="2400" i="1">
                              <a:latin typeface="Cambria Math" panose="02040503050406030204" pitchFamily="18" charset="0"/>
                            </a:rPr>
                          </m:ctrlPr>
                        </m:fPr>
                        <m:num>
                          <m:r>
                            <a:rPr lang="ar-AE" sz="2400">
                              <a:latin typeface="Cambria Math" panose="02040503050406030204" pitchFamily="18" charset="0"/>
                            </a:rPr>
                            <m:t>1</m:t>
                          </m:r>
                        </m:num>
                        <m:den>
                          <m:r>
                            <a:rPr lang="ar-AE" sz="2400" i="1">
                              <a:latin typeface="Cambria Math" panose="02040503050406030204" pitchFamily="18" charset="0"/>
                            </a:rPr>
                            <m:t>𝑘</m:t>
                          </m:r>
                        </m:den>
                      </m:f>
                      <m:d>
                        <m:dPr>
                          <m:ctrlPr>
                            <a:rPr lang="ar-AE" sz="2400" i="1">
                              <a:latin typeface="Cambria Math" panose="02040503050406030204" pitchFamily="18" charset="0"/>
                            </a:rPr>
                          </m:ctrlPr>
                        </m:dPr>
                        <m:e>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r>
                                <a:rPr lang="ar-AE" sz="2400">
                                  <a:latin typeface="Cambria Math" panose="02040503050406030204" pitchFamily="18" charset="0"/>
                                </a:rPr>
                                <m:t>−1</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r>
                                <a:rPr lang="ar-AE" sz="2400">
                                  <a:latin typeface="Cambria Math" panose="02040503050406030204" pitchFamily="18" charset="0"/>
                                </a:rPr>
                                <m:t>−</m:t>
                              </m:r>
                              <m:r>
                                <a:rPr lang="ar-AE" sz="2400" i="1">
                                  <a:latin typeface="Cambria Math" panose="02040503050406030204" pitchFamily="18" charset="0"/>
                                </a:rPr>
                                <m:t>𝑘</m:t>
                              </m:r>
                              <m:r>
                                <a:rPr lang="ar-AE" sz="2400">
                                  <a:latin typeface="Cambria Math" panose="02040503050406030204" pitchFamily="18" charset="0"/>
                                </a:rPr>
                                <m:t>+1</m:t>
                              </m:r>
                            </m:sub>
                          </m:sSub>
                        </m:e>
                      </m:d>
                    </m:oMath>
                  </m:oMathPara>
                </a14:m>
                <a:endParaRPr lang="ar-AE" sz="2400">
                  <a:latin typeface="Times New Roman" panose="02020603050405020304" pitchFamily="18" charset="0"/>
                  <a:cs typeface="Times New Roman" panose="02020603050405020304" pitchFamily="18" charset="0"/>
                </a:endParaRPr>
              </a:p>
              <a:p>
                <a:pPr lvl="3"/>
                <a:r>
                  <a:rPr lang="vi-VN" sz="2400">
                    <a:latin typeface="Times New Roman" panose="02020603050405020304" pitchFamily="18" charset="0"/>
                    <a:cs typeface="Times New Roman" panose="02020603050405020304" pitchFamily="18" charset="0"/>
                  </a:rPr>
                  <a:t>Mỗi điểm mới = trung bình của k điểm gần nhất.</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Ưu điểm:</a:t>
                </a:r>
              </a:p>
              <a:p>
                <a:pPr marL="2171700" lvl="4" indent="-342900">
                  <a:buFont typeface="Wingdings" panose="05000000000000000000" pitchFamily="2" charset="2"/>
                  <a:buChar char="ü"/>
                </a:pPr>
                <a:r>
                  <a:rPr lang="vi-VN" sz="2000">
                    <a:latin typeface="Times New Roman" panose="02020603050405020304" pitchFamily="18" charset="0"/>
                    <a:cs typeface="Times New Roman" panose="02020603050405020304" pitchFamily="18" charset="0"/>
                  </a:rPr>
                  <a:t>Dễ dùng</a:t>
                </a:r>
                <a:endParaRPr lang="en-US" sz="2000">
                  <a:latin typeface="Times New Roman" panose="02020603050405020304" pitchFamily="18" charset="0"/>
                  <a:cs typeface="Times New Roman" panose="02020603050405020304" pitchFamily="18" charset="0"/>
                </a:endParaRPr>
              </a:p>
              <a:p>
                <a:pPr marL="2171700" lvl="4" indent="-342900">
                  <a:buFont typeface="Wingdings" panose="05000000000000000000" pitchFamily="2" charset="2"/>
                  <a:buChar char="ü"/>
                </a:pPr>
                <a:r>
                  <a:rPr lang="vi-VN" sz="2000">
                    <a:latin typeface="Times New Roman" panose="02020603050405020304" pitchFamily="18" charset="0"/>
                    <a:cs typeface="Times New Roman" panose="02020603050405020304" pitchFamily="18" charset="0"/>
                  </a:rPr>
                  <a:t>Hiệu quả với nhiễu nhỏ</a:t>
                </a:r>
                <a:endParaRPr lang="en-US" sz="2000">
                  <a:latin typeface="Times New Roman" panose="02020603050405020304" pitchFamily="18" charset="0"/>
                  <a:cs typeface="Times New Roman" panose="02020603050405020304" pitchFamily="18" charset="0"/>
                </a:endParaRPr>
              </a:p>
              <a:p>
                <a:pPr marL="2171700" lvl="4" indent="-342900">
                  <a:buFont typeface="Wingdings" panose="05000000000000000000" pitchFamily="2" charset="2"/>
                  <a:buChar char="ü"/>
                </a:pPr>
                <a:r>
                  <a:rPr lang="vi-VN" sz="2000">
                    <a:latin typeface="Times New Roman" panose="02020603050405020304" pitchFamily="18" charset="0"/>
                    <a:cs typeface="Times New Roman" panose="02020603050405020304" pitchFamily="18" charset="0"/>
                  </a:rPr>
                  <a:t>Không gây lệch pha nếu dùng trung bình đối xứng</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Nhược điểm:</a:t>
                </a:r>
                <a:endParaRPr lang="en-US" sz="2400">
                  <a:latin typeface="Times New Roman" panose="02020603050405020304" pitchFamily="18" charset="0"/>
                  <a:cs typeface="Times New Roman" panose="02020603050405020304" pitchFamily="18" charset="0"/>
                </a:endParaRPr>
              </a:p>
              <a:p>
                <a:pPr marL="1828800" lvl="4" indent="0"/>
                <a:r>
                  <a:rPr lang="en-US" sz="2000">
                    <a:latin typeface="Times New Roman" panose="02020603050405020304" pitchFamily="18" charset="0"/>
                    <a:cs typeface="Times New Roman" panose="02020603050405020304" pitchFamily="18" charset="0"/>
                  </a:rPr>
                  <a:t>❌ </a:t>
                </a:r>
                <a:r>
                  <a:rPr lang="vi-VN" sz="2000">
                    <a:latin typeface="Times New Roman" panose="02020603050405020304" pitchFamily="18" charset="0"/>
                    <a:cs typeface="Times New Roman" panose="02020603050405020304" pitchFamily="18" charset="0"/>
                  </a:rPr>
                  <a:t>Làm mất chi tiết</a:t>
                </a:r>
                <a:br>
                  <a:rPr lang="vi-VN" sz="2000">
                    <a:latin typeface="Times New Roman" panose="02020603050405020304" pitchFamily="18" charset="0"/>
                    <a:cs typeface="Times New Roman" panose="02020603050405020304" pitchFamily="18" charset="0"/>
                  </a:rPr>
                </a:br>
                <a:r>
                  <a:rPr lang="en-US" sz="2000">
                    <a:latin typeface="Times New Roman" panose="02020603050405020304" pitchFamily="18" charset="0"/>
                    <a:cs typeface="Times New Roman" panose="02020603050405020304" pitchFamily="18" charset="0"/>
                  </a:rPr>
                  <a:t>❌ </a:t>
                </a:r>
                <a:r>
                  <a:rPr lang="vi-VN" sz="2000">
                    <a:latin typeface="Times New Roman" panose="02020603050405020304" pitchFamily="18" charset="0"/>
                    <a:cs typeface="Times New Roman" panose="02020603050405020304" pitchFamily="18" charset="0"/>
                  </a:rPr>
                  <a:t>Xóa đỉnh/nhiều dao động thật</a:t>
                </a:r>
                <a:br>
                  <a:rPr lang="vi-VN" sz="2000">
                    <a:latin typeface="Times New Roman" panose="02020603050405020304" pitchFamily="18" charset="0"/>
                    <a:cs typeface="Times New Roman" panose="02020603050405020304" pitchFamily="18" charset="0"/>
                  </a:rPr>
                </a:br>
                <a:r>
                  <a:rPr lang="en-US" sz="2000">
                    <a:latin typeface="Times New Roman" panose="02020603050405020304" pitchFamily="18" charset="0"/>
                    <a:cs typeface="Times New Roman" panose="02020603050405020304" pitchFamily="18" charset="0"/>
                  </a:rPr>
                  <a:t>❌ </a:t>
                </a:r>
                <a:r>
                  <a:rPr lang="vi-VN" sz="2000">
                    <a:latin typeface="Times New Roman" panose="02020603050405020304" pitchFamily="18" charset="0"/>
                    <a:cs typeface="Times New Roman" panose="02020603050405020304" pitchFamily="18" charset="0"/>
                  </a:rPr>
                  <a:t>Trễ tín hiệu nếu dùng average về phía quá khứ</a:t>
                </a:r>
              </a:p>
            </p:txBody>
          </p:sp>
        </mc:Choice>
        <mc:Fallback xmlns="">
          <p:sp>
            <p:nvSpPr>
              <p:cNvPr id="31747" name="Rectangle 3">
                <a:extLst>
                  <a:ext uri="{FF2B5EF4-FFF2-40B4-BE49-F238E27FC236}">
                    <a16:creationId xmlns:a16="http://schemas.microsoft.com/office/drawing/2014/main" id="{667B018F-56AC-A646-1E2A-A1F5EA97E96A}"/>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470" t="-1722" r="-67" b="-405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78024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634C5-6E8D-6851-7375-22280BED56D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C1FFDBE-09D6-A4D9-184C-E5BB7CA62FBF}"/>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 Khử nhiễu &amp; Làm mịn – Tăng cường dữ liệu</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781ED74D-DA17-87D3-54E6-F569CD9A07BC}"/>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Khử nhiễu &amp; làm mịn (Denoising &amp; Smoothing)</a:t>
                </a:r>
              </a:p>
              <a:p>
                <a:pPr marL="857250" lvl="1" indent="-457200">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Các kĩ thuật làm mịn phổ biến</a:t>
                </a:r>
              </a:p>
              <a:p>
                <a:pPr marL="1257300" lvl="2" indent="-342900">
                  <a:buFont typeface="Courier New" panose="02070309020205020404" pitchFamily="49" charset="0"/>
                  <a:buChar char="o"/>
                </a:pPr>
                <a:r>
                  <a:rPr lang="vi-VN" sz="2400" b="1">
                    <a:latin typeface="Times New Roman" panose="02020603050405020304" pitchFamily="18" charset="0"/>
                    <a:cs typeface="Times New Roman" panose="02020603050405020304" pitchFamily="18" charset="0"/>
                  </a:rPr>
                  <a:t>Weighted Moving Average </a:t>
                </a:r>
                <a:r>
                  <a:rPr lang="vi-VN" sz="2400">
                    <a:latin typeface="Times New Roman" panose="02020603050405020304" pitchFamily="18" charset="0"/>
                    <a:cs typeface="Times New Roman" panose="02020603050405020304" pitchFamily="18" charset="0"/>
                  </a:rPr>
                  <a:t>(WMA</a:t>
                </a:r>
                <a:r>
                  <a:rPr lang="en-US" sz="2400">
                    <a:latin typeface="Times New Roman" panose="02020603050405020304" pitchFamily="18" charset="0"/>
                    <a:cs typeface="Times New Roman" panose="02020603050405020304" pitchFamily="18" charset="0"/>
                  </a:rPr>
                  <a:t> – trung bình trượt có trọng số</a:t>
                </a:r>
                <a:r>
                  <a:rPr lang="vi-VN" sz="2400">
                    <a:latin typeface="Times New Roman" panose="02020603050405020304" pitchFamily="18" charset="0"/>
                    <a:cs typeface="Times New Roman" panose="02020603050405020304" pitchFamily="18" charset="0"/>
                  </a:rPr>
                  <a:t>)</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Các điểm gần hiện tại được gán trọng số cao hơn.</a:t>
                </a: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acc>
                            <m:accPr>
                              <m:chr m:val="̂"/>
                              <m:ctrlPr>
                                <a:rPr lang="ar-AE" sz="2400" i="1">
                                  <a:latin typeface="Cambria Math" panose="02040503050406030204" pitchFamily="18" charset="0"/>
                                </a:rPr>
                              </m:ctrlPr>
                            </m:accPr>
                            <m:e>
                              <m:r>
                                <a:rPr lang="ar-AE" sz="2400" i="1">
                                  <a:latin typeface="Cambria Math" panose="02040503050406030204" pitchFamily="18" charset="0"/>
                                </a:rPr>
                                <m:t>𝑥</m:t>
                              </m:r>
                            </m:e>
                          </m:acc>
                        </m:e>
                        <m:sub>
                          <m:r>
                            <a:rPr lang="ar-AE" sz="2400" i="1">
                              <a:latin typeface="Cambria Math" panose="02040503050406030204" pitchFamily="18" charset="0"/>
                            </a:rPr>
                            <m:t>𝑡</m:t>
                          </m:r>
                        </m:sub>
                      </m:sSub>
                      <m:r>
                        <a:rPr lang="ar-AE" sz="2400">
                          <a:latin typeface="Cambria Math" panose="02040503050406030204" pitchFamily="18" charset="0"/>
                        </a:rPr>
                        <m:t>=</m:t>
                      </m:r>
                      <m:f>
                        <m:fPr>
                          <m:ctrlPr>
                            <a:rPr lang="ar-AE" sz="2400" i="1">
                              <a:latin typeface="Cambria Math" panose="02040503050406030204" pitchFamily="18" charset="0"/>
                            </a:rPr>
                          </m:ctrlPr>
                        </m:fPr>
                        <m:num>
                          <m:sSub>
                            <m:sSubPr>
                              <m:ctrlPr>
                                <a:rPr lang="ar-AE" sz="2400" i="1">
                                  <a:latin typeface="Cambria Math" panose="02040503050406030204" pitchFamily="18" charset="0"/>
                                </a:rPr>
                              </m:ctrlPr>
                            </m:sSubPr>
                            <m:e>
                              <m:r>
                                <a:rPr lang="ar-AE" sz="2400" i="1">
                                  <a:latin typeface="Cambria Math" panose="02040503050406030204" pitchFamily="18" charset="0"/>
                                </a:rPr>
                                <m:t>𝑤</m:t>
                              </m:r>
                            </m:e>
                            <m:sub>
                              <m:r>
                                <a:rPr lang="ar-AE" sz="2400">
                                  <a:latin typeface="Cambria Math" panose="02040503050406030204" pitchFamily="18" charset="0"/>
                                </a:rPr>
                                <m:t>1</m:t>
                              </m:r>
                            </m:sub>
                          </m:sSub>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𝑤</m:t>
                              </m:r>
                            </m:e>
                            <m:sub>
                              <m:r>
                                <a:rPr lang="ar-AE" sz="2400">
                                  <a:latin typeface="Cambria Math" panose="02040503050406030204" pitchFamily="18" charset="0"/>
                                </a:rPr>
                                <m:t>2</m:t>
                              </m:r>
                            </m:sub>
                          </m:sSub>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r>
                                <a:rPr lang="ar-AE" sz="2400">
                                  <a:latin typeface="Cambria Math" panose="02040503050406030204" pitchFamily="18" charset="0"/>
                                </a:rPr>
                                <m:t>−1</m:t>
                              </m:r>
                            </m:sub>
                          </m:sSub>
                          <m:r>
                            <a:rPr lang="ar-AE" sz="2400">
                              <a:latin typeface="Cambria Math" panose="02040503050406030204" pitchFamily="18" charset="0"/>
                            </a:rPr>
                            <m:t>+...+</m:t>
                          </m:r>
                          <m:sSub>
                            <m:sSubPr>
                              <m:ctrlPr>
                                <a:rPr lang="ar-AE" sz="2400" i="1">
                                  <a:latin typeface="Cambria Math" panose="02040503050406030204" pitchFamily="18" charset="0"/>
                                </a:rPr>
                              </m:ctrlPr>
                            </m:sSubPr>
                            <m:e>
                              <m:r>
                                <a:rPr lang="ar-AE" sz="2400" i="1">
                                  <a:latin typeface="Cambria Math" panose="02040503050406030204" pitchFamily="18" charset="0"/>
                                </a:rPr>
                                <m:t>𝑤</m:t>
                              </m:r>
                            </m:e>
                            <m:sub>
                              <m:r>
                                <a:rPr lang="ar-AE" sz="2400" i="1">
                                  <a:latin typeface="Cambria Math" panose="02040503050406030204" pitchFamily="18" charset="0"/>
                                </a:rPr>
                                <m:t>𝑘</m:t>
                              </m:r>
                            </m:sub>
                          </m:sSub>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r>
                                <a:rPr lang="ar-AE" sz="2400">
                                  <a:latin typeface="Cambria Math" panose="02040503050406030204" pitchFamily="18" charset="0"/>
                                </a:rPr>
                                <m:t>−</m:t>
                              </m:r>
                              <m:r>
                                <a:rPr lang="ar-AE" sz="2400" i="1">
                                  <a:latin typeface="Cambria Math" panose="02040503050406030204" pitchFamily="18" charset="0"/>
                                </a:rPr>
                                <m:t>𝑘</m:t>
                              </m:r>
                              <m:r>
                                <a:rPr lang="ar-AE" sz="2400">
                                  <a:latin typeface="Cambria Math" panose="02040503050406030204" pitchFamily="18" charset="0"/>
                                </a:rPr>
                                <m:t>+1</m:t>
                              </m:r>
                            </m:sub>
                          </m:sSub>
                        </m:num>
                        <m:den>
                          <m:nary>
                            <m:naryPr>
                              <m:chr m:val="∑"/>
                              <m:grow m:val="on"/>
                              <m:subHide m:val="on"/>
                              <m:supHide m:val="on"/>
                              <m:ctrlPr>
                                <a:rPr lang="ar-AE" sz="2400" i="1">
                                  <a:latin typeface="Cambria Math" panose="02040503050406030204" pitchFamily="18" charset="0"/>
                                </a:rPr>
                              </m:ctrlPr>
                            </m:naryPr>
                            <m:sub/>
                            <m:sup/>
                            <m:e>
                              <m:sSub>
                                <m:sSubPr>
                                  <m:ctrlPr>
                                    <a:rPr lang="ar-AE" sz="2400" i="1">
                                      <a:latin typeface="Cambria Math" panose="02040503050406030204" pitchFamily="18" charset="0"/>
                                    </a:rPr>
                                  </m:ctrlPr>
                                </m:sSubPr>
                                <m:e>
                                  <m:r>
                                    <a:rPr lang="ar-AE" sz="2400" i="1">
                                      <a:latin typeface="Cambria Math" panose="02040503050406030204" pitchFamily="18" charset="0"/>
                                    </a:rPr>
                                    <m:t>𝑤</m:t>
                                  </m:r>
                                </m:e>
                                <m:sub>
                                  <m:r>
                                    <a:rPr lang="ar-AE" sz="2400" i="1">
                                      <a:latin typeface="Cambria Math" panose="02040503050406030204" pitchFamily="18" charset="0"/>
                                    </a:rPr>
                                    <m:t>𝑖</m:t>
                                  </m:r>
                                </m:sub>
                              </m:sSub>
                            </m:e>
                          </m:nary>
                        </m:den>
                      </m:f>
                    </m:oMath>
                  </m:oMathPara>
                </a14:m>
                <a:endParaRPr lang="en-US" sz="2400">
                  <a:latin typeface="Times New Roman" panose="02020603050405020304" pitchFamily="18" charset="0"/>
                  <a:cs typeface="Times New Roman" panose="02020603050405020304" pitchFamily="18" charset="0"/>
                </a:endParaRPr>
              </a:p>
              <a:p>
                <a:pPr lvl="3">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Gaussian Smoothing</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dùng trọng số theo phân phối chuẩn:</a:t>
                </a: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𝑤</m:t>
                          </m:r>
                        </m:e>
                        <m:sub>
                          <m:r>
                            <a:rPr lang="ar-AE" sz="2400" i="1">
                              <a:latin typeface="Cambria Math" panose="02040503050406030204" pitchFamily="18" charset="0"/>
                            </a:rPr>
                            <m:t>𝑖</m:t>
                          </m:r>
                        </m:sub>
                      </m:sSub>
                      <m:r>
                        <a:rPr lang="ar-AE" sz="2400">
                          <a:latin typeface="Cambria Math" panose="02040503050406030204" pitchFamily="18" charset="0"/>
                        </a:rPr>
                        <m:t>=</m:t>
                      </m:r>
                      <m:sSup>
                        <m:sSupPr>
                          <m:ctrlPr>
                            <a:rPr lang="ar-AE" sz="2400" i="1">
                              <a:latin typeface="Cambria Math" panose="02040503050406030204" pitchFamily="18" charset="0"/>
                            </a:rPr>
                          </m:ctrlPr>
                        </m:sSupPr>
                        <m:e>
                          <m:r>
                            <a:rPr lang="ar-AE" sz="2400" i="1">
                              <a:latin typeface="Cambria Math" panose="02040503050406030204" pitchFamily="18" charset="0"/>
                            </a:rPr>
                            <m:t>𝑒</m:t>
                          </m:r>
                        </m:e>
                        <m:sup>
                          <m:r>
                            <a:rPr lang="ar-AE" sz="2400">
                              <a:latin typeface="Cambria Math" panose="02040503050406030204" pitchFamily="18" charset="0"/>
                            </a:rPr>
                            <m:t>−</m:t>
                          </m:r>
                          <m:f>
                            <m:fPr>
                              <m:ctrlPr>
                                <a:rPr lang="ar-AE" sz="2400" i="1">
                                  <a:latin typeface="Cambria Math" panose="02040503050406030204" pitchFamily="18" charset="0"/>
                                </a:rPr>
                              </m:ctrlPr>
                            </m:fPr>
                            <m:num>
                              <m:sSup>
                                <m:sSupPr>
                                  <m:ctrlPr>
                                    <a:rPr lang="ar-AE" sz="2400" i="1">
                                      <a:latin typeface="Cambria Math" panose="02040503050406030204" pitchFamily="18" charset="0"/>
                                    </a:rPr>
                                  </m:ctrlPr>
                                </m:sSupPr>
                                <m:e>
                                  <m:r>
                                    <a:rPr lang="ar-AE" sz="2400" i="1">
                                      <a:latin typeface="Cambria Math" panose="02040503050406030204" pitchFamily="18" charset="0"/>
                                    </a:rPr>
                                    <m:t>𝑖</m:t>
                                  </m:r>
                                </m:e>
                                <m:sup>
                                  <m:r>
                                    <a:rPr lang="ar-AE" sz="2400">
                                      <a:latin typeface="Cambria Math" panose="02040503050406030204" pitchFamily="18" charset="0"/>
                                    </a:rPr>
                                    <m:t>2</m:t>
                                  </m:r>
                                </m:sup>
                              </m:sSup>
                            </m:num>
                            <m:den>
                              <m:r>
                                <a:rPr lang="ar-AE" sz="2400">
                                  <a:latin typeface="Cambria Math" panose="02040503050406030204" pitchFamily="18" charset="0"/>
                                </a:rPr>
                                <m:t>2</m:t>
                              </m:r>
                              <m:sSup>
                                <m:sSupPr>
                                  <m:ctrlPr>
                                    <a:rPr lang="ar-AE" sz="2400" i="1">
                                      <a:latin typeface="Cambria Math" panose="02040503050406030204" pitchFamily="18" charset="0"/>
                                    </a:rPr>
                                  </m:ctrlPr>
                                </m:sSupPr>
                                <m:e>
                                  <m:r>
                                    <a:rPr lang="ar-AE" sz="2400" i="1">
                                      <a:latin typeface="Cambria Math" panose="02040503050406030204" pitchFamily="18" charset="0"/>
                                    </a:rPr>
                                    <m:t>𝜎</m:t>
                                  </m:r>
                                </m:e>
                                <m:sup>
                                  <m:r>
                                    <a:rPr lang="ar-AE" sz="2400">
                                      <a:latin typeface="Cambria Math" panose="02040503050406030204" pitchFamily="18" charset="0"/>
                                    </a:rPr>
                                    <m:t>2</m:t>
                                  </m:r>
                                </m:sup>
                              </m:sSup>
                            </m:den>
                          </m:f>
                        </m:sup>
                      </m:sSup>
                    </m:oMath>
                  </m:oMathPara>
                </a14:m>
                <a:endParaRPr lang="en-US" sz="2400">
                  <a:latin typeface="Times New Roman" panose="02020603050405020304" pitchFamily="18" charset="0"/>
                  <a:cs typeface="Times New Roman" panose="02020603050405020304" pitchFamily="18" charset="0"/>
                </a:endParaRPr>
              </a:p>
              <a:p>
                <a:endParaRPr lang="ar-AE" sz="1200">
                  <a:latin typeface="Times New Roman" panose="02020603050405020304" pitchFamily="18" charset="0"/>
                  <a:cs typeface="Times New Roman" panose="02020603050405020304" pitchFamily="18" charset="0"/>
                </a:endParaRPr>
              </a:p>
              <a:p>
                <a:pPr marL="2171700" lvl="4" indent="-342900">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Làm mượt mềm mại</a:t>
                </a:r>
                <a:endParaRPr lang="en-US" sz="2400">
                  <a:latin typeface="Times New Roman" panose="02020603050405020304" pitchFamily="18" charset="0"/>
                  <a:cs typeface="Times New Roman" panose="02020603050405020304" pitchFamily="18" charset="0"/>
                </a:endParaRPr>
              </a:p>
              <a:p>
                <a:pPr marL="2171700" lvl="4" indent="-342900">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Giữ đặc trưng biên tốt hơn MA</a:t>
                </a:r>
              </a:p>
              <a:p>
                <a:endParaRPr lang="ar-AE"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781ED74D-DA17-87D3-54E6-F569CD9A07BC}"/>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470" t="-1722" r="-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41048832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B913CA-1B4D-C567-CD26-C11AFF28AEF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A4485B1-5CFA-D6FA-2D6A-C9DABB0B23CD}"/>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 Khử nhiễu &amp; Làm mịn – Tăng cường dữ liệu</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589F9C03-03BF-BAF9-17BC-B5326CD68C38}"/>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Khử nhiễu &amp; làm mịn (Denoising &amp; Smoothing)</a:t>
                </a:r>
              </a:p>
              <a:p>
                <a:pPr marL="857250" lvl="1" indent="-457200">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Các kĩ thuật làm mịn phổ biến</a:t>
                </a:r>
              </a:p>
              <a:p>
                <a:pPr marL="1257300" lvl="2" indent="-342900">
                  <a:buFont typeface="Courier New" panose="02070309020205020404" pitchFamily="49" charset="0"/>
                  <a:buChar char="o"/>
                </a:pPr>
                <a:r>
                  <a:rPr lang="vi-VN" sz="2400" b="1">
                    <a:latin typeface="Times New Roman" panose="02020603050405020304" pitchFamily="18" charset="0"/>
                    <a:cs typeface="Times New Roman" panose="02020603050405020304" pitchFamily="18" charset="0"/>
                  </a:rPr>
                  <a:t>Exponential Moving Average (EMA)</a:t>
                </a:r>
              </a:p>
              <a:p>
                <a:pPr/>
                <a14:m>
                  <m:oMathPara xmlns:m="http://schemas.openxmlformats.org/officeDocument/2006/math">
                    <m:oMathParaPr>
                      <m:jc m:val="centerGroup"/>
                    </m:oMathParaPr>
                    <m:oMath xmlns:m="http://schemas.openxmlformats.org/officeDocument/2006/math">
                      <m:sSub>
                        <m:sSubPr>
                          <m:ctrlPr>
                            <a:rPr lang="ar-AE" sz="2400" i="1">
                              <a:latin typeface="Cambria Math" panose="02040503050406030204" pitchFamily="18" charset="0"/>
                            </a:rPr>
                          </m:ctrlPr>
                        </m:sSubPr>
                        <m:e>
                          <m:acc>
                            <m:accPr>
                              <m:chr m:val="̂"/>
                              <m:ctrlPr>
                                <a:rPr lang="ar-AE" sz="2400" i="1">
                                  <a:latin typeface="Cambria Math" panose="02040503050406030204" pitchFamily="18" charset="0"/>
                                </a:rPr>
                              </m:ctrlPr>
                            </m:accPr>
                            <m:e>
                              <m:r>
                                <a:rPr lang="ar-AE" sz="2400" i="1">
                                  <a:latin typeface="Cambria Math" panose="02040503050406030204" pitchFamily="18" charset="0"/>
                                </a:rPr>
                                <m:t>𝑥</m:t>
                              </m:r>
                            </m:e>
                          </m:acc>
                        </m:e>
                        <m:sub>
                          <m:r>
                            <a:rPr lang="ar-AE" sz="2400" i="1">
                              <a:latin typeface="Cambria Math" panose="02040503050406030204" pitchFamily="18" charset="0"/>
                            </a:rPr>
                            <m:t>𝑡</m:t>
                          </m:r>
                        </m:sub>
                      </m:sSub>
                      <m:r>
                        <a:rPr lang="ar-AE" sz="2400">
                          <a:latin typeface="Cambria Math" panose="02040503050406030204" pitchFamily="18" charset="0"/>
                        </a:rPr>
                        <m:t>=</m:t>
                      </m:r>
                      <m:r>
                        <a:rPr lang="ar-AE" sz="2400" i="1">
                          <a:latin typeface="Cambria Math" panose="02040503050406030204" pitchFamily="18" charset="0"/>
                        </a:rPr>
                        <m:t>𝛼</m:t>
                      </m:r>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r>
                        <a:rPr lang="ar-AE" sz="2400">
                          <a:latin typeface="Cambria Math" panose="02040503050406030204" pitchFamily="18" charset="0"/>
                        </a:rPr>
                        <m:t>+</m:t>
                      </m:r>
                      <m:d>
                        <m:dPr>
                          <m:ctrlPr>
                            <a:rPr lang="ar-AE" sz="2400" i="1">
                              <a:latin typeface="Cambria Math" panose="02040503050406030204" pitchFamily="18" charset="0"/>
                            </a:rPr>
                          </m:ctrlPr>
                        </m:dPr>
                        <m:e>
                          <m:r>
                            <a:rPr lang="ar-AE" sz="2400">
                              <a:latin typeface="Cambria Math" panose="02040503050406030204" pitchFamily="18" charset="0"/>
                            </a:rPr>
                            <m:t>1−</m:t>
                          </m:r>
                          <m:r>
                            <a:rPr lang="ar-AE" sz="2400" i="1">
                              <a:latin typeface="Cambria Math" panose="02040503050406030204" pitchFamily="18" charset="0"/>
                            </a:rPr>
                            <m:t>𝛼</m:t>
                          </m:r>
                        </m:e>
                      </m:d>
                      <m:sSub>
                        <m:sSubPr>
                          <m:ctrlPr>
                            <a:rPr lang="ar-AE" sz="2400" i="1">
                              <a:latin typeface="Cambria Math" panose="02040503050406030204" pitchFamily="18" charset="0"/>
                            </a:rPr>
                          </m:ctrlPr>
                        </m:sSubPr>
                        <m:e>
                          <m:acc>
                            <m:accPr>
                              <m:chr m:val="̂"/>
                              <m:ctrlPr>
                                <a:rPr lang="ar-AE" sz="2400" i="1">
                                  <a:latin typeface="Cambria Math" panose="02040503050406030204" pitchFamily="18" charset="0"/>
                                </a:rPr>
                              </m:ctrlPr>
                            </m:accPr>
                            <m:e>
                              <m:r>
                                <a:rPr lang="ar-AE" sz="2400" i="1">
                                  <a:latin typeface="Cambria Math" panose="02040503050406030204" pitchFamily="18" charset="0"/>
                                </a:rPr>
                                <m:t>𝑥</m:t>
                              </m:r>
                            </m:e>
                          </m:acc>
                        </m:e>
                        <m:sub>
                          <m:r>
                            <a:rPr lang="ar-AE" sz="2400" i="1">
                              <a:latin typeface="Cambria Math" panose="02040503050406030204" pitchFamily="18" charset="0"/>
                            </a:rPr>
                            <m:t>𝑡</m:t>
                          </m:r>
                          <m:r>
                            <a:rPr lang="ar-AE" sz="2400">
                              <a:latin typeface="Cambria Math" panose="02040503050406030204" pitchFamily="18" charset="0"/>
                            </a:rPr>
                            <m:t>−1</m:t>
                          </m:r>
                        </m:sub>
                      </m:sSub>
                    </m:oMath>
                  </m:oMathPara>
                </a14:m>
                <a:endParaRPr lang="ar-AE"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Trong đó:</a:t>
                </a:r>
                <a:r>
                  <a:rPr lang="en-US" sz="2400">
                    <a:latin typeface="Times New Roman" panose="02020603050405020304" pitchFamily="18" charset="0"/>
                    <a:cs typeface="Times New Roman" panose="02020603050405020304" pitchFamily="18" charset="0"/>
                  </a:rPr>
                  <a:t> hệ số làm mịn </a:t>
                </a:r>
                <a:r>
                  <a:rPr lang="el-GR" sz="2400" b="1">
                    <a:latin typeface="Times New Roman" panose="02020603050405020304" pitchFamily="18" charset="0"/>
                    <a:cs typeface="Times New Roman" panose="02020603050405020304" pitchFamily="18" charset="0"/>
                  </a:rPr>
                  <a:t>α (</a:t>
                </a:r>
                <a:r>
                  <a:rPr lang="en-US" sz="2400" b="1">
                    <a:latin typeface="Times New Roman" panose="02020603050405020304" pitchFamily="18" charset="0"/>
                    <a:cs typeface="Times New Roman" panose="02020603050405020304" pitchFamily="18" charset="0"/>
                  </a:rPr>
                  <a:t>alpha)</a:t>
                </a:r>
                <a:r>
                  <a:rPr lang="en-US" sz="2400">
                    <a:latin typeface="Times New Roman" panose="02020603050405020304" pitchFamily="18" charset="0"/>
                    <a:cs typeface="Times New Roman" panose="02020603050405020304" pitchFamily="18" charset="0"/>
                  </a:rPr>
                  <a:t> luôn nằm trong khoảng:</a:t>
                </a:r>
              </a:p>
              <a:p>
                <a:pPr lvl="3"/>
                <a14:m>
                  <m:oMathPara xmlns:m="http://schemas.openxmlformats.org/officeDocument/2006/math">
                    <m:oMathParaPr>
                      <m:jc m:val="centerGroup"/>
                    </m:oMathParaPr>
                    <m:oMath xmlns:m="http://schemas.openxmlformats.org/officeDocument/2006/math">
                      <m:r>
                        <a:rPr lang="en-US" sz="2400">
                          <a:latin typeface="Cambria Math" panose="02040503050406030204" pitchFamily="18" charset="0"/>
                        </a:rPr>
                        <m:t>0&lt;</m:t>
                      </m:r>
                      <m:r>
                        <a:rPr lang="en-US" sz="2400" i="1">
                          <a:latin typeface="Cambria Math" panose="02040503050406030204" pitchFamily="18" charset="0"/>
                        </a:rPr>
                        <m:t>𝛼</m:t>
                      </m:r>
                      <m:r>
                        <a:rPr lang="en-US" sz="2400">
                          <a:latin typeface="Cambria Math" panose="02040503050406030204" pitchFamily="18" charset="0"/>
                        </a:rPr>
                        <m:t>≤1</m:t>
                      </m:r>
                    </m:oMath>
                  </m:oMathPara>
                </a14:m>
                <a:endParaRPr lang="en-US" sz="2400">
                  <a:latin typeface="Times New Roman" panose="02020603050405020304" pitchFamily="18" charset="0"/>
                  <a:cs typeface="Times New Roman" panose="02020603050405020304" pitchFamily="18" charset="0"/>
                </a:endParaRPr>
              </a:p>
              <a:p>
                <a:pPr marL="2171700" lvl="4" indent="-342900">
                  <a:buFont typeface="Wingdings" panose="05000000000000000000" pitchFamily="2" charset="2"/>
                  <a:buChar char="ü"/>
                </a:pPr>
                <a14:m>
                  <m:oMath xmlns:m="http://schemas.openxmlformats.org/officeDocument/2006/math">
                    <m:r>
                      <a:rPr lang="vi-VN" sz="2400" i="1">
                        <a:latin typeface="Cambria Math" panose="02040503050406030204" pitchFamily="18" charset="0"/>
                      </a:rPr>
                      <m:t>𝛼</m:t>
                    </m:r>
                  </m:oMath>
                </a14:m>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càng lớn → bám dữ liệu gốc</a:t>
                </a:r>
              </a:p>
              <a:p>
                <a:pPr marL="2171700" lvl="4" indent="-342900">
                  <a:buFont typeface="Wingdings" panose="05000000000000000000" pitchFamily="2" charset="2"/>
                  <a:buChar char="ü"/>
                </a:pPr>
                <a14:m>
                  <m:oMath xmlns:m="http://schemas.openxmlformats.org/officeDocument/2006/math">
                    <m:r>
                      <a:rPr lang="vi-VN" sz="2400" i="1">
                        <a:latin typeface="Cambria Math" panose="02040503050406030204" pitchFamily="18" charset="0"/>
                      </a:rPr>
                      <m:t>𝛼</m:t>
                    </m:r>
                  </m:oMath>
                </a14:m>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nhỏ → làm mượt mạnh hơn</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EMA phản ứng nhanh hơn MA, </a:t>
                </a:r>
                <a:r>
                  <a:rPr lang="en-US" sz="2400">
                    <a:latin typeface="Times New Roman" panose="02020603050405020304" pitchFamily="18" charset="0"/>
                    <a:cs typeface="Times New Roman" panose="02020603050405020304" pitchFamily="18" charset="0"/>
                  </a:rPr>
                  <a:t>phù hợp</a:t>
                </a:r>
                <a:r>
                  <a:rPr lang="vi-VN" sz="2400">
                    <a:latin typeface="Times New Roman" panose="02020603050405020304" pitchFamily="18" charset="0"/>
                    <a:cs typeface="Times New Roman" panose="02020603050405020304" pitchFamily="18" charset="0"/>
                  </a:rPr>
                  <a:t> cho dữ liệu có xu hướng thay đổi. (phổ biến trong tài chính, cảm biến)</a:t>
                </a:r>
              </a:p>
              <a:p>
                <a:endParaRPr lang="vi-VN" sz="2400">
                  <a:latin typeface="Times New Roman" panose="02020603050405020304" pitchFamily="18" charset="0"/>
                  <a:cs typeface="Times New Roman" panose="02020603050405020304" pitchFamily="18" charset="0"/>
                </a:endParaRPr>
              </a:p>
              <a:p>
                <a:endParaRPr lang="ar-AE"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589F9C03-03BF-BAF9-17BC-B5326CD68C38}"/>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470" t="-1722" r="-93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861933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E5953-874C-F4AB-73B9-81D72D233E9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B6F5AAB-43BE-3A73-2670-B8114AF3E8B1}"/>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C24C83F8-7B92-4EE3-A836-2148DCADE0D4}"/>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vi-VN" sz="2800" b="1">
                <a:latin typeface="Times New Roman" panose="02020603050405020304" pitchFamily="18" charset="0"/>
                <a:cs typeface="Times New Roman" panose="02020603050405020304" pitchFamily="18" charset="0"/>
              </a:rPr>
              <a:t>Xử lý tính thời vụ trong dữ liệu</a:t>
            </a:r>
            <a:endParaRPr lang="en-US" sz="2800" b="1">
              <a:latin typeface="Times New Roman" panose="02020603050405020304" pitchFamily="18" charset="0"/>
              <a:cs typeface="Times New Roman" panose="02020603050405020304" pitchFamily="18" charset="0"/>
            </a:endParaRPr>
          </a:p>
          <a:p>
            <a:pPr marL="685800"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Tính thời vụ trong dữ liệu là bất kỳ loại hành vi lặp lại nào mà tần suất của hành vi đó là ổn định. Nó có thể xảy ra ở nhiều tần suất khác nhau cùng một lúc</a:t>
            </a:r>
            <a:r>
              <a:rPr lang="en-US"/>
              <a:t>. </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Ví dụ: ăn trưa cùng giờ mỗi ngày, ngày đầu năm mới có lưu lượng giao thông thấp, chu kỳ Trái Đất quay quanh Mặt Trời</a:t>
            </a:r>
          </a:p>
          <a:p>
            <a:pPr marL="685800"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Việc xác định và xử lý tính thời vụ là một phần của quá trình lập mô hình. </a:t>
            </a:r>
          </a:p>
          <a:p>
            <a:pPr marL="685800"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Mặt khác, nó cũng là một hình thức làm sạch dữ liệu: </a:t>
            </a:r>
            <a:r>
              <a:rPr lang="vi-VN" sz="2800" b="1">
                <a:latin typeface="Times New Roman" panose="02020603050405020304" pitchFamily="18" charset="0"/>
                <a:cs typeface="Times New Roman" panose="02020603050405020304" pitchFamily="18" charset="0"/>
              </a:rPr>
              <a:t>“tách” hoặc “giảm nhiễu” tính thời vụ</a:t>
            </a:r>
            <a:r>
              <a:rPr lang="vi-VN" sz="2800">
                <a:latin typeface="Times New Roman" panose="02020603050405020304" pitchFamily="18" charset="0"/>
                <a:cs typeface="Times New Roman" panose="02020603050405020304" pitchFamily="18" charset="0"/>
              </a:rPr>
              <a:t> để nhìn rõ xu hướng thực sự.</a:t>
            </a:r>
            <a:endParaRPr lang="en-US"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0040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ACD89-9387-23F0-74AB-6FA1DACC6BD3}"/>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C4325F8-F999-0BFC-D15A-275B5D57DAD3}"/>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82A954D8-8C35-EFAD-838F-8808E65D1CB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vi-VN" sz="2800" b="1">
                <a:latin typeface="Times New Roman" panose="02020603050405020304" pitchFamily="18" charset="0"/>
                <a:cs typeface="Times New Roman" panose="02020603050405020304" pitchFamily="18" charset="0"/>
              </a:rPr>
              <a:t>Xử lý tính thời vụ trong dữ liệu</a:t>
            </a:r>
            <a:endParaRPr lang="en-US" sz="2800" b="1">
              <a:latin typeface="Times New Roman" panose="02020603050405020304" pitchFamily="18" charset="0"/>
              <a:cs typeface="Times New Roman" panose="02020603050405020304" pitchFamily="18" charset="0"/>
            </a:endParaRPr>
          </a:p>
          <a:p>
            <a:pPr marL="685800" lvl="1">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Biểu đồ nhanh chóng cho thấy đây là dữ liệu có tính thời vụ cao, nhưng chỉ khi chúng ta lập biểu đồ đúng.</a:t>
            </a:r>
          </a:p>
        </p:txBody>
      </p:sp>
      <p:pic>
        <p:nvPicPr>
          <p:cNvPr id="3" name="Picture 2">
            <a:extLst>
              <a:ext uri="{FF2B5EF4-FFF2-40B4-BE49-F238E27FC236}">
                <a16:creationId xmlns:a16="http://schemas.microsoft.com/office/drawing/2014/main" id="{26FB3A7B-7360-8DB9-2551-48FBD452002C}"/>
              </a:ext>
            </a:extLst>
          </p:cNvPr>
          <p:cNvPicPr>
            <a:picLocks noChangeAspect="1"/>
          </p:cNvPicPr>
          <p:nvPr/>
        </p:nvPicPr>
        <p:blipFill>
          <a:blip r:embed="rId3"/>
          <a:stretch>
            <a:fillRect/>
          </a:stretch>
        </p:blipFill>
        <p:spPr>
          <a:xfrm>
            <a:off x="266972" y="2616200"/>
            <a:ext cx="3924028" cy="3564909"/>
          </a:xfrm>
          <a:prstGeom prst="rect">
            <a:avLst/>
          </a:prstGeom>
        </p:spPr>
      </p:pic>
      <p:pic>
        <p:nvPicPr>
          <p:cNvPr id="5" name="Picture 4">
            <a:extLst>
              <a:ext uri="{FF2B5EF4-FFF2-40B4-BE49-F238E27FC236}">
                <a16:creationId xmlns:a16="http://schemas.microsoft.com/office/drawing/2014/main" id="{AD223B77-FC0D-22B0-8114-CAB922B6DF34}"/>
              </a:ext>
            </a:extLst>
          </p:cNvPr>
          <p:cNvPicPr>
            <a:picLocks noChangeAspect="1"/>
          </p:cNvPicPr>
          <p:nvPr/>
        </p:nvPicPr>
        <p:blipFill>
          <a:blip r:embed="rId4"/>
          <a:stretch>
            <a:fillRect/>
          </a:stretch>
        </p:blipFill>
        <p:spPr>
          <a:xfrm>
            <a:off x="4829991" y="2616472"/>
            <a:ext cx="3960588" cy="3555728"/>
          </a:xfrm>
          <a:prstGeom prst="rect">
            <a:avLst/>
          </a:prstGeom>
        </p:spPr>
      </p:pic>
    </p:spTree>
    <p:extLst>
      <p:ext uri="{BB962C8B-B14F-4D97-AF65-F5344CB8AC3E}">
        <p14:creationId xmlns:p14="http://schemas.microsoft.com/office/powerpoint/2010/main" val="378187110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8A5D4-939F-BB47-D408-772783C1506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641F3BB-58D0-1A13-1396-7CF8543A5B39}"/>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204110C7-D221-1182-7ABC-DEFF4A4C478F}"/>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vi-VN" sz="2800" b="1">
                <a:latin typeface="Times New Roman" panose="02020603050405020304" pitchFamily="18" charset="0"/>
                <a:cs typeface="Times New Roman" panose="02020603050405020304" pitchFamily="18" charset="0"/>
              </a:rPr>
              <a:t>Xử lý tính thời vụ trong dữ liệu</a:t>
            </a:r>
            <a:endParaRPr lang="en-US" sz="2800" b="1">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K</a:t>
            </a:r>
            <a:r>
              <a:rPr lang="vi-VN" sz="2800">
                <a:latin typeface="Times New Roman" panose="02020603050405020304" pitchFamily="18" charset="0"/>
                <a:cs typeface="Times New Roman" panose="02020603050405020304" pitchFamily="18" charset="0"/>
              </a:rPr>
              <a:t>hi dữ liệu có tính mùa vụ mạnh, nó làm “nhiễu” các phân tích khác:</a:t>
            </a:r>
          </a:p>
          <a:p>
            <a:pPr marL="1314450" lvl="2" indent="-4572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Che mất </a:t>
            </a:r>
            <a:r>
              <a:rPr lang="vi-VN" sz="2400" b="1">
                <a:latin typeface="Times New Roman" panose="02020603050405020304" pitchFamily="18" charset="0"/>
                <a:cs typeface="Times New Roman" panose="02020603050405020304" pitchFamily="18" charset="0"/>
              </a:rPr>
              <a:t>xu hướng dài hạn</a:t>
            </a:r>
            <a:r>
              <a:rPr lang="vi-VN" sz="2400">
                <a:latin typeface="Times New Roman" panose="02020603050405020304" pitchFamily="18" charset="0"/>
                <a:cs typeface="Times New Roman" panose="02020603050405020304" pitchFamily="18" charset="0"/>
              </a:rPr>
              <a:t> (trend).</a:t>
            </a:r>
          </a:p>
          <a:p>
            <a:pPr marL="1314450" lvl="2" indent="-4572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Làm </a:t>
            </a:r>
            <a:r>
              <a:rPr lang="vi-VN" sz="2400" b="1">
                <a:latin typeface="Times New Roman" panose="02020603050405020304" pitchFamily="18" charset="0"/>
                <a:cs typeface="Times New Roman" panose="02020603050405020304" pitchFamily="18" charset="0"/>
              </a:rPr>
              <a:t>bất ổn</a:t>
            </a:r>
            <a:r>
              <a:rPr lang="vi-VN" sz="2400">
                <a:latin typeface="Times New Roman" panose="02020603050405020304" pitchFamily="18" charset="0"/>
                <a:cs typeface="Times New Roman" panose="02020603050405020304" pitchFamily="18" charset="0"/>
              </a:rPr>
              <a:t> các mô hình không mong muốn có seasonality.</a:t>
            </a:r>
          </a:p>
          <a:p>
            <a:pPr marL="1314450" lvl="2" indent="-4572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Khi so sánh các ngày/tháng → sai lầm vì không cùng điều kiện mùa vụ (seasonally-adjusted comparison).</a:t>
            </a: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28968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528D47-6247-E3E0-AF0F-9B33D6861B39}"/>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51AC9C0-8A57-033C-7796-5559A113D684}"/>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083CC7A5-EC1F-B209-22CD-EC57AACEEABD}"/>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vi-VN" sz="2800" b="1">
                    <a:latin typeface="Times New Roman" panose="02020603050405020304" pitchFamily="18" charset="0"/>
                    <a:cs typeface="Times New Roman" panose="02020603050405020304" pitchFamily="18" charset="0"/>
                  </a:rPr>
                  <a:t>Xử lý tính thời vụ trong dữ liệu</a:t>
                </a:r>
                <a:endParaRPr lang="en-US" sz="2800" b="1">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Những thao tác làm sạch </a:t>
                </a:r>
                <a:r>
                  <a:rPr lang="en-US" sz="2800">
                    <a:latin typeface="Times New Roman" panose="02020603050405020304" pitchFamily="18" charset="0"/>
                    <a:cs typeface="Times New Roman" panose="02020603050405020304" pitchFamily="18" charset="0"/>
                  </a:rPr>
                  <a:t>dữ liệu liên quan tới tính thời vụ:</a:t>
                </a:r>
                <a:endParaRPr lang="vi-VN" sz="2800">
                  <a:latin typeface="Times New Roman" panose="02020603050405020304" pitchFamily="18" charset="0"/>
                  <a:cs typeface="Times New Roman" panose="02020603050405020304" pitchFamily="18" charset="0"/>
                </a:endParaRPr>
              </a:p>
              <a:p>
                <a:pPr marL="13716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a:t>
                </a:r>
                <a:r>
                  <a:rPr lang="vi-VN" sz="2400">
                    <a:latin typeface="Times New Roman" panose="02020603050405020304" pitchFamily="18" charset="0"/>
                    <a:cs typeface="Times New Roman" panose="02020603050405020304" pitchFamily="18" charset="0"/>
                  </a:rPr>
                  <a:t>ách </a:t>
                </a:r>
                <a:r>
                  <a:rPr lang="en-US" sz="2400" b="1">
                    <a:latin typeface="Times New Roman" panose="02020603050405020304" pitchFamily="18" charset="0"/>
                    <a:cs typeface="Times New Roman" panose="02020603050405020304" pitchFamily="18" charset="0"/>
                  </a:rPr>
                  <a:t>xu hướng</a:t>
                </a:r>
                <a:r>
                  <a:rPr lang="vi-VN" sz="2400" b="1">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a:t>
                </a:r>
                <a:r>
                  <a:rPr lang="vi-VN" sz="2400" b="1">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mùa vụ</a:t>
                </a:r>
                <a:r>
                  <a:rPr lang="vi-VN" sz="2400" b="1">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 phần dư</a:t>
                </a:r>
                <a:endParaRPr lang="vi-VN" sz="2400" b="1">
                  <a:latin typeface="Times New Roman" panose="02020603050405020304" pitchFamily="18" charset="0"/>
                  <a:cs typeface="Times New Roman" panose="02020603050405020304" pitchFamily="18" charset="0"/>
                </a:endParaRPr>
              </a:p>
              <a:p>
                <a:pPr marL="13716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Khử tính mùa vụ (deseasonalizing data)</a:t>
                </a:r>
                <a:endParaRPr lang="vi-VN" sz="240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r>
                        <a:rPr lang="vi-VN" sz="2400" i="1">
                          <a:latin typeface="Cambria Math" panose="02040503050406030204" pitchFamily="18" charset="0"/>
                        </a:rPr>
                        <m:t>𝐷𝑒𝑠𝑒𝑎𝑠𝑜𝑛𝑎𝑙𝑖𝑧𝑒𝑑</m:t>
                      </m:r>
                      <m:r>
                        <a:rPr lang="vi-VN" sz="2400">
                          <a:latin typeface="Cambria Math" panose="02040503050406030204" pitchFamily="18" charset="0"/>
                        </a:rPr>
                        <m:t>=</m:t>
                      </m:r>
                      <m:f>
                        <m:fPr>
                          <m:ctrlPr>
                            <a:rPr lang="ar-AE" sz="2400" i="1">
                              <a:latin typeface="Cambria Math" panose="02040503050406030204" pitchFamily="18" charset="0"/>
                            </a:rPr>
                          </m:ctrlPr>
                        </m:fPr>
                        <m:num>
                          <m:r>
                            <a:rPr lang="ar-AE" sz="2400" i="1">
                              <a:latin typeface="Cambria Math" panose="02040503050406030204" pitchFamily="18" charset="0"/>
                            </a:rPr>
                            <m:t>𝑋</m:t>
                          </m:r>
                          <m:d>
                            <m:dPr>
                              <m:ctrlPr>
                                <a:rPr lang="ar-AE" sz="2400" i="1">
                                  <a:latin typeface="Cambria Math" panose="02040503050406030204" pitchFamily="18" charset="0"/>
                                </a:rPr>
                              </m:ctrlPr>
                            </m:dPr>
                            <m:e>
                              <m:r>
                                <a:rPr lang="ar-AE" sz="2400" i="1">
                                  <a:latin typeface="Cambria Math" panose="02040503050406030204" pitchFamily="18" charset="0"/>
                                </a:rPr>
                                <m:t>𝑡</m:t>
                              </m:r>
                            </m:e>
                          </m:d>
                        </m:num>
                        <m:den>
                          <m:r>
                            <a:rPr lang="ar-AE" sz="2400" i="1">
                              <a:latin typeface="Cambria Math" panose="02040503050406030204" pitchFamily="18" charset="0"/>
                            </a:rPr>
                            <m:t>𝑆𝑒𝑎𝑠𝑜𝑛𝑎𝑙</m:t>
                          </m:r>
                          <m:r>
                            <m:rPr>
                              <m:lit/>
                            </m:rPr>
                            <a:rPr lang="ar-AE" sz="2400">
                              <a:latin typeface="Cambria Math" panose="02040503050406030204" pitchFamily="18" charset="0"/>
                            </a:rPr>
                            <m:t>_</m:t>
                          </m:r>
                          <m:r>
                            <a:rPr lang="ar-AE" sz="2400" i="1">
                              <a:latin typeface="Cambria Math" panose="02040503050406030204" pitchFamily="18" charset="0"/>
                            </a:rPr>
                            <m:t>𝑖𝑛𝑑𝑒𝑥</m:t>
                          </m:r>
                        </m:den>
                      </m:f>
                    </m:oMath>
                  </m:oMathPara>
                </a14:m>
                <a:endParaRPr lang="ar-AE" sz="2400">
                  <a:latin typeface="Times New Roman" panose="02020603050405020304" pitchFamily="18" charset="0"/>
                  <a:cs typeface="Times New Roman" panose="02020603050405020304" pitchFamily="18" charset="0"/>
                </a:endParaRPr>
              </a:p>
              <a:p>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hoặc</a:t>
                </a:r>
                <a:r>
                  <a:rPr lang="en-US" sz="2400">
                    <a:latin typeface="Times New Roman" panose="02020603050405020304" pitchFamily="18" charset="0"/>
                    <a:cs typeface="Times New Roman" panose="02020603050405020304" pitchFamily="18" charset="0"/>
                  </a:rPr>
                  <a:t> = </a:t>
                </a:r>
                <a14:m>
                  <m:oMath xmlns:m="http://schemas.openxmlformats.org/officeDocument/2006/math">
                    <m:r>
                      <a:rPr lang="vi-VN" sz="2400" i="1">
                        <a:latin typeface="Cambria Math" panose="02040503050406030204" pitchFamily="18" charset="0"/>
                      </a:rPr>
                      <m:t>𝑋</m:t>
                    </m:r>
                    <m:d>
                      <m:dPr>
                        <m:ctrlPr>
                          <a:rPr lang="ar-AE" sz="2400" i="1">
                            <a:latin typeface="Cambria Math" panose="02040503050406030204" pitchFamily="18" charset="0"/>
                          </a:rPr>
                        </m:ctrlPr>
                      </m:dPr>
                      <m:e>
                        <m:r>
                          <a:rPr lang="ar-AE" sz="2400" i="1">
                            <a:latin typeface="Cambria Math" panose="02040503050406030204" pitchFamily="18" charset="0"/>
                          </a:rPr>
                          <m:t>𝑡</m:t>
                        </m:r>
                      </m:e>
                    </m:d>
                    <m:r>
                      <a:rPr lang="ar-AE" sz="2400">
                        <a:latin typeface="Cambria Math" panose="02040503050406030204" pitchFamily="18" charset="0"/>
                      </a:rPr>
                      <m:t>−</m:t>
                    </m:r>
                    <m:r>
                      <a:rPr lang="ar-AE" sz="2400" i="1">
                        <a:latin typeface="Cambria Math" panose="02040503050406030204" pitchFamily="18" charset="0"/>
                      </a:rPr>
                      <m:t>𝑆𝑒𝑎𝑠𝑜𝑛𝑎𝑙</m:t>
                    </m:r>
                    <m:d>
                      <m:dPr>
                        <m:ctrlPr>
                          <a:rPr lang="ar-AE" sz="2400" i="1">
                            <a:latin typeface="Cambria Math" panose="02040503050406030204" pitchFamily="18" charset="0"/>
                          </a:rPr>
                        </m:ctrlPr>
                      </m:dPr>
                      <m:e>
                        <m:r>
                          <a:rPr lang="ar-AE" sz="2400" i="1">
                            <a:latin typeface="Cambria Math" panose="02040503050406030204" pitchFamily="18" charset="0"/>
                          </a:rPr>
                          <m:t>𝑡</m:t>
                        </m:r>
                      </m:e>
                    </m:d>
                  </m:oMath>
                </a14:m>
                <a:endParaRPr lang="ar-AE"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Làm mượt để giảm nhiễu thời vụ ngắn hạn</a:t>
                </a:r>
                <a:r>
                  <a:rPr lang="en-US" sz="2400">
                    <a:latin typeface="Times New Roman" panose="02020603050405020304" pitchFamily="18" charset="0"/>
                    <a:cs typeface="Times New Roman" panose="02020603050405020304" pitchFamily="18" charset="0"/>
                  </a:rPr>
                  <a:t>: dùng trung bình động</a:t>
                </a:r>
                <a:r>
                  <a:rPr lang="vi-VN" sz="2400">
                    <a:latin typeface="Times New Roman" panose="02020603050405020304" pitchFamily="18" charset="0"/>
                    <a:cs typeface="Times New Roman" panose="02020603050405020304" pitchFamily="18" charset="0"/>
                  </a:rPr>
                  <a:t> theo chu kỳ mùa</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(ví dụ MA(12) cho chuỗi tháng)</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Loại bỏ outlier do mùa vụ đặc biệt</a:t>
                </a:r>
                <a:br>
                  <a:rPr lang="vi-VN" sz="2400">
                    <a:latin typeface="Times New Roman" panose="02020603050405020304" pitchFamily="18" charset="0"/>
                    <a:cs typeface="Times New Roman" panose="02020603050405020304" pitchFamily="18" charset="0"/>
                  </a:rPr>
                </a:br>
                <a:r>
                  <a:rPr lang="vi-VN" sz="2400">
                    <a:latin typeface="Times New Roman" panose="02020603050405020304" pitchFamily="18" charset="0"/>
                    <a:cs typeface="Times New Roman" panose="02020603050405020304" pitchFamily="18" charset="0"/>
                  </a:rPr>
                  <a:t>Ví dụ ngày Black Friday có </a:t>
                </a:r>
                <a:r>
                  <a:rPr lang="en-US" sz="2400">
                    <a:latin typeface="Times New Roman" panose="02020603050405020304" pitchFamily="18" charset="0"/>
                    <a:cs typeface="Times New Roman" panose="02020603050405020304" pitchFamily="18" charset="0"/>
                  </a:rPr>
                  <a:t>số lượng bán hàng</a:t>
                </a:r>
                <a:r>
                  <a:rPr lang="vi-VN" sz="2400">
                    <a:latin typeface="Times New Roman" panose="02020603050405020304" pitchFamily="18" charset="0"/>
                    <a:cs typeface="Times New Roman" panose="02020603050405020304" pitchFamily="18" charset="0"/>
                  </a:rPr>
                  <a:t> rất lớn, dễ gây lệch mô hình.</a:t>
                </a:r>
              </a:p>
            </p:txBody>
          </p:sp>
        </mc:Choice>
        <mc:Fallback xmlns="">
          <p:sp>
            <p:nvSpPr>
              <p:cNvPr id="31747" name="Rectangle 3">
                <a:extLst>
                  <a:ext uri="{FF2B5EF4-FFF2-40B4-BE49-F238E27FC236}">
                    <a16:creationId xmlns:a16="http://schemas.microsoft.com/office/drawing/2014/main" id="{083CC7A5-EC1F-B209-22CD-EC57AACEEABD}"/>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67" b="-455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8580251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BCC45-5307-13BD-AE50-ECFB8C1B28B8}"/>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C9E2328C-9526-7082-EE0E-E2D957EEC50E}"/>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AE763DAC-16BA-4A23-679B-168F20A062B3}"/>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Chuẩn hoá định dạng thời gian</a:t>
            </a:r>
          </a:p>
          <a:p>
            <a:pPr marL="914400" lvl="1" indent="-457200">
              <a:buFont typeface="Arial" panose="020B0604020202020204" pitchFamily="34" charset="0"/>
              <a:buChar char="•"/>
            </a:pPr>
            <a:r>
              <a:rPr lang="vi-VN" sz="2800" b="1">
                <a:latin typeface="Times New Roman" panose="02020603050405020304" pitchFamily="18" charset="0"/>
                <a:cs typeface="Times New Roman" panose="02020603050405020304" pitchFamily="18" charset="0"/>
              </a:rPr>
              <a:t>Chuẩn hóa định dạng thời gian</a:t>
            </a:r>
            <a:r>
              <a:rPr lang="vi-VN" sz="2800">
                <a:latin typeface="Times New Roman" panose="02020603050405020304" pitchFamily="18" charset="0"/>
                <a:cs typeface="Times New Roman" panose="02020603050405020304" pitchFamily="18" charset="0"/>
              </a:rPr>
              <a:t> là quá trình biến đổi các thông tin thời gian (timestamp, ngày tháng, giờ…) về </a:t>
            </a:r>
            <a:r>
              <a:rPr lang="vi-VN" sz="2800" b="1">
                <a:latin typeface="Times New Roman" panose="02020603050405020304" pitchFamily="18" charset="0"/>
                <a:cs typeface="Times New Roman" panose="02020603050405020304" pitchFamily="18" charset="0"/>
              </a:rPr>
              <a:t>một định dạng thống nhất</a:t>
            </a:r>
            <a:r>
              <a:rPr lang="vi-VN" sz="2800">
                <a:latin typeface="Times New Roman" panose="02020603050405020304" pitchFamily="18" charset="0"/>
                <a:cs typeface="Times New Roman" panose="02020603050405020304" pitchFamily="18" charset="0"/>
              </a:rPr>
              <a:t>, hợp lệ, dễ xử lý, và phù hợp với mô hình chuỗi thời gian.</a:t>
            </a:r>
          </a:p>
          <a:p>
            <a:pPr marL="857250" lvl="1" indent="-457200">
              <a:buFont typeface="Arial" panose="020B0604020202020204" pitchFamily="34" charset="0"/>
              <a:buChar char="•"/>
            </a:pPr>
            <a:r>
              <a:rPr lang="vi-VN" sz="2800">
                <a:latin typeface="Times New Roman" panose="02020603050405020304" pitchFamily="18" charset="0"/>
                <a:cs typeface="Times New Roman" panose="02020603050405020304" pitchFamily="18" charset="0"/>
              </a:rPr>
              <a:t>Trong dữ liệu thực tế, dữ liệu thời gian thường </a:t>
            </a:r>
            <a:r>
              <a:rPr lang="vi-VN" sz="2800" b="1">
                <a:latin typeface="Times New Roman" panose="02020603050405020304" pitchFamily="18" charset="0"/>
                <a:cs typeface="Times New Roman" panose="02020603050405020304" pitchFamily="18" charset="0"/>
              </a:rPr>
              <a:t>không nhất quán</a:t>
            </a:r>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gây ra các vấn đề</a:t>
            </a:r>
          </a:p>
          <a:p>
            <a:pPr marL="1200150" lvl="2" indent="-28575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Không thể sắp xếp đúng</a:t>
            </a:r>
          </a:p>
          <a:p>
            <a:pPr marL="1200150" lvl="2" indent="-28575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Không thể nhóm dữ liệu (resample / downsample / upsample / rolling window) nếu nhãn thời gian không chuẩn.</a:t>
            </a:r>
          </a:p>
          <a:p>
            <a:pPr marL="1200150" lvl="2" indent="-28575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Dữ liệu ghi nhận có thể lệch múi giờ → phân tích sai</a:t>
            </a:r>
          </a:p>
          <a:p>
            <a:pPr marL="1200150" lvl="2" indent="-28575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Dữ liệu có thể bị thiếu hoặc thừa do lỗi format</a:t>
            </a:r>
          </a:p>
          <a:p>
            <a:pPr marL="857250" lvl="1" indent="-457200">
              <a:buFont typeface="Arial" panose="020B0604020202020204" pitchFamily="34" charset="0"/>
              <a:buChar char="•"/>
            </a:pPr>
            <a:endParaRPr lang="vi-VN" sz="2800">
              <a:latin typeface="Times New Roman" panose="02020603050405020304" pitchFamily="18" charset="0"/>
              <a:cs typeface="Times New Roman" panose="02020603050405020304" pitchFamily="18" charset="0"/>
            </a:endParaRPr>
          </a:p>
          <a:p>
            <a:pPr marL="800100" lvl="2"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55020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327A3-7A7D-456B-C59C-957CFFB3AAB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781218E-6DEE-D63D-E23C-D0348E01795B}"/>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971DD75D-AC14-2A9D-5F8C-407EC8AA5094}"/>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Chuẩn hoá định dạng thời gian</a:t>
            </a:r>
          </a:p>
          <a:p>
            <a:pPr marL="914400" lvl="1" indent="-457200">
              <a:buFont typeface="Arial" panose="020B0604020202020204" pitchFamily="34" charset="0"/>
              <a:buChar char="•"/>
            </a:pPr>
            <a:r>
              <a:rPr lang="vi-VN" sz="2800" b="1">
                <a:latin typeface="Times New Roman" panose="02020603050405020304" pitchFamily="18" charset="0"/>
                <a:cs typeface="Times New Roman" panose="02020603050405020304" pitchFamily="18" charset="0"/>
              </a:rPr>
              <a:t>Chuẩn hóa định dạng thời gian</a:t>
            </a:r>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cần</a:t>
            </a:r>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Các định dạng này cần được chuyển về </a:t>
            </a:r>
            <a:r>
              <a:rPr lang="en-US" sz="2400" b="1">
                <a:latin typeface="Times New Roman" panose="02020603050405020304" pitchFamily="18" charset="0"/>
                <a:cs typeface="Times New Roman" panose="02020603050405020304" pitchFamily="18" charset="0"/>
              </a:rPr>
              <a:t>một chuẩn duy nhất</a:t>
            </a:r>
            <a:r>
              <a:rPr lang="en-US" sz="2400">
                <a:latin typeface="Times New Roman" panose="02020603050405020304" pitchFamily="18" charset="0"/>
                <a:cs typeface="Times New Roman" panose="02020603050405020304" pitchFamily="18" charset="0"/>
              </a:rPr>
              <a:t>, thường là:</a:t>
            </a:r>
            <a:r>
              <a:rPr lang="en-US" sz="2400" b="1">
                <a:latin typeface="Times New Roman" panose="02020603050405020304" pitchFamily="18" charset="0"/>
                <a:cs typeface="Times New Roman" panose="02020603050405020304" pitchFamily="18" charset="0"/>
              </a:rPr>
              <a:t> YYYY-MM-DD HH:MM:SS (ISO 8601)</a:t>
            </a:r>
            <a:endParaRPr lang="en-US" sz="2400">
              <a:latin typeface="Times New Roman" panose="02020603050405020304" pitchFamily="18" charset="0"/>
              <a:cs typeface="Times New Roman" panose="02020603050405020304" pitchFamily="18" charset="0"/>
            </a:endParaRP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Chuẩn hóa múi giờ (timezone normalization): Đưa tất cả về UTC, hoặc về một timezone gốc. Đây là bước cực quan trọng nhưng hay bị bỏ qua.</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Chuẩn hóa tần suất (frequency normalization): Dữ liệu có thể không đồng đều (ví dụ ghi nhận lúc 08:01, 08:01:32, 08:02:00). Ta cần đưa về tần suất cố định (1 phút/ 5 phút/ 1 giờ/ 1 ngày)</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Xử lý nhãn thời gian bị thiếu</a:t>
            </a:r>
          </a:p>
          <a:p>
            <a:pPr marL="857250" lvl="1" indent="-457200">
              <a:buFont typeface="Arial" panose="020B0604020202020204" pitchFamily="34" charset="0"/>
              <a:buChar char="•"/>
            </a:pPr>
            <a:endParaRPr lang="vi-VN" sz="2800">
              <a:latin typeface="Times New Roman" panose="02020603050405020304" pitchFamily="18" charset="0"/>
              <a:cs typeface="Times New Roman" panose="02020603050405020304" pitchFamily="18" charset="0"/>
            </a:endParaRPr>
          </a:p>
          <a:p>
            <a:pPr marL="800100" lvl="2"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3043494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4E053-9694-1F27-BC05-B05BE7B68DE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0C825A62-3715-6518-F553-538F5BAF138E}"/>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7F58DB26-EBBC-D5F7-70A1-AC2907C87F07}"/>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vi-VN" sz="2800" b="1" dirty="0">
                <a:latin typeface="Times New Roman" panose="02020603050405020304" pitchFamily="18" charset="0"/>
                <a:cs typeface="Times New Roman" panose="02020603050405020304" pitchFamily="18" charset="0"/>
              </a:rPr>
              <a:t>Ngăn ngừa việc nhìn trước không chủ ý</a:t>
            </a:r>
            <a:endParaRPr lang="en-US" sz="2800" b="1" dirty="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Nhìn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trước</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t>
            </a:r>
            <a:r>
              <a:rPr lang="vi-VN" sz="2400" dirty="0">
                <a:latin typeface="Times New Roman" panose="02020603050405020304" pitchFamily="18" charset="0"/>
                <a:cs typeface="Times New Roman" panose="02020603050405020304" pitchFamily="18" charset="0"/>
              </a:rPr>
              <a:t>Look-ahead hay look-ahead bias) xảy ra khi trong </a:t>
            </a:r>
            <a:r>
              <a:rPr lang="vi-VN" sz="2400" b="1" dirty="0">
                <a:latin typeface="Times New Roman" panose="02020603050405020304" pitchFamily="18" charset="0"/>
                <a:cs typeface="Times New Roman" panose="02020603050405020304" pitchFamily="18" charset="0"/>
              </a:rPr>
              <a:t>quá trình </a:t>
            </a:r>
            <a:r>
              <a:rPr lang="en-US" sz="2400" b="1" dirty="0" err="1">
                <a:latin typeface="Times New Roman" panose="02020603050405020304" pitchFamily="18" charset="0"/>
                <a:cs typeface="Times New Roman" panose="02020603050405020304" pitchFamily="18" charset="0"/>
              </a:rPr>
              <a:t>phân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tích</a:t>
            </a:r>
            <a:r>
              <a:rPr lang="vi-VN" sz="2400" dirty="0">
                <a:latin typeface="Times New Roman" panose="02020603050405020304" pitchFamily="18" charset="0"/>
                <a:cs typeface="Times New Roman" panose="02020603050405020304" pitchFamily="18" charset="0"/>
              </a:rPr>
              <a:t>, dữ liệu từ </a:t>
            </a:r>
            <a:r>
              <a:rPr lang="vi-VN" sz="2400" b="1" dirty="0">
                <a:latin typeface="Times New Roman" panose="02020603050405020304" pitchFamily="18" charset="0"/>
                <a:cs typeface="Times New Roman" panose="02020603050405020304" pitchFamily="18" charset="0"/>
              </a:rPr>
              <a:t>tương lai</a:t>
            </a:r>
            <a:r>
              <a:rPr lang="vi-VN" sz="2400" dirty="0">
                <a:latin typeface="Times New Roman" panose="02020603050405020304" pitchFamily="18" charset="0"/>
                <a:cs typeface="Times New Roman" panose="02020603050405020304" pitchFamily="18" charset="0"/>
              </a:rPr>
              <a:t> bị </a:t>
            </a:r>
            <a:r>
              <a:rPr lang="vi-VN" sz="2400" b="1" dirty="0">
                <a:latin typeface="Times New Roman" panose="02020603050405020304" pitchFamily="18" charset="0"/>
                <a:cs typeface="Times New Roman" panose="02020603050405020304" pitchFamily="18" charset="0"/>
              </a:rPr>
              <a:t>vô tình sử dụng</a:t>
            </a:r>
            <a:r>
              <a:rPr lang="vi-VN" sz="2400" dirty="0">
                <a:latin typeface="Times New Roman" panose="02020603050405020304" pitchFamily="18" charset="0"/>
                <a:cs typeface="Times New Roman" panose="02020603050405020304" pitchFamily="18" charset="0"/>
              </a:rPr>
              <a:t> để dự đoán </a:t>
            </a:r>
            <a:r>
              <a:rPr lang="vi-VN" sz="2400" b="1" dirty="0">
                <a:latin typeface="Times New Roman" panose="02020603050405020304" pitchFamily="18" charset="0"/>
                <a:cs typeface="Times New Roman" panose="02020603050405020304" pitchFamily="18" charset="0"/>
              </a:rPr>
              <a:t>quá khứ hoặc hiện tại</a:t>
            </a:r>
            <a:r>
              <a:rPr lang="vi-VN" sz="2400" dirty="0">
                <a:latin typeface="Times New Roman" panose="02020603050405020304" pitchFamily="18" charset="0"/>
                <a:cs typeface="Times New Roman" panose="02020603050405020304" pitchFamily="18" charset="0"/>
              </a:rPr>
              <a:t>.</a:t>
            </a:r>
          </a:p>
          <a:p>
            <a:pPr marL="1314450" lvl="2" indent="-457200">
              <a:buFont typeface="Courier New" panose="02070309020205020404" pitchFamily="49" charset="0"/>
              <a:buChar char="o"/>
            </a:pPr>
            <a:r>
              <a:rPr lang="vi-VN" sz="2400" dirty="0">
                <a:latin typeface="Times New Roman" panose="02020603050405020304" pitchFamily="18" charset="0"/>
                <a:cs typeface="Times New Roman" panose="02020603050405020304" pitchFamily="18" charset="0"/>
              </a:rPr>
              <a:t>Nói cách khác: mô hình “nhìn thấy trước” thông tin mà nó </a:t>
            </a:r>
            <a:r>
              <a:rPr lang="vi-VN" sz="2400" b="1" dirty="0">
                <a:latin typeface="Times New Roman" panose="02020603050405020304" pitchFamily="18" charset="0"/>
                <a:cs typeface="Times New Roman" panose="02020603050405020304" pitchFamily="18" charset="0"/>
              </a:rPr>
              <a:t>không thể có trong thực tế</a:t>
            </a:r>
            <a:r>
              <a:rPr lang="vi-VN" sz="2400" dirty="0">
                <a:latin typeface="Times New Roman" panose="02020603050405020304" pitchFamily="18" charset="0"/>
                <a:cs typeface="Times New Roman" panose="02020603050405020304" pitchFamily="18" charset="0"/>
              </a:rPr>
              <a:t>.</a:t>
            </a:r>
          </a:p>
          <a:p>
            <a:pPr marL="1314450" lvl="2" indent="-457200">
              <a:buFont typeface="Courier New" panose="02070309020205020404" pitchFamily="49" charset="0"/>
              <a:buChar char="o"/>
            </a:pPr>
            <a:r>
              <a:rPr lang="vi-VN" sz="2400" dirty="0">
                <a:latin typeface="Times New Roman" panose="02020603050405020304" pitchFamily="18" charset="0"/>
                <a:cs typeface="Times New Roman" panose="02020603050405020304" pitchFamily="18" charset="0"/>
              </a:rPr>
              <a:t>Đây là một dạng </a:t>
            </a:r>
            <a:r>
              <a:rPr lang="vi-VN" sz="2400" b="1" dirty="0">
                <a:latin typeface="Times New Roman" panose="02020603050405020304" pitchFamily="18" charset="0"/>
                <a:cs typeface="Times New Roman" panose="02020603050405020304" pitchFamily="18" charset="0"/>
              </a:rPr>
              <a:t>data leakage</a:t>
            </a:r>
            <a:r>
              <a:rPr lang="vi-VN" sz="2400" dirty="0">
                <a:latin typeface="Times New Roman" panose="02020603050405020304" pitchFamily="18" charset="0"/>
                <a:cs typeface="Times New Roman" panose="02020603050405020304" pitchFamily="18" charset="0"/>
              </a:rPr>
              <a:t> cực nguy hiểm, vì dẫn đến đánh giá quá lạc quan về hiệu suất mô hình.</a:t>
            </a:r>
          </a:p>
          <a:p>
            <a:pPr marL="857250" lvl="1" indent="-457200">
              <a:buFont typeface="Arial" panose="020B0604020202020204" pitchFamily="34" charset="0"/>
              <a:buChar char="•"/>
            </a:pPr>
            <a:r>
              <a:rPr lang="en-US" sz="2400" b="1" dirty="0" err="1">
                <a:latin typeface="Times New Roman" panose="02020603050405020304" pitchFamily="18" charset="0"/>
                <a:cs typeface="Times New Roman" panose="02020603050405020304" pitchFamily="18" charset="0"/>
              </a:rPr>
              <a:t>Nhìn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trước</a:t>
            </a:r>
            <a:r>
              <a:rPr lang="en-US" sz="2400" b="1"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a:t>
            </a:r>
            <a:r>
              <a:rPr lang="vi-VN" sz="2400" dirty="0">
                <a:latin typeface="Times New Roman" panose="02020603050405020304" pitchFamily="18" charset="0"/>
                <a:cs typeface="Times New Roman" panose="02020603050405020304" pitchFamily="18" charset="0"/>
              </a:rPr>
              <a:t>Look-ahead</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gặp</a:t>
            </a:r>
            <a:endParaRPr lang="en-US" sz="2400" dirty="0">
              <a:latin typeface="Times New Roman" panose="02020603050405020304" pitchFamily="18" charset="0"/>
              <a:cs typeface="Times New Roman" panose="02020603050405020304" pitchFamily="18" charset="0"/>
            </a:endParaRPr>
          </a:p>
          <a:p>
            <a:pPr lvl="2" indent="-342900">
              <a:buFont typeface="Courier New" panose="02070309020205020404" pitchFamily="49" charset="0"/>
              <a:buChar char="o"/>
            </a:pPr>
            <a:r>
              <a:rPr lang="en-US" sz="2400" dirty="0">
                <a:latin typeface="Times New Roman" panose="02020603050405020304" pitchFamily="18" charset="0"/>
                <a:cs typeface="Times New Roman" panose="02020603050405020304" pitchFamily="18" charset="0"/>
              </a:rPr>
              <a:t>S</a:t>
            </a:r>
            <a:r>
              <a:rPr lang="vi-VN" sz="2400" dirty="0">
                <a:latin typeface="Times New Roman" panose="02020603050405020304" pitchFamily="18" charset="0"/>
                <a:cs typeface="Times New Roman" panose="02020603050405020304" pitchFamily="18" charset="0"/>
              </a:rPr>
              <a:t>ử dụng dữ liệu tương lai</a:t>
            </a:r>
            <a:endParaRPr lang="en-US" sz="2400" dirty="0">
              <a:latin typeface="Times New Roman" panose="02020603050405020304" pitchFamily="18" charset="0"/>
              <a:cs typeface="Times New Roman" panose="02020603050405020304" pitchFamily="18" charset="0"/>
            </a:endParaRPr>
          </a:p>
          <a:p>
            <a:pPr lvl="2" indent="-342900">
              <a:buFont typeface="Courier New" panose="02070309020205020404" pitchFamily="49" charset="0"/>
              <a:buChar char="o"/>
            </a:pPr>
            <a:r>
              <a:rPr lang="vi-VN" sz="2400" dirty="0">
                <a:latin typeface="Times New Roman" panose="02020603050405020304" pitchFamily="18" charset="0"/>
                <a:cs typeface="Times New Roman" panose="02020603050405020304" pitchFamily="18" charset="0"/>
              </a:rPr>
              <a:t>Tính chỉ số từ toàn bộ chuỗi trước khi phân tách train/test</a:t>
            </a:r>
            <a:endParaRPr lang="en-US" sz="2400" dirty="0">
              <a:latin typeface="Times New Roman" panose="02020603050405020304" pitchFamily="18" charset="0"/>
              <a:cs typeface="Times New Roman" panose="02020603050405020304" pitchFamily="18" charset="0"/>
            </a:endParaRPr>
          </a:p>
          <a:p>
            <a:pPr lvl="2" indent="-342900">
              <a:buFont typeface="Courier New" panose="02070309020205020404" pitchFamily="49" charset="0"/>
              <a:buChar char="o"/>
            </a:pPr>
            <a:r>
              <a:rPr lang="en-US" sz="2400" dirty="0" err="1">
                <a:latin typeface="Times New Roman" panose="02020603050405020304" pitchFamily="18" charset="0"/>
                <a:cs typeface="Times New Roman" panose="02020603050405020304" pitchFamily="18" charset="0"/>
              </a:rPr>
              <a:t>Thay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đổi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tần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suất</a:t>
            </a:r>
            <a:r>
              <a:rPr lang="vi-VN" sz="2400" dirty="0">
                <a:latin typeface="Times New Roman" panose="02020603050405020304" pitchFamily="18" charset="0"/>
                <a:cs typeface="Times New Roman" panose="02020603050405020304" pitchFamily="18" charset="0"/>
              </a:rPr>
              <a:t> hoặc </a:t>
            </a:r>
            <a:r>
              <a:rPr lang="en-US" sz="2400" dirty="0" err="1">
                <a:latin typeface="Times New Roman" panose="02020603050405020304" pitchFamily="18" charset="0"/>
                <a:cs typeface="Times New Roman" panose="02020603050405020304" pitchFamily="18" charset="0"/>
              </a:rPr>
              <a:t>nội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suy</a:t>
            </a:r>
            <a:r>
              <a:rPr lang="vi-VN" sz="2400" dirty="0">
                <a:latin typeface="Times New Roman" panose="02020603050405020304" pitchFamily="18" charset="0"/>
                <a:cs typeface="Times New Roman" panose="02020603050405020304" pitchFamily="18" charset="0"/>
              </a:rPr>
              <a:t> không đúng cách</a:t>
            </a:r>
          </a:p>
          <a:p>
            <a:pPr marL="800100" lvl="2" indent="0"/>
            <a:endParaRPr lang="vi-VN" sz="2800" dirty="0"/>
          </a:p>
          <a:p>
            <a:pPr marL="800100" lvl="2" indent="0"/>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04400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CB85F-C0A5-C169-208B-C692868819F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1DED4B7-B338-9172-774F-08188FB56537}"/>
              </a:ext>
            </a:extLst>
          </p:cNvPr>
          <p:cNvSpPr>
            <a:spLocks noGrp="1"/>
          </p:cNvSpPr>
          <p:nvPr>
            <p:ph type="title"/>
          </p:nvPr>
        </p:nvSpPr>
        <p:spPr>
          <a:xfrm>
            <a:off x="1220788" y="365125"/>
            <a:ext cx="7904162" cy="747713"/>
          </a:xfrm>
        </p:spPr>
        <p:txBody>
          <a:bodyPr>
            <a:noAutofit/>
          </a:bodyPr>
          <a:lstStyle/>
          <a:p>
            <a:r>
              <a:rPr lang="en-US" sz="3200">
                <a:latin typeface="Times New Roman" panose="02020603050405020304" pitchFamily="18" charset="0"/>
                <a:cs typeface="Times New Roman" panose="02020603050405020304" pitchFamily="18" charset="0"/>
              </a:rPr>
              <a:t>Làm sạch dữ liệu</a:t>
            </a:r>
          </a:p>
        </p:txBody>
      </p:sp>
      <p:sp>
        <p:nvSpPr>
          <p:cNvPr id="31747" name="Rectangle 3">
            <a:extLst>
              <a:ext uri="{FF2B5EF4-FFF2-40B4-BE49-F238E27FC236}">
                <a16:creationId xmlns:a16="http://schemas.microsoft.com/office/drawing/2014/main" id="{D3E85F21-0080-7013-9551-5A33DDAC9AFE}"/>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vi-VN" sz="2800" b="1">
                <a:latin typeface="Times New Roman" panose="02020603050405020304" pitchFamily="18" charset="0"/>
                <a:cs typeface="Times New Roman" panose="02020603050405020304" pitchFamily="18" charset="0"/>
              </a:rPr>
              <a:t>Ngăn ngừa việc nhìn trước không chủ ý</a:t>
            </a:r>
            <a:endParaRPr lang="en-US" sz="2800" b="1">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vi-VN" sz="2800" b="1">
                <a:latin typeface="Times New Roman" panose="02020603050405020304" pitchFamily="18" charset="0"/>
                <a:cs typeface="Times New Roman" panose="02020603050405020304" pitchFamily="18" charset="0"/>
              </a:rPr>
              <a:t>Các</a:t>
            </a:r>
            <a:r>
              <a:rPr lang="en-US" sz="2800" b="1">
                <a:latin typeface="Times New Roman" panose="02020603050405020304" pitchFamily="18" charset="0"/>
                <a:cs typeface="Times New Roman" panose="02020603050405020304" pitchFamily="18" charset="0"/>
              </a:rPr>
              <a:t> lưu ý</a:t>
            </a:r>
            <a:r>
              <a:rPr lang="vi-VN" sz="2800" b="1">
                <a:latin typeface="Times New Roman" panose="02020603050405020304" pitchFamily="18" charset="0"/>
                <a:cs typeface="Times New Roman" panose="02020603050405020304" pitchFamily="18" charset="0"/>
              </a:rPr>
              <a:t> tránh look-ahead</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Chỉ dùng dữ liệu quá khứ và hiện tại để dự đoán tương lai.</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Phân tách</a:t>
            </a:r>
            <a:r>
              <a:rPr lang="vi-VN" sz="2400">
                <a:latin typeface="Times New Roman" panose="02020603050405020304" pitchFamily="18" charset="0"/>
                <a:cs typeface="Times New Roman" panose="02020603050405020304" pitchFamily="18" charset="0"/>
              </a:rPr>
              <a:t> train/test theo thời gian, không </a:t>
            </a:r>
            <a:r>
              <a:rPr lang="en-US" sz="2400">
                <a:latin typeface="Times New Roman" panose="02020603050405020304" pitchFamily="18" charset="0"/>
                <a:cs typeface="Times New Roman" panose="02020603050405020304" pitchFamily="18" charset="0"/>
              </a:rPr>
              <a:t>xáo trộn (</a:t>
            </a:r>
            <a:r>
              <a:rPr lang="vi-VN" sz="2400">
                <a:latin typeface="Times New Roman" panose="02020603050405020304" pitchFamily="18" charset="0"/>
                <a:cs typeface="Times New Roman" panose="02020603050405020304" pitchFamily="18" charset="0"/>
              </a:rPr>
              <a:t>shuffle</a:t>
            </a:r>
            <a:r>
              <a:rPr lang="en-US" sz="2400">
                <a:latin typeface="Times New Roman" panose="02020603050405020304" pitchFamily="18" charset="0"/>
                <a:cs typeface="Times New Roman" panose="02020603050405020304" pitchFamily="18" charset="0"/>
              </a:rPr>
              <a:t>)</a:t>
            </a:r>
            <a:r>
              <a:rPr lang="vi-VN" sz="2400">
                <a:latin typeface="Times New Roman" panose="02020603050405020304" pitchFamily="18" charset="0"/>
                <a:cs typeface="Times New Roman" panose="02020603050405020304" pitchFamily="18" charset="0"/>
              </a:rPr>
              <a:t>.</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Train: thời gian trước</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Test: thời gian sau</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Tính các </a:t>
            </a:r>
            <a:r>
              <a:rPr lang="en-US" sz="2400">
                <a:latin typeface="Times New Roman" panose="02020603050405020304" pitchFamily="18" charset="0"/>
                <a:cs typeface="Times New Roman" panose="02020603050405020304" pitchFamily="18" charset="0"/>
              </a:rPr>
              <a:t>đặc trưng (</a:t>
            </a:r>
            <a:r>
              <a:rPr lang="vi-VN" sz="2400">
                <a:latin typeface="Times New Roman" panose="02020603050405020304" pitchFamily="18" charset="0"/>
                <a:cs typeface="Times New Roman" panose="02020603050405020304" pitchFamily="18" charset="0"/>
              </a:rPr>
              <a:t>feature</a:t>
            </a:r>
            <a:r>
              <a:rPr lang="en-US" sz="2400">
                <a:latin typeface="Times New Roman" panose="02020603050405020304" pitchFamily="18" charset="0"/>
                <a:cs typeface="Times New Roman" panose="02020603050405020304" pitchFamily="18" charset="0"/>
              </a:rPr>
              <a:t>)</a:t>
            </a:r>
            <a:r>
              <a:rPr lang="vi-VN" sz="2400">
                <a:latin typeface="Times New Roman" panose="02020603050405020304" pitchFamily="18" charset="0"/>
                <a:cs typeface="Times New Roman" panose="02020603050405020304" pitchFamily="18" charset="0"/>
              </a:rPr>
              <a:t> dạng rolling, moving average, lag dựa trên quá khứ.</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Đảm bảo không dùng target tương lai làm feature.</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Kiểm tra kỹ </a:t>
            </a:r>
            <a:r>
              <a:rPr lang="en-US" sz="2400">
                <a:latin typeface="Times New Roman" panose="02020603050405020304" pitchFamily="18" charset="0"/>
                <a:cs typeface="Times New Roman" panose="02020603050405020304" pitchFamily="18" charset="0"/>
              </a:rPr>
              <a:t>các thao tác tiền xử lý dữ liệu:</a:t>
            </a:r>
            <a:r>
              <a:rPr lang="vi-VN" sz="2400">
                <a:latin typeface="Times New Roman" panose="02020603050405020304" pitchFamily="18" charset="0"/>
                <a:cs typeface="Times New Roman" panose="02020603050405020304" pitchFamily="18" charset="0"/>
              </a:rPr>
              <a:t> resampling, interpolation phải dựa trên quá khứ.</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S</a:t>
            </a:r>
            <a:r>
              <a:rPr lang="vi-VN" sz="2400">
                <a:latin typeface="Times New Roman" panose="02020603050405020304" pitchFamily="18" charset="0"/>
                <a:cs typeface="Times New Roman" panose="02020603050405020304" pitchFamily="18" charset="0"/>
              </a:rPr>
              <a:t>imulation phải theo thời gian thực.</a:t>
            </a:r>
          </a:p>
          <a:p>
            <a:pPr marL="800100" lvl="2" indent="0"/>
            <a:endParaRPr lang="vi-VN" sz="2800"/>
          </a:p>
          <a:p>
            <a:pPr marL="800100" lvl="2"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4787099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E2ED32-EA7A-2445-47CD-A450743340E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5FEE9DD-DFB3-5F1C-D43E-F4657BE65BBD}"/>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Mô phỏng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C2ADC2EC-ED7C-2E77-88CD-B401F1EF47E1}"/>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Khái niệm mô phỏng dữ liệu chuỗi thời gian</a:t>
            </a:r>
          </a:p>
          <a:p>
            <a:pPr marL="457200" lvl="0" indent="-457200">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Vì sao cần mô phỏng</a:t>
            </a:r>
          </a:p>
          <a:p>
            <a:pPr marL="457200" lvl="0" indent="-457200">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Các phương pháp mô phỏng phổ biến</a:t>
            </a:r>
          </a:p>
        </p:txBody>
      </p:sp>
    </p:spTree>
    <p:extLst>
      <p:ext uri="{BB962C8B-B14F-4D97-AF65-F5344CB8AC3E}">
        <p14:creationId xmlns:p14="http://schemas.microsoft.com/office/powerpoint/2010/main" val="25418459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E4CF1-918A-D02F-B13D-C886FB16880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76B08744-D5FD-8400-1C44-A97A88D0103F}"/>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Mô phỏng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A6AEBD64-1AC1-DA5A-18D2-9B012FD1C6C1}"/>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Mô phỏng dữ liệu là gì?</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Tạo ra dữ liệu </a:t>
            </a:r>
            <a:r>
              <a:rPr lang="en-US" sz="2800" b="1">
                <a:latin typeface="Times New Roman" panose="02020603050405020304" pitchFamily="18" charset="0"/>
                <a:cs typeface="Times New Roman" panose="02020603050405020304" pitchFamily="18" charset="0"/>
              </a:rPr>
              <a:t>giả lập</a:t>
            </a:r>
            <a:r>
              <a:rPr lang="en-US" sz="2800">
                <a:latin typeface="Times New Roman" panose="02020603050405020304" pitchFamily="18" charset="0"/>
                <a:cs typeface="Times New Roman" panose="02020603050405020304" pitchFamily="18" charset="0"/>
              </a:rPr>
              <a:t> có đặc tính giống dữ liệu thực tế</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Trong chuỗi thời gian: tạo ra các chuỗi có xu hướng, mùa vụ, nhiễu,…</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Giúp kiểm thử thuật toán, huấn luyện mô hình, hoặc đánh giá hiệu năng</a:t>
            </a:r>
          </a:p>
          <a:p>
            <a:pPr marL="457200"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Ví dụ:</a:t>
            </a:r>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	📈 Tài chính: mô phỏng thị trường, rủi ro</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Y tế: tạo dữ liệu bệnh nhân giả lập</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CNTT: mô phỏng lưu lượng mạng</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Ô tô tự lái: mô phỏng dữ liệu cảm biến</a:t>
            </a:r>
          </a:p>
        </p:txBody>
      </p:sp>
    </p:spTree>
    <p:extLst>
      <p:ext uri="{BB962C8B-B14F-4D97-AF65-F5344CB8AC3E}">
        <p14:creationId xmlns:p14="http://schemas.microsoft.com/office/powerpoint/2010/main" val="20842328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2BB26-8EB8-EAC4-EECC-6006C0802AF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A3E719B-2474-FC8E-7DD8-FBB8CA98BE21}"/>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Mô phỏng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C5F9D8F2-AD8A-99F1-55C1-DA9765846DBD}"/>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Tại sao cần mô phỏng?</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Kiểm tra tính đúng đắn &amp; độ ổn định của mô hình trước khi có dữ liệu thực</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Bổ sung dữ liệu khi dữ liệu thực tế bị hạn chế hoặc nhạy cảm</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Đào tạo mô hình học máy với dữ liệu đa dạng</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Nghiên cứu tác động của noise, outlier, missing data</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Thử nghiệm các chiến lược dự báo hoặc điều khiển</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Tái hiện các tình huống hiếm gặp (ví dụ: sự cố hệ thống, khủng hoảng)</a:t>
            </a:r>
          </a:p>
          <a:p>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972166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4C25A-9B63-D607-D498-71E8C88C4D3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FE07ECC-B797-3DC0-F370-FAA9DDBDCF1E}"/>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Mô phỏng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5EF6BABF-1905-C6D3-17A9-1C5BD7BF8ABC}"/>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q"/>
            </a:pPr>
            <a:r>
              <a:rPr lang="en-US" sz="2800">
                <a:latin typeface="Times New Roman" panose="02020603050405020304" pitchFamily="18" charset="0"/>
                <a:cs typeface="Times New Roman" panose="02020603050405020304" pitchFamily="18" charset="0"/>
              </a:rPr>
              <a:t>Chúng ta sẽ có thể tạo dữ liệu chuỗi thời gian thông qua mô phỏng. Nhưng việc mô phỏng </a:t>
            </a:r>
            <a:r>
              <a:rPr lang="en-US" sz="2800" b="1">
                <a:latin typeface="Times New Roman" panose="02020603050405020304" pitchFamily="18" charset="0"/>
                <a:cs typeface="Times New Roman" panose="02020603050405020304" pitchFamily="18" charset="0"/>
              </a:rPr>
              <a:t>không đơn giản</a:t>
            </a:r>
            <a:r>
              <a:rPr lang="en-US" sz="2800">
                <a:latin typeface="Times New Roman" panose="02020603050405020304" pitchFamily="18" charset="0"/>
                <a:cs typeface="Times New Roman" panose="02020603050405020304" pitchFamily="18" charset="0"/>
              </a:rPr>
              <a:t>, vì chuỗi thời gian có các đặc trưng phức tạp:</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Trend (xu hướng dài hạn)</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Seasonality (tính mùa vụ / chu kỳ)</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Autocorrelation (liên hệ giữa các thời điểm)</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Heteroscedasticity (biến động thay đổi theo thời gian)</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Outlier / shock events</a:t>
            </a:r>
          </a:p>
          <a:p>
            <a:pPr marL="457200" indent="-457200">
              <a:buFont typeface="Wingdings" panose="05000000000000000000" pitchFamily="2" charset="2"/>
              <a:buChar char="q"/>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784741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25CCF-65FC-93AE-22FC-D868D7994C7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09CF245-EB67-0024-CFA6-8C266FA95505}"/>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Mô phỏng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61E8FD31-9E2C-9DDB-786C-B6ECBD812F69}"/>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vấn đề phổ biến khi mô phỏng</a:t>
            </a: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Không tái tạo đúng cấu trúc phụ thuộc thời gian (temporal dependence): </a:t>
            </a:r>
          </a:p>
          <a:p>
            <a:pPr marL="131445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Nhiều người tạo dữ liệu ngẫu nhiên độc lập (i.i.d.) trong khi chuỗi thời gian thực có autocorrelation, tức giá trị hiện tại phụ thuộc vào quá khứ</a:t>
            </a:r>
          </a:p>
          <a:p>
            <a:pPr marL="131445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Không tái tạo seasonal / cyclical pattern</a:t>
            </a:r>
          </a:p>
          <a:p>
            <a:pPr marL="91440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Khó tái tạo dữ liệu không đồng nhất (heteroscedastic): cần có mô hình biến động (variance) thay đổi theo thời gian</a:t>
            </a:r>
          </a:p>
          <a:p>
            <a:pPr marL="91440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Khó tái hiện nhiễu thực tế: Mô phỏng đơn giản thường sử dụng nhiễu dạng i.i.d Gaussian trong khi nhiễu thực tế không phải luôn Gaussian, có thể autocorrelated, heteroscedastic,… .</a:t>
            </a:r>
          </a:p>
          <a:p>
            <a:pPr marL="914400" lvl="1" indent="-457200">
              <a:buFont typeface="Arial" panose="020B0604020202020204" pitchFamily="34" charset="0"/>
              <a:buChar char="•"/>
            </a:pPr>
            <a:endParaRPr lang="en-US" sz="2800">
              <a:latin typeface="Times New Roman" panose="02020603050405020304" pitchFamily="18" charset="0"/>
              <a:cs typeface="Times New Roman" panose="02020603050405020304" pitchFamily="18" charset="0"/>
            </a:endParaRPr>
          </a:p>
          <a:p>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256310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55FCA-F5D6-4726-6A9D-A6D29D6EE5F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6F1A5A0-D312-8A85-06C2-506CE8F89F6F}"/>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Mô phỏng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9A28963B-B08A-F6EB-D739-084A66523FE9}"/>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vấn đề phổ biến khi mô phỏng</a:t>
            </a: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Xử lý outlier và sự kiện bất thường: Nhiều mô phỏng đơn giản không có outlier → mô hình sẽ không học cách phản ứng</a:t>
            </a:r>
          </a:p>
          <a:p>
            <a:pPr marL="91440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Vấn đề tần suất và đồng bộ hóa dữ liệu: </a:t>
            </a:r>
          </a:p>
          <a:p>
            <a:pPr marL="131445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Dữ liệu thực tế có tần suất không đều: 1s, 5s, 1 phút, 1 ngày. Nếu mô phỏng cố định tần suất → không kiểm thử được các vấn đề interpolation, resampling</a:t>
            </a:r>
          </a:p>
          <a:p>
            <a:pPr marL="914400" lvl="1"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Giới hạn độ dài chuỗi</a:t>
            </a:r>
          </a:p>
          <a:p>
            <a:pPr marL="1314450" lvl="2"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Chuỗi quá ngắn → không thể tái hiện pattern dài hạn, seasonal dài</a:t>
            </a:r>
          </a:p>
          <a:p>
            <a:pPr marL="1314450" lvl="2" indent="-457200">
              <a:buFont typeface="Arial" panose="020B0604020202020204" pitchFamily="34" charset="0"/>
              <a:buChar char="•"/>
            </a:pPr>
            <a:r>
              <a:rPr lang="en-US" sz="2400">
                <a:latin typeface="Times New Roman" panose="02020603050405020304" pitchFamily="18" charset="0"/>
                <a:cs typeface="Times New Roman" panose="02020603050405020304" pitchFamily="18" charset="0"/>
              </a:rPr>
              <a:t>Chuỗi quá dài → khó kiểm soát, sinh dữ liệu không gần với thực tế</a:t>
            </a:r>
          </a:p>
          <a:p>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2154113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71473-6C8B-4EEC-D161-97699D9A051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996895E-45B7-534A-D646-B48212472808}"/>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Mô phỏng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C93FE4E0-36E1-0D41-D178-BCBDB8D7F1AA}"/>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Xu hướng chung trong mô phỏng chuỗi thời gian.</a:t>
            </a:r>
          </a:p>
          <a:p>
            <a:pPr marL="800100" lvl="1" indent="-3429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Mô phỏng dữ liệu là một lĩnh vực khoa học dữ liệu hiếm khi được giảng dạy, nhưng lại là một kỹ năng đặc biệt hữu ích cho dữ liệu chuỗi thời gian. </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Điều này xuất phát từ một trong những nhược điểm của việc có dữ liệu thời gian: không có hai điểm dữ liệu nào trong cùng một chuỗi thời gian có thể so sánh chính xác vì chúng xảy ra ở những thời điểm khác nhau. </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Nếu chúng ta muốn suy nghĩ về những gì có thể đã xảy ra tại một thời điểm nhất định, chúng ta hãy chuyển sang thế giới mô phỏng.</a:t>
            </a:r>
          </a:p>
          <a:p>
            <a:pPr marL="800100" lvl="1" indent="-342900">
              <a:buFont typeface="Courier New" panose="02070309020205020404" pitchFamily="49" charset="0"/>
              <a:buChar char="o"/>
            </a:pPr>
            <a:endParaRPr lang="en-US" sz="2400">
              <a:latin typeface="Times New Roman" panose="02020603050405020304" pitchFamily="18" charset="0"/>
              <a:cs typeface="Times New Roman" panose="02020603050405020304" pitchFamily="18" charset="0"/>
            </a:endParaRPr>
          </a:p>
          <a:p>
            <a:pPr marL="0" lvl="0" indent="0"/>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89530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7B90F-60C4-C68B-30B8-E98A628C656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7F13E85C-3F99-34DC-4205-6F8858271C4F}"/>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Mô phỏng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45FDD38E-F487-C2DC-0A07-BC71F3324D91}"/>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Xu hướng chung trong mô phỏng chuỗi thời gian.</a:t>
            </a:r>
          </a:p>
          <a:p>
            <a:pPr marL="800100" lvl="1" indent="-3429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Mô phỏng có thể đơn giản hoặc phức tạp. </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Trong các phương pháp đơn giản, chúng ta sẽ gặp dữ liệu tổng hợp theo dạng thống kê về chuỗi thời gian, chẳng hạn như dưới dạng bước ngẫu nhiên (random walk), dưới dạng tổng tích lũy của một quá trình ngẫu nhiên, hoặc bởi một hàm tuần hoàn (chẳng hạn như đường cong sin). </a:t>
            </a:r>
          </a:p>
        </p:txBody>
      </p:sp>
    </p:spTree>
    <p:extLst>
      <p:ext uri="{BB962C8B-B14F-4D97-AF65-F5344CB8AC3E}">
        <p14:creationId xmlns:p14="http://schemas.microsoft.com/office/powerpoint/2010/main" val="256826973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EDB2E-CCE1-B7A4-5839-077C482CA6E8}"/>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94E3D74-298C-DD13-5999-AE9870C4F304}"/>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Mô phỏng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FC2AAFA5-0CB7-A038-274B-A93847EA2D09}"/>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lvl="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Xu hướng chung trong mô phỏng chuỗi thời gian.</a:t>
            </a:r>
          </a:p>
          <a:p>
            <a:pPr marL="800100" lvl="1" indent="-3429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Mô phỏng có thể đơn giản hoặc phức tạp. </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Trong các phương pháp phức tạp hơn, nhiều nhà khoa học và kỹ sư xây dựng việc mô phỏng chuỗi thời gian bằng các quy tắc tác động lên sự phát triển của một mô hình.</a:t>
            </a:r>
          </a:p>
          <a:p>
            <a:pPr marL="1543050" lvl="3" indent="-28575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Mô phỏng dựa trên kinh nghiệm (heuristic)</a:t>
            </a:r>
          </a:p>
          <a:p>
            <a:pPr marL="1543050" lvl="3" indent="-28575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Mô phỏng sự kiện rời rạc</a:t>
            </a:r>
          </a:p>
          <a:p>
            <a:pPr marL="1543050" lvl="3" indent="-28575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Mô phỏng dựa trên vật lý</a:t>
            </a:r>
          </a:p>
          <a:p>
            <a:pPr marL="1257300" lvl="3" indent="0"/>
            <a:r>
              <a:rPr lang="en-US" sz="2400">
                <a:latin typeface="Times New Roman" panose="02020603050405020304" pitchFamily="18" charset="0"/>
                <a:cs typeface="Times New Roman" panose="02020603050405020304" pitchFamily="18" charset="0"/>
              </a:rPr>
              <a:t>Ví dụ: Khí tượng, Tài chính, Dịch tễ học, Hóa học lượng tử, Vật lý plasma</a:t>
            </a:r>
          </a:p>
        </p:txBody>
      </p:sp>
    </p:spTree>
    <p:extLst>
      <p:ext uri="{BB962C8B-B14F-4D97-AF65-F5344CB8AC3E}">
        <p14:creationId xmlns:p14="http://schemas.microsoft.com/office/powerpoint/2010/main" val="5129935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C43058-3792-DE93-8674-6A74B2DC7A8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A7998A03-D799-5D92-AA31-E59133E41E2D}"/>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Mô phỏng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C0925B17-2AD8-B67C-323E-5B7E72EEB6D3}"/>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phương pháp mô phỏng</a:t>
            </a:r>
            <a:endParaRPr lang="en-US" sz="2800">
              <a:latin typeface="Times New Roman" panose="02020603050405020304" pitchFamily="18" charset="0"/>
              <a:cs typeface="Times New Roman" panose="02020603050405020304" pitchFamily="18" charset="0"/>
            </a:endParaRPr>
          </a:p>
          <a:p>
            <a:pPr lvl="1"/>
            <a:r>
              <a:rPr lang="en-US" sz="2800">
                <a:latin typeface="Times New Roman" panose="02020603050405020304" pitchFamily="18" charset="0"/>
                <a:cs typeface="Times New Roman" panose="02020603050405020304" pitchFamily="18" charset="0"/>
              </a:rPr>
              <a:t>🎲 </a:t>
            </a:r>
            <a:r>
              <a:rPr lang="en-US" sz="2800" b="1">
                <a:latin typeface="Times New Roman" panose="02020603050405020304" pitchFamily="18" charset="0"/>
                <a:cs typeface="Times New Roman" panose="02020603050405020304" pitchFamily="18" charset="0"/>
              </a:rPr>
              <a:t>Mô hình thống kê</a:t>
            </a:r>
            <a:endParaRPr lang="en-US"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White noise</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Random walk</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AR, MA, ARIMA</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ARCH, GARCH (mô phỏng biến động)</a:t>
            </a:r>
          </a:p>
          <a:p>
            <a:pPr lvl="1"/>
            <a:r>
              <a:rPr lang="en-US" sz="2800">
                <a:latin typeface="Times New Roman" panose="02020603050405020304" pitchFamily="18" charset="0"/>
                <a:cs typeface="Times New Roman" panose="02020603050405020304" pitchFamily="18" charset="0"/>
              </a:rPr>
              <a:t>🤖 </a:t>
            </a:r>
            <a:r>
              <a:rPr lang="en-US" sz="2800" b="1">
                <a:latin typeface="Times New Roman" panose="02020603050405020304" pitchFamily="18" charset="0"/>
                <a:cs typeface="Times New Roman" panose="02020603050405020304" pitchFamily="18" charset="0"/>
              </a:rPr>
              <a:t>Mô hình học sâu / sinh dữ liệu</a:t>
            </a:r>
            <a:endParaRPr lang="en-US"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Generative Adversarial Networks (GANs)</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Variational Autoencoders (VAEs)</a:t>
            </a:r>
          </a:p>
          <a:p>
            <a:pPr lvl="1"/>
            <a:r>
              <a:rPr lang="en-US" sz="2800">
                <a:latin typeface="Times New Roman" panose="02020603050405020304" pitchFamily="18" charset="0"/>
                <a:cs typeface="Times New Roman" panose="02020603050405020304" pitchFamily="18" charset="0"/>
              </a:rPr>
              <a:t>🔀 </a:t>
            </a:r>
            <a:r>
              <a:rPr lang="en-US" sz="2800" b="1">
                <a:latin typeface="Times New Roman" panose="02020603050405020304" pitchFamily="18" charset="0"/>
                <a:cs typeface="Times New Roman" panose="02020603050405020304" pitchFamily="18" charset="0"/>
              </a:rPr>
              <a:t>Mô phỏng dựa trên quy tắc / domain</a:t>
            </a:r>
            <a:endParaRPr lang="en-US" sz="2800">
              <a:latin typeface="Times New Roman" panose="02020603050405020304" pitchFamily="18" charset="0"/>
              <a:cs typeface="Times New Roman" panose="02020603050405020304" pitchFamily="18" charset="0"/>
            </a:endParaRPr>
          </a:p>
          <a:p>
            <a:pPr marL="13716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Dựng dữ liệu dựa trên mô hình vật lý hoặc luật vận hành</a:t>
            </a:r>
          </a:p>
          <a:p>
            <a:pPr marL="0" lvl="0" indent="0"/>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8879511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781D1-3BAA-805A-13C6-CF7B9E231FA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C1084D3-51EE-8C26-863E-4DA32BD27A55}"/>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Mô phỏng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B3A4EA05-09C4-9B5F-99BA-A017E635218A}"/>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phương pháp mô phỏng</a:t>
            </a: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Mô hình thống kê</a:t>
            </a:r>
            <a:r>
              <a:rPr lang="en-US" sz="2800">
                <a:latin typeface="Times New Roman" panose="02020603050405020304" pitchFamily="18" charset="0"/>
                <a:cs typeface="Times New Roman" panose="02020603050405020304" pitchFamily="18" charset="0"/>
              </a:rPr>
              <a:t> là phương pháp truyền thống nhất để mô phỏng dữ liệu chuỗi thời gian.</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Chúng đặc biệt hữu ích khi chúng ta biết động lực học cơ bản của một hệ thống ngẫu nhiên và muốn ước tính một vài tham số chưa biết hoặc xem các giả định khác nhau sẽ tác động như thế nào đến quá trình ước tính tham số. Ngay cả đối với các hệ thống vật lý, đôi khi mô phỏng thống kê vẫn tốt hơn.</a:t>
            </a:r>
          </a:p>
          <a:p>
            <a:pPr marL="0" lvl="0" indent="0"/>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817715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A6082-C62B-28A7-5746-EE746C5BF74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DEE94B4-2366-EB21-F2DB-C0E074B4F7A7}"/>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Mô phỏng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38854646-2B7D-4DC2-E05F-F70CECC499F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phương pháp mô phỏng</a:t>
            </a: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Mô hình thống kê</a:t>
            </a:r>
            <a:r>
              <a:rPr lang="en-US" sz="2800">
                <a:latin typeface="Times New Roman" panose="02020603050405020304" pitchFamily="18" charset="0"/>
                <a:cs typeface="Times New Roman" panose="02020603050405020304" pitchFamily="18" charset="0"/>
              </a:rPr>
              <a:t> là phương pháp truyền thống nhất để mô phỏng dữ liệu chuỗi thời gian.</a:t>
            </a:r>
          </a:p>
          <a:p>
            <a:pPr lvl="2">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Mô phỏng thống kê dữ liệu chuỗi thời gian cũng khá hữu ích khi chúng ta cần có một thước đo định lượng xác định để xác định mức độ không chắc chắn của chính mình về độ chính xác của các mô phỏng. Trong các mô phỏng thống kê truyền thống, chẳng hạn như mô hình ARIMA (sẽ được thảo luận trong Chương 4), các công thức tính sai số đã được thiết lập rõ ràng, có nghĩa là để hiểu một hệ thống với một mô hình thống kê cơ bản được đặt ra, bạn không cần phải chạy nhiều mô phỏng để đưa ra các khẳng định số về sai số và phương sai.</a:t>
            </a:r>
          </a:p>
          <a:p>
            <a:pPr marL="0" lvl="0" indent="0"/>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666798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B6A26-986C-B5A7-05A5-D0CDFF6381E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D9B7A11-8BA2-E331-146A-677BBA08F3F7}"/>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Mô phỏng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B9F677CF-D896-60BB-F5B1-0211FF00DA02}"/>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phương pháp mô phỏng</a:t>
            </a:r>
            <a:endParaRPr lang="en-US" sz="28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Mô phỏng học sâu</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Mô phỏng học sâu cho chuỗi thời gian là một lĩnh vực còn non trẻ nhưng đầy hứa hẹn. </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Ưu điểm của học sâu là các động lực học phi tuyến tính rất phức tạp có thể được ghi lại trong dữ liệu chuỗi thời gian ngay cả khi người thực hành không hiểu đầy đủ về động lực học. </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Tuy nhiên, đây cũng là một nhược điểm, vì người thực hành không có cơ sở nguyên tắc để hiểu động lực học của hệ thống.</a:t>
            </a:r>
          </a:p>
          <a:p>
            <a:pPr marL="0" lvl="0" indent="0"/>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642180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C2276-E81B-DEE3-136C-BADEC8D8925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3A7618C-5FBC-FEC2-B429-05C57A1AB387}"/>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Mô phỏng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FD2A63B3-6134-C56B-93F5-CF5D8929A73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phương pháp mô phỏng</a:t>
            </a:r>
            <a:endParaRPr lang="en-US" sz="28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Mô phỏng học sâu</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Mô phỏng học sâu cũng hứa hẹn những ứng dụng đòi hỏi sự riêng tư. </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Ví dụ, học sâu đã được sử dụng để tạo dữ liệu chuỗi thời gian không đồng nhất tổng hợp cho các ứng dụng y tế dựa trên dữ liệu chuỗi thời gian thực nhưng không có khả năng rò rỉ thông tin riêng tư. </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Một tập dữ liệu như vậy, nếu thực sự có thể được tạo ra mà không có bất kỳ rò rỉ nào về quyền riêng tư, sẽ vô cùng quý giá vì các nhà nghiên cứu có thể tiếp cận một lượng lớn dữ liệu y tế (thường rất tốn kém và vi phạm quyền riêng tư).</a:t>
            </a:r>
          </a:p>
          <a:p>
            <a:pPr marL="0" lvl="0" indent="0"/>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558352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7FC273-0C88-2A6B-20F6-92DE8F4E6082}"/>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EF4590BA-284E-00BD-0D9A-D13E88024018}"/>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Mô phỏng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72269291-E844-0527-C253-1146959A275F}"/>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phương pháp mô phỏng</a:t>
            </a:r>
            <a:endParaRPr lang="en-US" sz="280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Mô phỏng học dựa trên quy tắc</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Mô phỏng dựa trên kinh nghiệm (heuristic): Chúng ta quyết định cách mô hình vận hành, đảm bảo nó hợp lý và mã hóa nó, từng quy tắc một.</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Mô phỏng sự kiện rời rạc: Chúng ta xây dựng các tác nhân riêng lẻ với các quy tắc nhất định trong mô hình của mình và sau đó chạy các tác nhân đó để xem mô hình tiến hóa như thế nào theo thời gian.</a:t>
            </a:r>
          </a:p>
          <a:p>
            <a:pPr marL="120015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Mô phỏng dựa trên vật lý: Chúng ta áp dụng các định luật vật lý để xem một hệ thống tiến hóa như thế nào theo thời gian.</a:t>
            </a:r>
          </a:p>
          <a:p>
            <a:pPr marL="1257300" lvl="3" indent="0"/>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03786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660CA-AC8C-FE07-0315-46542B38358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673433A-9C16-FCF5-9FBC-98A9D7840BB1}"/>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Lưu trữ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8616161F-786A-70B6-C472-B63FD4E1C012}"/>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2800" b="1">
                <a:latin typeface="Times New Roman" panose="02020603050405020304" pitchFamily="18" charset="0"/>
                <a:cs typeface="Times New Roman" panose="02020603050405020304" pitchFamily="18" charset="0"/>
              </a:rPr>
              <a:t>Ví dụ kiến trúc</a:t>
            </a:r>
            <a:endParaRPr lang="en-US" sz="2800">
              <a:latin typeface="Times New Roman" panose="02020603050405020304" pitchFamily="18" charset="0"/>
              <a:cs typeface="Times New Roman" panose="02020603050405020304" pitchFamily="18" charset="0"/>
            </a:endParaRPr>
          </a:p>
          <a:p>
            <a:r>
              <a:rPr lang="en-US" sz="2800">
                <a:latin typeface="Times New Roman" panose="02020603050405020304" pitchFamily="18" charset="0"/>
                <a:cs typeface="Times New Roman" panose="02020603050405020304" pitchFamily="18" charset="0"/>
              </a:rPr>
              <a:t>📥 Thu thập → 📦 Lưu trữ → 🔍 Phân tích → 📊 Trực quan hóa</a:t>
            </a:r>
            <a:br>
              <a:rPr lang="en-US" sz="2800">
                <a:latin typeface="Times New Roman" panose="02020603050405020304" pitchFamily="18" charset="0"/>
                <a:cs typeface="Times New Roman" panose="02020603050405020304" pitchFamily="18" charset="0"/>
              </a:rPr>
            </a:br>
            <a:r>
              <a:rPr lang="en-US" sz="2800" b="1">
                <a:latin typeface="Times New Roman" panose="02020603050405020304" pitchFamily="18" charset="0"/>
                <a:cs typeface="Times New Roman" panose="02020603050405020304" pitchFamily="18" charset="0"/>
              </a:rPr>
              <a:t>Mục tiêu của phần này</a:t>
            </a:r>
          </a:p>
          <a:p>
            <a:pPr marL="457200" lvl="0" indent="-457200">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Hiểu các yêu cầu khi lưu trữ dữ liệu chuỗi thời gian</a:t>
            </a:r>
          </a:p>
          <a:p>
            <a:pPr marL="457200" lvl="0" indent="-457200">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Nhận biết thách thức &amp; giải pháp</a:t>
            </a:r>
          </a:p>
          <a:p>
            <a:pPr marL="457200" lvl="0" indent="-457200">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Các công nghệ &amp; công cụ phổ biến</a:t>
            </a:r>
          </a:p>
        </p:txBody>
      </p:sp>
    </p:spTree>
    <p:extLst>
      <p:ext uri="{BB962C8B-B14F-4D97-AF65-F5344CB8AC3E}">
        <p14:creationId xmlns:p14="http://schemas.microsoft.com/office/powerpoint/2010/main" val="54184208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A4A97-6416-A663-B3EC-99122285048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122362A-D18C-4A51-61C2-DD678FDBD0FE}"/>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Lưu trữ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376D3CA8-5A98-E4EE-3C8C-C30DF09267B3}"/>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Vì sao cần lưu trữ?</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Chuỗi thời gian = dữ liệu gắn với thời gian → cần </a:t>
            </a:r>
            <a:r>
              <a:rPr lang="en-US" sz="2800" b="1">
                <a:latin typeface="Times New Roman" panose="02020603050405020304" pitchFamily="18" charset="0"/>
                <a:cs typeface="Times New Roman" panose="02020603050405020304" pitchFamily="18" charset="0"/>
              </a:rPr>
              <a:t>bảo toàn thứ tự &amp; độ chính xác</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Đặc thù dữ liệu chuỗi thời gian</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Khối lượng lớn &amp; tăng liên tục</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Viết nhiều hơn đọc</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Chủ yếu truy vấn theo </a:t>
            </a:r>
            <a:r>
              <a:rPr lang="en-US" sz="2400" b="1">
                <a:latin typeface="Times New Roman" panose="02020603050405020304" pitchFamily="18" charset="0"/>
                <a:cs typeface="Times New Roman" panose="02020603050405020304" pitchFamily="18" charset="0"/>
              </a:rPr>
              <a:t>thời gian</a:t>
            </a:r>
            <a:r>
              <a:rPr lang="en-US" sz="2400">
                <a:latin typeface="Times New Roman" panose="02020603050405020304" pitchFamily="18" charset="0"/>
                <a:cs typeface="Times New Roman" panose="02020603050405020304" pitchFamily="18" charset="0"/>
              </a:rPr>
              <a:t> hoặc </a:t>
            </a:r>
            <a:r>
              <a:rPr lang="en-US" sz="2400" b="1">
                <a:latin typeface="Times New Roman" panose="02020603050405020304" pitchFamily="18" charset="0"/>
                <a:cs typeface="Times New Roman" panose="02020603050405020304" pitchFamily="18" charset="0"/>
              </a:rPr>
              <a:t>cửa sổ thời gian</a:t>
            </a:r>
          </a:p>
          <a:p>
            <a:pPr marL="12573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Cần tối ưu lưu trữ &amp; nén</a:t>
            </a:r>
          </a:p>
          <a:p>
            <a:pPr marL="0"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922310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CCD6E3-7BED-C747-60CE-C44776B5EDA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7FA1AC8C-A7A1-0BE2-5A56-CC81260F0F49}"/>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Lưu trữ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2186E295-5CE2-CDD9-6BC2-EE06FF58C6E5}"/>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Thách thức lưu trữ</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Tốc độ ghi dữ liệu cao</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Dữ liệu lỗi thời → cần xoá hoặc nén</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Đảm bảo tính toàn vẹn &amp; độ chính xác</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Truy vấn hiệu quả theo thời gian &amp; trên tập lớn</a:t>
            </a:r>
          </a:p>
          <a:p>
            <a:endParaRPr lang="en-US" sz="2800" b="1">
              <a:latin typeface="Times New Roman" panose="02020603050405020304" pitchFamily="18" charset="0"/>
              <a:cs typeface="Times New Roman" panose="02020603050405020304" pitchFamily="18" charset="0"/>
            </a:endParaRPr>
          </a:p>
          <a:p>
            <a:pPr lvl="1"/>
            <a:r>
              <a:rPr lang="en-US" sz="2800" b="1">
                <a:latin typeface="Times New Roman" panose="02020603050405020304" pitchFamily="18" charset="0"/>
                <a:cs typeface="Times New Roman" panose="02020603050405020304" pitchFamily="18" charset="0"/>
              </a:rPr>
              <a:t>Ví dụ:</a:t>
            </a:r>
            <a:endParaRPr lang="en-US" sz="2800">
              <a:latin typeface="Times New Roman" panose="02020603050405020304" pitchFamily="18" charset="0"/>
              <a:cs typeface="Times New Roman" panose="02020603050405020304" pitchFamily="18" charset="0"/>
            </a:endParaRPr>
          </a:p>
          <a:p>
            <a:pPr lvl="1"/>
            <a:r>
              <a:rPr lang="en-US" sz="2800">
                <a:latin typeface="Times New Roman" panose="02020603050405020304" pitchFamily="18" charset="0"/>
                <a:cs typeface="Times New Roman" panose="02020603050405020304" pitchFamily="18" charset="0"/>
              </a:rPr>
              <a:t>	🩺 Y tế: lưu tín hiệu ECG, IoT sức khoẻ</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Tài chính: giá chứng khoán, giao dịch</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CNTT: log server, giám sát mạng</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Công nghiệp: cảm biến máy móc</a:t>
            </a:r>
          </a:p>
          <a:p>
            <a:pPr marL="0"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39052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18950-B441-E37A-80A9-2079F77B61F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DD63744-343A-004B-7B9F-231D13C8915A}"/>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Lưu trữ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71CC6EC6-56E7-7B29-FBAF-B3A1DAB40AFA}"/>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chiến lược lưu trữ</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i="1">
                <a:latin typeface="Times New Roman" panose="02020603050405020304" pitchFamily="18" charset="0"/>
                <a:cs typeface="Times New Roman" panose="02020603050405020304" pitchFamily="18" charset="0"/>
              </a:rPr>
              <a:t>Flat files (CSV, Parquet): </a:t>
            </a:r>
            <a:r>
              <a:rPr lang="en-US" sz="2800">
                <a:latin typeface="Times New Roman" panose="02020603050405020304" pitchFamily="18" charset="0"/>
                <a:cs typeface="Times New Roman" panose="02020603050405020304" pitchFamily="18" charset="0"/>
              </a:rPr>
              <a:t>đơn giản, phù hợp dữ liệu nhỏ</a:t>
            </a:r>
          </a:p>
          <a:p>
            <a:pPr marL="857250" lvl="1" indent="-457200">
              <a:buFont typeface="Arial" panose="020B0604020202020204" pitchFamily="34" charset="0"/>
              <a:buChar char="•"/>
            </a:pPr>
            <a:r>
              <a:rPr lang="en-US" sz="2800" i="1">
                <a:latin typeface="Times New Roman" panose="02020603050405020304" pitchFamily="18" charset="0"/>
                <a:cs typeface="Times New Roman" panose="02020603050405020304" pitchFamily="18" charset="0"/>
              </a:rPr>
              <a:t>Cơ sở dữ liệu quan hệ (RDBMS): </a:t>
            </a:r>
            <a:r>
              <a:rPr lang="en-US" sz="2800">
                <a:latin typeface="Times New Roman" panose="02020603050405020304" pitchFamily="18" charset="0"/>
                <a:cs typeface="Times New Roman" panose="02020603050405020304" pitchFamily="18" charset="0"/>
              </a:rPr>
              <a:t>MySQL, PostgreSQL</a:t>
            </a:r>
          </a:p>
          <a:p>
            <a:pPr marL="857250" lvl="1" indent="-457200">
              <a:buFont typeface="Arial" panose="020B0604020202020204" pitchFamily="34" charset="0"/>
              <a:buChar char="•"/>
            </a:pPr>
            <a:r>
              <a:rPr lang="en-US" sz="2800" i="1">
                <a:latin typeface="Times New Roman" panose="02020603050405020304" pitchFamily="18" charset="0"/>
                <a:cs typeface="Times New Roman" panose="02020603050405020304" pitchFamily="18" charset="0"/>
              </a:rPr>
              <a:t>Time Series Databases (TSDB): </a:t>
            </a:r>
            <a:r>
              <a:rPr lang="en-US" sz="2800">
                <a:latin typeface="Times New Roman" panose="02020603050405020304" pitchFamily="18" charset="0"/>
                <a:cs typeface="Times New Roman" panose="02020603050405020304" pitchFamily="18" charset="0"/>
              </a:rPr>
              <a:t>InfluxDB, TimescaleDB, OpenTSDB, Prometheus</a:t>
            </a:r>
          </a:p>
          <a:p>
            <a:pPr marL="857250" lvl="1" indent="-457200">
              <a:buFont typeface="Arial" panose="020B0604020202020204" pitchFamily="34" charset="0"/>
              <a:buChar char="•"/>
            </a:pPr>
            <a:r>
              <a:rPr lang="en-US" sz="2800" i="1">
                <a:latin typeface="Times New Roman" panose="02020603050405020304" pitchFamily="18" charset="0"/>
                <a:cs typeface="Times New Roman" panose="02020603050405020304" pitchFamily="18" charset="0"/>
              </a:rPr>
              <a:t>Kho dữ liệu phân tán: </a:t>
            </a:r>
            <a:r>
              <a:rPr lang="en-US" sz="2800">
                <a:latin typeface="Times New Roman" panose="02020603050405020304" pitchFamily="18" charset="0"/>
                <a:cs typeface="Times New Roman" panose="02020603050405020304" pitchFamily="18" charset="0"/>
              </a:rPr>
              <a:t>Hadoop, BigQuery</a:t>
            </a:r>
          </a:p>
          <a:p>
            <a:pPr marL="0" indent="0"/>
            <a:endParaRPr lang="en-US" sz="2800">
              <a:latin typeface="Times New Roman" panose="02020603050405020304" pitchFamily="18" charset="0"/>
              <a:cs typeface="Times New Roman" panose="02020603050405020304" pitchFamily="18" charset="0"/>
            </a:endParaRPr>
          </a:p>
          <a:p>
            <a:pPr marL="0"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70591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BD615-C56C-F9A5-9F43-1B3C478B0DC8}"/>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A80A76D-E87E-5285-F07F-2B47B326918C}"/>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Lưu trữ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64F6BC01-17B2-1FD2-B0D7-E1A277047BF2}"/>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chiến lược lưu trữ</a:t>
            </a:r>
            <a:endParaRPr lang="en-US" sz="2800">
              <a:latin typeface="Times New Roman" panose="02020603050405020304" pitchFamily="18" charset="0"/>
              <a:cs typeface="Times New Roman" panose="02020603050405020304" pitchFamily="18" charset="0"/>
            </a:endParaRPr>
          </a:p>
          <a:p>
            <a:pPr marL="685800" lvl="1">
              <a:buFont typeface="Arial" panose="020B0604020202020204" pitchFamily="34" charset="0"/>
              <a:buChar char="•"/>
            </a:pPr>
            <a:r>
              <a:rPr lang="en-US" sz="2800" b="1">
                <a:latin typeface="Times New Roman" panose="02020603050405020304" pitchFamily="18" charset="0"/>
                <a:cs typeface="Times New Roman" panose="02020603050405020304" pitchFamily="18" charset="0"/>
              </a:rPr>
              <a:t>Time Series Database (TSDB)</a:t>
            </a: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Tối ưu cho dữ liệu time-series</a:t>
            </a: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Hỗ trợ:</a:t>
            </a:r>
          </a:p>
          <a:p>
            <a:pPr marL="1828800" lvl="3" indent="-457200">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Nén dữ liệu</a:t>
            </a:r>
          </a:p>
          <a:p>
            <a:pPr marL="1828800" lvl="3" indent="-457200">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Ghi nhanh</a:t>
            </a:r>
          </a:p>
          <a:p>
            <a:pPr marL="1828800" lvl="3" indent="-457200">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Truy vấn theo thời gian hiệu quả</a:t>
            </a:r>
          </a:p>
          <a:p>
            <a:pPr marL="1828800" lvl="3" indent="-457200">
              <a:buFont typeface="Wingdings" panose="05000000000000000000" pitchFamily="2" charset="2"/>
              <a:buChar char="§"/>
            </a:pPr>
            <a:r>
              <a:rPr lang="en-US" sz="2800">
                <a:latin typeface="Times New Roman" panose="02020603050405020304" pitchFamily="18" charset="0"/>
                <a:cs typeface="Times New Roman" panose="02020603050405020304" pitchFamily="18" charset="0"/>
              </a:rPr>
              <a:t>Downsampling &amp; retention policies</a:t>
            </a:r>
          </a:p>
          <a:p>
            <a:pPr marL="0" indent="0"/>
            <a:endParaRPr lang="en-US" sz="2800">
              <a:latin typeface="Times New Roman" panose="02020603050405020304" pitchFamily="18" charset="0"/>
              <a:cs typeface="Times New Roman" panose="02020603050405020304" pitchFamily="18" charset="0"/>
            </a:endParaRPr>
          </a:p>
          <a:p>
            <a:pPr marL="0"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123854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BBAC3-B44F-69B9-7446-EC33A0E3DCCE}"/>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F2D2C27-5069-DD2C-9F5E-3C361FC8D466}"/>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Lưu trữ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FCE810BC-52CC-A1B6-992E-1A347A291004}"/>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q"/>
            </a:pPr>
            <a:r>
              <a:rPr lang="en-US" sz="2800" b="1">
                <a:latin typeface="Times New Roman" panose="02020603050405020304" pitchFamily="18" charset="0"/>
                <a:cs typeface="Times New Roman" panose="02020603050405020304" pitchFamily="18" charset="0"/>
              </a:rPr>
              <a:t>Nhận xét</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Dữ liệu chuỗi thời gian cần lưu trữ chuyên biệt</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TSDB mang lại hiệu quả cao hơn RDBMS cho dữ liệu lớn</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Chọn công cụ &amp; chiến lược phù hợp với nhu cầu</a:t>
            </a: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Lựa chọn độ phân giải phù hợp (giây, phút, giờ)</a:t>
            </a: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Đặt quy tắc duy trì dữ liệu (</a:t>
            </a:r>
            <a:r>
              <a:rPr lang="en-US" sz="2800" b="1">
                <a:latin typeface="Times New Roman" panose="02020603050405020304" pitchFamily="18" charset="0"/>
                <a:cs typeface="Times New Roman" panose="02020603050405020304" pitchFamily="18" charset="0"/>
              </a:rPr>
              <a:t>retention policy</a:t>
            </a:r>
            <a:r>
              <a:rPr lang="en-US" sz="2800">
                <a:latin typeface="Times New Roman" panose="02020603050405020304" pitchFamily="18" charset="0"/>
                <a:cs typeface="Times New Roman" panose="02020603050405020304" pitchFamily="18" charset="0"/>
              </a:rPr>
              <a:t> - giữ dữ liệu bao lâu)</a:t>
            </a: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Sử dụng nén &amp; downsampling</a:t>
            </a: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Lập chỉ mục trên trường thời gian</a:t>
            </a:r>
          </a:p>
          <a:p>
            <a:pPr marL="0" indent="0"/>
            <a:endParaRPr lang="en-US" sz="2800">
              <a:latin typeface="Times New Roman" panose="02020603050405020304" pitchFamily="18" charset="0"/>
              <a:cs typeface="Times New Roman" panose="02020603050405020304" pitchFamily="18" charset="0"/>
            </a:endParaRPr>
          </a:p>
          <a:p>
            <a:pPr marL="0" indent="0"/>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132437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9E94C-FAC9-FB65-380A-52F03F42895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1015EFE-2F21-7B0F-1193-19CA66B7F635}"/>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Trực quan hóa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E4903A42-E0B3-7B5B-3389-D1E30EC8067A}"/>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Vai trò của trực quan hóa dữ liệu chuỗi thời gian</a:t>
            </a:r>
          </a:p>
          <a:p>
            <a:pPr marL="457200" lvl="0" indent="-457200">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Các loại biểu đồ thường dùng</a:t>
            </a:r>
          </a:p>
          <a:p>
            <a:pPr marL="457200" indent="-457200">
              <a:buFont typeface="Wingdings" panose="05000000000000000000" pitchFamily="2" charset="2"/>
              <a:buChar char="Ø"/>
            </a:pPr>
            <a:r>
              <a:rPr lang="en-US" sz="3200">
                <a:latin typeface="Times New Roman" panose="02020603050405020304" pitchFamily="18" charset="0"/>
                <a:cs typeface="Times New Roman" panose="02020603050405020304" pitchFamily="18" charset="0"/>
              </a:rPr>
              <a:t>Một số công cụ &amp; thực tiễn tốt</a:t>
            </a:r>
          </a:p>
          <a:p>
            <a:pPr marL="0" indent="0"/>
            <a:endParaRPr lang="en-US" sz="3200">
              <a:latin typeface="Times New Roman" panose="02020603050405020304" pitchFamily="18" charset="0"/>
              <a:cs typeface="Times New Roman" panose="02020603050405020304" pitchFamily="18" charset="0"/>
            </a:endParaRPr>
          </a:p>
          <a:p>
            <a:pPr lvl="1"/>
            <a:r>
              <a:rPr lang="en-US" sz="2800">
                <a:latin typeface="Times New Roman" panose="02020603050405020304" pitchFamily="18" charset="0"/>
                <a:cs typeface="Times New Roman" panose="02020603050405020304" pitchFamily="18" charset="0"/>
              </a:rPr>
              <a:t>📌 </a:t>
            </a:r>
            <a:r>
              <a:rPr lang="en-US" sz="2800" b="1">
                <a:latin typeface="Times New Roman" panose="02020603050405020304" pitchFamily="18" charset="0"/>
                <a:cs typeface="Times New Roman" panose="02020603050405020304" pitchFamily="18" charset="0"/>
              </a:rPr>
              <a:t>Đặc thù khi trực quan hóa chuỗi thời gian</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Dữ liệu có thứ tự thời gian → trục X thường là thời gian</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Có thể nhiều chiều (nhiều chuỗi, nhiều biến)</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Có thể rất dài → cần tổng hợp, phóng to/thu nhỏ</a:t>
            </a:r>
          </a:p>
          <a:p>
            <a:pPr marL="0" indent="0"/>
            <a:endParaRPr lang="en-US"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146904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7B4C8F-62D6-FDAA-6367-03522F55142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21198E1A-BC60-B6EA-9E32-3BEB3687C136}"/>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Trực quan hóa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34FF09F1-84DB-E882-4927-A3C23C01CDC7}"/>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Vai trò của trực quan hóa dữ liệu</a:t>
            </a:r>
            <a:r>
              <a:rPr lang="en-US" sz="3200">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chuỗi thời gian</a:t>
            </a: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Trực quan hóa dữ liệu chuỗi thời gian là quá trình </a:t>
            </a:r>
            <a:r>
              <a:rPr lang="en-US" sz="2800" b="1">
                <a:latin typeface="Times New Roman" panose="02020603050405020304" pitchFamily="18" charset="0"/>
                <a:cs typeface="Times New Roman" panose="02020603050405020304" pitchFamily="18" charset="0"/>
              </a:rPr>
              <a:t>biến các điểm dữ liệu theo thời gian thành biểu đồ</a:t>
            </a:r>
            <a:r>
              <a:rPr lang="en-US" sz="2800">
                <a:latin typeface="Times New Roman" panose="02020603050405020304" pitchFamily="18" charset="0"/>
                <a:cs typeface="Times New Roman" panose="02020603050405020304" pitchFamily="18" charset="0"/>
              </a:rPr>
              <a:t> nhằm </a:t>
            </a:r>
            <a:r>
              <a:rPr lang="vi-VN" sz="2800">
                <a:latin typeface="Times New Roman" panose="02020603050405020304" pitchFamily="18" charset="0"/>
                <a:cs typeface="Times New Roman" panose="02020603050405020304" pitchFamily="18" charset="0"/>
              </a:rPr>
              <a:t>giúp hiểu cấu trúc và hành vi của dữ liệu trước khi mô hình hóa.</a:t>
            </a:r>
            <a:endParaRPr lang="en-US" sz="2800">
              <a:latin typeface="Times New Roman" panose="02020603050405020304" pitchFamily="18" charset="0"/>
              <a:cs typeface="Times New Roman" panose="02020603050405020304" pitchFamily="18" charset="0"/>
            </a:endParaRPr>
          </a:p>
          <a:p>
            <a:pPr marL="85725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Ví dụ:</a:t>
            </a:r>
          </a:p>
          <a:p>
            <a:pPr marL="800100" lvl="2" indent="0"/>
            <a:r>
              <a:rPr lang="en-US" sz="2800">
                <a:latin typeface="Times New Roman" panose="02020603050405020304" pitchFamily="18" charset="0"/>
                <a:cs typeface="Times New Roman" panose="02020603050405020304" pitchFamily="18" charset="0"/>
              </a:rPr>
              <a:t>🩺 Y tế: theo dõi tín hiệu sinh học</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Tài chính: xu hướng giá cổ phiếu</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IT: giám sát server, lưu lượng mạng</a:t>
            </a:r>
            <a:br>
              <a:rPr lang="en-US" sz="2800">
                <a:latin typeface="Times New Roman" panose="02020603050405020304" pitchFamily="18" charset="0"/>
                <a:cs typeface="Times New Roman" panose="02020603050405020304" pitchFamily="18" charset="0"/>
              </a:rPr>
            </a:br>
            <a:r>
              <a:rPr lang="en-US" sz="2800">
                <a:latin typeface="Times New Roman" panose="02020603050405020304" pitchFamily="18" charset="0"/>
                <a:cs typeface="Times New Roman" panose="02020603050405020304" pitchFamily="18" charset="0"/>
              </a:rPr>
              <a:t>🏭 Công nghiệp: theo dõi máy móc</a:t>
            </a:r>
          </a:p>
        </p:txBody>
      </p:sp>
    </p:spTree>
    <p:extLst>
      <p:ext uri="{BB962C8B-B14F-4D97-AF65-F5344CB8AC3E}">
        <p14:creationId xmlns:p14="http://schemas.microsoft.com/office/powerpoint/2010/main" val="344282553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84E98-441F-0D73-4691-6585CD6AED87}"/>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A9CEB5C-8F85-3763-4103-AFE7FCFDF9FA}"/>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Trực quan hóa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7E8D0EAB-4EC7-B103-2544-5CB4CEE93509}"/>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3200" b="1">
                <a:latin typeface="Times New Roman" panose="02020603050405020304" pitchFamily="18" charset="0"/>
                <a:cs typeface="Times New Roman" panose="02020603050405020304" pitchFamily="18" charset="0"/>
              </a:rPr>
              <a:t>Vai trò của trực quan hóa dữ liệu</a:t>
            </a:r>
            <a:r>
              <a:rPr lang="en-US" sz="3200">
                <a:latin typeface="Times New Roman" panose="02020603050405020304" pitchFamily="18" charset="0"/>
                <a:cs typeface="Times New Roman" panose="02020603050405020304" pitchFamily="18" charset="0"/>
              </a:rPr>
              <a:t> </a:t>
            </a:r>
            <a:r>
              <a:rPr lang="en-US" sz="3200" b="1">
                <a:latin typeface="Times New Roman" panose="02020603050405020304" pitchFamily="18" charset="0"/>
                <a:cs typeface="Times New Roman" panose="02020603050405020304" pitchFamily="18" charset="0"/>
              </a:rPr>
              <a:t>chuỗi thời gian</a:t>
            </a:r>
          </a:p>
          <a:p>
            <a:pPr marL="400050" lvl="1" indent="0"/>
            <a:r>
              <a:rPr lang="en-US" sz="2800">
                <a:latin typeface="Times New Roman" panose="02020603050405020304" pitchFamily="18" charset="0"/>
                <a:cs typeface="Times New Roman" panose="02020603050405020304" pitchFamily="18" charset="0"/>
              </a:rPr>
              <a:t>Trực quan hóa là bước quan trọng để hiểu &amp; truyền đạt dữ liệu, nhằm giúp:</a:t>
            </a:r>
          </a:p>
          <a:p>
            <a:pPr marL="857250" lvl="1" indent="-457200">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Nhận diện nhanh xu hướng &amp; mẫu</a:t>
            </a:r>
          </a:p>
          <a:p>
            <a:pPr marL="857250" lvl="1" indent="-457200">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Phát hiện bất thường, mùa vụ, chu kỳ</a:t>
            </a:r>
          </a:p>
          <a:p>
            <a:pPr marL="857250" lvl="1" indent="-457200">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Dễ truyền đạt thông tin cho người khác</a:t>
            </a:r>
          </a:p>
          <a:p>
            <a:pPr marL="857250" lvl="1" indent="-457200">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Hỗ trợ phân tích &amp; ra quyết định</a:t>
            </a:r>
          </a:p>
          <a:p>
            <a:pPr marL="857250" lvl="1" indent="-457200">
              <a:buFont typeface="Arial" panose="020B0604020202020204" pitchFamily="34" charset="0"/>
              <a:buChar char="•"/>
            </a:pPr>
            <a:r>
              <a:rPr lang="en-US" sz="3200">
                <a:latin typeface="Times New Roman" panose="02020603050405020304" pitchFamily="18" charset="0"/>
                <a:cs typeface="Times New Roman" panose="02020603050405020304" pitchFamily="18" charset="0"/>
              </a:rPr>
              <a:t>Đánh giá mô hình dự báo</a:t>
            </a:r>
          </a:p>
          <a:p>
            <a:pPr marL="685800" lvl="1">
              <a:buFont typeface="Wingdings" panose="05000000000000000000" pitchFamily="2" charset="2"/>
              <a:buChar char="à"/>
            </a:pPr>
            <a:r>
              <a:rPr lang="en-US" sz="2800">
                <a:latin typeface="Times New Roman" panose="02020603050405020304" pitchFamily="18" charset="0"/>
                <a:cs typeface="Times New Roman" panose="02020603050405020304" pitchFamily="18" charset="0"/>
              </a:rPr>
              <a:t>Cần hiểu mục tiêu &amp; dữ liệu để chọn cách trực quan hóa phù hợp</a:t>
            </a:r>
          </a:p>
        </p:txBody>
      </p:sp>
    </p:spTree>
    <p:extLst>
      <p:ext uri="{BB962C8B-B14F-4D97-AF65-F5344CB8AC3E}">
        <p14:creationId xmlns:p14="http://schemas.microsoft.com/office/powerpoint/2010/main" val="140645342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DE300A-9821-0B7F-29AC-4C94E0E41AE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5FA632B-865D-B8AE-7622-53B6FC8F91C0}"/>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Trực quan hóa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07DB3BC1-1DC7-045C-7649-FE0EE060702C}"/>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loại biểu đồ cơ bản</a:t>
            </a:r>
            <a:endParaRPr lang="en-US" sz="2800">
              <a:latin typeface="Times New Roman" panose="02020603050405020304" pitchFamily="18" charset="0"/>
              <a:cs typeface="Times New Roman" panose="02020603050405020304" pitchFamily="18" charset="0"/>
            </a:endParaRPr>
          </a:p>
          <a:p>
            <a:pPr lvl="1"/>
            <a:r>
              <a:rPr lang="en-US" sz="2800">
                <a:latin typeface="Times New Roman" panose="02020603050405020304" pitchFamily="18" charset="0"/>
                <a:cs typeface="Times New Roman" panose="02020603050405020304" pitchFamily="18" charset="0"/>
              </a:rPr>
              <a:t>📈 Biểu đồ đường (Plotting/Line plot)</a:t>
            </a: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Phổ biến nhất</a:t>
            </a: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Hiển thị giá trị theo thời gian</a:t>
            </a:r>
          </a:p>
          <a:p>
            <a:pPr lvl="1"/>
            <a:r>
              <a:rPr lang="en-US" sz="2800">
                <a:latin typeface="Times New Roman" panose="02020603050405020304" pitchFamily="18" charset="0"/>
                <a:cs typeface="Times New Roman" panose="02020603050405020304" pitchFamily="18" charset="0"/>
              </a:rPr>
              <a:t>📊 Biểu đồ tần suất của giá trị (Histogram)</a:t>
            </a:r>
          </a:p>
          <a:p>
            <a:pPr marL="13716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Tốt cho dữ liệu theo khoảng thời gian rõ rệt (ngày, tuần, tháng)</a:t>
            </a: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Biểu đồ điểm/phân tán (Scatter Plot)</a:t>
            </a: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Phân tán giá trị theo thời gian</a:t>
            </a:r>
          </a:p>
          <a:p>
            <a:pPr marL="1257300" lvl="2" indent="-457200">
              <a:buFont typeface="Courier New" panose="02070309020205020404" pitchFamily="49" charset="0"/>
              <a:buChar char="o"/>
            </a:pPr>
            <a:r>
              <a:rPr lang="vi-VN" sz="2800">
                <a:latin typeface="Times New Roman" panose="02020603050405020304" pitchFamily="18" charset="0"/>
                <a:cs typeface="Times New Roman" panose="02020603050405020304" pitchFamily="18" charset="0"/>
              </a:rPr>
              <a:t>Biểu đồ phân tán trễ </a:t>
            </a:r>
            <a:r>
              <a:rPr lang="en-US" sz="2800">
                <a:latin typeface="Times New Roman" panose="02020603050405020304" pitchFamily="18" charset="0"/>
                <a:cs typeface="Times New Roman" panose="02020603050405020304" pitchFamily="18" charset="0"/>
              </a:rPr>
              <a:t>(</a:t>
            </a:r>
            <a:r>
              <a:rPr lang="vi-VN" sz="2800">
                <a:latin typeface="Times New Roman" panose="02020603050405020304" pitchFamily="18" charset="0"/>
                <a:cs typeface="Times New Roman" panose="02020603050405020304" pitchFamily="18" charset="0"/>
              </a:rPr>
              <a:t>Lag scatter plot</a:t>
            </a:r>
            <a:r>
              <a:rPr lang="en-US" sz="2800">
                <a:latin typeface="Times New Roman" panose="02020603050405020304" pitchFamily="18" charset="0"/>
                <a:cs typeface="Times New Roman" panose="02020603050405020304" pitchFamily="18" charset="0"/>
              </a:rPr>
              <a:t>)</a:t>
            </a:r>
            <a:r>
              <a:rPr lang="vi-VN" sz="2800">
                <a:latin typeface="Times New Roman" panose="02020603050405020304" pitchFamily="18" charset="0"/>
                <a:cs typeface="Times New Roman" panose="02020603050405020304" pitchFamily="18" charset="0"/>
              </a:rPr>
              <a:t> (quan trọng hơn trong time series)</a:t>
            </a: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832546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B5F49-672B-A6C8-7EAA-E5DD66B56B8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B885085-1B4F-E65F-88C2-87DFC33C56D7}"/>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Trực quan hóa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F7BCC615-F138-7558-BAB4-8EB42B53DC47}"/>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loại biểu đồ cơ bản</a:t>
            </a:r>
            <a:endParaRPr lang="en-US" sz="2800">
              <a:latin typeface="Times New Roman" panose="02020603050405020304" pitchFamily="18" charset="0"/>
              <a:cs typeface="Times New Roman" panose="02020603050405020304" pitchFamily="18" charset="0"/>
            </a:endParaRPr>
          </a:p>
          <a:p>
            <a:pPr lvl="1"/>
            <a:r>
              <a:rPr lang="en-US" sz="2800">
                <a:latin typeface="Times New Roman" panose="02020603050405020304" pitchFamily="18" charset="0"/>
                <a:cs typeface="Times New Roman" panose="02020603050405020304" pitchFamily="18" charset="0"/>
              </a:rPr>
              <a:t>📈 Biểu đồ đường (Plotting/Line plot)</a:t>
            </a:r>
          </a:p>
          <a:p>
            <a:pPr marL="1371600" lvl="2" indent="-4572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Đây là biểu đồ phổ biến nhất trong phân tích chuỗi thời gian.</a:t>
            </a:r>
          </a:p>
          <a:p>
            <a:pPr marL="1828800" lvl="3" indent="-4572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Trục X = thời gian</a:t>
            </a:r>
          </a:p>
          <a:p>
            <a:pPr marL="1828800" lvl="3" indent="-4572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Trục Y = giá trị của chuỗi</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Luôn nên thử đầu tiên khi nhận</a:t>
            </a:r>
          </a:p>
          <a:p>
            <a:pPr marL="1371600" lvl="3" indent="0"/>
            <a:r>
              <a:rPr lang="en-US" sz="2400">
                <a:latin typeface="Times New Roman" panose="02020603050405020304" pitchFamily="18" charset="0"/>
                <a:cs typeface="Times New Roman" panose="02020603050405020304" pitchFamily="18" charset="0"/>
              </a:rPr>
              <a:t>được dữ liệu choỗi thời gian </a:t>
            </a:r>
          </a:p>
          <a:p>
            <a:pPr marL="1371600" lvl="3" indent="0"/>
            <a:r>
              <a:rPr lang="en-US" sz="2400">
                <a:latin typeface="Times New Roman" panose="02020603050405020304" pitchFamily="18" charset="0"/>
                <a:cs typeface="Times New Roman" panose="02020603050405020304" pitchFamily="18" charset="0"/>
              </a:rPr>
              <a:t>để kiểm tra chất lượng thô và </a:t>
            </a:r>
          </a:p>
          <a:p>
            <a:pPr marL="1371600" lvl="3" indent="0"/>
            <a:r>
              <a:rPr lang="en-US" sz="2400">
                <a:latin typeface="Times New Roman" panose="02020603050405020304" pitchFamily="18" charset="0"/>
                <a:cs typeface="Times New Roman" panose="02020603050405020304" pitchFamily="18" charset="0"/>
              </a:rPr>
              <a:t>quan sát hành vi tổng thể</a:t>
            </a:r>
          </a:p>
        </p:txBody>
      </p:sp>
      <p:pic>
        <p:nvPicPr>
          <p:cNvPr id="5" name="Picture 4">
            <a:extLst>
              <a:ext uri="{FF2B5EF4-FFF2-40B4-BE49-F238E27FC236}">
                <a16:creationId xmlns:a16="http://schemas.microsoft.com/office/drawing/2014/main" id="{8DDF3308-B7EE-C5B1-A18E-1087A5B72F65}"/>
              </a:ext>
            </a:extLst>
          </p:cNvPr>
          <p:cNvPicPr>
            <a:picLocks noChangeAspect="1"/>
          </p:cNvPicPr>
          <p:nvPr/>
        </p:nvPicPr>
        <p:blipFill>
          <a:blip r:embed="rId3"/>
          <a:stretch>
            <a:fillRect/>
          </a:stretch>
        </p:blipFill>
        <p:spPr>
          <a:xfrm>
            <a:off x="5181600" y="2470104"/>
            <a:ext cx="3808458" cy="3808458"/>
          </a:xfrm>
          <a:prstGeom prst="rect">
            <a:avLst/>
          </a:prstGeom>
        </p:spPr>
      </p:pic>
    </p:spTree>
    <p:extLst>
      <p:ext uri="{BB962C8B-B14F-4D97-AF65-F5344CB8AC3E}">
        <p14:creationId xmlns:p14="http://schemas.microsoft.com/office/powerpoint/2010/main" val="203956947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85B26-8B1A-E26B-2C3A-44DDC00013B5}"/>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35341C74-BA9E-6B6A-07D1-1A4BC82160AB}"/>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Trực quan hóa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EFA1DEF8-ED08-B8E0-54FD-7F85F25A2B27}"/>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loại biểu đồ cơ bản</a:t>
            </a:r>
            <a:endParaRPr lang="en-US" sz="2800">
              <a:latin typeface="Times New Roman" panose="02020603050405020304" pitchFamily="18" charset="0"/>
              <a:cs typeface="Times New Roman" panose="02020603050405020304" pitchFamily="18" charset="0"/>
            </a:endParaRPr>
          </a:p>
          <a:p>
            <a:pPr lvl="1"/>
            <a:r>
              <a:rPr lang="en-US" sz="2800">
                <a:latin typeface="Times New Roman" panose="02020603050405020304" pitchFamily="18" charset="0"/>
                <a:cs typeface="Times New Roman" panose="02020603050405020304" pitchFamily="18" charset="0"/>
              </a:rPr>
              <a:t>📈 Biểu đồ đường (Plotting/Line plot)</a:t>
            </a:r>
          </a:p>
          <a:p>
            <a:pPr marL="125730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giúp bạn nhìn thấy:</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Xu hướng (trend)</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tăng dần</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giảm dần</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đi ngang</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Mùa vụ (seasonality)</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lặp lại theo ngày, tuần, tháng, năm</a:t>
            </a:r>
            <a:r>
              <a:rPr lang="en-US" sz="2400">
                <a:latin typeface="Times New Roman" panose="02020603050405020304" pitchFamily="18" charset="0"/>
                <a:cs typeface="Times New Roman" panose="02020603050405020304" pitchFamily="18" charset="0"/>
              </a:rPr>
              <a:t>. V</a:t>
            </a:r>
            <a:r>
              <a:rPr lang="vi-VN" sz="2400">
                <a:latin typeface="Times New Roman" panose="02020603050405020304" pitchFamily="18" charset="0"/>
                <a:cs typeface="Times New Roman" panose="02020603050405020304" pitchFamily="18" charset="0"/>
              </a:rPr>
              <a:t>í dụ: nhiệt độ mùa hè cao, mùa đông thấp</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Biến động (volatility)</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các đoạn dốc mạnh = biến động cao</a:t>
            </a:r>
            <a:r>
              <a:rPr lang="en-US" sz="2400">
                <a:latin typeface="Times New Roman" panose="02020603050405020304" pitchFamily="18" charset="0"/>
                <a:cs typeface="Times New Roman" panose="02020603050405020304" pitchFamily="18" charset="0"/>
              </a:rPr>
              <a:t>, các </a:t>
            </a:r>
            <a:r>
              <a:rPr lang="vi-VN" sz="2400">
                <a:latin typeface="Times New Roman" panose="02020603050405020304" pitchFamily="18" charset="0"/>
                <a:cs typeface="Times New Roman" panose="02020603050405020304" pitchFamily="18" charset="0"/>
              </a:rPr>
              <a:t>đoạn ngang = ổn định</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Outliers (điểm bất thường)</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các điểm nhảy lên hoặc rơi xuống bất ngờ</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Change point (đột biến cấu trúc)</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đường cong đổi hướng đột ngột do một sự kiện</a:t>
            </a:r>
          </a:p>
        </p:txBody>
      </p:sp>
    </p:spTree>
    <p:extLst>
      <p:ext uri="{BB962C8B-B14F-4D97-AF65-F5344CB8AC3E}">
        <p14:creationId xmlns:p14="http://schemas.microsoft.com/office/powerpoint/2010/main" val="324695478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4A823-AA08-FB5F-AE24-94C9FAAE2E2F}"/>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817586D-9CA1-AA48-4B76-04FC684B2B4E}"/>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Trực quan hóa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BA7D34CD-4F4E-F5D1-DF38-119AE9D04458}"/>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loại biểu đồ cơ bản</a:t>
            </a:r>
            <a:endParaRPr lang="en-US" sz="2800">
              <a:latin typeface="Times New Roman" panose="02020603050405020304" pitchFamily="18" charset="0"/>
              <a:cs typeface="Times New Roman" panose="02020603050405020304" pitchFamily="18" charset="0"/>
            </a:endParaRPr>
          </a:p>
          <a:p>
            <a:pPr lvl="1"/>
            <a:r>
              <a:rPr lang="en-US" sz="2800">
                <a:latin typeface="Times New Roman" panose="02020603050405020304" pitchFamily="18" charset="0"/>
                <a:cs typeface="Times New Roman" panose="02020603050405020304" pitchFamily="18" charset="0"/>
              </a:rPr>
              <a:t>📈 Biểu đồ đường (Plotting/Line plot)</a:t>
            </a:r>
          </a:p>
          <a:p>
            <a:pPr marL="1257300" lvl="2" indent="-342900">
              <a:buFont typeface="Courier New" panose="02070309020205020404" pitchFamily="49" charset="0"/>
              <a:buChar char="o"/>
            </a:pPr>
            <a:r>
              <a:rPr lang="en-US" sz="2400">
                <a:latin typeface="Times New Roman" panose="02020603050405020304" pitchFamily="18" charset="0"/>
                <a:cs typeface="Times New Roman" panose="02020603050405020304" pitchFamily="18" charset="0"/>
              </a:rPr>
              <a:t>Bước đầu tiên và quan trọng nhất trong bất kỳ phân tích chuỗi thời gian nào là vẽ biểu đồ các quan sát theo thời gian. Tuy nhiên, việc vẽ biểu đồ chuỗi thời gian không dễ như bạn nghĩ. </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Việc lựa chọn thang đo, kích thước của điểm cắt và cách các điểm được vẽ (ví dụ: dưới dạng một đường liên tục hoặc các điểm chấm hoặc dấu chéo riêng biệt) có thể ảnh hưởng đáng kể hình thức của biểu đồ, vì vậy nhà phân tích phải hết sức cẩn thận và phán đoán. </a:t>
            </a:r>
          </a:p>
          <a:p>
            <a:pPr marL="1714500" lvl="3" indent="-3429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Việc biểu diễn dữ liệu có thể gợi ý rằng việc cân nhắc chuyển đổi chúng là hợp lý, ví dụ, bằng cách lấy logarit hoặc căn bậc hai. </a:t>
            </a:r>
          </a:p>
        </p:txBody>
      </p:sp>
    </p:spTree>
    <p:extLst>
      <p:ext uri="{BB962C8B-B14F-4D97-AF65-F5344CB8AC3E}">
        <p14:creationId xmlns:p14="http://schemas.microsoft.com/office/powerpoint/2010/main" val="90161497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C6066-1862-34C7-E517-F2447B4C85D1}"/>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70C5F54-599F-A5EE-AFDC-6D615B123428}"/>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Trực quan hóa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88A28106-AC58-E1A5-13CE-709C16FA8889}"/>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loại biểu đồ cơ bản</a:t>
            </a:r>
            <a:endParaRPr lang="en-US" sz="2800">
              <a:latin typeface="Times New Roman" panose="02020603050405020304" pitchFamily="18" charset="0"/>
              <a:cs typeface="Times New Roman" panose="02020603050405020304" pitchFamily="18" charset="0"/>
            </a:endParaRPr>
          </a:p>
          <a:p>
            <a:pPr lvl="1"/>
            <a:r>
              <a:rPr lang="en-US" sz="2800">
                <a:latin typeface="Times New Roman" panose="02020603050405020304" pitchFamily="18" charset="0"/>
                <a:cs typeface="Times New Roman" panose="02020603050405020304" pitchFamily="18" charset="0"/>
              </a:rPr>
              <a:t>📈 Biểu đồ đường (Plotting/Line plot)</a:t>
            </a:r>
          </a:p>
          <a:p>
            <a:pPr marL="1200150" lvl="2" indent="-342900">
              <a:buFont typeface="Courier New" panose="02070309020205020404" pitchFamily="49" charset="0"/>
              <a:buChar char="o"/>
            </a:pPr>
            <a:r>
              <a:rPr lang="vi-VN" sz="2800">
                <a:latin typeface="Times New Roman" panose="02020603050405020304" pitchFamily="18" charset="0"/>
                <a:cs typeface="Times New Roman" panose="02020603050405020304" pitchFamily="18" charset="0"/>
              </a:rPr>
              <a:t>Nhiều chuỗi thời gian </a:t>
            </a:r>
            <a:r>
              <a:rPr lang="vi-VN" sz="2800" b="1">
                <a:latin typeface="Times New Roman" panose="02020603050405020304" pitchFamily="18" charset="0"/>
                <a:cs typeface="Times New Roman" panose="02020603050405020304" pitchFamily="18" charset="0"/>
              </a:rPr>
              <a:t>không phù hợp trực tiếp</a:t>
            </a:r>
            <a:r>
              <a:rPr lang="vi-VN" sz="2800">
                <a:latin typeface="Times New Roman" panose="02020603050405020304" pitchFamily="18" charset="0"/>
                <a:cs typeface="Times New Roman" panose="02020603050405020304" pitchFamily="18" charset="0"/>
              </a:rPr>
              <a:t> cho mô hình do:</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phương sai thay đổi theo thời gian (</a:t>
            </a:r>
            <a:r>
              <a:rPr lang="vi-VN" sz="2400" b="1">
                <a:latin typeface="Times New Roman" panose="02020603050405020304" pitchFamily="18" charset="0"/>
                <a:cs typeface="Times New Roman" panose="02020603050405020304" pitchFamily="18" charset="0"/>
              </a:rPr>
              <a:t>heteroscedasticity</a:t>
            </a:r>
            <a:r>
              <a:rPr lang="vi-VN" sz="2400">
                <a:latin typeface="Times New Roman" panose="02020603050405020304" pitchFamily="18" charset="0"/>
                <a:cs typeface="Times New Roman" panose="02020603050405020304" pitchFamily="18" charset="0"/>
              </a:rPr>
              <a:t>)</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giá trị tăng theo cấp số nhân</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phân phối lệch (skewed)</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độ lớn khác biệt quá nhiều</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outlier gây méo mô hình</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không stationary</a:t>
            </a:r>
          </a:p>
          <a:p>
            <a:pPr marL="1257300" lvl="2" indent="-342900">
              <a:buFont typeface="Courier New" panose="02070309020205020404" pitchFamily="49" charset="0"/>
              <a:buChar char="o"/>
            </a:pPr>
            <a:r>
              <a:rPr lang="vi-VN" sz="2800">
                <a:latin typeface="Times New Roman" panose="02020603050405020304" pitchFamily="18" charset="0"/>
                <a:cs typeface="Times New Roman" panose="02020603050405020304" pitchFamily="18" charset="0"/>
              </a:rPr>
              <a:t>Hai biến đổi </a:t>
            </a:r>
            <a:r>
              <a:rPr lang="vi-VN" sz="2800" b="1">
                <a:latin typeface="Times New Roman" panose="02020603050405020304" pitchFamily="18" charset="0"/>
                <a:cs typeface="Times New Roman" panose="02020603050405020304" pitchFamily="18" charset="0"/>
              </a:rPr>
              <a:t>log</a:t>
            </a:r>
            <a:r>
              <a:rPr lang="vi-VN" sz="2800">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và</a:t>
            </a:r>
            <a:r>
              <a:rPr lang="en-US" sz="2800" b="1">
                <a:latin typeface="Times New Roman" panose="02020603050405020304" pitchFamily="18" charset="0"/>
                <a:cs typeface="Times New Roman" panose="02020603050405020304" pitchFamily="18" charset="0"/>
              </a:rPr>
              <a:t> </a:t>
            </a:r>
            <a:r>
              <a:rPr lang="vi-VN" sz="2800" b="1">
                <a:latin typeface="Times New Roman" panose="02020603050405020304" pitchFamily="18" charset="0"/>
                <a:cs typeface="Times New Roman" panose="02020603050405020304" pitchFamily="18" charset="0"/>
              </a:rPr>
              <a:t>sqrt</a:t>
            </a:r>
            <a:r>
              <a:rPr lang="en-US" sz="2800" b="1">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là những kỹ thuật cơ bản nhất để xử lý các vấn đề này</a:t>
            </a:r>
          </a:p>
          <a:p>
            <a:pPr marL="1714500" lvl="3" indent="-342900">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932757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51B09-0DDD-04D7-9946-EE2B3D0F02C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B009540C-1F98-BFF1-C47C-B0448A1A462F}"/>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Trực quan hóa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A08163B3-4198-3ED5-B14B-7425CC9C6EE6}"/>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loại biểu đồ cơ bản</a:t>
                </a:r>
                <a:endParaRPr lang="en-US" sz="2800">
                  <a:latin typeface="Times New Roman" panose="02020603050405020304" pitchFamily="18" charset="0"/>
                  <a:cs typeface="Times New Roman" panose="02020603050405020304" pitchFamily="18" charset="0"/>
                </a:endParaRPr>
              </a:p>
              <a:p>
                <a:pPr lvl="1"/>
                <a:r>
                  <a:rPr lang="en-US" sz="2800">
                    <a:latin typeface="Times New Roman" panose="02020603050405020304" pitchFamily="18" charset="0"/>
                    <a:cs typeface="Times New Roman" panose="02020603050405020304" pitchFamily="18" charset="0"/>
                  </a:rPr>
                  <a:t>📈 Biểu đồ đường (Plotting/Line plot)</a:t>
                </a:r>
              </a:p>
              <a:p>
                <a:pPr marL="1200150" lvl="2" indent="-3429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B</a:t>
                </a:r>
                <a:r>
                  <a:rPr lang="vi-VN" sz="2800">
                    <a:latin typeface="Times New Roman" panose="02020603050405020304" pitchFamily="18" charset="0"/>
                    <a:cs typeface="Times New Roman" panose="02020603050405020304" pitchFamily="18" charset="0"/>
                  </a:rPr>
                  <a:t>iến đổi </a:t>
                </a:r>
                <a:r>
                  <a:rPr lang="vi-VN" sz="2800" b="1">
                    <a:latin typeface="Times New Roman" panose="02020603050405020304" pitchFamily="18" charset="0"/>
                    <a:cs typeface="Times New Roman" panose="02020603050405020304" pitchFamily="18" charset="0"/>
                  </a:rPr>
                  <a:t>log</a:t>
                </a:r>
                <a:r>
                  <a:rPr lang="en-US" sz="2800" b="1">
                    <a:latin typeface="Times New Roman" panose="02020603050405020304" pitchFamily="18" charset="0"/>
                    <a:cs typeface="Times New Roman" panose="02020603050405020304" pitchFamily="18" charset="0"/>
                  </a:rPr>
                  <a:t> </a:t>
                </a:r>
                <a:r>
                  <a:rPr lang="en-US" sz="2800">
                    <a:latin typeface="Times New Roman" panose="02020603050405020304" pitchFamily="18" charset="0"/>
                    <a:cs typeface="Times New Roman" panose="02020603050405020304" pitchFamily="18" charset="0"/>
                  </a:rPr>
                  <a:t>giúp dễ trực quan dữ liệu hơn</a:t>
                </a:r>
              </a:p>
              <a:p>
                <a:pPr marL="1771650" lvl="3" indent="-4572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Ổn định phương sai</a:t>
                </a:r>
                <a:r>
                  <a:rPr lang="en-US" sz="2400">
                    <a:latin typeface="Times New Roman" panose="02020603050405020304" pitchFamily="18" charset="0"/>
                    <a:cs typeface="Times New Roman" panose="02020603050405020304" pitchFamily="18" charset="0"/>
                  </a:rPr>
                  <a:t>: Nhiều chuỗi có biên độ dao động lớn, </a:t>
                </a:r>
                <a:r>
                  <a:rPr lang="vi-VN" sz="2400">
                    <a:latin typeface="Times New Roman" panose="02020603050405020304" pitchFamily="18" charset="0"/>
                    <a:cs typeface="Times New Roman" panose="02020603050405020304" pitchFamily="18" charset="0"/>
                  </a:rPr>
                  <a:t>Log giảm độ dao động của các giá trị lớn.</a:t>
                </a:r>
                <a:endParaRPr lang="en-US" sz="2400">
                  <a:latin typeface="Times New Roman" panose="02020603050405020304" pitchFamily="18" charset="0"/>
                  <a:cs typeface="Times New Roman" panose="02020603050405020304" pitchFamily="18" charset="0"/>
                </a:endParaRPr>
              </a:p>
              <a:p>
                <a:pPr marL="1771650" lvl="3" indent="-4572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Chuyển tăng trưởng theo cấp số nhân → tuyến tính</a:t>
                </a:r>
                <a:endParaRPr lang="en-US" sz="2400">
                  <a:latin typeface="Times New Roman" panose="02020603050405020304" pitchFamily="18" charset="0"/>
                  <a:cs typeface="Times New Roman" panose="02020603050405020304" pitchFamily="18" charset="0"/>
                </a:endParaRPr>
              </a:p>
              <a:p>
                <a:pPr algn="ct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r>
                      <a:rPr lang="ar-AE" sz="2400">
                        <a:latin typeface="Cambria Math" panose="02040503050406030204" pitchFamily="18" charset="0"/>
                      </a:rPr>
                      <m:t>=</m:t>
                    </m:r>
                    <m:r>
                      <a:rPr lang="ar-AE" sz="2400" i="1">
                        <a:latin typeface="Cambria Math" panose="02040503050406030204" pitchFamily="18" charset="0"/>
                      </a:rPr>
                      <m:t>𝐴</m:t>
                    </m:r>
                    <m:sSup>
                      <m:sSupPr>
                        <m:ctrlPr>
                          <a:rPr lang="ar-AE" sz="2400" i="1">
                            <a:latin typeface="Cambria Math" panose="02040503050406030204" pitchFamily="18" charset="0"/>
                          </a:rPr>
                        </m:ctrlPr>
                      </m:sSupPr>
                      <m:e>
                        <m:r>
                          <a:rPr lang="ar-AE" sz="2400" i="1">
                            <a:latin typeface="Cambria Math" panose="02040503050406030204" pitchFamily="18" charset="0"/>
                          </a:rPr>
                          <m:t>𝑒</m:t>
                        </m:r>
                      </m:e>
                      <m:sup>
                        <m:r>
                          <a:rPr lang="ar-AE" sz="2400" i="1">
                            <a:latin typeface="Cambria Math" panose="02040503050406030204" pitchFamily="18" charset="0"/>
                          </a:rPr>
                          <m:t>𝑏𝑡</m:t>
                        </m:r>
                      </m:sup>
                    </m:sSup>
                  </m:oMath>
                </a14:m>
                <a:r>
                  <a:rPr lang="en-US" sz="2400"/>
                  <a:t> </a:t>
                </a:r>
                <a:r>
                  <a:rPr lang="en-US" sz="2400">
                    <a:sym typeface="Wingdings" panose="05000000000000000000" pitchFamily="2" charset="2"/>
                  </a:rPr>
                  <a:t></a:t>
                </a:r>
                <a14:m>
                  <m:oMath xmlns:m="http://schemas.openxmlformats.org/officeDocument/2006/math">
                    <m:r>
                      <a:rPr lang="en-US" sz="2400" b="0" i="0" smtClean="0">
                        <a:latin typeface="Cambria Math" panose="02040503050406030204" pitchFamily="18" charset="0"/>
                      </a:rPr>
                      <m:t> </m:t>
                    </m:r>
                    <m:func>
                      <m:funcPr>
                        <m:ctrlPr>
                          <a:rPr lang="ar-AE" sz="2400" i="1">
                            <a:latin typeface="Cambria Math" panose="02040503050406030204" pitchFamily="18" charset="0"/>
                          </a:rPr>
                        </m:ctrlPr>
                      </m:funcPr>
                      <m:fName>
                        <m:r>
                          <m:rPr>
                            <m:sty m:val="p"/>
                          </m:rPr>
                          <a:rPr lang="en-US" sz="2400">
                            <a:latin typeface="Cambria Math" panose="02040503050406030204" pitchFamily="18" charset="0"/>
                          </a:rPr>
                          <m:t>log</m:t>
                        </m:r>
                      </m:fName>
                      <m:e>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e>
                    </m:func>
                    <m:r>
                      <a:rPr lang="ar-AE" sz="2400">
                        <a:latin typeface="Cambria Math" panose="02040503050406030204" pitchFamily="18" charset="0"/>
                      </a:rPr>
                      <m:t>=</m:t>
                    </m:r>
                    <m:func>
                      <m:funcPr>
                        <m:ctrlPr>
                          <a:rPr lang="ar-AE" sz="2400" i="1">
                            <a:latin typeface="Cambria Math" panose="02040503050406030204" pitchFamily="18" charset="0"/>
                          </a:rPr>
                        </m:ctrlPr>
                      </m:funcPr>
                      <m:fName>
                        <m:r>
                          <m:rPr>
                            <m:sty m:val="p"/>
                          </m:rPr>
                          <a:rPr lang="en-US" sz="2400">
                            <a:latin typeface="Cambria Math" panose="02040503050406030204" pitchFamily="18" charset="0"/>
                          </a:rPr>
                          <m:t>log</m:t>
                        </m:r>
                      </m:fName>
                      <m:e>
                        <m:r>
                          <a:rPr lang="ar-AE" sz="2400" i="1">
                            <a:latin typeface="Cambria Math" panose="02040503050406030204" pitchFamily="18" charset="0"/>
                          </a:rPr>
                          <m:t>𝐴</m:t>
                        </m:r>
                      </m:e>
                    </m:func>
                    <m:r>
                      <a:rPr lang="ar-AE" sz="2400">
                        <a:latin typeface="Cambria Math" panose="02040503050406030204" pitchFamily="18" charset="0"/>
                      </a:rPr>
                      <m:t>+</m:t>
                    </m:r>
                    <m:r>
                      <a:rPr lang="ar-AE" sz="2400" i="1">
                        <a:latin typeface="Cambria Math" panose="02040503050406030204" pitchFamily="18" charset="0"/>
                      </a:rPr>
                      <m:t>𝑏𝑡</m:t>
                    </m:r>
                  </m:oMath>
                </a14:m>
                <a:endParaRPr lang="ar-AE" sz="2400"/>
              </a:p>
              <a:p>
                <a:pPr marL="1771650" lvl="3" indent="-457200">
                  <a:buFont typeface="Wingdings" panose="05000000000000000000" pitchFamily="2" charset="2"/>
                  <a:buChar char="§"/>
                </a:pPr>
                <a:r>
                  <a:rPr lang="en-US" sz="2400">
                    <a:latin typeface="Times New Roman" panose="02020603050405020304" pitchFamily="18" charset="0"/>
                    <a:cs typeface="Times New Roman" panose="02020603050405020304" pitchFamily="18" charset="0"/>
                  </a:rPr>
                  <a:t>Chuyển nhân thành cộng</a:t>
                </a:r>
              </a:p>
              <a:p>
                <a:pPr algn="ctr"/>
                <a14:m>
                  <m:oMath xmlns:m="http://schemas.openxmlformats.org/officeDocument/2006/math">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r>
                      <a:rPr lang="ar-AE" sz="2400">
                        <a:latin typeface="Cambria Math" panose="02040503050406030204" pitchFamily="18" charset="0"/>
                      </a:rPr>
                      <m:t>=</m:t>
                    </m:r>
                    <m:r>
                      <a:rPr lang="ar-AE" sz="2400" i="1">
                        <a:latin typeface="Cambria Math" panose="02040503050406030204" pitchFamily="18" charset="0"/>
                      </a:rPr>
                      <m:t>𝑡𝑟𝑒𝑛𝑑</m:t>
                    </m:r>
                    <m:d>
                      <m:dPr>
                        <m:ctrlPr>
                          <a:rPr lang="ar-AE" sz="2400" i="1">
                            <a:latin typeface="Cambria Math" panose="02040503050406030204" pitchFamily="18" charset="0"/>
                          </a:rPr>
                        </m:ctrlPr>
                      </m:dPr>
                      <m:e>
                        <m:r>
                          <a:rPr lang="ar-AE" sz="2400" i="1">
                            <a:latin typeface="Cambria Math" panose="02040503050406030204" pitchFamily="18" charset="0"/>
                          </a:rPr>
                          <m:t>𝑡</m:t>
                        </m:r>
                      </m:e>
                    </m:d>
                    <m:r>
                      <a:rPr lang="ar-AE" sz="2400">
                        <a:latin typeface="Cambria Math" panose="02040503050406030204" pitchFamily="18" charset="0"/>
                      </a:rPr>
                      <m:t>⋅</m:t>
                    </m:r>
                    <m:r>
                      <a:rPr lang="ar-AE" sz="2400" i="1">
                        <a:latin typeface="Cambria Math" panose="02040503050406030204" pitchFamily="18" charset="0"/>
                      </a:rPr>
                      <m:t>𝑠𝑒𝑎𝑠𝑜𝑛</m:t>
                    </m:r>
                    <m:d>
                      <m:dPr>
                        <m:ctrlPr>
                          <a:rPr lang="ar-AE" sz="2400" i="1">
                            <a:latin typeface="Cambria Math" panose="02040503050406030204" pitchFamily="18" charset="0"/>
                          </a:rPr>
                        </m:ctrlPr>
                      </m:dPr>
                      <m:e>
                        <m:r>
                          <a:rPr lang="ar-AE" sz="2400" i="1">
                            <a:latin typeface="Cambria Math" panose="02040503050406030204" pitchFamily="18" charset="0"/>
                          </a:rPr>
                          <m:t>𝑡</m:t>
                        </m:r>
                      </m:e>
                    </m:d>
                    <m:r>
                      <a:rPr lang="ar-AE" sz="2400">
                        <a:latin typeface="Cambria Math" panose="02040503050406030204" pitchFamily="18" charset="0"/>
                      </a:rPr>
                      <m:t>⋅</m:t>
                    </m:r>
                    <m:r>
                      <a:rPr lang="ar-AE" sz="2400" i="1">
                        <a:latin typeface="Cambria Math" panose="02040503050406030204" pitchFamily="18" charset="0"/>
                      </a:rPr>
                      <m:t>𝑛𝑜𝑖𝑠𝑒</m:t>
                    </m:r>
                    <m:d>
                      <m:dPr>
                        <m:ctrlPr>
                          <a:rPr lang="ar-AE" sz="2400" i="1">
                            <a:latin typeface="Cambria Math" panose="02040503050406030204" pitchFamily="18" charset="0"/>
                          </a:rPr>
                        </m:ctrlPr>
                      </m:dPr>
                      <m:e>
                        <m:r>
                          <a:rPr lang="ar-AE" sz="2400" i="1">
                            <a:latin typeface="Cambria Math" panose="02040503050406030204" pitchFamily="18" charset="0"/>
                          </a:rPr>
                          <m:t>𝑡</m:t>
                        </m:r>
                      </m:e>
                    </m:d>
                  </m:oMath>
                </a14:m>
                <a:r>
                  <a:rPr lang="en-US" sz="2400"/>
                  <a:t> </a:t>
                </a:r>
              </a:p>
              <a:p>
                <a:pPr algn="ctr"/>
                <a:r>
                  <a:rPr lang="en-US" sz="2400">
                    <a:sym typeface="Wingdings" panose="05000000000000000000" pitchFamily="2" charset="2"/>
                  </a:rPr>
                  <a:t></a:t>
                </a:r>
                <a14:m>
                  <m:oMath xmlns:m="http://schemas.openxmlformats.org/officeDocument/2006/math">
                    <m:func>
                      <m:funcPr>
                        <m:ctrlPr>
                          <a:rPr lang="ar-AE" sz="2400" i="1">
                            <a:latin typeface="Cambria Math" panose="02040503050406030204" pitchFamily="18" charset="0"/>
                          </a:rPr>
                        </m:ctrlPr>
                      </m:funcPr>
                      <m:fName>
                        <m:r>
                          <m:rPr>
                            <m:sty m:val="p"/>
                          </m:rPr>
                          <a:rPr lang="en-US" sz="2400">
                            <a:latin typeface="Cambria Math" panose="02040503050406030204" pitchFamily="18" charset="0"/>
                          </a:rPr>
                          <m:t>log</m:t>
                        </m:r>
                      </m:fName>
                      <m:e>
                        <m:sSub>
                          <m:sSubPr>
                            <m:ctrlPr>
                              <a:rPr lang="ar-AE" sz="2400" i="1">
                                <a:latin typeface="Cambria Math" panose="02040503050406030204" pitchFamily="18" charset="0"/>
                              </a:rPr>
                            </m:ctrlPr>
                          </m:sSubPr>
                          <m:e>
                            <m:r>
                              <a:rPr lang="ar-AE" sz="2400" i="1">
                                <a:latin typeface="Cambria Math" panose="02040503050406030204" pitchFamily="18" charset="0"/>
                              </a:rPr>
                              <m:t>𝑥</m:t>
                            </m:r>
                          </m:e>
                          <m:sub>
                            <m:r>
                              <a:rPr lang="ar-AE" sz="2400" i="1">
                                <a:latin typeface="Cambria Math" panose="02040503050406030204" pitchFamily="18" charset="0"/>
                              </a:rPr>
                              <m:t>𝑡</m:t>
                            </m:r>
                          </m:sub>
                        </m:sSub>
                      </m:e>
                    </m:func>
                    <m:r>
                      <a:rPr lang="ar-AE" sz="2400">
                        <a:latin typeface="Cambria Math" panose="02040503050406030204" pitchFamily="18" charset="0"/>
                      </a:rPr>
                      <m:t>=</m:t>
                    </m:r>
                    <m:func>
                      <m:funcPr>
                        <m:ctrlPr>
                          <a:rPr lang="ar-AE" sz="2400" i="1">
                            <a:latin typeface="Cambria Math" panose="02040503050406030204" pitchFamily="18" charset="0"/>
                          </a:rPr>
                        </m:ctrlPr>
                      </m:funcPr>
                      <m:fName>
                        <m:r>
                          <m:rPr>
                            <m:sty m:val="p"/>
                          </m:rPr>
                          <a:rPr lang="en-US" sz="2400">
                            <a:latin typeface="Cambria Math" panose="02040503050406030204" pitchFamily="18" charset="0"/>
                          </a:rPr>
                          <m:t>log</m:t>
                        </m:r>
                      </m:fName>
                      <m:e>
                        <m:r>
                          <a:rPr lang="ar-AE" sz="2400" i="1">
                            <a:latin typeface="Cambria Math" panose="02040503050406030204" pitchFamily="18" charset="0"/>
                          </a:rPr>
                          <m:t>𝑡</m:t>
                        </m:r>
                      </m:e>
                    </m:func>
                    <m:r>
                      <a:rPr lang="ar-AE" sz="2400" i="1">
                        <a:latin typeface="Cambria Math" panose="02040503050406030204" pitchFamily="18" charset="0"/>
                      </a:rPr>
                      <m:t>𝑟𝑒𝑛𝑑</m:t>
                    </m:r>
                    <m:r>
                      <a:rPr lang="ar-AE" sz="2400">
                        <a:latin typeface="Cambria Math" panose="02040503050406030204" pitchFamily="18" charset="0"/>
                      </a:rPr>
                      <m:t>+</m:t>
                    </m:r>
                    <m:func>
                      <m:funcPr>
                        <m:ctrlPr>
                          <a:rPr lang="ar-AE" sz="2400" i="1">
                            <a:latin typeface="Cambria Math" panose="02040503050406030204" pitchFamily="18" charset="0"/>
                          </a:rPr>
                        </m:ctrlPr>
                      </m:funcPr>
                      <m:fName>
                        <m:r>
                          <m:rPr>
                            <m:sty m:val="p"/>
                          </m:rPr>
                          <a:rPr lang="en-US" sz="2400">
                            <a:latin typeface="Cambria Math" panose="02040503050406030204" pitchFamily="18" charset="0"/>
                          </a:rPr>
                          <m:t>log</m:t>
                        </m:r>
                      </m:fName>
                      <m:e>
                        <m:r>
                          <a:rPr lang="ar-AE" sz="2400" i="1">
                            <a:latin typeface="Cambria Math" panose="02040503050406030204" pitchFamily="18" charset="0"/>
                          </a:rPr>
                          <m:t>𝑠</m:t>
                        </m:r>
                      </m:e>
                    </m:func>
                    <m:r>
                      <a:rPr lang="ar-AE" sz="2400" i="1">
                        <a:latin typeface="Cambria Math" panose="02040503050406030204" pitchFamily="18" charset="0"/>
                      </a:rPr>
                      <m:t>𝑒𝑎𝑠𝑜𝑛</m:t>
                    </m:r>
                    <m:r>
                      <a:rPr lang="ar-AE" sz="2400">
                        <a:latin typeface="Cambria Math" panose="02040503050406030204" pitchFamily="18" charset="0"/>
                      </a:rPr>
                      <m:t>+</m:t>
                    </m:r>
                    <m:func>
                      <m:funcPr>
                        <m:ctrlPr>
                          <a:rPr lang="ar-AE" sz="2400" i="1">
                            <a:latin typeface="Cambria Math" panose="02040503050406030204" pitchFamily="18" charset="0"/>
                          </a:rPr>
                        </m:ctrlPr>
                      </m:funcPr>
                      <m:fName>
                        <m:r>
                          <m:rPr>
                            <m:sty m:val="p"/>
                          </m:rPr>
                          <a:rPr lang="en-US" sz="2400">
                            <a:latin typeface="Cambria Math" panose="02040503050406030204" pitchFamily="18" charset="0"/>
                          </a:rPr>
                          <m:t>log</m:t>
                        </m:r>
                      </m:fName>
                      <m:e>
                        <m:r>
                          <a:rPr lang="ar-AE" sz="2400" i="1">
                            <a:latin typeface="Cambria Math" panose="02040503050406030204" pitchFamily="18" charset="0"/>
                          </a:rPr>
                          <m:t>𝑛</m:t>
                        </m:r>
                      </m:e>
                    </m:func>
                    <m:r>
                      <a:rPr lang="ar-AE" sz="2400" i="1">
                        <a:latin typeface="Cambria Math" panose="02040503050406030204" pitchFamily="18" charset="0"/>
                      </a:rPr>
                      <m:t>𝑜𝑖𝑠𝑒</m:t>
                    </m:r>
                  </m:oMath>
                </a14:m>
                <a:endParaRPr lang="ar-AE" sz="2400"/>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Giảm độ lệch phân phối</a:t>
                </a:r>
                <a:r>
                  <a:rPr lang="en-US" sz="2400">
                    <a:latin typeface="Times New Roman" panose="02020603050405020304" pitchFamily="18" charset="0"/>
                    <a:cs typeface="Times New Roman" panose="02020603050405020304" pitchFamily="18" charset="0"/>
                  </a:rPr>
                  <a:t>:</a:t>
                </a:r>
                <a:r>
                  <a:rPr lang="vi-VN" sz="2400">
                    <a:latin typeface="Times New Roman" panose="02020603050405020304" pitchFamily="18" charset="0"/>
                    <a:cs typeface="Times New Roman" panose="02020603050405020304" pitchFamily="18" charset="0"/>
                  </a:rPr>
                  <a:t> log sẽ làm phân phối gần Gaussian hơn</a:t>
                </a: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Giảm ảnh hưởng outlier</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log “nén” </a:t>
                </a:r>
                <a:r>
                  <a:rPr lang="en-US" sz="2400">
                    <a:latin typeface="Times New Roman" panose="02020603050405020304" pitchFamily="18" charset="0"/>
                    <a:cs typeface="Times New Roman" panose="02020603050405020304" pitchFamily="18" charset="0"/>
                  </a:rPr>
                  <a:t>giá trị </a:t>
                </a:r>
                <a:r>
                  <a:rPr lang="vi-VN" sz="2400">
                    <a:latin typeface="Times New Roman" panose="02020603050405020304" pitchFamily="18" charset="0"/>
                    <a:cs typeface="Times New Roman" panose="02020603050405020304" pitchFamily="18" charset="0"/>
                  </a:rPr>
                  <a:t>lại.</a:t>
                </a:r>
              </a:p>
              <a:p>
                <a:pPr marL="1200150" lvl="2" indent="-342900">
                  <a:buFont typeface="Courier New" panose="02070309020205020404" pitchFamily="49" charset="0"/>
                  <a:buChar char="o"/>
                </a:pPr>
                <a:endParaRPr lang="vi-VN" sz="28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A08163B3-4198-3ED5-B14B-7425CC9C6EE6}"/>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b="-442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75233109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A3A499-23EF-F2EB-3F88-8289793521EB}"/>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4E09C7E6-11DC-2D26-9853-BDA6FABDC75E}"/>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Trực quan hóa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1747" name="Rectangle 3">
                <a:extLst>
                  <a:ext uri="{FF2B5EF4-FFF2-40B4-BE49-F238E27FC236}">
                    <a16:creationId xmlns:a16="http://schemas.microsoft.com/office/drawing/2014/main" id="{794986B3-C05E-6F7F-DC94-B372283BE284}"/>
                  </a:ext>
                </a:extLst>
              </p:cNvPr>
              <p:cNvSpPr>
                <a:spLocks noChangeArrowheads="1"/>
              </p:cNvSpPr>
              <p:nvPr/>
            </p:nvSpPr>
            <p:spPr bwMode="auto">
              <a:xfrm>
                <a:off x="0" y="1219200"/>
                <a:ext cx="9124950" cy="495300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loại biểu đồ cơ bản</a:t>
                </a:r>
                <a:endParaRPr lang="en-US" sz="2800">
                  <a:latin typeface="Times New Roman" panose="02020603050405020304" pitchFamily="18" charset="0"/>
                  <a:cs typeface="Times New Roman" panose="02020603050405020304" pitchFamily="18" charset="0"/>
                </a:endParaRPr>
              </a:p>
              <a:p>
                <a:pPr lvl="1"/>
                <a:r>
                  <a:rPr lang="en-US" sz="2800">
                    <a:latin typeface="Times New Roman" panose="02020603050405020304" pitchFamily="18" charset="0"/>
                    <a:cs typeface="Times New Roman" panose="02020603050405020304" pitchFamily="18" charset="0"/>
                  </a:rPr>
                  <a:t>📈 Biểu đồ đường (Plotting/Line plot)</a:t>
                </a:r>
              </a:p>
              <a:p>
                <a:pPr marL="13716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B</a:t>
                </a:r>
                <a:r>
                  <a:rPr lang="vi-VN" sz="2800">
                    <a:latin typeface="Times New Roman" panose="02020603050405020304" pitchFamily="18" charset="0"/>
                    <a:cs typeface="Times New Roman" panose="02020603050405020304" pitchFamily="18" charset="0"/>
                  </a:rPr>
                  <a:t>iến đổi </a:t>
                </a:r>
                <a:r>
                  <a:rPr lang="vi-VN" sz="2800" b="1">
                    <a:latin typeface="Times New Roman" panose="02020603050405020304" pitchFamily="18" charset="0"/>
                    <a:cs typeface="Times New Roman" panose="02020603050405020304" pitchFamily="18" charset="0"/>
                  </a:rPr>
                  <a:t>sqrt</a:t>
                </a:r>
                <a:r>
                  <a:rPr lang="en-US" sz="2800" b="1">
                    <a:latin typeface="Times New Roman" panose="02020603050405020304" pitchFamily="18" charset="0"/>
                    <a:cs typeface="Times New Roman" panose="02020603050405020304" pitchFamily="18" charset="0"/>
                  </a:rPr>
                  <a:t> </a:t>
                </a:r>
                <a14:m>
                  <m:oMath xmlns:m="http://schemas.openxmlformats.org/officeDocument/2006/math">
                    <m:r>
                      <a:rPr lang="en-US" sz="2800" b="1" i="0" smtClean="0">
                        <a:latin typeface="Cambria Math" panose="02040503050406030204" pitchFamily="18" charset="0"/>
                      </a:rPr>
                      <m:t>(</m:t>
                    </m:r>
                    <m:r>
                      <m:rPr>
                        <m:sty m:val="p"/>
                      </m:rPr>
                      <a:rPr lang="en-US" sz="2800" b="0" i="0" smtClean="0">
                        <a:latin typeface="Cambria Math" panose="02040503050406030204" pitchFamily="18" charset="0"/>
                      </a:rPr>
                      <m:t>sqrt</m:t>
                    </m:r>
                    <m:d>
                      <m:dPr>
                        <m:ctrlPr>
                          <a:rPr lang="en-US" sz="2800" b="0" i="1" smtClean="0">
                            <a:latin typeface="Cambria Math" panose="02040503050406030204" pitchFamily="18" charset="0"/>
                          </a:rPr>
                        </m:ctrlPr>
                      </m:dPr>
                      <m:e>
                        <m:r>
                          <m:rPr>
                            <m:sty m:val="p"/>
                          </m:rPr>
                          <a:rPr lang="en-US" sz="2800" b="0" i="0" smtClean="0">
                            <a:latin typeface="Cambria Math" panose="02040503050406030204" pitchFamily="18" charset="0"/>
                          </a:rPr>
                          <m:t>x</m:t>
                        </m:r>
                      </m:e>
                    </m:d>
                    <m:r>
                      <a:rPr lang="en-US" sz="2800" b="0" i="0" smtClean="0">
                        <a:latin typeface="Cambria Math" panose="02040503050406030204" pitchFamily="18" charset="0"/>
                      </a:rPr>
                      <m:t>= </m:t>
                    </m:r>
                    <m:rad>
                      <m:radPr>
                        <m:degHide m:val="on"/>
                        <m:ctrlPr>
                          <a:rPr lang="ar-AE" sz="2800" i="1">
                            <a:latin typeface="Cambria Math" panose="02040503050406030204" pitchFamily="18" charset="0"/>
                          </a:rPr>
                        </m:ctrlPr>
                      </m:radPr>
                      <m:deg/>
                      <m:e>
                        <m:r>
                          <a:rPr lang="ar-AE" sz="2800" i="1">
                            <a:latin typeface="Cambria Math" panose="02040503050406030204" pitchFamily="18" charset="0"/>
                          </a:rPr>
                          <m:t>𝑥</m:t>
                        </m:r>
                      </m:e>
                    </m:rad>
                    <m:r>
                      <a:rPr lang="en-US" sz="2800" b="0" i="1" smtClean="0">
                        <a:latin typeface="Cambria Math" panose="02040503050406030204" pitchFamily="18" charset="0"/>
                      </a:rPr>
                      <m:t>)</m:t>
                    </m:r>
                  </m:oMath>
                </a14:m>
                <a:r>
                  <a:rPr lang="en-US" sz="2800" b="0">
                    <a:latin typeface="Times New Roman" panose="02020603050405020304" pitchFamily="18" charset="0"/>
                    <a:cs typeface="Times New Roman" panose="02020603050405020304" pitchFamily="18" charset="0"/>
                  </a:rPr>
                  <a:t> cũng giúp nén giá trị dữ liệu lại nhưng ở mức độ nhẹ hơn log.</a:t>
                </a:r>
              </a:p>
              <a:p>
                <a:pPr marL="1371600" lvl="3" indent="0"/>
                <a:r>
                  <a:rPr lang="en-US" sz="2800">
                    <a:latin typeface="Times New Roman" panose="02020603050405020304" pitchFamily="18" charset="0"/>
                    <a:cs typeface="Times New Roman" panose="02020603050405020304" pitchFamily="18" charset="0"/>
                  </a:rPr>
                  <a:t>x = [1, 4, 9, 16] </a:t>
                </a:r>
              </a:p>
              <a:p>
                <a:pPr marL="1371600" lvl="3" indent="0"/>
                <a:r>
                  <a:rPr lang="en-US" sz="2800">
                    <a:latin typeface="Times New Roman" panose="02020603050405020304" pitchFamily="18" charset="0"/>
                    <a:cs typeface="Times New Roman" panose="02020603050405020304" pitchFamily="18" charset="0"/>
                  </a:rPr>
                  <a:t>sqrt(x) = [1, 2, 3, 4]</a:t>
                </a:r>
              </a:p>
              <a:p>
                <a:pPr marL="1714500" lvl="3" indent="-342900">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p:txBody>
          </p:sp>
        </mc:Choice>
        <mc:Fallback xmlns="">
          <p:sp>
            <p:nvSpPr>
              <p:cNvPr id="31747" name="Rectangle 3">
                <a:extLst>
                  <a:ext uri="{FF2B5EF4-FFF2-40B4-BE49-F238E27FC236}">
                    <a16:creationId xmlns:a16="http://schemas.microsoft.com/office/drawing/2014/main" id="{794986B3-C05E-6F7F-DC94-B372283BE284}"/>
                  </a:ext>
                </a:extLst>
              </p:cNvPr>
              <p:cNvSpPr>
                <a:spLocks noRot="1" noChangeAspect="1" noMove="1" noResize="1" noEditPoints="1" noAdjustHandles="1" noChangeArrowheads="1" noChangeShapeType="1" noTextEdit="1"/>
              </p:cNvSpPr>
              <p:nvPr/>
            </p:nvSpPr>
            <p:spPr bwMode="auto">
              <a:xfrm>
                <a:off x="0" y="1219200"/>
                <a:ext cx="9124950" cy="4953000"/>
              </a:xfrm>
              <a:prstGeom prst="rect">
                <a:avLst/>
              </a:prstGeom>
              <a:blipFill>
                <a:blip r:embed="rId3"/>
                <a:stretch>
                  <a:fillRect l="-1136" t="-1230" r="-2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97045524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A983E1-F7ED-D368-25D8-D378E17419C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63019B59-47B9-D7F6-9C64-12AB1137D4AB}"/>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Trực quan hóa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C7028EA1-871C-72E1-7C55-A9D86869988D}"/>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loại biểu đồ cơ bản</a:t>
            </a:r>
            <a:endParaRPr lang="en-US" sz="2800">
              <a:latin typeface="Times New Roman" panose="02020603050405020304" pitchFamily="18" charset="0"/>
              <a:cs typeface="Times New Roman" panose="02020603050405020304" pitchFamily="18" charset="0"/>
            </a:endParaRPr>
          </a:p>
          <a:p>
            <a:pPr lvl="1"/>
            <a:r>
              <a:rPr lang="en-US" sz="2800">
                <a:latin typeface="Times New Roman" panose="02020603050405020304" pitchFamily="18" charset="0"/>
                <a:cs typeface="Times New Roman" panose="02020603050405020304" pitchFamily="18" charset="0"/>
              </a:rPr>
              <a:t>📈 Biểu đồ đường (Plotting/Line plot)</a:t>
            </a:r>
          </a:p>
          <a:p>
            <a:pPr marL="13716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B</a:t>
            </a:r>
            <a:r>
              <a:rPr lang="vi-VN" sz="2800">
                <a:latin typeface="Times New Roman" panose="02020603050405020304" pitchFamily="18" charset="0"/>
                <a:cs typeface="Times New Roman" panose="02020603050405020304" pitchFamily="18" charset="0"/>
              </a:rPr>
              <a:t>iến đổi </a:t>
            </a:r>
            <a:r>
              <a:rPr lang="en-US" sz="2800" b="1">
                <a:latin typeface="Times New Roman" panose="02020603050405020304" pitchFamily="18" charset="0"/>
                <a:cs typeface="Times New Roman" panose="02020603050405020304" pitchFamily="18" charset="0"/>
              </a:rPr>
              <a:t>Box-Cox: </a:t>
            </a:r>
            <a:r>
              <a:rPr lang="en-US" sz="2800">
                <a:latin typeface="Times New Roman" panose="02020603050405020304" pitchFamily="18" charset="0"/>
                <a:cs typeface="Times New Roman" panose="02020603050405020304" pitchFamily="18" charset="0"/>
              </a:rPr>
              <a:t>Họ biến đổi này phổ biến trong lĩnh vực thiết kế thí nghiệm, có dạng sau:</a:t>
            </a:r>
          </a:p>
          <a:p>
            <a:pPr marL="137160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a:p>
            <a:pPr marL="137160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a:p>
            <a:pPr marL="137160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a:p>
            <a:pPr marL="1371600" lvl="2" indent="-4572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Lưu ý: </a:t>
            </a:r>
            <a:r>
              <a:rPr lang="vi-VN" sz="2400">
                <a:latin typeface="Times New Roman" panose="02020603050405020304" pitchFamily="18" charset="0"/>
                <a:cs typeface="Times New Roman" panose="02020603050405020304" pitchFamily="18" charset="0"/>
              </a:rPr>
              <a:t>Trừ 1 và chia cho </a:t>
            </a:r>
            <a:r>
              <a:rPr lang="el-GR" sz="2400">
                <a:latin typeface="Times New Roman" panose="02020603050405020304" pitchFamily="18" charset="0"/>
                <a:cs typeface="Times New Roman" panose="02020603050405020304" pitchFamily="18" charset="0"/>
              </a:rPr>
              <a:t>λ, </a:t>
            </a:r>
            <a:r>
              <a:rPr lang="vi-VN" sz="2400">
                <a:latin typeface="Times New Roman" panose="02020603050405020304" pitchFamily="18" charset="0"/>
                <a:cs typeface="Times New Roman" panose="02020603050405020304" pitchFamily="18" charset="0"/>
              </a:rPr>
              <a:t>hàm 𝑔(𝑥)</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biến thiên mượt mà khi </a:t>
            </a:r>
            <a:r>
              <a:rPr lang="el-GR" sz="2400">
                <a:latin typeface="Times New Roman" panose="02020603050405020304" pitchFamily="18" charset="0"/>
                <a:cs typeface="Times New Roman" panose="02020603050405020304" pitchFamily="18" charset="0"/>
              </a:rPr>
              <a:t>λ </a:t>
            </a:r>
            <a:r>
              <a:rPr lang="vi-VN" sz="2400">
                <a:latin typeface="Times New Roman" panose="02020603050405020304" pitchFamily="18" charset="0"/>
                <a:cs typeface="Times New Roman" panose="02020603050405020304" pitchFamily="18" charset="0"/>
              </a:rPr>
              <a:t>tiến tới 0. </a:t>
            </a:r>
            <a:r>
              <a:rPr lang="en-US" sz="2400">
                <a:latin typeface="Times New Roman" panose="02020603050405020304" pitchFamily="18" charset="0"/>
                <a:cs typeface="Times New Roman" panose="02020603050405020304" pitchFamily="18" charset="0"/>
              </a:rPr>
              <a:t>Khi </a:t>
            </a:r>
            <a:r>
              <a:rPr lang="el-GR" sz="2400">
                <a:latin typeface="Times New Roman" panose="02020603050405020304" pitchFamily="18" charset="0"/>
                <a:cs typeface="Times New Roman" panose="02020603050405020304" pitchFamily="18" charset="0"/>
              </a:rPr>
              <a:t>λ⟶0</a:t>
            </a:r>
            <a:r>
              <a:rPr lang="en-US" sz="2400">
                <a:latin typeface="Times New Roman" panose="02020603050405020304" pitchFamily="18" charset="0"/>
                <a:cs typeface="Times New Roman" panose="02020603050405020304" pitchFamily="18" charset="0"/>
              </a:rPr>
              <a:t> thì (</a:t>
            </a:r>
            <a:r>
              <a:rPr lang="el-GR" sz="2400">
                <a:latin typeface="Times New Roman" panose="02020603050405020304" pitchFamily="18" charset="0"/>
                <a:cs typeface="Times New Roman" panose="02020603050405020304" pitchFamily="18" charset="0"/>
              </a:rPr>
              <a:t>𝑥</a:t>
            </a:r>
            <a:r>
              <a:rPr lang="en-US" sz="2400">
                <a:latin typeface="Times New Roman" panose="02020603050405020304" pitchFamily="18" charset="0"/>
                <a:cs typeface="Times New Roman" panose="02020603050405020304" pitchFamily="18" charset="0"/>
              </a:rPr>
              <a:t>^</a:t>
            </a:r>
            <a:r>
              <a:rPr lang="el-GR" sz="2400">
                <a:latin typeface="Times New Roman" panose="02020603050405020304" pitchFamily="18" charset="0"/>
                <a:cs typeface="Times New Roman" panose="02020603050405020304" pitchFamily="18" charset="0"/>
              </a:rPr>
              <a:t>λ−1</a:t>
            </a:r>
            <a:r>
              <a:rPr lang="en-US" sz="2400">
                <a:latin typeface="Times New Roman" panose="02020603050405020304" pitchFamily="18" charset="0"/>
                <a:cs typeface="Times New Roman" panose="02020603050405020304" pitchFamily="18" charset="0"/>
              </a:rPr>
              <a:t>)/</a:t>
            </a:r>
            <a:r>
              <a:rPr lang="el-GR" sz="2400">
                <a:latin typeface="Times New Roman" panose="02020603050405020304" pitchFamily="18" charset="0"/>
                <a:cs typeface="Times New Roman" panose="02020603050405020304" pitchFamily="18" charset="0"/>
              </a:rPr>
              <a:t>λ ⟶</a:t>
            </a:r>
            <a:r>
              <a:rPr lang="vi-VN" sz="2400">
                <a:latin typeface="Times New Roman" panose="02020603050405020304" pitchFamily="18" charset="0"/>
                <a:cs typeface="Times New Roman" panose="02020603050405020304" pitchFamily="18" charset="0"/>
              </a:rPr>
              <a:t>ln(𝑥). </a:t>
            </a:r>
            <a:endParaRPr lang="en-US" sz="2400">
              <a:latin typeface="Times New Roman" panose="02020603050405020304" pitchFamily="18" charset="0"/>
              <a:cs typeface="Times New Roman" panose="02020603050405020304" pitchFamily="18" charset="0"/>
            </a:endParaRPr>
          </a:p>
          <a:p>
            <a:pPr marL="1371600" lvl="2" indent="-4572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V</a:t>
            </a:r>
            <a:r>
              <a:rPr lang="vi-VN" sz="2400">
                <a:latin typeface="Times New Roman" panose="02020603050405020304" pitchFamily="18" charset="0"/>
                <a:cs typeface="Times New Roman" panose="02020603050405020304" pitchFamily="18" charset="0"/>
              </a:rPr>
              <a:t>iệc chọn </a:t>
            </a:r>
            <a:r>
              <a:rPr lang="el-GR" sz="2400">
                <a:latin typeface="Times New Roman" panose="02020603050405020304" pitchFamily="18" charset="0"/>
                <a:cs typeface="Times New Roman" panose="02020603050405020304" pitchFamily="18" charset="0"/>
              </a:rPr>
              <a:t>λ = 0,5</a:t>
            </a:r>
            <a:r>
              <a:rPr lang="en-US" sz="2400">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phép biến đổi căn bậc hai, </a:t>
            </a:r>
            <a:r>
              <a:rPr lang="en-US" sz="2400">
                <a:latin typeface="Times New Roman" panose="02020603050405020304" pitchFamily="18" charset="0"/>
                <a:cs typeface="Times New Roman" panose="02020603050405020304" pitchFamily="18" charset="0"/>
              </a:rPr>
              <a:t>điều này hữu ích nếu dữ liệu là dữ liệu đếm tuân theo phân phối Poisson, </a:t>
            </a:r>
          </a:p>
          <a:p>
            <a:pPr marL="1371600" lvl="2" indent="-457200">
              <a:buFont typeface="Wingdings" panose="05000000000000000000" pitchFamily="2" charset="2"/>
              <a:buChar char="q"/>
            </a:pPr>
            <a:r>
              <a:rPr lang="en-US" sz="2400">
                <a:latin typeface="Times New Roman" panose="02020603050405020304" pitchFamily="18" charset="0"/>
                <a:cs typeface="Times New Roman" panose="02020603050405020304" pitchFamily="18" charset="0"/>
              </a:rPr>
              <a:t> </a:t>
            </a:r>
            <a:r>
              <a:rPr lang="el-GR" sz="2400">
                <a:latin typeface="Times New Roman" panose="02020603050405020304" pitchFamily="18" charset="0"/>
                <a:cs typeface="Times New Roman" panose="02020603050405020304" pitchFamily="18" charset="0"/>
              </a:rPr>
              <a:t>λ = −1</a:t>
            </a:r>
            <a:r>
              <a:rPr lang="en-US" sz="2400">
                <a:latin typeface="Times New Roman" panose="02020603050405020304" pitchFamily="18" charset="0"/>
                <a:cs typeface="Times New Roman" panose="02020603050405020304" pitchFamily="18" charset="0"/>
              </a:rPr>
              <a:t>:</a:t>
            </a:r>
            <a:r>
              <a:rPr lang="el-GR" sz="2400">
                <a:latin typeface="Times New Roman" panose="02020603050405020304" pitchFamily="18" charset="0"/>
                <a:cs typeface="Times New Roman" panose="02020603050405020304" pitchFamily="18" charset="0"/>
              </a:rPr>
              <a:t> </a:t>
            </a:r>
            <a:r>
              <a:rPr lang="en-US" sz="2400">
                <a:latin typeface="Times New Roman" panose="02020603050405020304" pitchFamily="18" charset="0"/>
                <a:cs typeface="Times New Roman" panose="02020603050405020304" pitchFamily="18" charset="0"/>
              </a:rPr>
              <a:t>là nghịch đảo của dữ liệu.</a:t>
            </a:r>
          </a:p>
          <a:p>
            <a:pPr marL="1371600" lvl="2" indent="-457200">
              <a:buFont typeface="Wingdings" panose="05000000000000000000" pitchFamily="2" charset="2"/>
              <a:buChar char="q"/>
            </a:pPr>
            <a:endParaRPr lang="en-US" sz="2800">
              <a:latin typeface="Times New Roman" panose="02020603050405020304" pitchFamily="18" charset="0"/>
              <a:cs typeface="Times New Roman" panose="02020603050405020304" pitchFamily="18" charset="0"/>
            </a:endParaRPr>
          </a:p>
          <a:p>
            <a:pPr marL="1200150" lvl="2" indent="-342900">
              <a:buFont typeface="Courier New" panose="02070309020205020404" pitchFamily="49" charset="0"/>
              <a:buChar char="o"/>
            </a:pPr>
            <a:endParaRPr lang="vi-VN" sz="28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endParaRPr lang="en-US" sz="240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FA3B0E25-1E16-551D-12FE-8B0B582566E1}"/>
              </a:ext>
            </a:extLst>
          </p:cNvPr>
          <p:cNvPicPr>
            <a:picLocks noChangeAspect="1"/>
          </p:cNvPicPr>
          <p:nvPr/>
        </p:nvPicPr>
        <p:blipFill>
          <a:blip r:embed="rId3"/>
          <a:stretch>
            <a:fillRect/>
          </a:stretch>
        </p:blipFill>
        <p:spPr>
          <a:xfrm>
            <a:off x="3276600" y="3081149"/>
            <a:ext cx="2762519" cy="984660"/>
          </a:xfrm>
          <a:prstGeom prst="rect">
            <a:avLst/>
          </a:prstGeom>
        </p:spPr>
      </p:pic>
    </p:spTree>
    <p:extLst>
      <p:ext uri="{BB962C8B-B14F-4D97-AF65-F5344CB8AC3E}">
        <p14:creationId xmlns:p14="http://schemas.microsoft.com/office/powerpoint/2010/main" val="361590312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B16E5-6EF5-E787-5641-1C12CCFC1F74}"/>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C26735E3-FC5E-6A9C-5DB8-6FDEBCC55C7A}"/>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Trực quan hóa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CDA98565-2F50-F81E-CF66-FBFB4DEDC92F}"/>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loại biểu đồ cơ bản</a:t>
            </a:r>
            <a:endParaRPr lang="en-US" sz="2800">
              <a:latin typeface="Times New Roman" panose="02020603050405020304" pitchFamily="18" charset="0"/>
              <a:cs typeface="Times New Roman" panose="02020603050405020304" pitchFamily="18" charset="0"/>
            </a:endParaRPr>
          </a:p>
          <a:p>
            <a:pPr lvl="1"/>
            <a:r>
              <a:rPr lang="en-US" sz="2800">
                <a:latin typeface="Times New Roman" panose="02020603050405020304" pitchFamily="18" charset="0"/>
                <a:cs typeface="Times New Roman" panose="02020603050405020304" pitchFamily="18" charset="0"/>
              </a:rPr>
              <a:t>📊 Biểu đồ tần suất của giá trị (Histogram)</a:t>
            </a:r>
          </a:p>
          <a:p>
            <a:pPr lvl="1"/>
            <a:r>
              <a:rPr lang="en-US" sz="2800">
                <a:latin typeface="Times New Roman" panose="02020603050405020304" pitchFamily="18" charset="0"/>
                <a:cs typeface="Times New Roman" panose="02020603050405020304" pitchFamily="18" charset="0"/>
              </a:rPr>
              <a:t>Histogram </a:t>
            </a:r>
            <a:r>
              <a:rPr lang="en-US" sz="2800" b="1">
                <a:latin typeface="Times New Roman" panose="02020603050405020304" pitchFamily="18" charset="0"/>
                <a:cs typeface="Times New Roman" panose="02020603050405020304" pitchFamily="18" charset="0"/>
              </a:rPr>
              <a:t>không</a:t>
            </a:r>
            <a:r>
              <a:rPr lang="en-US" sz="2800">
                <a:latin typeface="Times New Roman" panose="02020603050405020304" pitchFamily="18" charset="0"/>
                <a:cs typeface="Times New Roman" panose="02020603050405020304" pitchFamily="18" charset="0"/>
              </a:rPr>
              <a:t> quan tâm </a:t>
            </a:r>
          </a:p>
          <a:p>
            <a:pPr lvl="1"/>
            <a:r>
              <a:rPr lang="en-US" sz="2800">
                <a:latin typeface="Times New Roman" panose="02020603050405020304" pitchFamily="18" charset="0"/>
                <a:cs typeface="Times New Roman" panose="02020603050405020304" pitchFamily="18" charset="0"/>
              </a:rPr>
              <a:t>đến thời gian. Nó chỉ quan </a:t>
            </a:r>
          </a:p>
          <a:p>
            <a:pPr lvl="1"/>
            <a:r>
              <a:rPr lang="en-US" sz="2800">
                <a:latin typeface="Times New Roman" panose="02020603050405020304" pitchFamily="18" charset="0"/>
                <a:cs typeface="Times New Roman" panose="02020603050405020304" pitchFamily="18" charset="0"/>
              </a:rPr>
              <a:t>tâm đến </a:t>
            </a:r>
            <a:r>
              <a:rPr lang="en-US" sz="2800" b="1">
                <a:latin typeface="Times New Roman" panose="02020603050405020304" pitchFamily="18" charset="0"/>
                <a:cs typeface="Times New Roman" panose="02020603050405020304" pitchFamily="18" charset="0"/>
              </a:rPr>
              <a:t>phân phối của </a:t>
            </a:r>
          </a:p>
          <a:p>
            <a:pPr lvl="1"/>
            <a:r>
              <a:rPr lang="en-US" sz="2800" b="1">
                <a:latin typeface="Times New Roman" panose="02020603050405020304" pitchFamily="18" charset="0"/>
                <a:cs typeface="Times New Roman" panose="02020603050405020304" pitchFamily="18" charset="0"/>
              </a:rPr>
              <a:t>giá trị trong chuỗi</a:t>
            </a:r>
            <a:r>
              <a:rPr lang="en-US" sz="2800">
                <a:latin typeface="Times New Roman" panose="02020603050405020304" pitchFamily="18" charset="0"/>
                <a:cs typeface="Times New Roman" panose="02020603050405020304" pitchFamily="18" charset="0"/>
              </a:rPr>
              <a:t>.</a:t>
            </a:r>
          </a:p>
        </p:txBody>
      </p:sp>
      <p:pic>
        <p:nvPicPr>
          <p:cNvPr id="3" name="Picture 2">
            <a:extLst>
              <a:ext uri="{FF2B5EF4-FFF2-40B4-BE49-F238E27FC236}">
                <a16:creationId xmlns:a16="http://schemas.microsoft.com/office/drawing/2014/main" id="{83736CC2-2A04-D2AC-9F76-7D88A8FA516B}"/>
              </a:ext>
            </a:extLst>
          </p:cNvPr>
          <p:cNvPicPr>
            <a:picLocks noChangeAspect="1"/>
          </p:cNvPicPr>
          <p:nvPr/>
        </p:nvPicPr>
        <p:blipFill>
          <a:blip r:embed="rId3"/>
          <a:stretch>
            <a:fillRect/>
          </a:stretch>
        </p:blipFill>
        <p:spPr>
          <a:xfrm>
            <a:off x="5105399" y="2170702"/>
            <a:ext cx="3997779" cy="4143817"/>
          </a:xfrm>
          <a:prstGeom prst="rect">
            <a:avLst/>
          </a:prstGeom>
        </p:spPr>
      </p:pic>
    </p:spTree>
    <p:extLst>
      <p:ext uri="{BB962C8B-B14F-4D97-AF65-F5344CB8AC3E}">
        <p14:creationId xmlns:p14="http://schemas.microsoft.com/office/powerpoint/2010/main" val="2884309524"/>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35349-5A41-B365-C7A4-4B469B38539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C336EF1-E785-448E-8CBF-F22809D59CDD}"/>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Trực quan hóa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32D31434-211F-080D-2184-928023523CE8}"/>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loại biểu đồ cơ bản</a:t>
            </a:r>
            <a:endParaRPr lang="en-US" sz="2800">
              <a:latin typeface="Times New Roman" panose="02020603050405020304" pitchFamily="18" charset="0"/>
              <a:cs typeface="Times New Roman" panose="02020603050405020304" pitchFamily="18" charset="0"/>
            </a:endParaRPr>
          </a:p>
          <a:p>
            <a:pPr lvl="1"/>
            <a:r>
              <a:rPr lang="en-US" sz="2800">
                <a:latin typeface="Times New Roman" panose="02020603050405020304" pitchFamily="18" charset="0"/>
                <a:cs typeface="Times New Roman" panose="02020603050405020304" pitchFamily="18" charset="0"/>
              </a:rPr>
              <a:t>📊 Biểu đồ tần suất của giá trị (Histogram)</a:t>
            </a:r>
          </a:p>
          <a:p>
            <a:pPr marL="1200150" lvl="2" indent="-342900">
              <a:buFont typeface="Courier New" panose="02070309020205020404" pitchFamily="49" charset="0"/>
              <a:buChar char="o"/>
            </a:pPr>
            <a:r>
              <a:rPr lang="vi-VN" sz="2400">
                <a:latin typeface="Times New Roman" panose="02020603050405020304" pitchFamily="18" charset="0"/>
                <a:cs typeface="Times New Roman" panose="02020603050405020304" pitchFamily="18" charset="0"/>
              </a:rPr>
              <a:t>Histogram giúp bạn kiểm tra cấu trúc thống kê:</a:t>
            </a:r>
          </a:p>
          <a:p>
            <a:pPr marL="1657350" lvl="3" indent="-342900">
              <a:buFont typeface="Wingdings" panose="05000000000000000000" pitchFamily="2" charset="2"/>
              <a:buChar char="§"/>
            </a:pPr>
            <a:r>
              <a:rPr lang="vi-VN" sz="2400" b="1">
                <a:latin typeface="Times New Roman" panose="02020603050405020304" pitchFamily="18" charset="0"/>
                <a:cs typeface="Times New Roman" panose="02020603050405020304" pitchFamily="18" charset="0"/>
              </a:rPr>
              <a:t>Phân phối dữ liệu (normal, skewed?)</a:t>
            </a:r>
          </a:p>
          <a:p>
            <a:pPr marL="2114550" lvl="4" indent="-342900">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Nếu gần chuẩn (Gaussian) → thuận lợi cho ARIMA</a:t>
            </a:r>
          </a:p>
          <a:p>
            <a:pPr marL="2114550" lvl="4" indent="-342900">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Nếu lệch (skewed) → có thể cần log-transform</a:t>
            </a:r>
          </a:p>
          <a:p>
            <a:pPr marL="1657350" lvl="3" indent="-342900">
              <a:buFont typeface="Wingdings" panose="05000000000000000000" pitchFamily="2" charset="2"/>
              <a:buChar char="§"/>
            </a:pPr>
            <a:r>
              <a:rPr lang="vi-VN" sz="2400" b="1">
                <a:latin typeface="Times New Roman" panose="02020603050405020304" pitchFamily="18" charset="0"/>
                <a:cs typeface="Times New Roman" panose="02020603050405020304" pitchFamily="18" charset="0"/>
              </a:rPr>
              <a:t>Mức độ biến động</a:t>
            </a:r>
          </a:p>
          <a:p>
            <a:pPr marL="2114550" lvl="4" indent="-342900">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histogram rộng → variance lớn</a:t>
            </a:r>
          </a:p>
          <a:p>
            <a:pPr marL="2114550" lvl="4" indent="-342900">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histogram hẹp → variance nhỏ</a:t>
            </a:r>
          </a:p>
          <a:p>
            <a:pPr marL="1657350" lvl="3" indent="-342900">
              <a:buFont typeface="Wingdings" panose="05000000000000000000" pitchFamily="2" charset="2"/>
              <a:buChar char="§"/>
            </a:pPr>
            <a:r>
              <a:rPr lang="vi-VN" sz="2400" b="1">
                <a:latin typeface="Times New Roman" panose="02020603050405020304" pitchFamily="18" charset="0"/>
                <a:cs typeface="Times New Roman" panose="02020603050405020304" pitchFamily="18" charset="0"/>
              </a:rPr>
              <a:t>Phát hiện outliers</a:t>
            </a:r>
            <a:r>
              <a:rPr lang="en-US" sz="2400" b="1">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các thanh rìa nhỏ lẻ → giá trị bất thường</a:t>
            </a:r>
          </a:p>
          <a:p>
            <a:pPr marL="1657350" lvl="3" indent="-342900">
              <a:buFont typeface="Wingdings" panose="05000000000000000000" pitchFamily="2" charset="2"/>
              <a:buChar char="§"/>
            </a:pPr>
            <a:r>
              <a:rPr lang="vi-VN" sz="2400" b="1">
                <a:latin typeface="Times New Roman" panose="02020603050405020304" pitchFamily="18" charset="0"/>
                <a:cs typeface="Times New Roman" panose="02020603050405020304" pitchFamily="18" charset="0"/>
              </a:rPr>
              <a:t>Kiểm tra stationarity</a:t>
            </a:r>
            <a:r>
              <a:rPr lang="en-US" sz="2400" b="1">
                <a:latin typeface="Times New Roman" panose="02020603050405020304" pitchFamily="18" charset="0"/>
                <a:cs typeface="Times New Roman" panose="02020603050405020304" pitchFamily="18" charset="0"/>
              </a:rPr>
              <a:t>: </a:t>
            </a:r>
            <a:r>
              <a:rPr lang="vi-VN" sz="2400">
                <a:latin typeface="Times New Roman" panose="02020603050405020304" pitchFamily="18" charset="0"/>
                <a:cs typeface="Times New Roman" panose="02020603050405020304" pitchFamily="18" charset="0"/>
              </a:rPr>
              <a:t>Nếu theo thời gian, </a:t>
            </a:r>
            <a:r>
              <a:rPr lang="en-US" sz="2400">
                <a:latin typeface="Times New Roman" panose="02020603050405020304" pitchFamily="18" charset="0"/>
                <a:cs typeface="Times New Roman" panose="02020603050405020304" pitchFamily="18" charset="0"/>
              </a:rPr>
              <a:t>giá trị trung bình</a:t>
            </a:r>
            <a:r>
              <a:rPr lang="vi-VN" sz="2400">
                <a:latin typeface="Times New Roman" panose="02020603050405020304" pitchFamily="18" charset="0"/>
                <a:cs typeface="Times New Roman" panose="02020603050405020304" pitchFamily="18" charset="0"/>
              </a:rPr>
              <a:t> thay đổi → histogram từng </a:t>
            </a:r>
            <a:r>
              <a:rPr lang="en-US" sz="2400">
                <a:latin typeface="Times New Roman" panose="02020603050405020304" pitchFamily="18" charset="0"/>
                <a:cs typeface="Times New Roman" panose="02020603050405020304" pitchFamily="18" charset="0"/>
              </a:rPr>
              <a:t>phân đoạn</a:t>
            </a:r>
            <a:r>
              <a:rPr lang="vi-VN" sz="2400">
                <a:latin typeface="Times New Roman" panose="02020603050405020304" pitchFamily="18" charset="0"/>
                <a:cs typeface="Times New Roman" panose="02020603050405020304" pitchFamily="18" charset="0"/>
              </a:rPr>
              <a:t> sẽ khác nhau.</a:t>
            </a:r>
          </a:p>
        </p:txBody>
      </p:sp>
    </p:spTree>
    <p:extLst>
      <p:ext uri="{BB962C8B-B14F-4D97-AF65-F5344CB8AC3E}">
        <p14:creationId xmlns:p14="http://schemas.microsoft.com/office/powerpoint/2010/main" val="313654460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40DF6-2864-E077-1AEC-F3FD2762D82A}"/>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15662F60-08E2-D2E8-0A74-64D2646C4717}"/>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Trực quan hóa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31242CFE-8A1F-4F3D-72D8-D69462511136}"/>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loại biểu đồ cơ bản</a:t>
            </a: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Biểu đồ điểm/phân tán (Scatter Plot)</a:t>
            </a:r>
          </a:p>
          <a:p>
            <a:pPr marL="125730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Phân tán giá trị theo thời gian: </a:t>
            </a:r>
            <a:r>
              <a:rPr lang="vi-VN" sz="2800">
                <a:latin typeface="Times New Roman" panose="02020603050405020304" pitchFamily="18" charset="0"/>
                <a:cs typeface="Times New Roman" panose="02020603050405020304" pitchFamily="18" charset="0"/>
              </a:rPr>
              <a:t>Giống line plot nhưng </a:t>
            </a:r>
            <a:r>
              <a:rPr lang="vi-VN" sz="2800" b="1">
                <a:latin typeface="Times New Roman" panose="02020603050405020304" pitchFamily="18" charset="0"/>
                <a:cs typeface="Times New Roman" panose="02020603050405020304" pitchFamily="18" charset="0"/>
              </a:rPr>
              <a:t>không có đường nối</a:t>
            </a:r>
            <a:r>
              <a:rPr lang="vi-VN" sz="2800">
                <a:latin typeface="Times New Roman" panose="02020603050405020304" pitchFamily="18" charset="0"/>
                <a:cs typeface="Times New Roman" panose="02020603050405020304" pitchFamily="18" charset="0"/>
              </a:rPr>
              <a:t>.</a:t>
            </a:r>
            <a:endParaRPr lang="en-US" sz="2800">
              <a:latin typeface="Times New Roman" panose="02020603050405020304" pitchFamily="18" charset="0"/>
              <a:cs typeface="Times New Roman" panose="02020603050405020304" pitchFamily="18" charset="0"/>
            </a:endParaRPr>
          </a:p>
          <a:p>
            <a:pPr marL="1257300" lvl="3" indent="0"/>
            <a:r>
              <a:rPr lang="vi-VN" sz="2800">
                <a:latin typeface="Times New Roman" panose="02020603050405020304" pitchFamily="18" charset="0"/>
                <a:cs typeface="Times New Roman" panose="02020603050405020304" pitchFamily="18" charset="0"/>
              </a:rPr>
              <a:t>Phương pháp truyền </a:t>
            </a:r>
            <a:endParaRPr lang="en-US" sz="2800">
              <a:latin typeface="Times New Roman" panose="02020603050405020304" pitchFamily="18" charset="0"/>
              <a:cs typeface="Times New Roman" panose="02020603050405020304" pitchFamily="18" charset="0"/>
            </a:endParaRPr>
          </a:p>
          <a:p>
            <a:pPr marL="1257300" lvl="3" indent="0"/>
            <a:r>
              <a:rPr lang="vi-VN" sz="2800">
                <a:latin typeface="Times New Roman" panose="02020603050405020304" pitchFamily="18" charset="0"/>
                <a:cs typeface="Times New Roman" panose="02020603050405020304" pitchFamily="18" charset="0"/>
              </a:rPr>
              <a:t>thống sử dụng biểu đồ </a:t>
            </a:r>
            <a:endParaRPr lang="en-US" sz="2800">
              <a:latin typeface="Times New Roman" panose="02020603050405020304" pitchFamily="18" charset="0"/>
              <a:cs typeface="Times New Roman" panose="02020603050405020304" pitchFamily="18" charset="0"/>
            </a:endParaRPr>
          </a:p>
          <a:p>
            <a:pPr marL="1257300" lvl="3" indent="0"/>
            <a:r>
              <a:rPr lang="vi-VN" sz="2800">
                <a:latin typeface="Times New Roman" panose="02020603050405020304" pitchFamily="18" charset="0"/>
                <a:cs typeface="Times New Roman" panose="02020603050405020304" pitchFamily="18" charset="0"/>
              </a:rPr>
              <a:t>phân tán</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cho dữ liệu </a:t>
            </a:r>
            <a:endParaRPr lang="en-US" sz="2800">
              <a:latin typeface="Times New Roman" panose="02020603050405020304" pitchFamily="18" charset="0"/>
              <a:cs typeface="Times New Roman" panose="02020603050405020304" pitchFamily="18" charset="0"/>
            </a:endParaRPr>
          </a:p>
          <a:p>
            <a:pPr marL="1257300" lvl="3" indent="0"/>
            <a:r>
              <a:rPr lang="vi-VN" sz="2800">
                <a:latin typeface="Times New Roman" panose="02020603050405020304" pitchFamily="18" charset="0"/>
                <a:cs typeface="Times New Roman" panose="02020603050405020304" pitchFamily="18" charset="0"/>
              </a:rPr>
              <a:t>chuỗi thời gian </a:t>
            </a:r>
            <a:r>
              <a:rPr lang="en-US" sz="2800">
                <a:latin typeface="Times New Roman" panose="02020603050405020304" pitchFamily="18" charset="0"/>
                <a:cs typeface="Times New Roman" panose="02020603050405020304" pitchFamily="18" charset="0"/>
              </a:rPr>
              <a:t>giống</a:t>
            </a:r>
          </a:p>
          <a:p>
            <a:pPr marL="1257300" lvl="3" indent="0"/>
            <a:r>
              <a:rPr lang="vi-VN" sz="2800">
                <a:latin typeface="Times New Roman" panose="02020603050405020304" pitchFamily="18" charset="0"/>
                <a:cs typeface="Times New Roman" panose="02020603050405020304" pitchFamily="18" charset="0"/>
              </a:rPr>
              <a:t>như các loại dữ liệu khác.</a:t>
            </a:r>
            <a:endParaRPr lang="en-US" sz="2800">
              <a:latin typeface="Times New Roman" panose="02020603050405020304" pitchFamily="18" charset="0"/>
              <a:cs typeface="Times New Roman" panose="02020603050405020304" pitchFamily="18" charset="0"/>
            </a:endParaRPr>
          </a:p>
          <a:p>
            <a:pPr marL="125730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40FC62E3-8275-6656-45A5-6CF84114FEBE}"/>
              </a:ext>
            </a:extLst>
          </p:cNvPr>
          <p:cNvPicPr>
            <a:picLocks noChangeAspect="1"/>
          </p:cNvPicPr>
          <p:nvPr/>
        </p:nvPicPr>
        <p:blipFill>
          <a:blip r:embed="rId3"/>
          <a:stretch>
            <a:fillRect/>
          </a:stretch>
        </p:blipFill>
        <p:spPr>
          <a:xfrm>
            <a:off x="5172869" y="2636655"/>
            <a:ext cx="3733800" cy="3535545"/>
          </a:xfrm>
          <a:prstGeom prst="rect">
            <a:avLst/>
          </a:prstGeom>
        </p:spPr>
      </p:pic>
    </p:spTree>
    <p:extLst>
      <p:ext uri="{BB962C8B-B14F-4D97-AF65-F5344CB8AC3E}">
        <p14:creationId xmlns:p14="http://schemas.microsoft.com/office/powerpoint/2010/main" val="91878067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DC0FA-A668-594D-6847-D9ADF8CBBDF3}"/>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CE525B15-CA20-47BB-671F-BA981BD41913}"/>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Trực quan hóa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73C0864E-8DC7-9C7D-2E52-CB6BA2F5F040}"/>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loại biểu đồ cơ bản</a:t>
            </a: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Biểu đồ điểm (Scatter Plot)</a:t>
            </a:r>
          </a:p>
          <a:p>
            <a:pPr marL="1257300" lvl="2" indent="-457200">
              <a:buFont typeface="Courier New" panose="02070309020205020404" pitchFamily="49" charset="0"/>
              <a:buChar char="o"/>
            </a:pPr>
            <a:r>
              <a:rPr lang="vi-VN" sz="2800">
                <a:latin typeface="Times New Roman" panose="02020603050405020304" pitchFamily="18" charset="0"/>
                <a:cs typeface="Times New Roman" panose="02020603050405020304" pitchFamily="18" charset="0"/>
              </a:rPr>
              <a:t>Biểu đồ phân tán trễ</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Lag scatter plot)</a:t>
            </a:r>
            <a:endParaRPr lang="en-US" sz="28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Trục X = giá trị tại t</a:t>
            </a:r>
            <a:endParaRPr lang="en-US" sz="24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vi-VN" sz="2400">
                <a:latin typeface="Times New Roman" panose="02020603050405020304" pitchFamily="18" charset="0"/>
                <a:cs typeface="Times New Roman" panose="02020603050405020304" pitchFamily="18" charset="0"/>
              </a:rPr>
              <a:t>Trục Y = giá trị </a:t>
            </a:r>
            <a:r>
              <a:rPr lang="en-US" sz="2400">
                <a:latin typeface="Times New Roman" panose="02020603050405020304" pitchFamily="18" charset="0"/>
                <a:cs typeface="Times New Roman" panose="02020603050405020304" pitchFamily="18" charset="0"/>
              </a:rPr>
              <a:t>trễ</a:t>
            </a:r>
            <a:r>
              <a:rPr lang="vi-VN" sz="2400">
                <a:latin typeface="Times New Roman" panose="02020603050405020304" pitchFamily="18" charset="0"/>
                <a:cs typeface="Times New Roman" panose="02020603050405020304" pitchFamily="18" charset="0"/>
              </a:rPr>
              <a:t> (t-k)</a:t>
            </a:r>
          </a:p>
          <a:p>
            <a:pPr marL="1371600" lvl="3" indent="0"/>
            <a:r>
              <a:rPr lang="vi-VN" sz="2400">
                <a:latin typeface="Times New Roman" panose="02020603050405020304" pitchFamily="18" charset="0"/>
                <a:cs typeface="Times New Roman" panose="02020603050405020304" pitchFamily="18" charset="0"/>
              </a:rPr>
              <a:t>Đây là cách kiểm tra </a:t>
            </a:r>
            <a:endParaRPr lang="en-US" sz="2400">
              <a:latin typeface="Times New Roman" panose="02020603050405020304" pitchFamily="18" charset="0"/>
              <a:cs typeface="Times New Roman" panose="02020603050405020304" pitchFamily="18" charset="0"/>
            </a:endParaRPr>
          </a:p>
          <a:p>
            <a:pPr marL="1371600" lvl="3" indent="0"/>
            <a:r>
              <a:rPr lang="vi-VN" sz="2400" b="1">
                <a:latin typeface="Times New Roman" panose="02020603050405020304" pitchFamily="18" charset="0"/>
                <a:cs typeface="Times New Roman" panose="02020603050405020304" pitchFamily="18" charset="0"/>
              </a:rPr>
              <a:t>tính tự tương quan </a:t>
            </a:r>
            <a:endParaRPr lang="en-US" sz="2400" b="1">
              <a:latin typeface="Times New Roman" panose="02020603050405020304" pitchFamily="18" charset="0"/>
              <a:cs typeface="Times New Roman" panose="02020603050405020304" pitchFamily="18" charset="0"/>
            </a:endParaRPr>
          </a:p>
          <a:p>
            <a:pPr marL="1371600" lvl="3" indent="0"/>
            <a:r>
              <a:rPr lang="vi-VN" sz="2400" b="1">
                <a:latin typeface="Times New Roman" panose="02020603050405020304" pitchFamily="18" charset="0"/>
                <a:cs typeface="Times New Roman" panose="02020603050405020304" pitchFamily="18" charset="0"/>
              </a:rPr>
              <a:t>(autocorrelation)</a:t>
            </a:r>
            <a:r>
              <a:rPr lang="vi-VN" sz="2400">
                <a:latin typeface="Times New Roman" panose="02020603050405020304" pitchFamily="18" charset="0"/>
                <a:cs typeface="Times New Roman" panose="02020603050405020304" pitchFamily="18" charset="0"/>
              </a:rPr>
              <a:t>.</a:t>
            </a:r>
          </a:p>
          <a:p>
            <a:pPr marL="1257300" lvl="2" indent="-457200">
              <a:buFont typeface="Courier New" panose="02070309020205020404" pitchFamily="49" charset="0"/>
              <a:buChar char="o"/>
            </a:pPr>
            <a:endParaRPr lang="en-US" sz="280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025EC02-8D83-B98C-2AE6-BC551A1A905F}"/>
              </a:ext>
            </a:extLst>
          </p:cNvPr>
          <p:cNvPicPr>
            <a:picLocks noChangeAspect="1"/>
          </p:cNvPicPr>
          <p:nvPr/>
        </p:nvPicPr>
        <p:blipFill>
          <a:blip r:embed="rId3"/>
          <a:stretch>
            <a:fillRect/>
          </a:stretch>
        </p:blipFill>
        <p:spPr>
          <a:xfrm>
            <a:off x="4953000" y="2561227"/>
            <a:ext cx="4059366" cy="3717335"/>
          </a:xfrm>
          <a:prstGeom prst="rect">
            <a:avLst/>
          </a:prstGeom>
        </p:spPr>
      </p:pic>
    </p:spTree>
    <p:extLst>
      <p:ext uri="{BB962C8B-B14F-4D97-AF65-F5344CB8AC3E}">
        <p14:creationId xmlns:p14="http://schemas.microsoft.com/office/powerpoint/2010/main" val="161471218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38F29-2D28-0E42-7FC3-34CAC91B3FBC}"/>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F15728DC-FE8B-C560-F58B-BFE2C26397AD}"/>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Trực quan hóa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4FA53B9E-48CB-73E1-237A-40A83B357C07}"/>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Các loại biểu đồ cơ bản</a:t>
            </a:r>
            <a:endParaRPr lang="en-US" sz="280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a:latin typeface="Times New Roman" panose="02020603050405020304" pitchFamily="18" charset="0"/>
                <a:cs typeface="Times New Roman" panose="02020603050405020304" pitchFamily="18" charset="0"/>
              </a:rPr>
              <a:t>Biểu đồ điểm (Scatter Plot)</a:t>
            </a:r>
          </a:p>
          <a:p>
            <a:pPr marL="1257300" lvl="2" indent="-457200">
              <a:buFont typeface="Courier New" panose="02070309020205020404" pitchFamily="49" charset="0"/>
              <a:buChar char="o"/>
            </a:pPr>
            <a:r>
              <a:rPr lang="vi-VN" sz="2800">
                <a:latin typeface="Times New Roman" panose="02020603050405020304" pitchFamily="18" charset="0"/>
                <a:cs typeface="Times New Roman" panose="02020603050405020304" pitchFamily="18" charset="0"/>
              </a:rPr>
              <a:t>Biểu đồ phân tán trễ</a:t>
            </a:r>
            <a:r>
              <a:rPr lang="en-US" sz="2800">
                <a:latin typeface="Times New Roman" panose="02020603050405020304" pitchFamily="18" charset="0"/>
                <a:cs typeface="Times New Roman" panose="02020603050405020304" pitchFamily="18" charset="0"/>
              </a:rPr>
              <a:t> (</a:t>
            </a:r>
            <a:r>
              <a:rPr lang="vi-VN" sz="2800">
                <a:latin typeface="Times New Roman" panose="02020603050405020304" pitchFamily="18" charset="0"/>
                <a:cs typeface="Times New Roman" panose="02020603050405020304" pitchFamily="18" charset="0"/>
              </a:rPr>
              <a:t>Lag scatter plot)</a:t>
            </a:r>
            <a:endParaRPr lang="en-US" sz="2800">
              <a:latin typeface="Times New Roman" panose="02020603050405020304" pitchFamily="18" charset="0"/>
              <a:cs typeface="Times New Roman" panose="02020603050405020304" pitchFamily="18" charset="0"/>
            </a:endParaRPr>
          </a:p>
          <a:p>
            <a:pPr marL="1714500" lvl="3" indent="-342900">
              <a:buFont typeface="Wingdings" panose="05000000000000000000" pitchFamily="2" charset="2"/>
              <a:buChar char="§"/>
            </a:pPr>
            <a:r>
              <a:rPr lang="vi-VN" sz="2400"/>
              <a:t>Đây là cách kiểm tra </a:t>
            </a:r>
            <a:r>
              <a:rPr lang="vi-VN" sz="2400" b="1"/>
              <a:t>tính tự tương quan (autocorrelation)</a:t>
            </a:r>
            <a:r>
              <a:rPr lang="vi-VN" sz="2400"/>
              <a:t>.</a:t>
            </a:r>
            <a:endParaRPr lang="en-US" sz="2400"/>
          </a:p>
          <a:p>
            <a:pPr marL="2171700" lvl="4" indent="-342900">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Nếu điểm nằm gần đường chéo → có autocorrelation mạnh</a:t>
            </a:r>
            <a:endParaRPr lang="en-US" sz="2400">
              <a:latin typeface="Times New Roman" panose="02020603050405020304" pitchFamily="18" charset="0"/>
              <a:cs typeface="Times New Roman" panose="02020603050405020304" pitchFamily="18" charset="0"/>
            </a:endParaRPr>
          </a:p>
          <a:p>
            <a:pPr marL="2171700" lvl="4" indent="-342900">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Nếu điểm phân tán khắp nơi → gần như noise trắng</a:t>
            </a:r>
          </a:p>
          <a:p>
            <a:pPr marL="2171700" lvl="4" indent="-342900">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Nếu tạo hình ellipse nghiêng → giống AR(1)</a:t>
            </a:r>
          </a:p>
          <a:p>
            <a:pPr marL="2171700" lvl="4" indent="-342900">
              <a:buFont typeface="Wingdings" panose="05000000000000000000" pitchFamily="2" charset="2"/>
              <a:buChar char="ü"/>
            </a:pPr>
            <a:r>
              <a:rPr lang="vi-VN" sz="2400">
                <a:latin typeface="Times New Roman" panose="02020603050405020304" pitchFamily="18" charset="0"/>
                <a:cs typeface="Times New Roman" panose="02020603050405020304" pitchFamily="18" charset="0"/>
              </a:rPr>
              <a:t>Nếu tạo hình vòng → có tính chu kỳ mạnh</a:t>
            </a:r>
          </a:p>
          <a:p>
            <a:pPr marL="1714500" lvl="3" indent="-342900">
              <a:buFont typeface="Wingdings" panose="05000000000000000000" pitchFamily="2" charset="2"/>
              <a:buChar char="§"/>
            </a:pPr>
            <a:endParaRPr 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9833407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6FDBD-07B5-82BF-D53F-6F9AFE31A5A6}"/>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962D65A4-8499-7A03-2AA1-DE58B46BE249}"/>
              </a:ext>
            </a:extLst>
          </p:cNvPr>
          <p:cNvSpPr>
            <a:spLocks noGrp="1"/>
          </p:cNvSpPr>
          <p:nvPr>
            <p:ph type="title"/>
          </p:nvPr>
        </p:nvSpPr>
        <p:spPr>
          <a:xfrm>
            <a:off x="1220788" y="365125"/>
            <a:ext cx="7904162" cy="747713"/>
          </a:xfrm>
        </p:spPr>
        <p:txBody>
          <a:bodyPr>
            <a:noAutofit/>
          </a:bodyPr>
          <a:lstStyle/>
          <a:p>
            <a:pPr eaLnBrk="1" hangingPunct="1"/>
            <a:r>
              <a:rPr lang="en-US" sz="3200">
                <a:latin typeface="Times New Roman" panose="02020603050405020304" pitchFamily="18" charset="0"/>
                <a:cs typeface="Times New Roman" panose="02020603050405020304" pitchFamily="18" charset="0"/>
              </a:rPr>
              <a:t>Trực quan hóa dữ liệu chuỗi thời gian</a:t>
            </a:r>
            <a:endParaRPr lang="vi-VN" altLang="vi-VN" sz="3200">
              <a:solidFill>
                <a:srgbClr val="C00000"/>
              </a:solidFill>
              <a:latin typeface="Times New Roman" panose="02020603050405020304" pitchFamily="18" charset="0"/>
              <a:ea typeface="Arial Unicode MS" pitchFamily="34" charset="-128"/>
              <a:cs typeface="Times New Roman" panose="02020603050405020304" pitchFamily="18" charset="0"/>
            </a:endParaRPr>
          </a:p>
        </p:txBody>
      </p:sp>
      <p:sp>
        <p:nvSpPr>
          <p:cNvPr id="31747" name="Rectangle 3">
            <a:extLst>
              <a:ext uri="{FF2B5EF4-FFF2-40B4-BE49-F238E27FC236}">
                <a16:creationId xmlns:a16="http://schemas.microsoft.com/office/drawing/2014/main" id="{20CFCF01-345B-8EF0-94BE-70982DEA351C}"/>
              </a:ext>
            </a:extLst>
          </p:cNvPr>
          <p:cNvSpPr>
            <a:spLocks noChangeArrowheads="1"/>
          </p:cNvSpPr>
          <p:nvPr/>
        </p:nvSpPr>
        <p:spPr bwMode="auto">
          <a:xfrm>
            <a:off x="0" y="1219200"/>
            <a:ext cx="9124950"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457200" lvl="0" indent="-457200">
              <a:buFont typeface="Wingdings" panose="05000000000000000000" pitchFamily="2" charset="2"/>
              <a:buChar char="Ø"/>
            </a:pPr>
            <a:r>
              <a:rPr lang="en-US" sz="2800" b="1">
                <a:latin typeface="Times New Roman" panose="02020603050405020304" pitchFamily="18" charset="0"/>
                <a:cs typeface="Times New Roman" panose="02020603050405020304" pitchFamily="18" charset="0"/>
              </a:rPr>
              <a:t>Một số công cụ hỗ trợ</a:t>
            </a:r>
          </a:p>
          <a:p>
            <a:pPr marL="400050" lvl="1" indent="0"/>
            <a:r>
              <a:rPr lang="en-US" sz="2800">
                <a:latin typeface="Times New Roman" panose="02020603050405020304" pitchFamily="18" charset="0"/>
                <a:cs typeface="Times New Roman" panose="02020603050405020304" pitchFamily="18" charset="0"/>
              </a:rPr>
              <a:t>🛠 Python: matplotlib, seaborn, plotly, bokeh, altair</a:t>
            </a:r>
          </a:p>
          <a:p>
            <a:pPr marL="400050" lvl="1" indent="0"/>
            <a:r>
              <a:rPr lang="en-US" sz="2800">
                <a:latin typeface="Times New Roman" panose="02020603050405020304" pitchFamily="18" charset="0"/>
                <a:cs typeface="Times New Roman" panose="02020603050405020304" pitchFamily="18" charset="0"/>
              </a:rPr>
              <a:t>🛠 Web/Dashboard: Grafana, Kibana, Tableau, Power BI</a:t>
            </a:r>
          </a:p>
          <a:p>
            <a:pPr lvl="1"/>
            <a:r>
              <a:rPr lang="en-US" sz="2800">
                <a:latin typeface="Times New Roman" panose="02020603050405020304" pitchFamily="18" charset="0"/>
                <a:cs typeface="Times New Roman" panose="02020603050405020304" pitchFamily="18" charset="0"/>
                <a:sym typeface="Wingdings" panose="05000000000000000000" pitchFamily="2" charset="2"/>
              </a:rPr>
              <a:t></a:t>
            </a:r>
            <a:r>
              <a:rPr lang="en-US" sz="2800" u="sng">
                <a:latin typeface="Times New Roman" panose="02020603050405020304" pitchFamily="18" charset="0"/>
                <a:cs typeface="Times New Roman" panose="02020603050405020304" pitchFamily="18" charset="0"/>
                <a:sym typeface="Wingdings" panose="05000000000000000000" pitchFamily="2" charset="2"/>
              </a:rPr>
              <a:t>Lưu ý</a:t>
            </a:r>
            <a:r>
              <a:rPr lang="en-US" sz="2800">
                <a:latin typeface="Times New Roman" panose="02020603050405020304" pitchFamily="18" charset="0"/>
                <a:cs typeface="Times New Roman" panose="02020603050405020304" pitchFamily="18" charset="0"/>
                <a:sym typeface="Wingdings" panose="05000000000000000000" pitchFamily="2" charset="2"/>
              </a:rPr>
              <a:t>: </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Chọn độ phân giải phù hợp. </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Sử dụng màu sắc nhất quán &amp; có ý nghĩa. </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Thêm nhãn, chú thích rõ ràng.</a:t>
            </a:r>
          </a:p>
          <a:p>
            <a:pPr marL="1314450" lvl="2" indent="-457200">
              <a:buFont typeface="Courier New" panose="02070309020205020404" pitchFamily="49" charset="0"/>
              <a:buChar char="o"/>
            </a:pPr>
            <a:r>
              <a:rPr lang="en-US" sz="2800">
                <a:latin typeface="Times New Roman" panose="02020603050405020304" pitchFamily="18" charset="0"/>
                <a:cs typeface="Times New Roman" panose="02020603050405020304" pitchFamily="18" charset="0"/>
              </a:rPr>
              <a:t>Tránh quá tải thông tin → giữ đơn giản</a:t>
            </a:r>
            <a:br>
              <a:rPr lang="en-US" sz="2800">
                <a:latin typeface="Times New Roman" panose="02020603050405020304" pitchFamily="18" charset="0"/>
                <a:cs typeface="Times New Roman" panose="02020603050405020304" pitchFamily="18" charset="0"/>
              </a:rPr>
            </a:br>
            <a:endParaRPr lang="en-US" sz="2800" b="1">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513157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3"/>
  <p:tag name="MMPROD_UIDATA" val="&lt;database version=&quot;7.0&quot;&gt;&lt;object type=&quot;1&quot; unique_id=&quot;10001&quot;&gt;&lt;object type=&quot;2&quot; unique_id=&quot;10002&quot;&gt;&lt;object type=&quot;3&quot; unique_id=&quot;10005&quot;&gt;&lt;property id=&quot;20148&quot; value=&quot;5&quot;/&gt;&lt;property id=&quot;20300&quot; value=&quot;Slide 1 - &amp;quot;LẬP TRÌNH C&amp;quot;&quot;/&gt;&lt;property id=&quot;20307&quot; value=&quot;256&quot;/&gt;&lt;/object&gt;&lt;object type=&quot;3&quot; unique_id=&quot;10006&quot;&gt;&lt;property id=&quot;20148&quot; value=&quot;5&quot;/&gt;&lt;property id=&quot;20300&quot; value=&quot;Slide 2&quot;/&gt;&lt;property id=&quot;20307&quot; value=&quot;268&quot;/&gt;&lt;/object&gt;&lt;object type=&quot;3&quot; unique_id=&quot;10008&quot;&gt;&lt;property id=&quot;20148&quot; value=&quot;5&quot;/&gt;&lt;property id=&quot;20300&quot; value=&quot;Slide 3 - &amp;quot;Tài liệu tham khảo&amp;quot;&quot;/&gt;&lt;property id=&quot;20307&quot; value=&quot;269&quot;/&gt;&lt;/object&gt;&lt;object type=&quot;3&quot; unique_id=&quot;10010&quot;&gt;&lt;property id=&quot;20148&quot; value=&quot;5&quot;/&gt;&lt;property id=&quot;20300&quot; value=&quot;Slide 4 - &amp;quot;Nội dung&amp;quot;&quot;/&gt;&lt;property id=&quot;20307&quot; value=&quot;270&quot;/&gt;&lt;/object&gt;&lt;/object&gt;&lt;object type=&quot;8&quot; unique_id=&quot;10004&quot;&gt;&lt;/object&gt;&lt;/object&gt;&lt;/database&gt;"/>
  <p:tag name="SECTOMILLISECCONVERTED" val="1"/>
</p:tagLst>
</file>

<file path=ppt/theme/theme1.xml><?xml version="1.0" encoding="utf-8"?>
<a:theme xmlns:a="http://schemas.openxmlformats.org/drawingml/2006/main" name="naver">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_Sapxep_Timkiem.ppt [Compatibility Mode]" id="{B707B5FC-A659-45EA-9DE3-9BC6EA58FB7A}" vid="{611DF4EE-429F-4A10-BE83-07AB208EB37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T1</Template>
  <TotalTime>10337</TotalTime>
  <Words>9584</Words>
  <Application>Microsoft Macintosh PowerPoint</Application>
  <PresentationFormat>On-screen Show (4:3)</PresentationFormat>
  <Paragraphs>993</Paragraphs>
  <Slides>96</Slides>
  <Notes>96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96</vt:i4>
      </vt:variant>
    </vt:vector>
  </HeadingPairs>
  <TitlesOfParts>
    <vt:vector size="104" baseType="lpstr">
      <vt:lpstr>Arial</vt:lpstr>
      <vt:lpstr>Calibri</vt:lpstr>
      <vt:lpstr>Cambria Math</vt:lpstr>
      <vt:lpstr>Corbel</vt:lpstr>
      <vt:lpstr>Courier New</vt:lpstr>
      <vt:lpstr>Times New Roman</vt:lpstr>
      <vt:lpstr>Wingdings</vt:lpstr>
      <vt:lpstr>naver</vt:lpstr>
      <vt:lpstr>Phân tích dữ liệu chuỗi thời gian</vt:lpstr>
      <vt:lpstr>Nội dung</vt:lpstr>
      <vt:lpstr>Nhãn thời gian</vt:lpstr>
      <vt:lpstr>Nhãn thời gian</vt:lpstr>
      <vt:lpstr>Nhãn thời gian</vt:lpstr>
      <vt:lpstr>Nhãn thời gian</vt:lpstr>
      <vt:lpstr>Nhãn thời gian</vt:lpstr>
      <vt:lpstr>Nhãn thời gian</vt:lpstr>
      <vt:lpstr>Nhãn thời gian</vt:lpstr>
      <vt:lpstr>Nhãn thời gian</vt:lpstr>
      <vt:lpstr>Nhãn thời gian</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 Khử nhiễu &amp; Làm mịn – Tăng cường dữ liệu</vt:lpstr>
      <vt:lpstr>Làm sạch – Khử nhiễu &amp; Làm mịn – Tăng cường dữ liệu</vt:lpstr>
      <vt:lpstr>Làm sạch – Khử nhiễu &amp; Làm mịn – Tăng cường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Làm sạch dữ liệu</vt:lpstr>
      <vt:lpstr>Mô phỏng dữ liệu chuỗi thời gian</vt:lpstr>
      <vt:lpstr>Mô phỏng dữ liệu chuỗi thời gian</vt:lpstr>
      <vt:lpstr>Mô phỏng dữ liệu chuỗi thời gian</vt:lpstr>
      <vt:lpstr>Mô phỏng dữ liệu chuỗi thời gian</vt:lpstr>
      <vt:lpstr>Mô phỏng dữ liệu chuỗi thời gian</vt:lpstr>
      <vt:lpstr>Mô phỏng dữ liệu chuỗi thời gian</vt:lpstr>
      <vt:lpstr>Mô phỏng dữ liệu chuỗi thời gian</vt:lpstr>
      <vt:lpstr>Mô phỏng dữ liệu chuỗi thời gian</vt:lpstr>
      <vt:lpstr>Mô phỏng dữ liệu chuỗi thời gian</vt:lpstr>
      <vt:lpstr>Mô phỏng dữ liệu chuỗi thời gian</vt:lpstr>
      <vt:lpstr>Mô phỏng dữ liệu chuỗi thời gian</vt:lpstr>
      <vt:lpstr>Mô phỏng dữ liệu chuỗi thời gian</vt:lpstr>
      <vt:lpstr>Mô phỏng dữ liệu chuỗi thời gian</vt:lpstr>
      <vt:lpstr>Mô phỏng dữ liệu chuỗi thời gian</vt:lpstr>
      <vt:lpstr>Mô phỏng dữ liệu chuỗi thời gian</vt:lpstr>
      <vt:lpstr>Lưu trữ dữ liệu chuỗi thời gian</vt:lpstr>
      <vt:lpstr>Lưu trữ dữ liệu chuỗi thời gian</vt:lpstr>
      <vt:lpstr>Lưu trữ dữ liệu chuỗi thời gian</vt:lpstr>
      <vt:lpstr>Lưu trữ dữ liệu chuỗi thời gian</vt:lpstr>
      <vt:lpstr>Lưu trữ dữ liệu chuỗi thời gian</vt:lpstr>
      <vt:lpstr>Lưu trữ dữ liệu chuỗi thời gian</vt:lpstr>
      <vt:lpstr>Trực quan hóa dữ liệu chuỗi thời gian</vt:lpstr>
      <vt:lpstr>Trực quan hóa dữ liệu chuỗi thời gian</vt:lpstr>
      <vt:lpstr>Trực quan hóa dữ liệu chuỗi thời gian</vt:lpstr>
      <vt:lpstr>Trực quan hóa dữ liệu chuỗi thời gian</vt:lpstr>
      <vt:lpstr>Trực quan hóa dữ liệu chuỗi thời gian</vt:lpstr>
      <vt:lpstr>Trực quan hóa dữ liệu chuỗi thời gian</vt:lpstr>
      <vt:lpstr>Trực quan hóa dữ liệu chuỗi thời gian</vt:lpstr>
      <vt:lpstr>Trực quan hóa dữ liệu chuỗi thời gian</vt:lpstr>
      <vt:lpstr>Trực quan hóa dữ liệu chuỗi thời gian</vt:lpstr>
      <vt:lpstr>Trực quan hóa dữ liệu chuỗi thời gian</vt:lpstr>
      <vt:lpstr>Trực quan hóa dữ liệu chuỗi thời gian</vt:lpstr>
      <vt:lpstr>Trực quan hóa dữ liệu chuỗi thời gian</vt:lpstr>
      <vt:lpstr>Trực quan hóa dữ liệu chuỗi thời gian</vt:lpstr>
      <vt:lpstr>Trực quan hóa dữ liệu chuỗi thời gian</vt:lpstr>
      <vt:lpstr>Trực quan hóa dữ liệu chuỗi thời gian</vt:lpstr>
      <vt:lpstr>Trực quan hóa dữ liệu chuỗi thời gian</vt:lpstr>
      <vt:lpstr>Trực quan hóa dữ liệu chuỗi thời gian</vt:lpstr>
    </vt:vector>
  </TitlesOfParts>
  <Company>BABYDUCK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creator>Manh Son</dc:creator>
  <cp:lastModifiedBy>Do Tien Dung</cp:lastModifiedBy>
  <cp:revision>429</cp:revision>
  <dcterms:created xsi:type="dcterms:W3CDTF">2007-09-05T08:24:33Z</dcterms:created>
  <dcterms:modified xsi:type="dcterms:W3CDTF">2026-01-28T03:31:53Z</dcterms:modified>
</cp:coreProperties>
</file>