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60" r:id="rId1"/>
  </p:sldMasterIdLst>
  <p:notesMasterIdLst>
    <p:notesMasterId r:id="rId48"/>
  </p:notesMasterIdLst>
  <p:handoutMasterIdLst>
    <p:handoutMasterId r:id="rId49"/>
  </p:handoutMasterIdLst>
  <p:sldIdLst>
    <p:sldId id="271" r:id="rId2"/>
    <p:sldId id="324" r:id="rId3"/>
    <p:sldId id="325" r:id="rId4"/>
    <p:sldId id="352" r:id="rId5"/>
    <p:sldId id="353" r:id="rId6"/>
    <p:sldId id="354" r:id="rId7"/>
    <p:sldId id="355" r:id="rId8"/>
    <p:sldId id="357" r:id="rId9"/>
    <p:sldId id="356" r:id="rId10"/>
    <p:sldId id="358" r:id="rId11"/>
    <p:sldId id="341" r:id="rId12"/>
    <p:sldId id="326" r:id="rId13"/>
    <p:sldId id="359" r:id="rId14"/>
    <p:sldId id="360" r:id="rId15"/>
    <p:sldId id="361" r:id="rId16"/>
    <p:sldId id="327" r:id="rId17"/>
    <p:sldId id="328" r:id="rId18"/>
    <p:sldId id="363" r:id="rId19"/>
    <p:sldId id="364" r:id="rId20"/>
    <p:sldId id="367" r:id="rId21"/>
    <p:sldId id="365" r:id="rId22"/>
    <p:sldId id="366" r:id="rId23"/>
    <p:sldId id="343" r:id="rId24"/>
    <p:sldId id="344" r:id="rId25"/>
    <p:sldId id="345" r:id="rId26"/>
    <p:sldId id="329" r:id="rId27"/>
    <p:sldId id="368" r:id="rId28"/>
    <p:sldId id="372" r:id="rId29"/>
    <p:sldId id="369" r:id="rId30"/>
    <p:sldId id="370" r:id="rId31"/>
    <p:sldId id="371" r:id="rId32"/>
    <p:sldId id="331" r:id="rId33"/>
    <p:sldId id="332" r:id="rId34"/>
    <p:sldId id="333" r:id="rId35"/>
    <p:sldId id="334" r:id="rId36"/>
    <p:sldId id="335" r:id="rId37"/>
    <p:sldId id="336" r:id="rId38"/>
    <p:sldId id="337" r:id="rId39"/>
    <p:sldId id="338" r:id="rId40"/>
    <p:sldId id="346" r:id="rId41"/>
    <p:sldId id="347" r:id="rId42"/>
    <p:sldId id="348" r:id="rId43"/>
    <p:sldId id="349" r:id="rId44"/>
    <p:sldId id="350" r:id="rId45"/>
    <p:sldId id="351" r:id="rId46"/>
    <p:sldId id="373" r:id="rId47"/>
  </p:sldIdLst>
  <p:sldSz cx="9144000" cy="6858000" type="screen4x3"/>
  <p:notesSz cx="6858000" cy="9144000"/>
  <p:custDataLst>
    <p:tags r:id="rId50"/>
  </p:custDataLst>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ADFF"/>
    <a:srgbClr val="FFCC66"/>
    <a:srgbClr val="FFCC00"/>
    <a:srgbClr val="FF99FF"/>
    <a:srgbClr val="FF66FF"/>
    <a:srgbClr val="FFCCFF"/>
    <a:srgbClr val="CC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19689C-C655-459C-9172-6C210FA513C8}" v="141" dt="2025-11-10T16:56:51.2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68" autoAdjust="0"/>
    <p:restoredTop sz="66488" autoAdjust="0"/>
  </p:normalViewPr>
  <p:slideViewPr>
    <p:cSldViewPr>
      <p:cViewPr varScale="1">
        <p:scale>
          <a:sx n="72" d="100"/>
          <a:sy n="72" d="100"/>
        </p:scale>
        <p:origin x="2904" y="200"/>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2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Pham Hoang" userId="daff2273dfcb736e" providerId="LiveId" clId="{7864E128-F8E5-4C3B-B427-8C25E8C185A6}"/>
    <pc:docChg chg="undo custSel addSld delSld modSld sldOrd">
      <pc:chgData name="Viet Pham Hoang" userId="daff2273dfcb736e" providerId="LiveId" clId="{7864E128-F8E5-4C3B-B427-8C25E8C185A6}" dt="2025-11-10T16:58:31.113" v="3037" actId="6549"/>
      <pc:docMkLst>
        <pc:docMk/>
      </pc:docMkLst>
      <pc:sldChg chg="modSp mod modNotesTx">
        <pc:chgData name="Viet Pham Hoang" userId="daff2273dfcb736e" providerId="LiveId" clId="{7864E128-F8E5-4C3B-B427-8C25E8C185A6}" dt="2025-10-24T14:29:59.023" v="145" actId="14100"/>
        <pc:sldMkLst>
          <pc:docMk/>
          <pc:sldMk cId="0" sldId="271"/>
        </pc:sldMkLst>
        <pc:spChg chg="mod">
          <ac:chgData name="Viet Pham Hoang" userId="daff2273dfcb736e" providerId="LiveId" clId="{7864E128-F8E5-4C3B-B427-8C25E8C185A6}" dt="2025-10-24T14:29:59.023" v="145" actId="14100"/>
          <ac:spMkLst>
            <pc:docMk/>
            <pc:sldMk cId="0" sldId="271"/>
            <ac:spMk id="5" creationId="{16EA7369-B7A3-44EE-9408-C24AA67B81B7}"/>
          </ac:spMkLst>
        </pc:spChg>
        <pc:spChg chg="mod">
          <ac:chgData name="Viet Pham Hoang" userId="daff2273dfcb736e" providerId="LiveId" clId="{7864E128-F8E5-4C3B-B427-8C25E8C185A6}" dt="2025-10-24T14:29:11.419" v="104" actId="20577"/>
          <ac:spMkLst>
            <pc:docMk/>
            <pc:sldMk cId="0" sldId="271"/>
            <ac:spMk id="30722" creationId="{1F1D606E-D653-45CB-95A5-529D67CA7274}"/>
          </ac:spMkLst>
        </pc:spChg>
      </pc:sldChg>
      <pc:sldChg chg="modSp del mod modNotes">
        <pc:chgData name="Viet Pham Hoang" userId="daff2273dfcb736e" providerId="LiveId" clId="{7864E128-F8E5-4C3B-B427-8C25E8C185A6}" dt="2025-11-10T14:49:00.038" v="1740" actId="47"/>
        <pc:sldMkLst>
          <pc:docMk/>
          <pc:sldMk cId="3251836067" sldId="322"/>
        </pc:sldMkLst>
      </pc:sldChg>
      <pc:sldChg chg="delSp modSp mod modNotes modNotesTx">
        <pc:chgData name="Viet Pham Hoang" userId="daff2273dfcb736e" providerId="LiveId" clId="{7864E128-F8E5-4C3B-B427-8C25E8C185A6}" dt="2025-11-10T14:49:25.869" v="1743" actId="21"/>
        <pc:sldMkLst>
          <pc:docMk/>
          <pc:sldMk cId="2610563880" sldId="324"/>
        </pc:sldMkLst>
        <pc:spChg chg="mod">
          <ac:chgData name="Viet Pham Hoang" userId="daff2273dfcb736e" providerId="LiveId" clId="{7864E128-F8E5-4C3B-B427-8C25E8C185A6}" dt="2025-10-24T14:32:14.980" v="392" actId="255"/>
          <ac:spMkLst>
            <pc:docMk/>
            <pc:sldMk cId="2610563880" sldId="324"/>
            <ac:spMk id="2" creationId="{C1BD2578-D553-1E2B-585A-73E40B0758F2}"/>
          </ac:spMkLst>
        </pc:spChg>
        <pc:spChg chg="mod">
          <ac:chgData name="Viet Pham Hoang" userId="daff2273dfcb736e" providerId="LiveId" clId="{7864E128-F8E5-4C3B-B427-8C25E8C185A6}" dt="2025-11-10T14:49:25.869" v="1743" actId="21"/>
          <ac:spMkLst>
            <pc:docMk/>
            <pc:sldMk cId="2610563880" sldId="324"/>
            <ac:spMk id="5" creationId="{BB1D7740-926A-3DCE-3F06-3714AC5C4E65}"/>
          </ac:spMkLst>
        </pc:spChg>
      </pc:sldChg>
      <pc:sldChg chg="modSp add mod modNotesTx">
        <pc:chgData name="Viet Pham Hoang" userId="daff2273dfcb736e" providerId="LiveId" clId="{7864E128-F8E5-4C3B-B427-8C25E8C185A6}" dt="2025-11-10T14:08:31.345" v="1142" actId="20577"/>
        <pc:sldMkLst>
          <pc:docMk/>
          <pc:sldMk cId="4001027128" sldId="325"/>
        </pc:sldMkLst>
        <pc:spChg chg="mod">
          <ac:chgData name="Viet Pham Hoang" userId="daff2273dfcb736e" providerId="LiveId" clId="{7864E128-F8E5-4C3B-B427-8C25E8C185A6}" dt="2025-10-24T14:53:20.739" v="550" actId="2711"/>
          <ac:spMkLst>
            <pc:docMk/>
            <pc:sldMk cId="4001027128" sldId="325"/>
            <ac:spMk id="31746" creationId="{7F7719F0-B602-41C5-837E-19977E02C9FC}"/>
          </ac:spMkLst>
        </pc:spChg>
        <pc:spChg chg="mod">
          <ac:chgData name="Viet Pham Hoang" userId="daff2273dfcb736e" providerId="LiveId" clId="{7864E128-F8E5-4C3B-B427-8C25E8C185A6}" dt="2025-11-10T14:08:31.345" v="1142" actId="20577"/>
          <ac:spMkLst>
            <pc:docMk/>
            <pc:sldMk cId="4001027128" sldId="325"/>
            <ac:spMk id="31747" creationId="{2372D423-B477-4EE1-B1AD-C12F978B3E21}"/>
          </ac:spMkLst>
        </pc:spChg>
      </pc:sldChg>
      <pc:sldChg chg="addSp modSp add mod">
        <pc:chgData name="Viet Pham Hoang" userId="daff2273dfcb736e" providerId="LiveId" clId="{7864E128-F8E5-4C3B-B427-8C25E8C185A6}" dt="2025-11-10T14:57:31.680" v="1765" actId="1036"/>
        <pc:sldMkLst>
          <pc:docMk/>
          <pc:sldMk cId="512756448" sldId="326"/>
        </pc:sldMkLst>
        <pc:spChg chg="mod">
          <ac:chgData name="Viet Pham Hoang" userId="daff2273dfcb736e" providerId="LiveId" clId="{7864E128-F8E5-4C3B-B427-8C25E8C185A6}" dt="2025-11-10T14:56:02.914" v="1747" actId="12"/>
          <ac:spMkLst>
            <pc:docMk/>
            <pc:sldMk cId="512756448" sldId="326"/>
            <ac:spMk id="31746" creationId="{B7684F01-3A60-9B6F-06D3-F94BFBE182FC}"/>
          </ac:spMkLst>
        </pc:spChg>
        <pc:spChg chg="mod">
          <ac:chgData name="Viet Pham Hoang" userId="daff2273dfcb736e" providerId="LiveId" clId="{7864E128-F8E5-4C3B-B427-8C25E8C185A6}" dt="2025-11-10T14:57:26.660" v="1761" actId="15"/>
          <ac:spMkLst>
            <pc:docMk/>
            <pc:sldMk cId="512756448" sldId="326"/>
            <ac:spMk id="31747" creationId="{2F2B6C45-1788-B0D5-6398-EEECC50D7D96}"/>
          </ac:spMkLst>
        </pc:spChg>
        <pc:picChg chg="add mod">
          <ac:chgData name="Viet Pham Hoang" userId="daff2273dfcb736e" providerId="LiveId" clId="{7864E128-F8E5-4C3B-B427-8C25E8C185A6}" dt="2025-11-10T14:57:31.680" v="1765" actId="1036"/>
          <ac:picMkLst>
            <pc:docMk/>
            <pc:sldMk cId="512756448" sldId="326"/>
            <ac:picMk id="3" creationId="{161E054E-9251-86D6-3024-FB7DC2911F07}"/>
          </ac:picMkLst>
        </pc:picChg>
      </pc:sldChg>
      <pc:sldChg chg="delSp modSp add mod">
        <pc:chgData name="Viet Pham Hoang" userId="daff2273dfcb736e" providerId="LiveId" clId="{7864E128-F8E5-4C3B-B427-8C25E8C185A6}" dt="2025-11-10T15:22:32.652" v="1931"/>
        <pc:sldMkLst>
          <pc:docMk/>
          <pc:sldMk cId="3498466316" sldId="327"/>
        </pc:sldMkLst>
        <pc:spChg chg="mod">
          <ac:chgData name="Viet Pham Hoang" userId="daff2273dfcb736e" providerId="LiveId" clId="{7864E128-F8E5-4C3B-B427-8C25E8C185A6}" dt="2025-11-10T15:22:32.652" v="1931"/>
          <ac:spMkLst>
            <pc:docMk/>
            <pc:sldMk cId="3498466316" sldId="327"/>
            <ac:spMk id="31746" creationId="{E28B7546-06F5-C42A-003F-190ADA571882}"/>
          </ac:spMkLst>
        </pc:spChg>
        <pc:spChg chg="mod">
          <ac:chgData name="Viet Pham Hoang" userId="daff2273dfcb736e" providerId="LiveId" clId="{7864E128-F8E5-4C3B-B427-8C25E8C185A6}" dt="2025-11-10T15:22:01.632" v="1930" actId="20577"/>
          <ac:spMkLst>
            <pc:docMk/>
            <pc:sldMk cId="3498466316" sldId="327"/>
            <ac:spMk id="31747" creationId="{009A0DB9-93B3-0DFB-5C78-6105918F9240}"/>
          </ac:spMkLst>
        </pc:spChg>
      </pc:sldChg>
      <pc:sldChg chg="addSp modSp add mod">
        <pc:chgData name="Viet Pham Hoang" userId="daff2273dfcb736e" providerId="LiveId" clId="{7864E128-F8E5-4C3B-B427-8C25E8C185A6}" dt="2025-11-10T15:22:36.929" v="1932"/>
        <pc:sldMkLst>
          <pc:docMk/>
          <pc:sldMk cId="2110382469" sldId="328"/>
        </pc:sldMkLst>
        <pc:spChg chg="mod">
          <ac:chgData name="Viet Pham Hoang" userId="daff2273dfcb736e" providerId="LiveId" clId="{7864E128-F8E5-4C3B-B427-8C25E8C185A6}" dt="2025-11-10T15:22:36.929" v="1932"/>
          <ac:spMkLst>
            <pc:docMk/>
            <pc:sldMk cId="2110382469" sldId="328"/>
            <ac:spMk id="31746" creationId="{5C48EE73-9B4B-312A-1ABC-2350A82BAB08}"/>
          </ac:spMkLst>
        </pc:spChg>
        <pc:spChg chg="mod">
          <ac:chgData name="Viet Pham Hoang" userId="daff2273dfcb736e" providerId="LiveId" clId="{7864E128-F8E5-4C3B-B427-8C25E8C185A6}" dt="2025-10-24T14:49:18.076" v="462" actId="20577"/>
          <ac:spMkLst>
            <pc:docMk/>
            <pc:sldMk cId="2110382469" sldId="328"/>
            <ac:spMk id="31747" creationId="{D48C1867-D20A-73DD-A84D-AC7119DCAA84}"/>
          </ac:spMkLst>
        </pc:spChg>
        <pc:picChg chg="add mod">
          <ac:chgData name="Viet Pham Hoang" userId="daff2273dfcb736e" providerId="LiveId" clId="{7864E128-F8E5-4C3B-B427-8C25E8C185A6}" dt="2025-10-24T14:49:32.951" v="464" actId="1076"/>
          <ac:picMkLst>
            <pc:docMk/>
            <pc:sldMk cId="2110382469" sldId="328"/>
            <ac:picMk id="3" creationId="{B5A1781F-A5F7-1ABD-3468-026F71F74A01}"/>
          </ac:picMkLst>
        </pc:picChg>
      </pc:sldChg>
      <pc:sldChg chg="modSp add mod modNotesTx">
        <pc:chgData name="Viet Pham Hoang" userId="daff2273dfcb736e" providerId="LiveId" clId="{7864E128-F8E5-4C3B-B427-8C25E8C185A6}" dt="2025-11-10T16:04:57.167" v="2681" actId="6549"/>
        <pc:sldMkLst>
          <pc:docMk/>
          <pc:sldMk cId="293571930" sldId="329"/>
        </pc:sldMkLst>
        <pc:spChg chg="mod">
          <ac:chgData name="Viet Pham Hoang" userId="daff2273dfcb736e" providerId="LiveId" clId="{7864E128-F8E5-4C3B-B427-8C25E8C185A6}" dt="2025-11-10T16:03:29.104" v="2615" actId="20577"/>
          <ac:spMkLst>
            <pc:docMk/>
            <pc:sldMk cId="293571930" sldId="329"/>
            <ac:spMk id="31746" creationId="{B1CF6954-B1F9-14A0-7ABD-49E5ADCD3A85}"/>
          </ac:spMkLst>
        </pc:spChg>
        <pc:spChg chg="mod">
          <ac:chgData name="Viet Pham Hoang" userId="daff2273dfcb736e" providerId="LiveId" clId="{7864E128-F8E5-4C3B-B427-8C25E8C185A6}" dt="2025-11-10T16:04:41.959" v="2680" actId="12"/>
          <ac:spMkLst>
            <pc:docMk/>
            <pc:sldMk cId="293571930" sldId="329"/>
            <ac:spMk id="31747" creationId="{B806679F-83AC-46CA-0D85-394A38C57AC2}"/>
          </ac:spMkLst>
        </pc:spChg>
      </pc:sldChg>
      <pc:sldChg chg="modSp add mod modNotesTx">
        <pc:chgData name="Viet Pham Hoang" userId="daff2273dfcb736e" providerId="LiveId" clId="{7864E128-F8E5-4C3B-B427-8C25E8C185A6}" dt="2025-11-10T16:15:42.762" v="2878" actId="12"/>
        <pc:sldMkLst>
          <pc:docMk/>
          <pc:sldMk cId="1743473623" sldId="331"/>
        </pc:sldMkLst>
        <pc:spChg chg="mod">
          <ac:chgData name="Viet Pham Hoang" userId="daff2273dfcb736e" providerId="LiveId" clId="{7864E128-F8E5-4C3B-B427-8C25E8C185A6}" dt="2025-11-10T16:02:58.602" v="2598" actId="20577"/>
          <ac:spMkLst>
            <pc:docMk/>
            <pc:sldMk cId="1743473623" sldId="331"/>
            <ac:spMk id="31746" creationId="{F90B5A79-B3D0-6833-3306-0EA09AE506E2}"/>
          </ac:spMkLst>
        </pc:spChg>
        <pc:spChg chg="mod">
          <ac:chgData name="Viet Pham Hoang" userId="daff2273dfcb736e" providerId="LiveId" clId="{7864E128-F8E5-4C3B-B427-8C25E8C185A6}" dt="2025-11-10T16:15:42.762" v="2878" actId="12"/>
          <ac:spMkLst>
            <pc:docMk/>
            <pc:sldMk cId="1743473623" sldId="331"/>
            <ac:spMk id="31747" creationId="{D92B5DEF-56C2-5E78-E7E1-7A93A7741B1B}"/>
          </ac:spMkLst>
        </pc:spChg>
      </pc:sldChg>
      <pc:sldChg chg="modSp add mod modNotesTx">
        <pc:chgData name="Viet Pham Hoang" userId="daff2273dfcb736e" providerId="LiveId" clId="{7864E128-F8E5-4C3B-B427-8C25E8C185A6}" dt="2025-11-10T16:16:50.882" v="2894"/>
        <pc:sldMkLst>
          <pc:docMk/>
          <pc:sldMk cId="220554991" sldId="332"/>
        </pc:sldMkLst>
        <pc:spChg chg="mod">
          <ac:chgData name="Viet Pham Hoang" userId="daff2273dfcb736e" providerId="LiveId" clId="{7864E128-F8E5-4C3B-B427-8C25E8C185A6}" dt="2025-11-10T16:16:50.882" v="2894"/>
          <ac:spMkLst>
            <pc:docMk/>
            <pc:sldMk cId="220554991" sldId="332"/>
            <ac:spMk id="31746" creationId="{EF2875EB-1602-1180-AC05-FB2E504D4D3E}"/>
          </ac:spMkLst>
        </pc:spChg>
        <pc:spChg chg="mod">
          <ac:chgData name="Viet Pham Hoang" userId="daff2273dfcb736e" providerId="LiveId" clId="{7864E128-F8E5-4C3B-B427-8C25E8C185A6}" dt="2025-11-10T16:15:55.361" v="2881" actId="15"/>
          <ac:spMkLst>
            <pc:docMk/>
            <pc:sldMk cId="220554991" sldId="332"/>
            <ac:spMk id="31747" creationId="{B9DE8A53-DD7B-8C58-72E6-4752EBE42EA6}"/>
          </ac:spMkLst>
        </pc:spChg>
      </pc:sldChg>
      <pc:sldChg chg="modSp add mod modNotesTx">
        <pc:chgData name="Viet Pham Hoang" userId="daff2273dfcb736e" providerId="LiveId" clId="{7864E128-F8E5-4C3B-B427-8C25E8C185A6}" dt="2025-11-10T16:16:54.752" v="2895"/>
        <pc:sldMkLst>
          <pc:docMk/>
          <pc:sldMk cId="739863352" sldId="333"/>
        </pc:sldMkLst>
        <pc:spChg chg="mod">
          <ac:chgData name="Viet Pham Hoang" userId="daff2273dfcb736e" providerId="LiveId" clId="{7864E128-F8E5-4C3B-B427-8C25E8C185A6}" dt="2025-11-10T16:16:54.752" v="2895"/>
          <ac:spMkLst>
            <pc:docMk/>
            <pc:sldMk cId="739863352" sldId="333"/>
            <ac:spMk id="31746" creationId="{FE7C76D8-9459-B58B-534E-6B9F7F0AE782}"/>
          </ac:spMkLst>
        </pc:spChg>
        <pc:spChg chg="mod">
          <ac:chgData name="Viet Pham Hoang" userId="daff2273dfcb736e" providerId="LiveId" clId="{7864E128-F8E5-4C3B-B427-8C25E8C185A6}" dt="2025-11-10T16:16:12.898" v="2884" actId="15"/>
          <ac:spMkLst>
            <pc:docMk/>
            <pc:sldMk cId="739863352" sldId="333"/>
            <ac:spMk id="31747" creationId="{926902BD-4286-A577-1CE3-F5299A630A30}"/>
          </ac:spMkLst>
        </pc:spChg>
      </pc:sldChg>
      <pc:sldChg chg="modSp add mod modNotesTx">
        <pc:chgData name="Viet Pham Hoang" userId="daff2273dfcb736e" providerId="LiveId" clId="{7864E128-F8E5-4C3B-B427-8C25E8C185A6}" dt="2025-11-10T16:16:57.933" v="2896"/>
        <pc:sldMkLst>
          <pc:docMk/>
          <pc:sldMk cId="631080457" sldId="334"/>
        </pc:sldMkLst>
        <pc:spChg chg="mod">
          <ac:chgData name="Viet Pham Hoang" userId="daff2273dfcb736e" providerId="LiveId" clId="{7864E128-F8E5-4C3B-B427-8C25E8C185A6}" dt="2025-11-10T16:16:57.933" v="2896"/>
          <ac:spMkLst>
            <pc:docMk/>
            <pc:sldMk cId="631080457" sldId="334"/>
            <ac:spMk id="31746" creationId="{4326A585-E89B-2109-1567-2DF1C477F22E}"/>
          </ac:spMkLst>
        </pc:spChg>
        <pc:spChg chg="mod">
          <ac:chgData name="Viet Pham Hoang" userId="daff2273dfcb736e" providerId="LiveId" clId="{7864E128-F8E5-4C3B-B427-8C25E8C185A6}" dt="2025-11-10T16:16:22.144" v="2887" actId="15"/>
          <ac:spMkLst>
            <pc:docMk/>
            <pc:sldMk cId="631080457" sldId="334"/>
            <ac:spMk id="31747" creationId="{5168F932-F731-2147-DFAA-39CF6E4AD3F5}"/>
          </ac:spMkLst>
        </pc:spChg>
      </pc:sldChg>
      <pc:sldChg chg="modSp add mod">
        <pc:chgData name="Viet Pham Hoang" userId="daff2273dfcb736e" providerId="LiveId" clId="{7864E128-F8E5-4C3B-B427-8C25E8C185A6}" dt="2025-11-10T16:17:01.246" v="2897"/>
        <pc:sldMkLst>
          <pc:docMk/>
          <pc:sldMk cId="2802763068" sldId="335"/>
        </pc:sldMkLst>
        <pc:spChg chg="mod">
          <ac:chgData name="Viet Pham Hoang" userId="daff2273dfcb736e" providerId="LiveId" clId="{7864E128-F8E5-4C3B-B427-8C25E8C185A6}" dt="2025-11-10T16:17:01.246" v="2897"/>
          <ac:spMkLst>
            <pc:docMk/>
            <pc:sldMk cId="2802763068" sldId="335"/>
            <ac:spMk id="31746" creationId="{1CB1B74B-9260-ACDC-E69C-6B45282338F3}"/>
          </ac:spMkLst>
        </pc:spChg>
        <pc:spChg chg="mod">
          <ac:chgData name="Viet Pham Hoang" userId="daff2273dfcb736e" providerId="LiveId" clId="{7864E128-F8E5-4C3B-B427-8C25E8C185A6}" dt="2025-11-10T16:16:30.920" v="2890" actId="15"/>
          <ac:spMkLst>
            <pc:docMk/>
            <pc:sldMk cId="2802763068" sldId="335"/>
            <ac:spMk id="31747" creationId="{C3C9E695-EE98-B182-DB6E-5BD9B0D1884B}"/>
          </ac:spMkLst>
        </pc:spChg>
      </pc:sldChg>
      <pc:sldChg chg="modSp add mod">
        <pc:chgData name="Viet Pham Hoang" userId="daff2273dfcb736e" providerId="LiveId" clId="{7864E128-F8E5-4C3B-B427-8C25E8C185A6}" dt="2025-11-10T16:17:05.661" v="2898"/>
        <pc:sldMkLst>
          <pc:docMk/>
          <pc:sldMk cId="3214891936" sldId="336"/>
        </pc:sldMkLst>
        <pc:spChg chg="mod">
          <ac:chgData name="Viet Pham Hoang" userId="daff2273dfcb736e" providerId="LiveId" clId="{7864E128-F8E5-4C3B-B427-8C25E8C185A6}" dt="2025-11-10T16:17:05.661" v="2898"/>
          <ac:spMkLst>
            <pc:docMk/>
            <pc:sldMk cId="3214891936" sldId="336"/>
            <ac:spMk id="31746" creationId="{E1BF13E0-2249-339D-10AA-735A565B2FD2}"/>
          </ac:spMkLst>
        </pc:spChg>
        <pc:spChg chg="mod">
          <ac:chgData name="Viet Pham Hoang" userId="daff2273dfcb736e" providerId="LiveId" clId="{7864E128-F8E5-4C3B-B427-8C25E8C185A6}" dt="2025-11-10T16:16:40.360" v="2893" actId="15"/>
          <ac:spMkLst>
            <pc:docMk/>
            <pc:sldMk cId="3214891936" sldId="336"/>
            <ac:spMk id="31747" creationId="{015E06F5-A429-2820-51C1-20439E4A8E1B}"/>
          </ac:spMkLst>
        </pc:spChg>
      </pc:sldChg>
      <pc:sldChg chg="modSp add mod">
        <pc:chgData name="Viet Pham Hoang" userId="daff2273dfcb736e" providerId="LiveId" clId="{7864E128-F8E5-4C3B-B427-8C25E8C185A6}" dt="2025-11-10T16:17:29.896" v="2901" actId="15"/>
        <pc:sldMkLst>
          <pc:docMk/>
          <pc:sldMk cId="4265406820" sldId="337"/>
        </pc:sldMkLst>
        <pc:spChg chg="mod">
          <ac:chgData name="Viet Pham Hoang" userId="daff2273dfcb736e" providerId="LiveId" clId="{7864E128-F8E5-4C3B-B427-8C25E8C185A6}" dt="2025-11-10T16:17:08.382" v="2899"/>
          <ac:spMkLst>
            <pc:docMk/>
            <pc:sldMk cId="4265406820" sldId="337"/>
            <ac:spMk id="31746" creationId="{2DC8CEB6-3AE6-14A6-3ECD-FE72C1696903}"/>
          </ac:spMkLst>
        </pc:spChg>
        <pc:spChg chg="mod">
          <ac:chgData name="Viet Pham Hoang" userId="daff2273dfcb736e" providerId="LiveId" clId="{7864E128-F8E5-4C3B-B427-8C25E8C185A6}" dt="2025-11-10T16:17:29.896" v="2901" actId="15"/>
          <ac:spMkLst>
            <pc:docMk/>
            <pc:sldMk cId="4265406820" sldId="337"/>
            <ac:spMk id="31747" creationId="{01A3CA89-8E77-1C94-4D0B-388A2C333E8D}"/>
          </ac:spMkLst>
        </pc:spChg>
      </pc:sldChg>
      <pc:sldChg chg="modSp add mod">
        <pc:chgData name="Viet Pham Hoang" userId="daff2273dfcb736e" providerId="LiveId" clId="{7864E128-F8E5-4C3B-B427-8C25E8C185A6}" dt="2025-11-10T16:17:34.061" v="2902" actId="15"/>
        <pc:sldMkLst>
          <pc:docMk/>
          <pc:sldMk cId="3163648390" sldId="338"/>
        </pc:sldMkLst>
        <pc:spChg chg="mod">
          <ac:chgData name="Viet Pham Hoang" userId="daff2273dfcb736e" providerId="LiveId" clId="{7864E128-F8E5-4C3B-B427-8C25E8C185A6}" dt="2025-11-10T16:17:16.641" v="2900"/>
          <ac:spMkLst>
            <pc:docMk/>
            <pc:sldMk cId="3163648390" sldId="338"/>
            <ac:spMk id="31746" creationId="{00689FB5-EBC9-720B-08A4-D56B7AEF95B4}"/>
          </ac:spMkLst>
        </pc:spChg>
        <pc:spChg chg="mod">
          <ac:chgData name="Viet Pham Hoang" userId="daff2273dfcb736e" providerId="LiveId" clId="{7864E128-F8E5-4C3B-B427-8C25E8C185A6}" dt="2025-11-10T16:17:34.061" v="2902" actId="15"/>
          <ac:spMkLst>
            <pc:docMk/>
            <pc:sldMk cId="3163648390" sldId="338"/>
            <ac:spMk id="31747" creationId="{6DD5ED5D-9502-E7DE-6B5C-025CCFD6AEC0}"/>
          </ac:spMkLst>
        </pc:spChg>
      </pc:sldChg>
      <pc:sldChg chg="modSp add del mod ord">
        <pc:chgData name="Viet Pham Hoang" userId="daff2273dfcb736e" providerId="LiveId" clId="{7864E128-F8E5-4C3B-B427-8C25E8C185A6}" dt="2025-11-10T16:02:14.865" v="2568" actId="47"/>
        <pc:sldMkLst>
          <pc:docMk/>
          <pc:sldMk cId="2402919495" sldId="339"/>
        </pc:sldMkLst>
        <pc:spChg chg="mod">
          <ac:chgData name="Viet Pham Hoang" userId="daff2273dfcb736e" providerId="LiveId" clId="{7864E128-F8E5-4C3B-B427-8C25E8C185A6}" dt="2025-11-10T15:59:13.722" v="2368" actId="21"/>
          <ac:spMkLst>
            <pc:docMk/>
            <pc:sldMk cId="2402919495" sldId="339"/>
            <ac:spMk id="31747" creationId="{F6885B19-5702-829F-92BF-1EAD4698081F}"/>
          </ac:spMkLst>
        </pc:spChg>
      </pc:sldChg>
      <pc:sldChg chg="add del">
        <pc:chgData name="Viet Pham Hoang" userId="daff2273dfcb736e" providerId="LiveId" clId="{7864E128-F8E5-4C3B-B427-8C25E8C185A6}" dt="2025-11-10T15:53:42.376" v="2258" actId="47"/>
        <pc:sldMkLst>
          <pc:docMk/>
          <pc:sldMk cId="1700813395" sldId="340"/>
        </pc:sldMkLst>
      </pc:sldChg>
      <pc:sldChg chg="modSp add del mod">
        <pc:chgData name="Viet Pham Hoang" userId="daff2273dfcb736e" providerId="LiveId" clId="{7864E128-F8E5-4C3B-B427-8C25E8C185A6}" dt="2025-11-10T15:53:13.765" v="2256" actId="2696"/>
        <pc:sldMkLst>
          <pc:docMk/>
          <pc:sldMk cId="2671280486" sldId="340"/>
        </pc:sldMkLst>
      </pc:sldChg>
      <pc:sldChg chg="modSp add del mod modNotesTx">
        <pc:chgData name="Viet Pham Hoang" userId="daff2273dfcb736e" providerId="LiveId" clId="{7864E128-F8E5-4C3B-B427-8C25E8C185A6}" dt="2025-11-10T15:53:13.765" v="2256" actId="2696"/>
        <pc:sldMkLst>
          <pc:docMk/>
          <pc:sldMk cId="771757412" sldId="341"/>
        </pc:sldMkLst>
      </pc:sldChg>
      <pc:sldChg chg="modSp add mod ord">
        <pc:chgData name="Viet Pham Hoang" userId="daff2273dfcb736e" providerId="LiveId" clId="{7864E128-F8E5-4C3B-B427-8C25E8C185A6}" dt="2025-11-10T15:56:46.582" v="2338" actId="15"/>
        <pc:sldMkLst>
          <pc:docMk/>
          <pc:sldMk cId="3596407134" sldId="341"/>
        </pc:sldMkLst>
        <pc:spChg chg="mod">
          <ac:chgData name="Viet Pham Hoang" userId="daff2273dfcb736e" providerId="LiveId" clId="{7864E128-F8E5-4C3B-B427-8C25E8C185A6}" dt="2025-11-10T15:56:46.582" v="2338" actId="15"/>
          <ac:spMkLst>
            <pc:docMk/>
            <pc:sldMk cId="3596407134" sldId="341"/>
            <ac:spMk id="31747" creationId="{D2027AE2-5BF8-FD7C-A615-0187406B22EB}"/>
          </ac:spMkLst>
        </pc:spChg>
      </pc:sldChg>
      <pc:sldChg chg="modSp add del mod">
        <pc:chgData name="Viet Pham Hoang" userId="daff2273dfcb736e" providerId="LiveId" clId="{7864E128-F8E5-4C3B-B427-8C25E8C185A6}" dt="2025-11-10T15:52:30.225" v="2255" actId="47"/>
        <pc:sldMkLst>
          <pc:docMk/>
          <pc:sldMk cId="287901674" sldId="342"/>
        </pc:sldMkLst>
      </pc:sldChg>
      <pc:sldChg chg="modSp add del mod modNotesTx">
        <pc:chgData name="Viet Pham Hoang" userId="daff2273dfcb736e" providerId="LiveId" clId="{7864E128-F8E5-4C3B-B427-8C25E8C185A6}" dt="2025-11-10T15:53:13.765" v="2256" actId="2696"/>
        <pc:sldMkLst>
          <pc:docMk/>
          <pc:sldMk cId="3116132793" sldId="343"/>
        </pc:sldMkLst>
      </pc:sldChg>
      <pc:sldChg chg="modSp add mod ord modNotesTx">
        <pc:chgData name="Viet Pham Hoang" userId="daff2273dfcb736e" providerId="LiveId" clId="{7864E128-F8E5-4C3B-B427-8C25E8C185A6}" dt="2025-11-10T16:58:31.113" v="3037" actId="6549"/>
        <pc:sldMkLst>
          <pc:docMk/>
          <pc:sldMk cId="4078502387" sldId="343"/>
        </pc:sldMkLst>
        <pc:spChg chg="mod">
          <ac:chgData name="Viet Pham Hoang" userId="daff2273dfcb736e" providerId="LiveId" clId="{7864E128-F8E5-4C3B-B427-8C25E8C185A6}" dt="2025-11-10T15:58:39.594" v="2365" actId="20577"/>
          <ac:spMkLst>
            <pc:docMk/>
            <pc:sldMk cId="4078502387" sldId="343"/>
            <ac:spMk id="31747" creationId="{4055512E-734A-152B-94FD-E9AAF6B0516F}"/>
          </ac:spMkLst>
        </pc:spChg>
      </pc:sldChg>
      <pc:sldChg chg="modSp add mod ord">
        <pc:chgData name="Viet Pham Hoang" userId="daff2273dfcb736e" providerId="LiveId" clId="{7864E128-F8E5-4C3B-B427-8C25E8C185A6}" dt="2025-11-10T15:58:25.335" v="2342"/>
        <pc:sldMkLst>
          <pc:docMk/>
          <pc:sldMk cId="1712565317" sldId="344"/>
        </pc:sldMkLst>
        <pc:spChg chg="mod">
          <ac:chgData name="Viet Pham Hoang" userId="daff2273dfcb736e" providerId="LiveId" clId="{7864E128-F8E5-4C3B-B427-8C25E8C185A6}" dt="2025-11-10T15:55:34.007" v="2335" actId="15"/>
          <ac:spMkLst>
            <pc:docMk/>
            <pc:sldMk cId="1712565317" sldId="344"/>
            <ac:spMk id="31747" creationId="{C746E2C7-3B9D-28E4-AE11-FD3C59C6E6EE}"/>
          </ac:spMkLst>
        </pc:spChg>
      </pc:sldChg>
      <pc:sldChg chg="modSp add del mod">
        <pc:chgData name="Viet Pham Hoang" userId="daff2273dfcb736e" providerId="LiveId" clId="{7864E128-F8E5-4C3B-B427-8C25E8C185A6}" dt="2025-11-10T15:53:13.765" v="2256" actId="2696"/>
        <pc:sldMkLst>
          <pc:docMk/>
          <pc:sldMk cId="3906755876" sldId="344"/>
        </pc:sldMkLst>
      </pc:sldChg>
      <pc:sldChg chg="modSp add del mod">
        <pc:chgData name="Viet Pham Hoang" userId="daff2273dfcb736e" providerId="LiveId" clId="{7864E128-F8E5-4C3B-B427-8C25E8C185A6}" dt="2025-11-10T15:53:13.765" v="2256" actId="2696"/>
        <pc:sldMkLst>
          <pc:docMk/>
          <pc:sldMk cId="755565083" sldId="345"/>
        </pc:sldMkLst>
      </pc:sldChg>
      <pc:sldChg chg="modSp add mod ord">
        <pc:chgData name="Viet Pham Hoang" userId="daff2273dfcb736e" providerId="LiveId" clId="{7864E128-F8E5-4C3B-B427-8C25E8C185A6}" dt="2025-11-10T16:02:08.687" v="2567" actId="255"/>
        <pc:sldMkLst>
          <pc:docMk/>
          <pc:sldMk cId="1361425370" sldId="345"/>
        </pc:sldMkLst>
        <pc:spChg chg="mod">
          <ac:chgData name="Viet Pham Hoang" userId="daff2273dfcb736e" providerId="LiveId" clId="{7864E128-F8E5-4C3B-B427-8C25E8C185A6}" dt="2025-11-10T16:02:08.687" v="2567" actId="255"/>
          <ac:spMkLst>
            <pc:docMk/>
            <pc:sldMk cId="1361425370" sldId="345"/>
            <ac:spMk id="31747" creationId="{F7DBDF95-C02F-1290-39A7-1D414F4BB749}"/>
          </ac:spMkLst>
        </pc:spChg>
      </pc:sldChg>
      <pc:sldChg chg="addSp modSp add mod modNotesTx">
        <pc:chgData name="Viet Pham Hoang" userId="daff2273dfcb736e" providerId="LiveId" clId="{7864E128-F8E5-4C3B-B427-8C25E8C185A6}" dt="2025-10-24T15:41:40.137" v="962" actId="20577"/>
        <pc:sldMkLst>
          <pc:docMk/>
          <pc:sldMk cId="4062376453" sldId="346"/>
        </pc:sldMkLst>
        <pc:spChg chg="mod">
          <ac:chgData name="Viet Pham Hoang" userId="daff2273dfcb736e" providerId="LiveId" clId="{7864E128-F8E5-4C3B-B427-8C25E8C185A6}" dt="2025-10-24T15:19:41.102" v="848" actId="255"/>
          <ac:spMkLst>
            <pc:docMk/>
            <pc:sldMk cId="4062376453" sldId="346"/>
            <ac:spMk id="31746" creationId="{73FDF711-212E-771A-61B4-67B8143A2131}"/>
          </ac:spMkLst>
        </pc:spChg>
        <pc:spChg chg="mod">
          <ac:chgData name="Viet Pham Hoang" userId="daff2273dfcb736e" providerId="LiveId" clId="{7864E128-F8E5-4C3B-B427-8C25E8C185A6}" dt="2025-10-24T15:23:51.700" v="886" actId="12"/>
          <ac:spMkLst>
            <pc:docMk/>
            <pc:sldMk cId="4062376453" sldId="346"/>
            <ac:spMk id="31747" creationId="{7A472108-E2F8-F066-BFC6-FAB4D9F640EF}"/>
          </ac:spMkLst>
        </pc:spChg>
        <pc:graphicFrameChg chg="add mod modGraphic">
          <ac:chgData name="Viet Pham Hoang" userId="daff2273dfcb736e" providerId="LiveId" clId="{7864E128-F8E5-4C3B-B427-8C25E8C185A6}" dt="2025-10-24T15:35:47.539" v="922"/>
          <ac:graphicFrameMkLst>
            <pc:docMk/>
            <pc:sldMk cId="4062376453" sldId="346"/>
            <ac:graphicFrameMk id="4" creationId="{1E1EC9DD-29D1-2808-B287-9FD6E470DD92}"/>
          </ac:graphicFrameMkLst>
        </pc:graphicFrameChg>
      </pc:sldChg>
      <pc:sldChg chg="delSp modSp add mod modNotesTx">
        <pc:chgData name="Viet Pham Hoang" userId="daff2273dfcb736e" providerId="LiveId" clId="{7864E128-F8E5-4C3B-B427-8C25E8C185A6}" dt="2025-11-10T16:44:44.270" v="2910" actId="12"/>
        <pc:sldMkLst>
          <pc:docMk/>
          <pc:sldMk cId="871261449" sldId="347"/>
        </pc:sldMkLst>
        <pc:spChg chg="mod">
          <ac:chgData name="Viet Pham Hoang" userId="daff2273dfcb736e" providerId="LiveId" clId="{7864E128-F8E5-4C3B-B427-8C25E8C185A6}" dt="2025-11-10T16:44:44.270" v="2910" actId="12"/>
          <ac:spMkLst>
            <pc:docMk/>
            <pc:sldMk cId="871261449" sldId="347"/>
            <ac:spMk id="31747" creationId="{5F7BCA18-F14C-EA5B-539C-E91DB96958C0}"/>
          </ac:spMkLst>
        </pc:spChg>
      </pc:sldChg>
      <pc:sldChg chg="modSp add mod modNotesTx">
        <pc:chgData name="Viet Pham Hoang" userId="daff2273dfcb736e" providerId="LiveId" clId="{7864E128-F8E5-4C3B-B427-8C25E8C185A6}" dt="2025-11-10T16:46:40.224" v="2922" actId="20577"/>
        <pc:sldMkLst>
          <pc:docMk/>
          <pc:sldMk cId="3582598517" sldId="348"/>
        </pc:sldMkLst>
        <pc:spChg chg="mod">
          <ac:chgData name="Viet Pham Hoang" userId="daff2273dfcb736e" providerId="LiveId" clId="{7864E128-F8E5-4C3B-B427-8C25E8C185A6}" dt="2025-11-10T16:46:02.663" v="2919" actId="12"/>
          <ac:spMkLst>
            <pc:docMk/>
            <pc:sldMk cId="3582598517" sldId="348"/>
            <ac:spMk id="31747" creationId="{CCEC044E-579E-690E-1A2C-CAE66B41E4DD}"/>
          </ac:spMkLst>
        </pc:spChg>
      </pc:sldChg>
      <pc:sldChg chg="modSp add mod modNotesTx">
        <pc:chgData name="Viet Pham Hoang" userId="daff2273dfcb736e" providerId="LiveId" clId="{7864E128-F8E5-4C3B-B427-8C25E8C185A6}" dt="2025-11-10T16:47:52.038" v="2932" actId="20577"/>
        <pc:sldMkLst>
          <pc:docMk/>
          <pc:sldMk cId="3030799217" sldId="349"/>
        </pc:sldMkLst>
        <pc:spChg chg="mod">
          <ac:chgData name="Viet Pham Hoang" userId="daff2273dfcb736e" providerId="LiveId" clId="{7864E128-F8E5-4C3B-B427-8C25E8C185A6}" dt="2025-11-10T16:47:42.562" v="2931" actId="12"/>
          <ac:spMkLst>
            <pc:docMk/>
            <pc:sldMk cId="3030799217" sldId="349"/>
            <ac:spMk id="31747" creationId="{45ABD598-CD94-F980-C834-0250C5E88B15}"/>
          </ac:spMkLst>
        </pc:spChg>
      </pc:sldChg>
      <pc:sldChg chg="modSp add mod">
        <pc:chgData name="Viet Pham Hoang" userId="daff2273dfcb736e" providerId="LiveId" clId="{7864E128-F8E5-4C3B-B427-8C25E8C185A6}" dt="2025-11-10T16:48:51.473" v="2940" actId="12"/>
        <pc:sldMkLst>
          <pc:docMk/>
          <pc:sldMk cId="111761736" sldId="350"/>
        </pc:sldMkLst>
        <pc:spChg chg="mod">
          <ac:chgData name="Viet Pham Hoang" userId="daff2273dfcb736e" providerId="LiveId" clId="{7864E128-F8E5-4C3B-B427-8C25E8C185A6}" dt="2025-11-10T16:48:51.473" v="2940" actId="12"/>
          <ac:spMkLst>
            <pc:docMk/>
            <pc:sldMk cId="111761736" sldId="350"/>
            <ac:spMk id="31747" creationId="{F11C1DAB-283F-FEC2-1487-E686A366D4E3}"/>
          </ac:spMkLst>
        </pc:spChg>
      </pc:sldChg>
      <pc:sldChg chg="modSp add mod">
        <pc:chgData name="Viet Pham Hoang" userId="daff2273dfcb736e" providerId="LiveId" clId="{7864E128-F8E5-4C3B-B427-8C25E8C185A6}" dt="2025-11-10T16:49:59.306" v="2953" actId="12"/>
        <pc:sldMkLst>
          <pc:docMk/>
          <pc:sldMk cId="2201387522" sldId="351"/>
        </pc:sldMkLst>
        <pc:spChg chg="mod">
          <ac:chgData name="Viet Pham Hoang" userId="daff2273dfcb736e" providerId="LiveId" clId="{7864E128-F8E5-4C3B-B427-8C25E8C185A6}" dt="2025-11-10T16:49:59.306" v="2953" actId="12"/>
          <ac:spMkLst>
            <pc:docMk/>
            <pc:sldMk cId="2201387522" sldId="351"/>
            <ac:spMk id="31747" creationId="{5EC74B60-AB07-04C6-215B-F15245EEC77B}"/>
          </ac:spMkLst>
        </pc:spChg>
      </pc:sldChg>
      <pc:sldChg chg="addSp delSp modSp add mod">
        <pc:chgData name="Viet Pham Hoang" userId="daff2273dfcb736e" providerId="LiveId" clId="{7864E128-F8E5-4C3B-B427-8C25E8C185A6}" dt="2025-11-10T14:10:49.911" v="1166" actId="1076"/>
        <pc:sldMkLst>
          <pc:docMk/>
          <pc:sldMk cId="4069367009" sldId="352"/>
        </pc:sldMkLst>
        <pc:spChg chg="mod">
          <ac:chgData name="Viet Pham Hoang" userId="daff2273dfcb736e" providerId="LiveId" clId="{7864E128-F8E5-4C3B-B427-8C25E8C185A6}" dt="2025-11-10T14:08:58.998" v="1149" actId="20577"/>
          <ac:spMkLst>
            <pc:docMk/>
            <pc:sldMk cId="4069367009" sldId="352"/>
            <ac:spMk id="31747" creationId="{11C69144-4F00-4838-FFFA-B150E1ED8986}"/>
          </ac:spMkLst>
        </pc:spChg>
        <pc:picChg chg="add del mod">
          <ac:chgData name="Viet Pham Hoang" userId="daff2273dfcb736e" providerId="LiveId" clId="{7864E128-F8E5-4C3B-B427-8C25E8C185A6}" dt="2025-11-10T14:10:23.279" v="1163" actId="21"/>
          <ac:picMkLst>
            <pc:docMk/>
            <pc:sldMk cId="4069367009" sldId="352"/>
            <ac:picMk id="3" creationId="{CCB99E3D-6E7E-B0AB-DF63-4DF2A44E0130}"/>
          </ac:picMkLst>
        </pc:picChg>
        <pc:picChg chg="add mod">
          <ac:chgData name="Viet Pham Hoang" userId="daff2273dfcb736e" providerId="LiveId" clId="{7864E128-F8E5-4C3B-B427-8C25E8C185A6}" dt="2025-11-10T14:10:49.911" v="1166" actId="1076"/>
          <ac:picMkLst>
            <pc:docMk/>
            <pc:sldMk cId="4069367009" sldId="352"/>
            <ac:picMk id="5" creationId="{EF7E7E3C-643C-DE45-6658-307E27B51E35}"/>
          </ac:picMkLst>
        </pc:picChg>
      </pc:sldChg>
      <pc:sldChg chg="addSp modSp add mod">
        <pc:chgData name="Viet Pham Hoang" userId="daff2273dfcb736e" providerId="LiveId" clId="{7864E128-F8E5-4C3B-B427-8C25E8C185A6}" dt="2025-11-10T14:10:25.350" v="1164"/>
        <pc:sldMkLst>
          <pc:docMk/>
          <pc:sldMk cId="424676334" sldId="353"/>
        </pc:sldMkLst>
        <pc:spChg chg="mod">
          <ac:chgData name="Viet Pham Hoang" userId="daff2273dfcb736e" providerId="LiveId" clId="{7864E128-F8E5-4C3B-B427-8C25E8C185A6}" dt="2025-11-10T14:09:20.991" v="1153" actId="20577"/>
          <ac:spMkLst>
            <pc:docMk/>
            <pc:sldMk cId="424676334" sldId="353"/>
            <ac:spMk id="31747" creationId="{B49DE68D-EEB7-76A8-EE00-D04A4A8D9A1B}"/>
          </ac:spMkLst>
        </pc:spChg>
        <pc:picChg chg="add mod">
          <ac:chgData name="Viet Pham Hoang" userId="daff2273dfcb736e" providerId="LiveId" clId="{7864E128-F8E5-4C3B-B427-8C25E8C185A6}" dt="2025-11-10T14:10:25.350" v="1164"/>
          <ac:picMkLst>
            <pc:docMk/>
            <pc:sldMk cId="424676334" sldId="353"/>
            <ac:picMk id="3" creationId="{CCB99E3D-6E7E-B0AB-DF63-4DF2A44E0130}"/>
          </ac:picMkLst>
        </pc:picChg>
      </pc:sldChg>
      <pc:sldChg chg="addSp modSp add mod">
        <pc:chgData name="Viet Pham Hoang" userId="daff2273dfcb736e" providerId="LiveId" clId="{7864E128-F8E5-4C3B-B427-8C25E8C185A6}" dt="2025-11-10T14:11:28.571" v="1170" actId="1036"/>
        <pc:sldMkLst>
          <pc:docMk/>
          <pc:sldMk cId="959917358" sldId="354"/>
        </pc:sldMkLst>
        <pc:spChg chg="mod">
          <ac:chgData name="Viet Pham Hoang" userId="daff2273dfcb736e" providerId="LiveId" clId="{7864E128-F8E5-4C3B-B427-8C25E8C185A6}" dt="2025-11-10T14:09:32.101" v="1155" actId="20577"/>
          <ac:spMkLst>
            <pc:docMk/>
            <pc:sldMk cId="959917358" sldId="354"/>
            <ac:spMk id="31747" creationId="{187A51FF-33AF-8A42-EB48-16D8709467AE}"/>
          </ac:spMkLst>
        </pc:spChg>
        <pc:picChg chg="add mod">
          <ac:chgData name="Viet Pham Hoang" userId="daff2273dfcb736e" providerId="LiveId" clId="{7864E128-F8E5-4C3B-B427-8C25E8C185A6}" dt="2025-11-10T14:11:28.571" v="1170" actId="1036"/>
          <ac:picMkLst>
            <pc:docMk/>
            <pc:sldMk cId="959917358" sldId="354"/>
            <ac:picMk id="3" creationId="{0B58EA4D-E1F3-B1EF-2637-C59AD8189321}"/>
          </ac:picMkLst>
        </pc:picChg>
      </pc:sldChg>
      <pc:sldChg chg="addSp modSp add mod modNotesTx">
        <pc:chgData name="Viet Pham Hoang" userId="daff2273dfcb736e" providerId="LiveId" clId="{7864E128-F8E5-4C3B-B427-8C25E8C185A6}" dt="2025-11-10T14:21:53.077" v="1373" actId="12"/>
        <pc:sldMkLst>
          <pc:docMk/>
          <pc:sldMk cId="292031690" sldId="355"/>
        </pc:sldMkLst>
        <pc:spChg chg="mod">
          <ac:chgData name="Viet Pham Hoang" userId="daff2273dfcb736e" providerId="LiveId" clId="{7864E128-F8E5-4C3B-B427-8C25E8C185A6}" dt="2025-11-10T14:21:53.077" v="1373" actId="12"/>
          <ac:spMkLst>
            <pc:docMk/>
            <pc:sldMk cId="292031690" sldId="355"/>
            <ac:spMk id="31747" creationId="{E7E4C287-8A33-BE14-9DB2-8267006DB18E}"/>
          </ac:spMkLst>
        </pc:spChg>
        <pc:picChg chg="add mod">
          <ac:chgData name="Viet Pham Hoang" userId="daff2273dfcb736e" providerId="LiveId" clId="{7864E128-F8E5-4C3B-B427-8C25E8C185A6}" dt="2025-11-10T14:16:11.444" v="1246" actId="1076"/>
          <ac:picMkLst>
            <pc:docMk/>
            <pc:sldMk cId="292031690" sldId="355"/>
            <ac:picMk id="3" creationId="{29957797-7981-A5E4-7096-9512910D92FA}"/>
          </ac:picMkLst>
        </pc:picChg>
      </pc:sldChg>
      <pc:sldChg chg="delSp modSp add mod modNotesTx">
        <pc:chgData name="Viet Pham Hoang" userId="daff2273dfcb736e" providerId="LiveId" clId="{7864E128-F8E5-4C3B-B427-8C25E8C185A6}" dt="2025-11-10T14:28:56.527" v="1589" actId="20577"/>
        <pc:sldMkLst>
          <pc:docMk/>
          <pc:sldMk cId="98041665" sldId="356"/>
        </pc:sldMkLst>
        <pc:spChg chg="mod">
          <ac:chgData name="Viet Pham Hoang" userId="daff2273dfcb736e" providerId="LiveId" clId="{7864E128-F8E5-4C3B-B427-8C25E8C185A6}" dt="2025-11-10T14:28:56.527" v="1589" actId="20577"/>
          <ac:spMkLst>
            <pc:docMk/>
            <pc:sldMk cId="98041665" sldId="356"/>
            <ac:spMk id="31747" creationId="{FF67AC74-1585-8292-37FB-256AADD82A7F}"/>
          </ac:spMkLst>
        </pc:spChg>
        <pc:picChg chg="del">
          <ac:chgData name="Viet Pham Hoang" userId="daff2273dfcb736e" providerId="LiveId" clId="{7864E128-F8E5-4C3B-B427-8C25E8C185A6}" dt="2025-11-10T14:20:58.127" v="1306" actId="478"/>
          <ac:picMkLst>
            <pc:docMk/>
            <pc:sldMk cId="98041665" sldId="356"/>
            <ac:picMk id="3" creationId="{4BF2D094-FF2E-B8E4-7160-0670F51D803A}"/>
          </ac:picMkLst>
        </pc:picChg>
        <pc:picChg chg="mod">
          <ac:chgData name="Viet Pham Hoang" userId="daff2273dfcb736e" providerId="LiveId" clId="{7864E128-F8E5-4C3B-B427-8C25E8C185A6}" dt="2025-11-10T14:25:56.453" v="1431" actId="1076"/>
          <ac:picMkLst>
            <pc:docMk/>
            <pc:sldMk cId="98041665" sldId="356"/>
            <ac:picMk id="4" creationId="{AE4DC1F8-43B0-0578-D0F3-0A9BEE1226BD}"/>
          </ac:picMkLst>
        </pc:picChg>
      </pc:sldChg>
      <pc:sldChg chg="modSp add mod ord">
        <pc:chgData name="Viet Pham Hoang" userId="daff2273dfcb736e" providerId="LiveId" clId="{7864E128-F8E5-4C3B-B427-8C25E8C185A6}" dt="2025-11-10T14:22:39.002" v="1393"/>
        <pc:sldMkLst>
          <pc:docMk/>
          <pc:sldMk cId="2550316686" sldId="357"/>
        </pc:sldMkLst>
        <pc:spChg chg="mod">
          <ac:chgData name="Viet Pham Hoang" userId="daff2273dfcb736e" providerId="LiveId" clId="{7864E128-F8E5-4C3B-B427-8C25E8C185A6}" dt="2025-11-10T14:22:27.999" v="1391" actId="20577"/>
          <ac:spMkLst>
            <pc:docMk/>
            <pc:sldMk cId="2550316686" sldId="357"/>
            <ac:spMk id="31747" creationId="{1A97C411-143A-0805-064B-AC5968264F5B}"/>
          </ac:spMkLst>
        </pc:spChg>
      </pc:sldChg>
      <pc:sldChg chg="delSp modSp add mod">
        <pc:chgData name="Viet Pham Hoang" userId="daff2273dfcb736e" providerId="LiveId" clId="{7864E128-F8E5-4C3B-B427-8C25E8C185A6}" dt="2025-11-10T14:38:08.893" v="1661" actId="20577"/>
        <pc:sldMkLst>
          <pc:docMk/>
          <pc:sldMk cId="2220273805" sldId="358"/>
        </pc:sldMkLst>
        <pc:spChg chg="mod">
          <ac:chgData name="Viet Pham Hoang" userId="daff2273dfcb736e" providerId="LiveId" clId="{7864E128-F8E5-4C3B-B427-8C25E8C185A6}" dt="2025-11-10T14:38:08.893" v="1661" actId="20577"/>
          <ac:spMkLst>
            <pc:docMk/>
            <pc:sldMk cId="2220273805" sldId="358"/>
            <ac:spMk id="31747" creationId="{50532CEC-5980-4226-1021-C77D3FB43370}"/>
          </ac:spMkLst>
        </pc:spChg>
        <pc:picChg chg="del">
          <ac:chgData name="Viet Pham Hoang" userId="daff2273dfcb736e" providerId="LiveId" clId="{7864E128-F8E5-4C3B-B427-8C25E8C185A6}" dt="2025-11-10T14:35:52.822" v="1592" actId="478"/>
          <ac:picMkLst>
            <pc:docMk/>
            <pc:sldMk cId="2220273805" sldId="358"/>
            <ac:picMk id="4" creationId="{A84D5F74-7E90-94FD-A6E0-7EF8B06A9B30}"/>
          </ac:picMkLst>
        </pc:picChg>
      </pc:sldChg>
      <pc:sldChg chg="delSp modSp add mod">
        <pc:chgData name="Viet Pham Hoang" userId="daff2273dfcb736e" providerId="LiveId" clId="{7864E128-F8E5-4C3B-B427-8C25E8C185A6}" dt="2025-11-10T15:01:05.770" v="1768"/>
        <pc:sldMkLst>
          <pc:docMk/>
          <pc:sldMk cId="1415895846" sldId="359"/>
        </pc:sldMkLst>
        <pc:spChg chg="mod">
          <ac:chgData name="Viet Pham Hoang" userId="daff2273dfcb736e" providerId="LiveId" clId="{7864E128-F8E5-4C3B-B427-8C25E8C185A6}" dt="2025-11-10T15:01:05.770" v="1768"/>
          <ac:spMkLst>
            <pc:docMk/>
            <pc:sldMk cId="1415895846" sldId="359"/>
            <ac:spMk id="31747" creationId="{46D18EC9-AE50-AAC5-6436-06560143E2A3}"/>
          </ac:spMkLst>
        </pc:spChg>
        <pc:picChg chg="del">
          <ac:chgData name="Viet Pham Hoang" userId="daff2273dfcb736e" providerId="LiveId" clId="{7864E128-F8E5-4C3B-B427-8C25E8C185A6}" dt="2025-11-10T14:58:13.777" v="1767" actId="478"/>
          <ac:picMkLst>
            <pc:docMk/>
            <pc:sldMk cId="1415895846" sldId="359"/>
            <ac:picMk id="3" creationId="{1C4FA5AF-A2B3-EADB-FF3B-CBEBC778C96B}"/>
          </ac:picMkLst>
        </pc:picChg>
      </pc:sldChg>
      <pc:sldChg chg="modSp add mod">
        <pc:chgData name="Viet Pham Hoang" userId="daff2273dfcb736e" providerId="LiveId" clId="{7864E128-F8E5-4C3B-B427-8C25E8C185A6}" dt="2025-11-10T15:01:40.898" v="1772" actId="255"/>
        <pc:sldMkLst>
          <pc:docMk/>
          <pc:sldMk cId="690072180" sldId="360"/>
        </pc:sldMkLst>
        <pc:spChg chg="mod">
          <ac:chgData name="Viet Pham Hoang" userId="daff2273dfcb736e" providerId="LiveId" clId="{7864E128-F8E5-4C3B-B427-8C25E8C185A6}" dt="2025-11-10T15:01:40.898" v="1772" actId="255"/>
          <ac:spMkLst>
            <pc:docMk/>
            <pc:sldMk cId="690072180" sldId="360"/>
            <ac:spMk id="31747" creationId="{4D9D1D0E-2510-4225-BCB5-CC86EE4F7968}"/>
          </ac:spMkLst>
        </pc:spChg>
      </pc:sldChg>
      <pc:sldChg chg="modSp add mod">
        <pc:chgData name="Viet Pham Hoang" userId="daff2273dfcb736e" providerId="LiveId" clId="{7864E128-F8E5-4C3B-B427-8C25E8C185A6}" dt="2025-11-10T15:17:11.409" v="1873" actId="207"/>
        <pc:sldMkLst>
          <pc:docMk/>
          <pc:sldMk cId="3143766053" sldId="361"/>
        </pc:sldMkLst>
        <pc:spChg chg="mod">
          <ac:chgData name="Viet Pham Hoang" userId="daff2273dfcb736e" providerId="LiveId" clId="{7864E128-F8E5-4C3B-B427-8C25E8C185A6}" dt="2025-11-10T15:17:11.409" v="1873" actId="207"/>
          <ac:spMkLst>
            <pc:docMk/>
            <pc:sldMk cId="3143766053" sldId="361"/>
            <ac:spMk id="31747" creationId="{4394E19E-8F99-A389-3A9A-2BD36B264BCA}"/>
          </ac:spMkLst>
        </pc:spChg>
      </pc:sldChg>
      <pc:sldChg chg="delSp add del mod">
        <pc:chgData name="Viet Pham Hoang" userId="daff2273dfcb736e" providerId="LiveId" clId="{7864E128-F8E5-4C3B-B427-8C25E8C185A6}" dt="2025-11-10T15:41:51.523" v="2217" actId="47"/>
        <pc:sldMkLst>
          <pc:docMk/>
          <pc:sldMk cId="1980042448" sldId="362"/>
        </pc:sldMkLst>
        <pc:picChg chg="del">
          <ac:chgData name="Viet Pham Hoang" userId="daff2273dfcb736e" providerId="LiveId" clId="{7864E128-F8E5-4C3B-B427-8C25E8C185A6}" dt="2025-11-10T15:24:04.778" v="1934" actId="478"/>
          <ac:picMkLst>
            <pc:docMk/>
            <pc:sldMk cId="1980042448" sldId="362"/>
            <ac:picMk id="3" creationId="{85808DAD-17B0-A972-3268-FCEBC52D1CA9}"/>
          </ac:picMkLst>
        </pc:picChg>
      </pc:sldChg>
      <pc:sldChg chg="addSp modSp add mod modNotesTx">
        <pc:chgData name="Viet Pham Hoang" userId="daff2273dfcb736e" providerId="LiveId" clId="{7864E128-F8E5-4C3B-B427-8C25E8C185A6}" dt="2025-11-10T15:30:09.778" v="2152" actId="20577"/>
        <pc:sldMkLst>
          <pc:docMk/>
          <pc:sldMk cId="1663586650" sldId="363"/>
        </pc:sldMkLst>
        <pc:spChg chg="mod">
          <ac:chgData name="Viet Pham Hoang" userId="daff2273dfcb736e" providerId="LiveId" clId="{7864E128-F8E5-4C3B-B427-8C25E8C185A6}" dt="2025-11-10T15:30:09.778" v="2152" actId="20577"/>
          <ac:spMkLst>
            <pc:docMk/>
            <pc:sldMk cId="1663586650" sldId="363"/>
            <ac:spMk id="31747" creationId="{DF02BCED-AAEC-097D-DA6D-44113C3F49B8}"/>
          </ac:spMkLst>
        </pc:spChg>
        <pc:picChg chg="add mod">
          <ac:chgData name="Viet Pham Hoang" userId="daff2273dfcb736e" providerId="LiveId" clId="{7864E128-F8E5-4C3B-B427-8C25E8C185A6}" dt="2025-11-10T15:28:46.399" v="1971" actId="1076"/>
          <ac:picMkLst>
            <pc:docMk/>
            <pc:sldMk cId="1663586650" sldId="363"/>
            <ac:picMk id="3" creationId="{FDFC7462-CE5E-FEB4-EC7D-84F9865A48FC}"/>
          </ac:picMkLst>
        </pc:picChg>
      </pc:sldChg>
      <pc:sldChg chg="add del">
        <pc:chgData name="Viet Pham Hoang" userId="daff2273dfcb736e" providerId="LiveId" clId="{7864E128-F8E5-4C3B-B427-8C25E8C185A6}" dt="2025-11-10T15:26:16.435" v="1950" actId="47"/>
        <pc:sldMkLst>
          <pc:docMk/>
          <pc:sldMk cId="2069093348" sldId="364"/>
        </pc:sldMkLst>
      </pc:sldChg>
      <pc:sldChg chg="modSp add mod">
        <pc:chgData name="Viet Pham Hoang" userId="daff2273dfcb736e" providerId="LiveId" clId="{7864E128-F8E5-4C3B-B427-8C25E8C185A6}" dt="2025-11-10T15:31:51.456" v="2158"/>
        <pc:sldMkLst>
          <pc:docMk/>
          <pc:sldMk cId="4272833615" sldId="364"/>
        </pc:sldMkLst>
        <pc:spChg chg="mod">
          <ac:chgData name="Viet Pham Hoang" userId="daff2273dfcb736e" providerId="LiveId" clId="{7864E128-F8E5-4C3B-B427-8C25E8C185A6}" dt="2025-11-10T15:31:51.456" v="2158"/>
          <ac:spMkLst>
            <pc:docMk/>
            <pc:sldMk cId="4272833615" sldId="364"/>
            <ac:spMk id="31747" creationId="{8F9127BD-3788-6C42-0460-2E4A4B9F4910}"/>
          </ac:spMkLst>
        </pc:spChg>
      </pc:sldChg>
      <pc:sldChg chg="add del">
        <pc:chgData name="Viet Pham Hoang" userId="daff2273dfcb736e" providerId="LiveId" clId="{7864E128-F8E5-4C3B-B427-8C25E8C185A6}" dt="2025-11-10T15:26:16.435" v="1950" actId="47"/>
        <pc:sldMkLst>
          <pc:docMk/>
          <pc:sldMk cId="3698084537" sldId="365"/>
        </pc:sldMkLst>
      </pc:sldChg>
      <pc:sldChg chg="modSp add mod">
        <pc:chgData name="Viet Pham Hoang" userId="daff2273dfcb736e" providerId="LiveId" clId="{7864E128-F8E5-4C3B-B427-8C25E8C185A6}" dt="2025-11-10T15:36:42.602" v="2211" actId="6549"/>
        <pc:sldMkLst>
          <pc:docMk/>
          <pc:sldMk cId="4197395165" sldId="365"/>
        </pc:sldMkLst>
        <pc:spChg chg="mod">
          <ac:chgData name="Viet Pham Hoang" userId="daff2273dfcb736e" providerId="LiveId" clId="{7864E128-F8E5-4C3B-B427-8C25E8C185A6}" dt="2025-11-10T15:36:42.602" v="2211" actId="6549"/>
          <ac:spMkLst>
            <pc:docMk/>
            <pc:sldMk cId="4197395165" sldId="365"/>
            <ac:spMk id="31747" creationId="{46B2BAB2-5840-BA1C-2BF8-29F13E999A28}"/>
          </ac:spMkLst>
        </pc:spChg>
      </pc:sldChg>
      <pc:sldChg chg="modSp add mod">
        <pc:chgData name="Viet Pham Hoang" userId="daff2273dfcb736e" providerId="LiveId" clId="{7864E128-F8E5-4C3B-B427-8C25E8C185A6}" dt="2025-11-10T15:37:40.732" v="2216" actId="113"/>
        <pc:sldMkLst>
          <pc:docMk/>
          <pc:sldMk cId="671386858" sldId="366"/>
        </pc:sldMkLst>
        <pc:spChg chg="mod">
          <ac:chgData name="Viet Pham Hoang" userId="daff2273dfcb736e" providerId="LiveId" clId="{7864E128-F8E5-4C3B-B427-8C25E8C185A6}" dt="2025-11-10T15:37:40.732" v="2216" actId="113"/>
          <ac:spMkLst>
            <pc:docMk/>
            <pc:sldMk cId="671386858" sldId="366"/>
            <ac:spMk id="31747" creationId="{C6B848C4-45B3-36FB-154D-EA57C2E19A91}"/>
          </ac:spMkLst>
        </pc:spChg>
      </pc:sldChg>
      <pc:sldChg chg="addSp modSp add mod">
        <pc:chgData name="Viet Pham Hoang" userId="daff2273dfcb736e" providerId="LiveId" clId="{7864E128-F8E5-4C3B-B427-8C25E8C185A6}" dt="2025-11-10T15:32:59.184" v="2175" actId="1076"/>
        <pc:sldMkLst>
          <pc:docMk/>
          <pc:sldMk cId="2662002857" sldId="367"/>
        </pc:sldMkLst>
        <pc:spChg chg="mod">
          <ac:chgData name="Viet Pham Hoang" userId="daff2273dfcb736e" providerId="LiveId" clId="{7864E128-F8E5-4C3B-B427-8C25E8C185A6}" dt="2025-11-10T15:32:56.747" v="2174"/>
          <ac:spMkLst>
            <pc:docMk/>
            <pc:sldMk cId="2662002857" sldId="367"/>
            <ac:spMk id="31747" creationId="{5CD8BD98-70B9-8F47-731A-10774E78006A}"/>
          </ac:spMkLst>
        </pc:spChg>
        <pc:picChg chg="add mod">
          <ac:chgData name="Viet Pham Hoang" userId="daff2273dfcb736e" providerId="LiveId" clId="{7864E128-F8E5-4C3B-B427-8C25E8C185A6}" dt="2025-11-10T15:32:59.184" v="2175" actId="1076"/>
          <ac:picMkLst>
            <pc:docMk/>
            <pc:sldMk cId="2662002857" sldId="367"/>
            <ac:picMk id="3" creationId="{66CA3A3D-70C3-3BEC-8F24-573EB8F61C16}"/>
          </ac:picMkLst>
        </pc:picChg>
      </pc:sldChg>
      <pc:sldChg chg="modSp add mod modNotesTx">
        <pc:chgData name="Viet Pham Hoang" userId="daff2273dfcb736e" providerId="LiveId" clId="{7864E128-F8E5-4C3B-B427-8C25E8C185A6}" dt="2025-11-10T16:07:07.336" v="2759" actId="255"/>
        <pc:sldMkLst>
          <pc:docMk/>
          <pc:sldMk cId="3197777676" sldId="368"/>
        </pc:sldMkLst>
        <pc:spChg chg="mod">
          <ac:chgData name="Viet Pham Hoang" userId="daff2273dfcb736e" providerId="LiveId" clId="{7864E128-F8E5-4C3B-B427-8C25E8C185A6}" dt="2025-11-10T16:07:07.336" v="2759" actId="255"/>
          <ac:spMkLst>
            <pc:docMk/>
            <pc:sldMk cId="3197777676" sldId="368"/>
            <ac:spMk id="31747" creationId="{9C6803B6-74B0-469A-0271-BD9B5A3156E8}"/>
          </ac:spMkLst>
        </pc:spChg>
      </pc:sldChg>
      <pc:sldChg chg="modSp add mod">
        <pc:chgData name="Viet Pham Hoang" userId="daff2273dfcb736e" providerId="LiveId" clId="{7864E128-F8E5-4C3B-B427-8C25E8C185A6}" dt="2025-11-10T16:10:53.322" v="2814" actId="20577"/>
        <pc:sldMkLst>
          <pc:docMk/>
          <pc:sldMk cId="1329280300" sldId="369"/>
        </pc:sldMkLst>
        <pc:spChg chg="mod">
          <ac:chgData name="Viet Pham Hoang" userId="daff2273dfcb736e" providerId="LiveId" clId="{7864E128-F8E5-4C3B-B427-8C25E8C185A6}" dt="2025-11-10T16:10:53.322" v="2814" actId="20577"/>
          <ac:spMkLst>
            <pc:docMk/>
            <pc:sldMk cId="1329280300" sldId="369"/>
            <ac:spMk id="31747" creationId="{566F084B-6F2C-68FB-4D15-06106B96617D}"/>
          </ac:spMkLst>
        </pc:spChg>
      </pc:sldChg>
      <pc:sldChg chg="modSp add mod">
        <pc:chgData name="Viet Pham Hoang" userId="daff2273dfcb736e" providerId="LiveId" clId="{7864E128-F8E5-4C3B-B427-8C25E8C185A6}" dt="2025-11-10T16:12:17.836" v="2832" actId="20577"/>
        <pc:sldMkLst>
          <pc:docMk/>
          <pc:sldMk cId="655668541" sldId="370"/>
        </pc:sldMkLst>
        <pc:spChg chg="mod">
          <ac:chgData name="Viet Pham Hoang" userId="daff2273dfcb736e" providerId="LiveId" clId="{7864E128-F8E5-4C3B-B427-8C25E8C185A6}" dt="2025-11-10T16:12:17.836" v="2832" actId="20577"/>
          <ac:spMkLst>
            <pc:docMk/>
            <pc:sldMk cId="655668541" sldId="370"/>
            <ac:spMk id="31747" creationId="{11B690F7-430B-2D82-77B0-FF4F117E9A7D}"/>
          </ac:spMkLst>
        </pc:spChg>
      </pc:sldChg>
      <pc:sldChg chg="modSp add mod">
        <pc:chgData name="Viet Pham Hoang" userId="daff2273dfcb736e" providerId="LiveId" clId="{7864E128-F8E5-4C3B-B427-8C25E8C185A6}" dt="2025-11-10T16:14:45.523" v="2870" actId="20577"/>
        <pc:sldMkLst>
          <pc:docMk/>
          <pc:sldMk cId="521649794" sldId="371"/>
        </pc:sldMkLst>
        <pc:spChg chg="mod">
          <ac:chgData name="Viet Pham Hoang" userId="daff2273dfcb736e" providerId="LiveId" clId="{7864E128-F8E5-4C3B-B427-8C25E8C185A6}" dt="2025-11-10T16:14:45.523" v="2870" actId="20577"/>
          <ac:spMkLst>
            <pc:docMk/>
            <pc:sldMk cId="521649794" sldId="371"/>
            <ac:spMk id="31747" creationId="{9385914B-6AF4-6384-0673-78A707632A74}"/>
          </ac:spMkLst>
        </pc:spChg>
      </pc:sldChg>
      <pc:sldChg chg="addSp modSp add mod">
        <pc:chgData name="Viet Pham Hoang" userId="daff2273dfcb736e" providerId="LiveId" clId="{7864E128-F8E5-4C3B-B427-8C25E8C185A6}" dt="2025-11-10T16:09:59.643" v="2802" actId="20577"/>
        <pc:sldMkLst>
          <pc:docMk/>
          <pc:sldMk cId="4012730099" sldId="372"/>
        </pc:sldMkLst>
        <pc:spChg chg="mod">
          <ac:chgData name="Viet Pham Hoang" userId="daff2273dfcb736e" providerId="LiveId" clId="{7864E128-F8E5-4C3B-B427-8C25E8C185A6}" dt="2025-11-10T16:09:59.643" v="2802" actId="20577"/>
          <ac:spMkLst>
            <pc:docMk/>
            <pc:sldMk cId="4012730099" sldId="372"/>
            <ac:spMk id="31747" creationId="{973A1923-6180-DA97-FBB3-10BBD0CB4B78}"/>
          </ac:spMkLst>
        </pc:spChg>
        <pc:picChg chg="add mod">
          <ac:chgData name="Viet Pham Hoang" userId="daff2273dfcb736e" providerId="LiveId" clId="{7864E128-F8E5-4C3B-B427-8C25E8C185A6}" dt="2025-11-10T16:09:48.249" v="2799" actId="1076"/>
          <ac:picMkLst>
            <pc:docMk/>
            <pc:sldMk cId="4012730099" sldId="372"/>
            <ac:picMk id="3" creationId="{78FA8689-A394-C420-1D0B-56C0E549B47A}"/>
          </ac:picMkLst>
        </pc:picChg>
      </pc:sldChg>
      <pc:sldChg chg="addSp modSp add mod">
        <pc:chgData name="Viet Pham Hoang" userId="daff2273dfcb736e" providerId="LiveId" clId="{7864E128-F8E5-4C3B-B427-8C25E8C185A6}" dt="2025-11-10T16:53:34.892" v="2989"/>
        <pc:sldMkLst>
          <pc:docMk/>
          <pc:sldMk cId="4035414823" sldId="373"/>
        </pc:sldMkLst>
        <pc:spChg chg="mod">
          <ac:chgData name="Viet Pham Hoang" userId="daff2273dfcb736e" providerId="LiveId" clId="{7864E128-F8E5-4C3B-B427-8C25E8C185A6}" dt="2025-11-10T16:51:09.683" v="2958" actId="5793"/>
          <ac:spMkLst>
            <pc:docMk/>
            <pc:sldMk cId="4035414823" sldId="373"/>
            <ac:spMk id="31747" creationId="{A5329DD2-E4B4-6579-1E24-AC64DD14348F}"/>
          </ac:spMkLst>
        </pc:spChg>
        <pc:graphicFrameChg chg="add mod modGraphic">
          <ac:chgData name="Viet Pham Hoang" userId="daff2273dfcb736e" providerId="LiveId" clId="{7864E128-F8E5-4C3B-B427-8C25E8C185A6}" dt="2025-11-10T16:53:34.892" v="2989"/>
          <ac:graphicFrameMkLst>
            <pc:docMk/>
            <pc:sldMk cId="4035414823" sldId="373"/>
            <ac:graphicFrameMk id="2" creationId="{87FAAC74-7EBA-17E8-660A-8D9B38F68A58}"/>
          </ac:graphicFrameMkLst>
        </pc:graphicFrameChg>
        <pc:graphicFrameChg chg="add mod">
          <ac:chgData name="Viet Pham Hoang" userId="daff2273dfcb736e" providerId="LiveId" clId="{7864E128-F8E5-4C3B-B427-8C25E8C185A6}" dt="2025-11-10T16:52:39.801" v="2969"/>
          <ac:graphicFrameMkLst>
            <pc:docMk/>
            <pc:sldMk cId="4035414823" sldId="373"/>
            <ac:graphicFrameMk id="3" creationId="{BFCAC323-D450-8673-02F8-56A80330E68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F93347-9E3B-4D42-B9E0-98FE3BD6FFA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56323" name="Rectangle 3">
            <a:extLst>
              <a:ext uri="{FF2B5EF4-FFF2-40B4-BE49-F238E27FC236}">
                <a16:creationId xmlns:a16="http://schemas.microsoft.com/office/drawing/2014/main" id="{46877048-5F8C-435A-9D8C-1D5B0FA9385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934D041F-1863-43F5-BB9E-46A9707583B6}" type="datetimeFigureOut">
              <a:rPr lang="en-US"/>
              <a:pPr>
                <a:defRPr/>
              </a:pPr>
              <a:t>1/12/26</a:t>
            </a:fld>
            <a:endParaRPr lang="en-US"/>
          </a:p>
        </p:txBody>
      </p:sp>
      <p:sp>
        <p:nvSpPr>
          <p:cNvPr id="56324" name="Rectangle 4">
            <a:extLst>
              <a:ext uri="{FF2B5EF4-FFF2-40B4-BE49-F238E27FC236}">
                <a16:creationId xmlns:a16="http://schemas.microsoft.com/office/drawing/2014/main" id="{315D30AE-C4DA-46EA-AD7B-F8E3C4FB0C4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56325" name="Rectangle 5">
            <a:extLst>
              <a:ext uri="{FF2B5EF4-FFF2-40B4-BE49-F238E27FC236}">
                <a16:creationId xmlns:a16="http://schemas.microsoft.com/office/drawing/2014/main" id="{51A1DB38-68FA-4DDD-85FD-84BA7ADE2C0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2DA930E-B91D-4EBE-97AE-47EE09A4906A}" type="slidenum">
              <a:rPr lang="en-US" altLang="vi-VN"/>
              <a:pPr>
                <a:defRPr/>
              </a:pPr>
              <a:t>‹#›</a:t>
            </a:fld>
            <a:endParaRPr lang="en-US" altLang="vi-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C5133-B1D3-4161-8909-ADBC85C01B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A162CE2-9F45-414A-ACCA-6F2425150BD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E676FCE-B4B2-46F6-829C-6FEDEDA9B491}" type="datetimeFigureOut">
              <a:rPr lang="en-US"/>
              <a:pPr>
                <a:defRPr/>
              </a:pPr>
              <a:t>1/12/26</a:t>
            </a:fld>
            <a:endParaRPr lang="en-US"/>
          </a:p>
        </p:txBody>
      </p:sp>
      <p:sp>
        <p:nvSpPr>
          <p:cNvPr id="4" name="Slide Image Placeholder 3">
            <a:extLst>
              <a:ext uri="{FF2B5EF4-FFF2-40B4-BE49-F238E27FC236}">
                <a16:creationId xmlns:a16="http://schemas.microsoft.com/office/drawing/2014/main" id="{36E952A6-B07A-482D-8225-C8C8DD8BF60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F549C2D-31F6-4030-AE28-CAF666F5463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 noProof="0"/>
              <a:t>Click to edit Master text styles</a:t>
            </a:r>
          </a:p>
          <a:p>
            <a:pPr lvl="1"/>
            <a:r>
              <a:rPr lang="en" noProof="0"/>
              <a:t>Second level</a:t>
            </a:r>
          </a:p>
          <a:p>
            <a:pPr lvl="2"/>
            <a:r>
              <a:rPr lang="en" noProof="0"/>
              <a:t>Third level</a:t>
            </a:r>
          </a:p>
          <a:p>
            <a:pPr lvl="3"/>
            <a:r>
              <a:rPr lang="en" noProof="0"/>
              <a:t>Fourth level</a:t>
            </a:r>
          </a:p>
          <a:p>
            <a:pPr lvl="4"/>
            <a:r>
              <a:rPr lang="en" noProof="0"/>
              <a:t>Fifth level</a:t>
            </a:r>
          </a:p>
        </p:txBody>
      </p:sp>
      <p:sp>
        <p:nvSpPr>
          <p:cNvPr id="6" name="Footer Placeholder 5">
            <a:extLst>
              <a:ext uri="{FF2B5EF4-FFF2-40B4-BE49-F238E27FC236}">
                <a16:creationId xmlns:a16="http://schemas.microsoft.com/office/drawing/2014/main" id="{5660B162-01AE-4DC0-A867-AC6CB9492D4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8E2C3FD-37D0-4023-9ECA-BA70B3E1383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C84B2E-CD01-4231-A65F-68AEE333339C}" type="slidenum">
              <a:rPr lang="en-US" altLang="vi-VN"/>
              <a:pPr>
                <a:defRPr/>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vietnambiz.vn/mo-hinh-tu-hoi-qui-autoregressive-model-ar-cua-chuoi-thoi-gian-la-gi-20200206171618405.htm"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ieeexplore.ieee.org/abstract/document/6795963" TargetMode="Externa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1</a:t>
            </a:fld>
            <a:endParaRPr lang="en-US" altLang="vi-VN"/>
          </a:p>
        </p:txBody>
      </p:sp>
    </p:spTree>
    <p:extLst>
      <p:ext uri="{BB962C8B-B14F-4D97-AF65-F5344CB8AC3E}">
        <p14:creationId xmlns:p14="http://schemas.microsoft.com/office/powerpoint/2010/main" val="40827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a:solidFill>
                  <a:schemeClr val="tx1"/>
                </a:solidFill>
                <a:effectLst/>
                <a:latin typeface="+mn-lt"/>
                <a:ea typeface="+mn-ea"/>
                <a:cs typeface="+mn-cs"/>
              </a:rPr>
              <a:t>Nội dung chính</a:t>
            </a:r>
          </a:p>
          <a:p>
            <a:r>
              <a:rPr lang="en-US" sz="1200" b="0" kern="1200">
                <a:solidFill>
                  <a:schemeClr val="tx1"/>
                </a:solidFill>
                <a:effectLst/>
                <a:latin typeface="+mn-lt"/>
                <a:ea typeface="+mn-ea"/>
                <a:cs typeface="+mn-cs"/>
              </a:rPr>
              <a:t>🔷 Giới thiệu các khái niệm cơ bản về phân tích chuỗi thời gian</a:t>
            </a:r>
          </a:p>
          <a:p>
            <a:r>
              <a:rPr lang="en-US" sz="1200" b="0" kern="1200">
                <a:solidFill>
                  <a:schemeClr val="tx1"/>
                </a:solidFill>
                <a:effectLst/>
                <a:latin typeface="+mn-lt"/>
                <a:ea typeface="+mn-ea"/>
                <a:cs typeface="+mn-cs"/>
              </a:rPr>
              <a:t>🔷 Đặc điểm của dữ liệu chuỗi thời gian</a:t>
            </a:r>
          </a:p>
          <a:p>
            <a:r>
              <a:rPr lang="en-US" sz="1200" b="0" kern="1200">
                <a:solidFill>
                  <a:schemeClr val="tx1"/>
                </a:solidFill>
                <a:effectLst/>
                <a:latin typeface="+mn-lt"/>
                <a:ea typeface="+mn-ea"/>
                <a:cs typeface="+mn-cs"/>
              </a:rPr>
              <a:t>🔷 Một số bài toán sử dụng dữ liệu chuỗi thời gian </a:t>
            </a:r>
          </a:p>
          <a:p>
            <a:r>
              <a:rPr lang="en-US" sz="1200" b="0" kern="1200">
                <a:solidFill>
                  <a:schemeClr val="tx1"/>
                </a:solidFill>
                <a:effectLst/>
                <a:latin typeface="+mn-lt"/>
                <a:ea typeface="+mn-ea"/>
                <a:cs typeface="+mn-cs"/>
              </a:rPr>
              <a:t>🔷 Lịch sử phát triển dữ liệu chuỗi thời gian</a:t>
            </a: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2</a:t>
            </a:fld>
            <a:endParaRPr lang="en-US" altLang="vi-VN"/>
          </a:p>
        </p:txBody>
      </p:sp>
    </p:spTree>
    <p:extLst>
      <p:ext uri="{BB962C8B-B14F-4D97-AF65-F5344CB8AC3E}">
        <p14:creationId xmlns:p14="http://schemas.microsoft.com/office/powerpoint/2010/main" val="1010608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D7090-597D-5933-E4B7-D42C469B6CC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4667D52-0B44-17BE-CA7D-1625D2D23F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839BDD1-B29B-A7F4-1CC9-7F856A363B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lvl="1">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a:t>
            </a:r>
          </a:p>
          <a:p>
            <a:pPr lvl="2">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Nhiệt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tháng</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endParaRPr lang="en-US" sz="2400" dirty="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L</a:t>
            </a:r>
            <a:r>
              <a:rPr lang="vi-VN" sz="2400" dirty="0">
                <a:latin typeface="Times New Roman" panose="02020603050405020304" pitchFamily="18" charset="0"/>
                <a:cs typeface="Times New Roman" panose="02020603050405020304" pitchFamily="18" charset="0"/>
              </a:rPr>
              <a:t>ợi nhuận thu 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năm</a:t>
            </a:r>
            <a:r>
              <a:rPr lang="vi-VN" sz="2400" dirty="0">
                <a:latin typeface="Times New Roman" panose="02020603050405020304" pitchFamily="18" charset="0"/>
                <a:cs typeface="Times New Roman" panose="02020603050405020304" pitchFamily="18" charset="0"/>
              </a:rPr>
              <a:t> của một công ty</a:t>
            </a:r>
            <a:endParaRPr lang="en-US" sz="2400" dirty="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endParaRPr lang="en-US" sz="2400" dirty="0">
              <a:latin typeface="Times New Roman" panose="02020603050405020304" pitchFamily="18" charset="0"/>
              <a:cs typeface="Times New Roman" panose="02020603050405020304" pitchFamily="18" charset="0"/>
            </a:endParaRP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5905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58DE-6F1D-E06B-E24B-03C5B20D9D9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49D2421-846F-B811-D68E-707C8A33B0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9BF2158-6310-89F2-ECC4-2AC366A57D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0864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29E6-A3B0-0FF0-4303-18E3F490D28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FB33929-FAD1-1BF3-D5E6-A11C8039A1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33279D4-61FA-B45A-C63F-5F8B3125ED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51959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1F540-9D87-4944-6204-7D47F9DEDBE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25F3243-FF99-DE35-544F-8D08428DBC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0279B0A-E820-253B-27F9-82CBFBA22D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539266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116D6-0971-64F7-F6EA-52E27223875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5BCA954-CBC8-2596-11DC-90A33E4115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19DFA90-94D4-49ED-FE97-723C35112D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Một loại chuỗi thời gian đặc biệt xuất hiện khi các quan sát chỉ có thể nhận một trong hai giá trị, thường được ký hiệu là 0 và</a:t>
            </a:r>
            <a:r>
              <a:rPr lang="en-US" sz="1200" kern="1200">
                <a:solidFill>
                  <a:schemeClr val="tx1"/>
                </a:solidFill>
                <a:effectLst/>
                <a:latin typeface="+mn-lt"/>
                <a:ea typeface="+mn-ea"/>
                <a:cs typeface="+mn-cs"/>
              </a:rPr>
              <a:t> 1</a:t>
            </a:r>
            <a:r>
              <a:rPr lang="vi-VN" sz="1200" kern="1200">
                <a:solidFill>
                  <a:schemeClr val="tx1"/>
                </a:solidFill>
                <a:effectLst/>
                <a:latin typeface="+mn-lt"/>
                <a:ea typeface="+mn-ea"/>
                <a:cs typeface="+mn-cs"/>
              </a:rPr>
              <a:t>. Ví dụ, trong khoa học máy tính, vị trí của một công tắc, hoặc "bật" hoặc "tắt", có thể được ghi lại tương ứng là một hoặc không. Chuỗi thời gian loại này, được gọi là quá trình nhị phân, xuất hiện trong nhiều tình huống, bao gồm cả nghiên cứu lý thuyết truyền thông.</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69864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0F32-5602-450B-401C-7D407245118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4F672D6-2FDA-3EA8-6A77-D53452AF0F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48AD851-3A08-77DB-9EF7-11C7B8FED4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23580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D57E-8272-A00A-95C5-615F0AF0DD3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E8C7288-6E65-8104-1E51-54FBBDDEA8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6C7A1F0-BCF0-FC6D-AB16-83A0121CFD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21622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553E-62D4-4683-C9E9-CE1EA31D13A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7790940-3923-686E-F41F-F03AB85C76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8942D86-13A2-F107-B979-7C19463EA3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12491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5929-97A5-BA7D-C8C3-DEED36EB07D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095BEAC-593A-2B81-F600-B8D996F0B4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3BBEB23-4B72-02A5-3DE7-39999B000D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30360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55C89-1A84-7CB4-38C4-B8EDA28AA85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CEB33F0-3ED6-D360-1082-6C8D81C18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9FF2019-D664-681B-1F35-CA8A229769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33475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6DE85-234E-AE40-16E5-CD134FB7090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1BBFAA5-FBD1-6D4F-2077-6DC3B5883B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EA428B0-1A3C-7A14-60AE-55FA90C1A2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84027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8D963-A015-7F02-4017-990393853E4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AA29CD0-8728-FE25-72EC-E97F41EEF9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E6A3B6B-2305-6F7F-DD4A-AD000D7E89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82790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9020-C072-63F3-C10D-853EAE97901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7DEC440-4323-E39D-6099-0785E4CA50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85451BE-B45A-90EB-22E0-C11A8C11E4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30334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3688-9829-2B8D-0AE5-46C489405E3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2C8C239-3BA9-21FB-D3C1-9E4BFDD91C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AB8D611-AD05-964A-B106-60A5329DD3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Các phương pháp phân tích chuỗi thời gian truyền thống chủ yếu tập trung vào việc phân tích sự biến động trong một chuỗi dữ liệu thành các thành phần biểu thị xu hướng, biến động theo mùa và các thay đổi chu kỳ khác. Bất kỳ sự biến động nào còn lại đều được coi là những biến động "bất thường". Cách tiếp cận này không phải lúc nào cũng là tốt nhất nhưng đặc biệt hữu ích khi sự biến động chủ yếu do xu hướng và tính mùa vụ chi phối. Tuy nhiên, cần lưu ý rằng việc phân tích thành phần xu hướng và biến động theo mùa thường không phải là duy nhất trừ khi có những giả định nhất định được đưa ra.</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14938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E3AC-7938-BADE-BE33-D5A8001DA02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657CD34-A544-8525-55CC-AD57C8EEE2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C52AF5C-9451-5550-EC6C-253056DE8E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37491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80198-C583-A1D0-45F8-0E4690FC171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FB0C3CD-B350-575E-6F32-BBE0DEE2AA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CB52397-8298-C7D3-B9A3-04055646FD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Vì vậy, khi xem xét biểu đồ chuỗi thời gian, chúng ta thường nhận thấy sự hiện diện của những thay đổi chậm và dần dần trong ngắn hạn (tăng hoặc giảm), và xu hướng chung là tăng trong dài hạn, chẳng hạn như trong chuỗi thời gian về số lượng ca sinh, hoặc số lượng người hành hương, hoặc giá cả hàng hóa hàng năm. Mặt khác, chúng ta cũng có thể thấy xu hướng chung là giảm trong dài hạn, ví dụ như trong chuỗi số liệu về số ca tử vong, hoặc lượng dự trữ dầu mỏ, hoặc số ca mắc một căn bệnh cụ thể nào đó.</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04717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23DC4-B3DB-3BFB-ABA6-FEE15755085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E27C3B1-B6C0-A4E3-E383-E3CE285F02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898646A-0675-ABD4-D4BB-EC8D6F34C9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89607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F0F6B-EA9E-D91C-5077-09EC6E6A99D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B3C8ABA-3BE6-A34A-8279-04DFA17C93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C97FD77-D95F-CF61-01A9-0255845F14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lượng tiêu thụ điệnđạt đỉnh điểm vào mùa hè và giảm xuống vào mùa đông</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68150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DA672-06D8-47E8-1941-784C224F9D0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67137EA-08FC-4138-087D-4E99ACCD16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C27ECF1-3756-4213-2B77-1B82469693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31570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E8649-DC7F-8769-EF66-BFAC059BC1D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5FE62A6-488E-696E-2FA4-AE63B80FD6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2FDCEF1-6500-5C09-295C-95B6109ECD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56655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2B74-3F9F-61CC-DB87-2C3F9E17DC7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847A929-5CEF-1032-4D1A-9DE248DCD0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F6D4CC1-EAA8-13A0-F5FB-FD7662D408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dirty="0">
                <a:solidFill>
                  <a:schemeClr val="tx1"/>
                </a:solidFill>
                <a:effectLst/>
                <a:latin typeface="+mn-lt"/>
                <a:ea typeface="+mn-ea"/>
                <a:cs typeface="+mn-cs"/>
              </a:rPr>
              <a:t>Định nghĩa toán học về mô hình chuỗi thời gian dừng sẽ được trình bày 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vi-VN" sz="1200" kern="1200" dirty="0">
                <a:solidFill>
                  <a:schemeClr val="tx1"/>
                </a:solidFill>
                <a:effectLst/>
                <a:latin typeface="+mn-lt"/>
                <a:ea typeface="+mn-ea"/>
                <a:cs typeface="+mn-cs"/>
              </a:rPr>
              <a:t>. Tuy nhiên, có thể hữu ích nếu giới thiệu ý tưởng về tính dừng ở đây từ góc độ trực quan. Nói rộng ra, một chuỗi thời gian được gọi là dừng nếu không có sự thay đổi có hệ thống về giá trị trung bình (không có xu hướng), nếu không có sự thay đổi có hệ thống về phương sai và nếu các biến động tuần hoàn nghiêm ngặt đã được loại bỏ. Nói cách khác, các đặc tính của một phần dữ liệu giống như các đặc tính của bất kỳ phần nào khác.</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lớn lý thuyết xác suất của chuỗi thời gian liên quan đến chuỗi thời gian dừng, và vì lý do này, phân tích chuỗi thời gian thường yêu cầu phải biến đổi một chuỗi không dừng thành một chuỗi dừng để sử dụng lý thuyết này. Ví dụ, có thể cần loại bỏ xu hướng và biến động theo mùa khỏi một tập dữ liệu và sau đó cố gắng mô hình hóa sự biến động trong phần dư bằng một quá trình ngẫu nhiên dừng. Tuy nhiên, cũng cần nhấn mạnh rằng các thành phần không dừng, chẳng hạn như xu hướng, có thể quan trọng hơn phần dư dừng.</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14556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AA7FD-C3B6-CAC5-71E9-06B49515F3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E791C97-0EF6-5266-F861-16292B3EA0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180EFB5-300D-0481-3201-8187A368CD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08112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274E8-3948-EFED-85A4-AB9FA74235E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45A0FC4-0A0C-8018-4E8C-959E56DD1A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3AEA3E3-348D-0806-8D43-E97D0F3BEC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0556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B211-094E-5E2A-EDAA-1C530FDCAC7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445E11D-1251-085E-32C5-6FAF800D29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79F68AE-9DC4-E14C-47BD-757EFA5D5CD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mục tiêu này có thể được phân loại thành mô tả, giải thích, dự đoán và kiểm soát, và sẽ được xem xét lần lượt.</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06205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00C5A-75EC-8737-5419-42AB8E14ED6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4FE856D-09C4-34C0-5652-A09A40D676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5834B4E-8E27-A170-8383-83B74D8F80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3380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6189F-5155-1991-9F8B-A0C3A1025A7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5E7C84E-D89C-1609-BED7-0455F99807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9843BA5-5EB4-7835-9C4C-AFA4C18338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a:latin typeface="Times New Roman" panose="02020603050405020304" pitchFamily="18" charset="0"/>
                <a:cs typeface="Times New Roman" panose="02020603050405020304" pitchFamily="18" charset="0"/>
              </a:rPr>
              <a:t>Tuy nhiên, một số chuỗi dữ liệu có thể cần các mô hình phức tạp hơn.</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00580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39C6-1EC4-CF60-BD45-999356D6696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B2A380F-7887-1F1E-6E79-696E0F62EB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C21BB58-E130-60F6-7071-66B718BDA7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72967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4BBE3-3521-6217-F09A-E5AC75688D8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5C28CA0-595F-265E-B79E-33263E4768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4A9CACA-CC76-41F7-A173-638E5EACF2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746417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1AB4-79DE-3E62-4A44-7A6B3DAB174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FACB405-6851-3BCB-FF29-3652BE8176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D076585-8F52-BFF0-1D2F-D1D3A4A1BD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000985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689-6F23-A829-A0D4-97321A3C41B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0029FD3-0110-6F88-0C49-0A5F0C0139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9B639D6-961A-B191-926C-1F7927150D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58659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9E9A6-6F9D-5FB6-F760-AA893D98922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D264596-0BB4-D5D6-9BBC-9607E446A3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BCA6BC-4D83-13E2-347F-FCC75568FC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684063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A8B67-CABB-3612-C031-754D180BAC8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0BDC61E-1EF7-1121-42CE-835FD4E8E2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BD4229F-D840-74BA-6860-4C06144F60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263237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989B-8C69-B1BA-6758-A9E87FD9309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D3D03E4-62CE-CE03-6A54-1F8E0465C3D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FB4604-8971-1B5A-2561-6226FAF483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486111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8FD6C-C46C-DD86-18D3-FD65834B3D9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DF3C686-6673-8BDC-42D1-42C38DC2B4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491D667-F20F-E0B0-6CAB-8A5F1D71D4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776813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3B60C-CB4A-7A68-E518-2982D08167B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991833E-6C1A-2653-904B-0865543AA5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F77E3B3-3D6E-05C3-0936-BFC34EF0F5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50896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E891-1715-6562-7265-E1A43194A7B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E4C787C-923F-3576-320D-2ACC225259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5741374-DE21-4B01-DB93-FB221C03D7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861456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BDF19-D959-DF1F-F244-3EAF562F67A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F4C6ED3-3455-7F9D-56F3-CB6C3C8E5A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069F8A-6668-862D-39FE-C3FFBDD4B0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019682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A9C71-885E-F6E5-8742-F1E4A95E692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F73F063-3476-7E45-EAFE-DA5CC9CB62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27CD3DF-1FDA-9C15-A652-D5971B7E93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1" kern="1200" dirty="0">
                <a:solidFill>
                  <a:schemeClr val="tx1"/>
                </a:solidFill>
                <a:effectLst/>
                <a:latin typeface="+mn-lt"/>
                <a:ea typeface="+mn-ea"/>
                <a:cs typeface="+mn-cs"/>
              </a:rPr>
              <a:t>Mục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buổi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học</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gốc</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quá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lĩnh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vực</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ra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góp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trọng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a:t>
            </a:r>
            <a:r>
              <a:rPr lang="en-US" sz="1200" kern="1200" dirty="0">
                <a:solidFill>
                  <a:schemeClr val="tx1"/>
                </a:solidFill>
                <a:effectLst/>
                <a:latin typeface="+mn-lt"/>
                <a:ea typeface="+mn-ea"/>
                <a:cs typeface="+mn-cs"/>
              </a:rPr>
              <a:t> khoa </a:t>
            </a:r>
            <a:r>
              <a:rPr lang="en-US" sz="1200" kern="1200" dirty="0" err="1">
                <a:solidFill>
                  <a:schemeClr val="tx1"/>
                </a:solidFill>
                <a:effectLst/>
                <a:latin typeface="+mn-lt"/>
                <a:ea typeface="+mn-ea"/>
                <a:cs typeface="+mn-cs"/>
              </a:rPr>
              <a:t>học</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nay</a:t>
            </a:r>
          </a:p>
          <a:p>
            <a:r>
              <a:rPr lang="en-US" sz="1200" b="0" i="0" u="none" strike="noStrike" kern="1200" dirty="0">
                <a:solidFill>
                  <a:schemeClr val="tx1"/>
                </a:solidFill>
                <a:effectLst/>
                <a:latin typeface="+mn-lt"/>
                <a:ea typeface="+mn-ea"/>
                <a:cs typeface="+mn-cs"/>
                <a:hlinkClick r:id="rId3"/>
              </a:rPr>
              <a:t>Mô hình tự hồi qui (Autoregressive model - AR)</a:t>
            </a:r>
            <a:endParaRPr lang="en-US" sz="1200" b="0" i="0" u="none" strike="noStrike" kern="1200" dirty="0">
              <a:solidFill>
                <a:schemeClr val="tx1"/>
              </a:solidFill>
              <a:effectLst/>
              <a:latin typeface="+mn-lt"/>
              <a:ea typeface="+mn-ea"/>
              <a:cs typeface="+mn-cs"/>
            </a:endParaRPr>
          </a:p>
          <a:p>
            <a:r>
              <a:rPr lang="en-US" sz="1200" kern="100" dirty="0">
                <a:effectLst/>
                <a:latin typeface="Times New Roman" panose="02020603050405020304" pitchFamily="18" charset="0"/>
                <a:cs typeface="Times New Roman" panose="02020603050405020304" pitchFamily="18" charset="0"/>
              </a:rPr>
              <a:t>ARIMA: </a:t>
            </a:r>
            <a:r>
              <a:rPr lang="en-US" sz="1200" b="0" i="0" kern="1200" dirty="0">
                <a:solidFill>
                  <a:schemeClr val="tx1"/>
                </a:solidFill>
                <a:effectLst/>
                <a:latin typeface="+mn-lt"/>
                <a:ea typeface="+mn-ea"/>
                <a:cs typeface="+mn-cs"/>
              </a:rPr>
              <a:t>Autoregressive </a:t>
            </a:r>
            <a:r>
              <a:rPr lang="en-US" sz="1200" b="0" i="0" kern="1200" dirty="0" err="1">
                <a:solidFill>
                  <a:schemeClr val="tx1"/>
                </a:solidFill>
                <a:effectLst/>
                <a:latin typeface="+mn-lt"/>
                <a:ea typeface="+mn-ea"/>
                <a:cs typeface="+mn-cs"/>
              </a:rPr>
              <a:t>Intergrated</a:t>
            </a:r>
            <a:r>
              <a:rPr lang="en-US" sz="1200" b="0" i="0" kern="1200" dirty="0">
                <a:solidFill>
                  <a:schemeClr val="tx1"/>
                </a:solidFill>
                <a:effectLst/>
                <a:latin typeface="+mn-lt"/>
                <a:ea typeface="+mn-ea"/>
                <a:cs typeface="+mn-cs"/>
              </a:rPr>
              <a:t> Moving Average</a:t>
            </a:r>
            <a:endParaRPr lang="en-US" sz="1200" kern="100" dirty="0">
              <a:effectLst/>
              <a:latin typeface="Times New Roman" panose="02020603050405020304" pitchFamily="18" charset="0"/>
              <a:cs typeface="Times New Roman" panose="02020603050405020304" pitchFamily="18" charset="0"/>
            </a:endParaRPr>
          </a:p>
          <a:p>
            <a:r>
              <a:rPr lang="en-US" sz="1200" b="0" i="0" kern="1200" dirty="0" err="1">
                <a:solidFill>
                  <a:schemeClr val="tx1"/>
                </a:solidFill>
                <a:effectLst/>
                <a:latin typeface="+mn-lt"/>
                <a:ea typeface="+mn-ea"/>
                <a:cs typeface="+mn-cs"/>
              </a:rPr>
              <a:t>AutoRegressive</a:t>
            </a:r>
            <a:r>
              <a:rPr lang="en-US" sz="1200" b="0" i="0" kern="1200" dirty="0">
                <a:solidFill>
                  <a:schemeClr val="tx1"/>
                </a:solidFill>
                <a:effectLst/>
                <a:latin typeface="+mn-lt"/>
                <a:ea typeface="+mn-ea"/>
                <a:cs typeface="+mn-cs"/>
              </a:rPr>
              <a:t> Conditional Heteroskedasticity (ARCH)</a:t>
            </a:r>
            <a:r>
              <a:rPr lang="en-US" sz="1200" b="0" i="0" kern="1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kern="1200" dirty="0">
                <a:solidFill>
                  <a:schemeClr val="tx1"/>
                </a:solidFill>
                <a:effectLst/>
                <a:latin typeface="+mn-lt"/>
                <a:ea typeface="+mn-ea"/>
                <a:cs typeface="+mn-cs"/>
              </a:rPr>
              <a:t>Robert Fry Engle III won the 2003 Nobel Memorial Prize in Economic Sciences</a:t>
            </a:r>
            <a:endParaRPr lang="en-US" sz="1200" kern="100" dirty="0">
              <a:effectLst/>
              <a:latin typeface="Times New Roman" panose="02020603050405020304" pitchFamily="18" charset="0"/>
              <a:cs typeface="Times New Roman" panose="02020603050405020304" pitchFamily="18" charset="0"/>
            </a:endParaRPr>
          </a:p>
          <a:p>
            <a:r>
              <a:rPr lang="en-US" sz="1200" kern="100" dirty="0">
                <a:effectLst/>
                <a:latin typeface="Times New Roman" panose="02020603050405020304" pitchFamily="18" charset="0"/>
                <a:cs typeface="Times New Roman" panose="02020603050405020304" pitchFamily="18" charset="0"/>
              </a:rPr>
              <a:t>LSTM: </a:t>
            </a:r>
            <a:r>
              <a:rPr lang="en-US" sz="1200" b="0" i="0" u="none" strike="noStrike" kern="1200" dirty="0">
                <a:solidFill>
                  <a:schemeClr val="tx1"/>
                </a:solidFill>
                <a:effectLst/>
                <a:latin typeface="+mn-lt"/>
                <a:ea typeface="+mn-ea"/>
                <a:cs typeface="+mn-cs"/>
                <a:hlinkClick r:id="rId4"/>
              </a:rPr>
              <a:t>Long Short-Term Memory</a:t>
            </a:r>
            <a:endParaRPr lang="en-US" sz="1200" b="0" i="0" u="none" strike="noStrike" kern="1200" dirty="0">
              <a:solidFill>
                <a:schemeClr val="tx1"/>
              </a:solidFill>
              <a:effectLst/>
              <a:latin typeface="+mn-lt"/>
              <a:ea typeface="+mn-ea"/>
              <a:cs typeface="+mn-cs"/>
            </a:endParaRPr>
          </a:p>
          <a:p>
            <a:r>
              <a:rPr lang="en-US" sz="1200" kern="100" dirty="0">
                <a:effectLst/>
                <a:latin typeface="Times New Roman" panose="02020603050405020304" pitchFamily="18" charset="0"/>
                <a:cs typeface="Times New Roman" panose="02020603050405020304" pitchFamily="18" charset="0"/>
              </a:rPr>
              <a:t>Transformer: Vaswani et al. proposed </a:t>
            </a:r>
            <a:r>
              <a:rPr lang="en-US" sz="1200" b="0" i="0" kern="1200" dirty="0">
                <a:solidFill>
                  <a:schemeClr val="tx1"/>
                </a:solidFill>
                <a:effectLst/>
                <a:latin typeface="+mn-lt"/>
                <a:ea typeface="+mn-ea"/>
                <a:cs typeface="+mn-cs"/>
              </a:rPr>
              <a:t>a new simple network architecture, the </a:t>
            </a:r>
            <a:r>
              <a:rPr lang="en-US" sz="1200" b="1" i="0" kern="1200" dirty="0">
                <a:solidFill>
                  <a:schemeClr val="tx1"/>
                </a:solidFill>
                <a:effectLst/>
                <a:latin typeface="+mn-lt"/>
                <a:ea typeface="+mn-ea"/>
                <a:cs typeface="+mn-cs"/>
              </a:rPr>
              <a:t>Transformer</a:t>
            </a:r>
            <a:r>
              <a:rPr lang="en-US" sz="1200" b="0" i="0" kern="1200" dirty="0">
                <a:solidFill>
                  <a:schemeClr val="tx1"/>
                </a:solidFill>
                <a:effectLst/>
                <a:latin typeface="+mn-lt"/>
                <a:ea typeface="+mn-ea"/>
                <a:cs typeface="+mn-cs"/>
              </a:rPr>
              <a:t>, based solely on attention mechanisms</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14548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17CD2-81A1-C748-7A75-12E2C3D296E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4E807EB-1FE2-2405-B701-F5D9E942C2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6E683BC-83E2-B730-5624-C25E301043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Về lịch sử, phân tích chuỗi thời gian có nguồn gốc từ thế kỷ 18–19, khi các nhà khoa học trong thiên văn học và kinh tế học bắt đầu nghiên cứu các hiện tượng có tính chu kỳ theo thời gian. Các công trình của </a:t>
            </a:r>
            <a:r>
              <a:rPr lang="en-US" sz="1200" b="1" kern="1200">
                <a:solidFill>
                  <a:schemeClr val="tx1"/>
                </a:solidFill>
                <a:effectLst/>
                <a:latin typeface="+mn-lt"/>
                <a:ea typeface="+mn-ea"/>
                <a:cs typeface="+mn-cs"/>
              </a:rPr>
              <a:t>Gauss</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Legendre</a:t>
            </a:r>
            <a:r>
              <a:rPr lang="en-US" sz="1200" kern="1200">
                <a:solidFill>
                  <a:schemeClr val="tx1"/>
                </a:solidFill>
                <a:effectLst/>
                <a:latin typeface="+mn-lt"/>
                <a:ea typeface="+mn-ea"/>
                <a:cs typeface="+mn-cs"/>
              </a:rPr>
              <a:t> về phương pháp </a:t>
            </a:r>
            <a:r>
              <a:rPr lang="en-US" sz="1200" b="1" kern="1200">
                <a:solidFill>
                  <a:schemeClr val="tx1"/>
                </a:solidFill>
                <a:effectLst/>
                <a:latin typeface="+mn-lt"/>
                <a:ea typeface="+mn-ea"/>
                <a:cs typeface="+mn-cs"/>
              </a:rPr>
              <a:t>bình phương nhỏ nhất</a:t>
            </a:r>
            <a:r>
              <a:rPr lang="en-US" sz="1200" kern="1200">
                <a:solidFill>
                  <a:schemeClr val="tx1"/>
                </a:solidFill>
                <a:effectLst/>
                <a:latin typeface="+mn-lt"/>
                <a:ea typeface="+mn-ea"/>
                <a:cs typeface="+mn-cs"/>
              </a:rPr>
              <a:t> đặt nền tảng cho ước lượng tham số trong các mô hình chuỗi thời gian sau này. </a:t>
            </a:r>
          </a:p>
        </p:txBody>
      </p:sp>
    </p:spTree>
    <p:extLst>
      <p:ext uri="{BB962C8B-B14F-4D97-AF65-F5344CB8AC3E}">
        <p14:creationId xmlns:p14="http://schemas.microsoft.com/office/powerpoint/2010/main" val="14718007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7A1EC-811F-B2B3-7B27-491C75D5FD9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A4595F9-BB17-BD9E-C764-3A82A699F7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87305E8-115A-8D99-39F0-4C7BBF7795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Đến đầu thế kỷ 20, </a:t>
            </a:r>
            <a:r>
              <a:rPr lang="en-US" sz="1200" b="1" kern="1200">
                <a:solidFill>
                  <a:schemeClr val="tx1"/>
                </a:solidFill>
                <a:effectLst/>
                <a:latin typeface="+mn-lt"/>
                <a:ea typeface="+mn-ea"/>
                <a:cs typeface="+mn-cs"/>
              </a:rPr>
              <a:t>G. U. Yule</a:t>
            </a:r>
            <a:r>
              <a:rPr lang="en-US" sz="1200" kern="1200">
                <a:solidFill>
                  <a:schemeClr val="tx1"/>
                </a:solidFill>
                <a:effectLst/>
                <a:latin typeface="+mn-lt"/>
                <a:ea typeface="+mn-ea"/>
                <a:cs typeface="+mn-cs"/>
              </a:rPr>
              <a:t> (1927) đã giới thiệu mô hình </a:t>
            </a:r>
            <a:r>
              <a:rPr lang="en-US" sz="1200" b="1" kern="1200">
                <a:solidFill>
                  <a:schemeClr val="tx1"/>
                </a:solidFill>
                <a:effectLst/>
                <a:latin typeface="+mn-lt"/>
                <a:ea typeface="+mn-ea"/>
                <a:cs typeface="+mn-cs"/>
              </a:rPr>
              <a:t>tự hồi quy (autoregressive – AR)</a:t>
            </a:r>
            <a:r>
              <a:rPr lang="en-US" sz="1200" kern="1200">
                <a:solidFill>
                  <a:schemeClr val="tx1"/>
                </a:solidFill>
                <a:effectLst/>
                <a:latin typeface="+mn-lt"/>
                <a:ea typeface="+mn-ea"/>
                <a:cs typeface="+mn-cs"/>
              </a:rPr>
              <a:t> để mô phỏng dao động khí quyển, trong khi </a:t>
            </a:r>
            <a:r>
              <a:rPr lang="en-US" sz="1200" b="1" kern="1200">
                <a:solidFill>
                  <a:schemeClr val="tx1"/>
                </a:solidFill>
                <a:effectLst/>
                <a:latin typeface="+mn-lt"/>
                <a:ea typeface="+mn-ea"/>
                <a:cs typeface="+mn-cs"/>
              </a:rPr>
              <a:t>E. Slutsky</a:t>
            </a:r>
            <a:r>
              <a:rPr lang="en-US" sz="1200" kern="1200">
                <a:solidFill>
                  <a:schemeClr val="tx1"/>
                </a:solidFill>
                <a:effectLst/>
                <a:latin typeface="+mn-lt"/>
                <a:ea typeface="+mn-ea"/>
                <a:cs typeface="+mn-cs"/>
              </a:rPr>
              <a:t> (1937) phát triển mô hình </a:t>
            </a:r>
            <a:r>
              <a:rPr lang="en-US" sz="1200" b="1" kern="1200">
                <a:solidFill>
                  <a:schemeClr val="tx1"/>
                </a:solidFill>
                <a:effectLst/>
                <a:latin typeface="+mn-lt"/>
                <a:ea typeface="+mn-ea"/>
                <a:cs typeface="+mn-cs"/>
              </a:rPr>
              <a:t>trung bình trượt (moving average – MA)</a:t>
            </a:r>
            <a:r>
              <a:rPr lang="en-US" sz="1200" kern="1200">
                <a:solidFill>
                  <a:schemeClr val="tx1"/>
                </a:solidFill>
                <a:effectLst/>
                <a:latin typeface="+mn-lt"/>
                <a:ea typeface="+mn-ea"/>
                <a:cs typeface="+mn-cs"/>
              </a:rPr>
              <a:t> để mô tả chu kỳ kinh tế. Hai mô hình này được kết hợp thành </a:t>
            </a:r>
            <a:r>
              <a:rPr lang="en-US" sz="1200" b="1" kern="1200">
                <a:solidFill>
                  <a:schemeClr val="tx1"/>
                </a:solidFill>
                <a:effectLst/>
                <a:latin typeface="+mn-lt"/>
                <a:ea typeface="+mn-ea"/>
                <a:cs typeface="+mn-cs"/>
              </a:rPr>
              <a:t>ARMA</a:t>
            </a:r>
            <a:r>
              <a:rPr lang="en-US" sz="1200" kern="1200">
                <a:solidFill>
                  <a:schemeClr val="tx1"/>
                </a:solidFill>
                <a:effectLst/>
                <a:latin typeface="+mn-lt"/>
                <a:ea typeface="+mn-ea"/>
                <a:cs typeface="+mn-cs"/>
              </a:rPr>
              <a:t> – một bước ngoặt trong việc mô hình hóa quá trình ngẫu nhiên dừng.</a:t>
            </a:r>
          </a:p>
          <a:p>
            <a:r>
              <a:rPr lang="en-US" sz="1200" b="1" kern="1200">
                <a:solidFill>
                  <a:schemeClr val="tx1"/>
                </a:solidFill>
                <a:effectLst/>
                <a:latin typeface="+mn-lt"/>
                <a:ea typeface="+mn-ea"/>
                <a:cs typeface="+mn-cs"/>
              </a:rPr>
              <a:t>H. Wold</a:t>
            </a:r>
            <a:r>
              <a:rPr lang="en-US" sz="1200" kern="1200">
                <a:solidFill>
                  <a:schemeClr val="tx1"/>
                </a:solidFill>
                <a:effectLst/>
                <a:latin typeface="+mn-lt"/>
                <a:ea typeface="+mn-ea"/>
                <a:cs typeface="+mn-cs"/>
              </a:rPr>
              <a:t> (1938) sau đó đã đưa ra </a:t>
            </a:r>
            <a:r>
              <a:rPr lang="en-US" sz="1200" b="1" kern="1200">
                <a:solidFill>
                  <a:schemeClr val="tx1"/>
                </a:solidFill>
                <a:effectLst/>
                <a:latin typeface="+mn-lt"/>
                <a:ea typeface="+mn-ea"/>
                <a:cs typeface="+mn-cs"/>
              </a:rPr>
              <a:t>Định lý phân rã Wold</a:t>
            </a:r>
            <a:r>
              <a:rPr lang="en-US" sz="1200" kern="1200">
                <a:solidFill>
                  <a:schemeClr val="tx1"/>
                </a:solidFill>
                <a:effectLst/>
                <a:latin typeface="+mn-lt"/>
                <a:ea typeface="+mn-ea"/>
                <a:cs typeface="+mn-cs"/>
              </a:rPr>
              <a:t>, chứng minh rằng mọi quá trình dừng tuyến tính đều có thể biểu diễn bằng một chuỗi trung bình trượt vô hạn – một kết quả nền tảng cho toàn bộ lý thuyết chuỗi thời gian hiện đại.</a:t>
            </a:r>
          </a:p>
        </p:txBody>
      </p:sp>
    </p:spTree>
    <p:extLst>
      <p:ext uri="{BB962C8B-B14F-4D97-AF65-F5344CB8AC3E}">
        <p14:creationId xmlns:p14="http://schemas.microsoft.com/office/powerpoint/2010/main" val="7286546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86EB-0A91-C58D-7DC4-EB72676073D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8C171BE-7B99-6C8E-45DF-B4146989345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7BD2E4F-88C3-15FF-9DFB-88627CF02E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Bước ngoặt tiếp theo diễn ra vào thập niên 1970 với sự ra đời của phương pháp </a:t>
            </a:r>
            <a:r>
              <a:rPr lang="en-US" sz="1200" b="1" kern="1200">
                <a:solidFill>
                  <a:schemeClr val="tx1"/>
                </a:solidFill>
                <a:effectLst/>
                <a:latin typeface="+mn-lt"/>
                <a:ea typeface="+mn-ea"/>
                <a:cs typeface="+mn-cs"/>
              </a:rPr>
              <a:t>Box–Jenkins</a:t>
            </a:r>
            <a:r>
              <a:rPr lang="en-US" sz="1200" kern="1200">
                <a:solidFill>
                  <a:schemeClr val="tx1"/>
                </a:solidFill>
                <a:effectLst/>
                <a:latin typeface="+mn-lt"/>
                <a:ea typeface="+mn-ea"/>
                <a:cs typeface="+mn-cs"/>
              </a:rPr>
              <a:t>. Hai nhà thống kê </a:t>
            </a:r>
            <a:r>
              <a:rPr lang="en-US" sz="1200" b="1" kern="1200">
                <a:solidFill>
                  <a:schemeClr val="tx1"/>
                </a:solidFill>
                <a:effectLst/>
                <a:latin typeface="+mn-lt"/>
                <a:ea typeface="+mn-ea"/>
                <a:cs typeface="+mn-cs"/>
              </a:rPr>
              <a:t>George Box</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Gwilym Jenkins</a:t>
            </a:r>
            <a:r>
              <a:rPr lang="en-US" sz="1200" kern="1200">
                <a:solidFill>
                  <a:schemeClr val="tx1"/>
                </a:solidFill>
                <a:effectLst/>
                <a:latin typeface="+mn-lt"/>
                <a:ea typeface="+mn-ea"/>
                <a:cs typeface="+mn-cs"/>
              </a:rPr>
              <a:t> đã hệ thống hóa toàn bộ quy trình phân tích và dự báo chuỗi thời gian thông qua các mô hình </a:t>
            </a:r>
            <a:r>
              <a:rPr lang="en-US" sz="1200" b="1" kern="1200">
                <a:solidFill>
                  <a:schemeClr val="tx1"/>
                </a:solidFill>
                <a:effectLst/>
                <a:latin typeface="+mn-lt"/>
                <a:ea typeface="+mn-ea"/>
                <a:cs typeface="+mn-cs"/>
              </a:rPr>
              <a:t>ARIMA (Autoregressive Integrated Moving Average)</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SARIMA (Seasonal ARIMA)</a:t>
            </a:r>
            <a:r>
              <a:rPr lang="en-US" sz="1200" kern="1200">
                <a:solidFill>
                  <a:schemeClr val="tx1"/>
                </a:solidFill>
                <a:effectLst/>
                <a:latin typeface="+mn-lt"/>
                <a:ea typeface="+mn-ea"/>
                <a:cs typeface="+mn-cs"/>
              </a:rPr>
              <a:t>. Phương pháp này bao gồm bốn giai đoạn: nhận dạng mô hình, ước lượng tham số, kiểm định chẩn đoán và dự báo. Cùng thời gian đó, </a:t>
            </a:r>
            <a:r>
              <a:rPr lang="en-US" sz="1200" b="1" kern="1200">
                <a:solidFill>
                  <a:schemeClr val="tx1"/>
                </a:solidFill>
                <a:effectLst/>
                <a:latin typeface="+mn-lt"/>
                <a:ea typeface="+mn-ea"/>
                <a:cs typeface="+mn-cs"/>
              </a:rPr>
              <a:t>R. E. Kalman</a:t>
            </a:r>
            <a:r>
              <a:rPr lang="en-US" sz="1200" kern="1200">
                <a:solidFill>
                  <a:schemeClr val="tx1"/>
                </a:solidFill>
                <a:effectLst/>
                <a:latin typeface="+mn-lt"/>
                <a:ea typeface="+mn-ea"/>
                <a:cs typeface="+mn-cs"/>
              </a:rPr>
              <a:t> (1960) phát triển </a:t>
            </a:r>
            <a:r>
              <a:rPr lang="en-US" sz="1200" b="1" kern="1200">
                <a:solidFill>
                  <a:schemeClr val="tx1"/>
                </a:solidFill>
                <a:effectLst/>
                <a:latin typeface="+mn-lt"/>
                <a:ea typeface="+mn-ea"/>
                <a:cs typeface="+mn-cs"/>
              </a:rPr>
              <a:t>bộ lọc Kalman (Kalman filter)</a:t>
            </a:r>
            <a:r>
              <a:rPr lang="en-US" sz="1200" kern="1200">
                <a:solidFill>
                  <a:schemeClr val="tx1"/>
                </a:solidFill>
                <a:effectLst/>
                <a:latin typeface="+mn-lt"/>
                <a:ea typeface="+mn-ea"/>
                <a:cs typeface="+mn-cs"/>
              </a:rPr>
              <a:t> và mô hình </a:t>
            </a:r>
            <a:r>
              <a:rPr lang="en-US" sz="1200" b="1" kern="1200">
                <a:solidFill>
                  <a:schemeClr val="tx1"/>
                </a:solidFill>
                <a:effectLst/>
                <a:latin typeface="+mn-lt"/>
                <a:ea typeface="+mn-ea"/>
                <a:cs typeface="+mn-cs"/>
              </a:rPr>
              <a:t>state-space</a:t>
            </a:r>
            <a:r>
              <a:rPr lang="en-US" sz="1200" kern="1200">
                <a:solidFill>
                  <a:schemeClr val="tx1"/>
                </a:solidFill>
                <a:effectLst/>
                <a:latin typeface="+mn-lt"/>
                <a:ea typeface="+mn-ea"/>
                <a:cs typeface="+mn-cs"/>
              </a:rPr>
              <a:t>, mở rộng ứng dụng của phân tích chuỗi thời gian sang các hệ thống động học trong kỹ thuật điều khiển và xử lý tín hiệu.</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143935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B51B-C526-BFFB-26EA-4A449CD0319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8EB79AE-81AE-98BA-FC1F-5D1F462EE6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4A8791A-3034-B41E-05E4-0EFE46E6CB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Từ thập niên 1980, lĩnh vực này được mở rộng mạnh mẽ trong kinh tế lượng và tài chính. </a:t>
            </a:r>
            <a:r>
              <a:rPr lang="en-US" sz="1200" b="1" kern="1200">
                <a:solidFill>
                  <a:schemeClr val="tx1"/>
                </a:solidFill>
                <a:effectLst/>
                <a:latin typeface="+mn-lt"/>
                <a:ea typeface="+mn-ea"/>
                <a:cs typeface="+mn-cs"/>
              </a:rPr>
              <a:t>Christopher Sims (1980)</a:t>
            </a:r>
            <a:r>
              <a:rPr lang="en-US" sz="1200" kern="1200">
                <a:solidFill>
                  <a:schemeClr val="tx1"/>
                </a:solidFill>
                <a:effectLst/>
                <a:latin typeface="+mn-lt"/>
                <a:ea typeface="+mn-ea"/>
                <a:cs typeface="+mn-cs"/>
              </a:rPr>
              <a:t> phát triển mô hình </a:t>
            </a:r>
            <a:r>
              <a:rPr lang="en-US" sz="1200" b="1" kern="1200">
                <a:solidFill>
                  <a:schemeClr val="tx1"/>
                </a:solidFill>
                <a:effectLst/>
                <a:latin typeface="+mn-lt"/>
                <a:ea typeface="+mn-ea"/>
                <a:cs typeface="+mn-cs"/>
              </a:rPr>
              <a:t>VAR (Vector Autoregression)</a:t>
            </a:r>
            <a:r>
              <a:rPr lang="en-US" sz="1200" kern="1200">
                <a:solidFill>
                  <a:schemeClr val="tx1"/>
                </a:solidFill>
                <a:effectLst/>
                <a:latin typeface="+mn-lt"/>
                <a:ea typeface="+mn-ea"/>
                <a:cs typeface="+mn-cs"/>
              </a:rPr>
              <a:t> cho phép mô hình hóa mối quan hệ tương hỗ giữa nhiều biến kinh tế theo thời gian. </a:t>
            </a:r>
            <a:r>
              <a:rPr lang="en-US" sz="1200" b="1" kern="1200">
                <a:solidFill>
                  <a:schemeClr val="tx1"/>
                </a:solidFill>
                <a:effectLst/>
                <a:latin typeface="+mn-lt"/>
                <a:ea typeface="+mn-ea"/>
                <a:cs typeface="+mn-cs"/>
              </a:rPr>
              <a:t>Robert Engle (1982)</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Tim Bollerslev (1986)</a:t>
            </a:r>
            <a:r>
              <a:rPr lang="en-US" sz="1200" kern="1200">
                <a:solidFill>
                  <a:schemeClr val="tx1"/>
                </a:solidFill>
                <a:effectLst/>
                <a:latin typeface="+mn-lt"/>
                <a:ea typeface="+mn-ea"/>
                <a:cs typeface="+mn-cs"/>
              </a:rPr>
              <a:t> lần lượt giới thiệu các mô hình </a:t>
            </a:r>
            <a:r>
              <a:rPr lang="en-US" sz="1200" b="1" kern="1200">
                <a:solidFill>
                  <a:schemeClr val="tx1"/>
                </a:solidFill>
                <a:effectLst/>
                <a:latin typeface="+mn-lt"/>
                <a:ea typeface="+mn-ea"/>
                <a:cs typeface="+mn-cs"/>
              </a:rPr>
              <a:t>ARCH</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GARCH</a:t>
            </a:r>
            <a:r>
              <a:rPr lang="en-US" sz="1200" kern="1200">
                <a:solidFill>
                  <a:schemeClr val="tx1"/>
                </a:solidFill>
                <a:effectLst/>
                <a:latin typeface="+mn-lt"/>
                <a:ea typeface="+mn-ea"/>
                <a:cs typeface="+mn-cs"/>
              </a:rPr>
              <a:t> để mô tả sự thay đổi của phương sai có điều kiện, đặc biệt phù hợp với dữ liệu tài chính. </a:t>
            </a:r>
            <a:r>
              <a:rPr lang="en-US" sz="1200" b="1" kern="1200">
                <a:solidFill>
                  <a:schemeClr val="tx1"/>
                </a:solidFill>
                <a:effectLst/>
                <a:latin typeface="+mn-lt"/>
                <a:ea typeface="+mn-ea"/>
                <a:cs typeface="+mn-cs"/>
              </a:rPr>
              <a:t>Søren Johansen (1988)</a:t>
            </a:r>
            <a:r>
              <a:rPr lang="en-US" sz="1200" kern="1200">
                <a:solidFill>
                  <a:schemeClr val="tx1"/>
                </a:solidFill>
                <a:effectLst/>
                <a:latin typeface="+mn-lt"/>
                <a:ea typeface="+mn-ea"/>
                <a:cs typeface="+mn-cs"/>
              </a:rPr>
              <a:t> sau đó đưa ra khái niệm </a:t>
            </a:r>
            <a:r>
              <a:rPr lang="en-US" sz="1200" b="1" kern="1200">
                <a:solidFill>
                  <a:schemeClr val="tx1"/>
                </a:solidFill>
                <a:effectLst/>
                <a:latin typeface="+mn-lt"/>
                <a:ea typeface="+mn-ea"/>
                <a:cs typeface="+mn-cs"/>
              </a:rPr>
              <a:t>đồng liên kết (cointegration)</a:t>
            </a:r>
            <a:r>
              <a:rPr lang="en-US" sz="1200" kern="1200">
                <a:solidFill>
                  <a:schemeClr val="tx1"/>
                </a:solidFill>
                <a:effectLst/>
                <a:latin typeface="+mn-lt"/>
                <a:ea typeface="+mn-ea"/>
                <a:cs typeface="+mn-cs"/>
              </a:rPr>
              <a:t>, mô tả mối quan hệ cân bằng dài hạn giữa các chuỗi không dừng.</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17759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C337-F145-E4C3-1EB9-9D5D6EB622D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04556A2-DAEE-6405-3180-CC1A3A0401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28474DF-8A65-1133-2AA3-E27C48A461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Bước sang thế kỷ 21, cùng với sự phát triển của dữ liệu lớn và học máy, phân tích chuỗi thời gian chứng kiến sự hội tụ giữa </a:t>
            </a:r>
            <a:r>
              <a:rPr lang="en-US" sz="1200" b="1" kern="1200">
                <a:solidFill>
                  <a:schemeClr val="tx1"/>
                </a:solidFill>
                <a:effectLst/>
                <a:latin typeface="+mn-lt"/>
                <a:ea typeface="+mn-ea"/>
                <a:cs typeface="+mn-cs"/>
              </a:rPr>
              <a:t>thống kê cổ điển</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mô hình học sâu (deep learning)</a:t>
            </a:r>
            <a:r>
              <a:rPr lang="en-US" sz="1200" kern="1200">
                <a:solidFill>
                  <a:schemeClr val="tx1"/>
                </a:solidFill>
                <a:effectLst/>
                <a:latin typeface="+mn-lt"/>
                <a:ea typeface="+mn-ea"/>
                <a:cs typeface="+mn-cs"/>
              </a:rPr>
              <a:t>. Các mô hình như </a:t>
            </a:r>
            <a:r>
              <a:rPr lang="en-US" sz="1200" b="1" kern="1200">
                <a:solidFill>
                  <a:schemeClr val="tx1"/>
                </a:solidFill>
                <a:effectLst/>
                <a:latin typeface="+mn-lt"/>
                <a:ea typeface="+mn-ea"/>
                <a:cs typeface="+mn-cs"/>
              </a:rPr>
              <a:t>LSTM (Long Short-Term Memory)</a:t>
            </a:r>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GRU (Gated Recurrent Unit)</a:t>
            </a:r>
            <a:r>
              <a:rPr lang="en-US" sz="1200" kern="1200">
                <a:solidFill>
                  <a:schemeClr val="tx1"/>
                </a:solidFill>
                <a:effectLst/>
                <a:latin typeface="+mn-lt"/>
                <a:ea typeface="+mn-ea"/>
                <a:cs typeface="+mn-cs"/>
              </a:rPr>
              <a:t> và gần đây là </a:t>
            </a:r>
            <a:r>
              <a:rPr lang="en-US" sz="1200" b="1" kern="1200">
                <a:solidFill>
                  <a:schemeClr val="tx1"/>
                </a:solidFill>
                <a:effectLst/>
                <a:latin typeface="+mn-lt"/>
                <a:ea typeface="+mn-ea"/>
                <a:cs typeface="+mn-cs"/>
              </a:rPr>
              <a:t>Transformer cho chuỗi thời gian</a:t>
            </a:r>
            <a:r>
              <a:rPr lang="en-US" sz="1200" kern="1200">
                <a:solidFill>
                  <a:schemeClr val="tx1"/>
                </a:solidFill>
                <a:effectLst/>
                <a:latin typeface="+mn-lt"/>
                <a:ea typeface="+mn-ea"/>
                <a:cs typeface="+mn-cs"/>
              </a:rPr>
              <a:t> đã thể hiện khả năng mạnh mẽ trong việc nắm bắt các quan hệ phi tuyến và phụ thuộc dài hạn trong dữ liệu. Các nền tảng như </a:t>
            </a:r>
            <a:r>
              <a:rPr lang="en-US" sz="1200" b="1" kern="1200">
                <a:solidFill>
                  <a:schemeClr val="tx1"/>
                </a:solidFill>
                <a:effectLst/>
                <a:latin typeface="+mn-lt"/>
                <a:ea typeface="+mn-ea"/>
                <a:cs typeface="+mn-cs"/>
              </a:rPr>
              <a:t>Facebook Prophet</a:t>
            </a:r>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Amazon DeepAR</a:t>
            </a:r>
            <a:r>
              <a:rPr lang="en-US" sz="1200" kern="1200">
                <a:solidFill>
                  <a:schemeClr val="tx1"/>
                </a:solidFill>
                <a:effectLst/>
                <a:latin typeface="+mn-lt"/>
                <a:ea typeface="+mn-ea"/>
                <a:cs typeface="+mn-cs"/>
              </a:rPr>
              <a:t>, hay các thư viện mã nguồn mở như </a:t>
            </a:r>
            <a:r>
              <a:rPr lang="en-US" sz="1200" b="1" kern="1200">
                <a:solidFill>
                  <a:schemeClr val="tx1"/>
                </a:solidFill>
                <a:effectLst/>
                <a:latin typeface="+mn-lt"/>
                <a:ea typeface="+mn-ea"/>
                <a:cs typeface="+mn-cs"/>
              </a:rPr>
              <a:t>GluonTS</a:t>
            </a:r>
            <a:r>
              <a:rPr lang="en-US" sz="1200" kern="1200">
                <a:solidFill>
                  <a:schemeClr val="tx1"/>
                </a:solidFill>
                <a:effectLst/>
                <a:latin typeface="+mn-lt"/>
                <a:ea typeface="+mn-ea"/>
                <a:cs typeface="+mn-cs"/>
              </a:rPr>
              <a:t> và </a:t>
            </a:r>
            <a:r>
              <a:rPr lang="en-US" sz="1200" b="1" kern="1200">
                <a:solidFill>
                  <a:schemeClr val="tx1"/>
                </a:solidFill>
                <a:effectLst/>
                <a:latin typeface="+mn-lt"/>
                <a:ea typeface="+mn-ea"/>
                <a:cs typeface="+mn-cs"/>
              </a:rPr>
              <a:t>Nixtla</a:t>
            </a:r>
            <a:r>
              <a:rPr lang="en-US" sz="1200" kern="1200">
                <a:solidFill>
                  <a:schemeClr val="tx1"/>
                </a:solidFill>
                <a:effectLst/>
                <a:latin typeface="+mn-lt"/>
                <a:ea typeface="+mn-ea"/>
                <a:cs typeface="+mn-cs"/>
              </a:rPr>
              <a:t> đang giúp chuẩn hóa việc triển khai và đánh giá các mô hình dự báo chuỗi thời gian trên quy mô lớn.</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720601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03689-407B-3386-5C1F-34C887FF7A2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16255B9-57B0-9A01-645F-893F38715F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85F94EB-3B96-37F5-6A63-99D7F77FEC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Ngày nay, phân tích chuỗi thời gian không chỉ được ứng dụng trong </a:t>
            </a:r>
            <a:r>
              <a:rPr lang="en-US" sz="1200" b="1" kern="1200">
                <a:solidFill>
                  <a:schemeClr val="tx1"/>
                </a:solidFill>
                <a:effectLst/>
                <a:latin typeface="+mn-lt"/>
                <a:ea typeface="+mn-ea"/>
                <a:cs typeface="+mn-cs"/>
              </a:rPr>
              <a:t>kinh tế – tài chính</a:t>
            </a:r>
            <a:r>
              <a:rPr lang="en-US" sz="1200" kern="1200">
                <a:solidFill>
                  <a:schemeClr val="tx1"/>
                </a:solidFill>
                <a:effectLst/>
                <a:latin typeface="+mn-lt"/>
                <a:ea typeface="+mn-ea"/>
                <a:cs typeface="+mn-cs"/>
              </a:rPr>
              <a:t> (dự báo lạm phát, giá cổ phiếu), mà còn đóng vai trò then chốt trong </a:t>
            </a:r>
            <a:r>
              <a:rPr lang="en-US" sz="1200" b="1" kern="1200">
                <a:solidFill>
                  <a:schemeClr val="tx1"/>
                </a:solidFill>
                <a:effectLst/>
                <a:latin typeface="+mn-lt"/>
                <a:ea typeface="+mn-ea"/>
                <a:cs typeface="+mn-cs"/>
              </a:rPr>
              <a:t>điều khiển tự động</a:t>
            </a:r>
            <a:r>
              <a:rPr lang="en-US" sz="1200" kern="1200">
                <a:solidFill>
                  <a:schemeClr val="tx1"/>
                </a:solidFill>
                <a:effectLst/>
                <a:latin typeface="+mn-lt"/>
                <a:ea typeface="+mn-ea"/>
                <a:cs typeface="+mn-cs"/>
              </a:rPr>
              <a:t> (ước lượng trạng thái, dự báo tín hiệu cảm biến), </a:t>
            </a:r>
            <a:r>
              <a:rPr lang="en-US" sz="1200" b="1" kern="1200">
                <a:solidFill>
                  <a:schemeClr val="tx1"/>
                </a:solidFill>
                <a:effectLst/>
                <a:latin typeface="+mn-lt"/>
                <a:ea typeface="+mn-ea"/>
                <a:cs typeface="+mn-cs"/>
              </a:rPr>
              <a:t>khí tượng học</a:t>
            </a:r>
            <a:r>
              <a:rPr lang="en-US" sz="1200" kern="1200">
                <a:solidFill>
                  <a:schemeClr val="tx1"/>
                </a:solidFill>
                <a:effectLst/>
                <a:latin typeface="+mn-lt"/>
                <a:ea typeface="+mn-ea"/>
                <a:cs typeface="+mn-cs"/>
              </a:rPr>
              <a:t> (dự báo thời tiết, ô nhiễm), </a:t>
            </a:r>
            <a:r>
              <a:rPr lang="en-US" sz="1200" b="1" kern="1200">
                <a:solidFill>
                  <a:schemeClr val="tx1"/>
                </a:solidFill>
                <a:effectLst/>
                <a:latin typeface="+mn-lt"/>
                <a:ea typeface="+mn-ea"/>
                <a:cs typeface="+mn-cs"/>
              </a:rPr>
              <a:t>y học</a:t>
            </a:r>
            <a:r>
              <a:rPr lang="en-US" sz="1200" kern="1200">
                <a:solidFill>
                  <a:schemeClr val="tx1"/>
                </a:solidFill>
                <a:effectLst/>
                <a:latin typeface="+mn-lt"/>
                <a:ea typeface="+mn-ea"/>
                <a:cs typeface="+mn-cs"/>
              </a:rPr>
              <a:t> (phân tích tín hiệu sinh học như ECG, EEG), và </a:t>
            </a:r>
            <a:r>
              <a:rPr lang="en-US" sz="1200" b="1" kern="1200">
                <a:solidFill>
                  <a:schemeClr val="tx1"/>
                </a:solidFill>
                <a:effectLst/>
                <a:latin typeface="+mn-lt"/>
                <a:ea typeface="+mn-ea"/>
                <a:cs typeface="+mn-cs"/>
              </a:rPr>
              <a:t>công nghệ thông tin</a:t>
            </a:r>
            <a:r>
              <a:rPr lang="en-US" sz="1200" kern="1200">
                <a:solidFill>
                  <a:schemeClr val="tx1"/>
                </a:solidFill>
                <a:effectLst/>
                <a:latin typeface="+mn-lt"/>
                <a:ea typeface="+mn-ea"/>
                <a:cs typeface="+mn-cs"/>
              </a:rPr>
              <a:t> (phát hiện bất thường trong mạng, giám sát hệ thống). Với sự kết hợp ngày càng sâu giữa lý thuyết toán học, mô hình thống kê, và học sâu, phân tích chuỗi thời gian đang trở thành một trong những công cụ trung tâm trong khoa học dữ liệu hiện đại, giúp con người hiểu và dự đoán các hiện tượng động học trong tự nhiên, xã hội và kỹ thuật.</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39233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rang bìa">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C9AE8D-2638-44D9-A41A-6AB555737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60495" y="2078018"/>
            <a:ext cx="5732807" cy="2181139"/>
          </a:xfrm>
        </p:spPr>
        <p:txBody>
          <a:bodyPr anchor="b">
            <a:normAutofit/>
          </a:bodyPr>
          <a:lstStyle>
            <a:lvl1pPr algn="l">
              <a:lnSpc>
                <a:spcPct val="100000"/>
              </a:lnSpc>
              <a:defRPr sz="3300" b="1">
                <a:solidFill>
                  <a:schemeClr val="bg1"/>
                </a:solidFill>
                <a:latin typeface="Arial" panose="020B0604020202090204" pitchFamily="34" charset="0"/>
                <a:cs typeface="Arial" panose="020B060402020209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60496" y="4535992"/>
            <a:ext cx="3830682" cy="1278213"/>
          </a:xfrm>
        </p:spPr>
        <p:txBody>
          <a:bodyPr>
            <a:normAutofit/>
          </a:bodyPr>
          <a:lstStyle>
            <a:lvl1pPr marL="0" indent="0" algn="l">
              <a:buNone/>
              <a:defRPr sz="1200">
                <a:solidFill>
                  <a:srgbClr val="F9E3E6"/>
                </a:solidFill>
                <a:latin typeface="Arial" panose="020B0604020202090204" pitchFamily="34" charset="0"/>
                <a:cs typeface="Arial" panose="020B060402020209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 Placeholder 11"/>
          <p:cNvSpPr>
            <a:spLocks noGrp="1"/>
          </p:cNvSpPr>
          <p:nvPr>
            <p:ph type="body" sz="quarter" idx="10"/>
          </p:nvPr>
        </p:nvSpPr>
        <p:spPr>
          <a:xfrm>
            <a:off x="1060847" y="1569800"/>
            <a:ext cx="5732859" cy="431800"/>
          </a:xfrm>
        </p:spPr>
        <p:txBody>
          <a:bodyPr anchor="ctr">
            <a:normAutofit/>
          </a:bodyPr>
          <a:lstStyle>
            <a:lvl1pPr marL="0" indent="0">
              <a:buNone/>
              <a:defRPr sz="1350" b="1">
                <a:solidFill>
                  <a:schemeClr val="bg1"/>
                </a:solidFill>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75261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g nội dun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54B3C802-7423-4A1F-BD0B-137F23A660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25" y="455613"/>
            <a:ext cx="3841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220589" y="365126"/>
            <a:ext cx="7294762" cy="747683"/>
          </a:xfrm>
        </p:spPr>
        <p:txBody>
          <a:bodyPr>
            <a:normAutofit/>
          </a:bodyPr>
          <a:lstStyle>
            <a:lvl1pPr>
              <a:defRPr sz="2400" b="1">
                <a:solidFill>
                  <a:srgbClr val="CF2941"/>
                </a:solidFill>
                <a:latin typeface="Arial" panose="020B0604020202090204" pitchFamily="34" charset="0"/>
                <a:cs typeface="Arial" panose="020B0604020202090204" pitchFamily="34" charset="0"/>
              </a:defRPr>
            </a:lvl1pPr>
          </a:lstStyle>
          <a:p>
            <a:r>
              <a:rPr lang="en-US"/>
              <a:t>Click to edit Master title style</a:t>
            </a:r>
          </a:p>
        </p:txBody>
      </p:sp>
      <p:sp>
        <p:nvSpPr>
          <p:cNvPr id="12" name="Content Placeholder 11"/>
          <p:cNvSpPr>
            <a:spLocks noGrp="1"/>
          </p:cNvSpPr>
          <p:nvPr>
            <p:ph sz="quarter" idx="10"/>
          </p:nvPr>
        </p:nvSpPr>
        <p:spPr>
          <a:xfrm>
            <a:off x="659920" y="1285875"/>
            <a:ext cx="7855430" cy="4692650"/>
          </a:xfrm>
        </p:spPr>
        <p:txBody>
          <a:bodyPr>
            <a:normAutofit/>
          </a:bodyPr>
          <a:lstStyle>
            <a:lvl1pPr>
              <a:lnSpc>
                <a:spcPct val="120000"/>
              </a:lnSpc>
              <a:spcBef>
                <a:spcPts val="0"/>
              </a:spcBef>
              <a:defRPr sz="1500">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11702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7531975-1476-46CA-A0D7-F6D360A54CA6}"/>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A7A78D7E-716A-4B23-A617-CEDC2BF7E50B}"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
        <p:nvSpPr>
          <p:cNvPr id="5" name="Text Box 18">
            <a:extLst>
              <a:ext uri="{FF2B5EF4-FFF2-40B4-BE49-F238E27FC236}">
                <a16:creationId xmlns:a16="http://schemas.microsoft.com/office/drawing/2014/main" id="{5579B3D1-716B-4603-8D54-99E812286E60}"/>
              </a:ext>
            </a:extLst>
          </p:cNvPr>
          <p:cNvSpPr txBox="1">
            <a:spLocks noChangeArrowheads="1"/>
          </p:cNvSpPr>
          <p:nvPr userDrawn="1"/>
        </p:nvSpPr>
        <p:spPr bwMode="auto">
          <a:xfrm>
            <a:off x="5562600" y="6324600"/>
            <a:ext cx="2819400" cy="36671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endParaRPr lang="en-US"/>
          </a:p>
        </p:txBody>
      </p:sp>
      <p:sp>
        <p:nvSpPr>
          <p:cNvPr id="3" name="Content Placeholder 2"/>
          <p:cNvSpPr>
            <a:spLocks noGrp="1"/>
          </p:cNvSpPr>
          <p:nvPr>
            <p:ph idx="1"/>
          </p:nvPr>
        </p:nvSpPr>
        <p:spPr>
          <a:xfrm>
            <a:off x="457200" y="1524000"/>
            <a:ext cx="8229600" cy="4800600"/>
          </a:xfrm>
        </p:spPr>
        <p:txBody>
          <a:bodyPr/>
          <a:lstStyle>
            <a:lvl1pPr>
              <a:defRPr b="0">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endParaRPr lang="vi-VN"/>
          </a:p>
        </p:txBody>
      </p:sp>
      <p:sp>
        <p:nvSpPr>
          <p:cNvPr id="6" name="Date Placeholder 3">
            <a:extLst>
              <a:ext uri="{FF2B5EF4-FFF2-40B4-BE49-F238E27FC236}">
                <a16:creationId xmlns:a16="http://schemas.microsoft.com/office/drawing/2014/main" id="{21C2D723-900F-44AC-AD35-DD16A620BD26}"/>
              </a:ext>
            </a:extLst>
          </p:cNvPr>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defRPr>
            </a:lvl1pPr>
          </a:lstStyle>
          <a:p>
            <a:pPr>
              <a:defRPr/>
            </a:pPr>
            <a:endParaRPr lang="en-US"/>
          </a:p>
        </p:txBody>
      </p:sp>
    </p:spTree>
    <p:extLst>
      <p:ext uri="{BB962C8B-B14F-4D97-AF65-F5344CB8AC3E}">
        <p14:creationId xmlns:p14="http://schemas.microsoft.com/office/powerpoint/2010/main" val="36641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BA1F89-E299-4B1D-BB7A-60A8A0039099}"/>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4FB0403-2387-45B2-80DC-D656960D82D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10C5E3F6-8AEA-4737-9BC3-097CFC93B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58D7BF53-DA4D-49B2-A41D-A59F9E62EE4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1C6C8E5-8661-4805-99AA-2F7920504AED}" type="datetimeFigureOut">
              <a:rPr lang="en-US"/>
              <a:pPr>
                <a:defRPr/>
              </a:pPr>
              <a:t>1/12/26</a:t>
            </a:fld>
            <a:endParaRPr lang="en-US" dirty="0"/>
          </a:p>
        </p:txBody>
      </p:sp>
      <p:sp>
        <p:nvSpPr>
          <p:cNvPr id="9" name="Footer Placeholder 4">
            <a:extLst>
              <a:ext uri="{FF2B5EF4-FFF2-40B4-BE49-F238E27FC236}">
                <a16:creationId xmlns:a16="http://schemas.microsoft.com/office/drawing/2014/main" id="{75C9FE92-E6E4-401B-8862-E4C3A20F983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106E2ED-AD73-43BF-8945-297E8C72EED1}"/>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EC1B67C-906F-4054-9F8E-B864D8B1C543}" type="slidenum">
              <a:rPr lang="en-US" altLang="vi-VN"/>
              <a:pPr>
                <a:defRPr/>
              </a:pPr>
              <a:t>‹#›</a:t>
            </a:fld>
            <a:endParaRPr lang="en-US" altLang="vi-VN"/>
          </a:p>
        </p:txBody>
      </p:sp>
    </p:spTree>
    <p:extLst>
      <p:ext uri="{BB962C8B-B14F-4D97-AF65-F5344CB8AC3E}">
        <p14:creationId xmlns:p14="http://schemas.microsoft.com/office/powerpoint/2010/main" val="77930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AF032-90B2-4B8E-9ACD-DDA273CA24C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906C4709-E8D5-427E-BF3A-1E643D3B6037}"/>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657772F-81DA-46BC-B666-D417A4F95A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7F0F47-345E-453A-B4C5-FD215F86959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6C32B8EC-82E6-47E2-A74E-2F5B09F0B4EB}" type="datetimeFigureOut">
              <a:rPr lang="en-US"/>
              <a:pPr>
                <a:defRPr/>
              </a:pPr>
              <a:t>1/12/26</a:t>
            </a:fld>
            <a:endParaRPr lang="en-US" dirty="0"/>
          </a:p>
        </p:txBody>
      </p:sp>
      <p:sp>
        <p:nvSpPr>
          <p:cNvPr id="9" name="Footer Placeholder 4">
            <a:extLst>
              <a:ext uri="{FF2B5EF4-FFF2-40B4-BE49-F238E27FC236}">
                <a16:creationId xmlns:a16="http://schemas.microsoft.com/office/drawing/2014/main" id="{FD316BA4-8F67-4644-BDF7-69BE1D03FDBD}"/>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4EAC6E0-B658-45F7-8FDB-6613C3F1CE1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4F5E71D-EFB4-41ED-90D2-35ACED0C11EB}" type="slidenum">
              <a:rPr lang="en-US" altLang="vi-VN"/>
              <a:pPr>
                <a:defRPr/>
              </a:pPr>
              <a:t>‹#›</a:t>
            </a:fld>
            <a:endParaRPr lang="en-US" altLang="vi-VN"/>
          </a:p>
        </p:txBody>
      </p:sp>
    </p:spTree>
    <p:extLst>
      <p:ext uri="{BB962C8B-B14F-4D97-AF65-F5344CB8AC3E}">
        <p14:creationId xmlns:p14="http://schemas.microsoft.com/office/powerpoint/2010/main" val="247591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75BEFD-7CD3-44FD-84E2-FA3960F9BAC7}"/>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D1069F7F-4E9F-4D91-AACA-9D6664EFA1F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27A70FC1-9CC1-44A8-BA33-D54531265B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BAD04ED-BCC5-4FB7-9E25-D8EE09833A7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B946182-61C8-4AFB-AC8B-6D1BC44F2BD6}" type="datetimeFigureOut">
              <a:rPr lang="en-US"/>
              <a:pPr>
                <a:defRPr/>
              </a:pPr>
              <a:t>1/12/26</a:t>
            </a:fld>
            <a:endParaRPr lang="en-US" dirty="0"/>
          </a:p>
        </p:txBody>
      </p:sp>
      <p:sp>
        <p:nvSpPr>
          <p:cNvPr id="9" name="Footer Placeholder 4">
            <a:extLst>
              <a:ext uri="{FF2B5EF4-FFF2-40B4-BE49-F238E27FC236}">
                <a16:creationId xmlns:a16="http://schemas.microsoft.com/office/drawing/2014/main" id="{9E4D792D-E7DE-45F6-9831-0C8E7E2069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419A06E2-1CAC-4358-A3E2-4DD9E70B838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8D656AC-B607-4727-BA23-CA3D8E9EC72A}" type="slidenum">
              <a:rPr lang="en-US" altLang="vi-VN"/>
              <a:pPr>
                <a:defRPr/>
              </a:pPr>
              <a:t>‹#›</a:t>
            </a:fld>
            <a:endParaRPr lang="en-US" altLang="vi-VN"/>
          </a:p>
        </p:txBody>
      </p:sp>
    </p:spTree>
    <p:extLst>
      <p:ext uri="{BB962C8B-B14F-4D97-AF65-F5344CB8AC3E}">
        <p14:creationId xmlns:p14="http://schemas.microsoft.com/office/powerpoint/2010/main" val="13583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D9A56-5387-4CA7-A86F-0C323E11B33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02932FDC-3591-4688-B334-3E3A2E5F12B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B2AB2B1-3206-4046-89D7-E397352180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3C5D5F8-85B9-4D6F-8C99-E14E44E5975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DFE6F9F-DC30-44B2-84B6-95AE16A0C81A}" type="datetimeFigureOut">
              <a:rPr lang="en-US"/>
              <a:pPr>
                <a:defRPr/>
              </a:pPr>
              <a:t>1/12/26</a:t>
            </a:fld>
            <a:endParaRPr lang="en-US" dirty="0"/>
          </a:p>
        </p:txBody>
      </p:sp>
      <p:sp>
        <p:nvSpPr>
          <p:cNvPr id="9" name="Footer Placeholder 4">
            <a:extLst>
              <a:ext uri="{FF2B5EF4-FFF2-40B4-BE49-F238E27FC236}">
                <a16:creationId xmlns:a16="http://schemas.microsoft.com/office/drawing/2014/main" id="{7FD26208-5C0C-4155-B085-BA82177BAEF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E4EA8E2-9291-4CC1-8716-AF4DAFD17D1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268B3F-CEFD-4AD9-A174-031E68694F66}" type="slidenum">
              <a:rPr lang="en-US" altLang="vi-VN"/>
              <a:pPr>
                <a:defRPr/>
              </a:pPr>
              <a:t>‹#›</a:t>
            </a:fld>
            <a:endParaRPr lang="en-US" altLang="vi-VN"/>
          </a:p>
        </p:txBody>
      </p:sp>
    </p:spTree>
    <p:extLst>
      <p:ext uri="{BB962C8B-B14F-4D97-AF65-F5344CB8AC3E}">
        <p14:creationId xmlns:p14="http://schemas.microsoft.com/office/powerpoint/2010/main" val="819259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D0565B-280D-4031-AF93-6C981E355A5A}"/>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7580B2EC-2016-4996-A0F7-6ADEA3F96324}"/>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97D2569-10A5-4C9C-9880-1C10F028A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2A765E8-769C-44FB-B4F6-04CB1240AF5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DB9A50C9-E674-46A5-912B-3A9C7DCBE90D}" type="datetimeFigureOut">
              <a:rPr lang="en-US"/>
              <a:pPr>
                <a:defRPr/>
              </a:pPr>
              <a:t>1/12/26</a:t>
            </a:fld>
            <a:endParaRPr lang="en-US" dirty="0"/>
          </a:p>
        </p:txBody>
      </p:sp>
      <p:sp>
        <p:nvSpPr>
          <p:cNvPr id="9" name="Footer Placeholder 4">
            <a:extLst>
              <a:ext uri="{FF2B5EF4-FFF2-40B4-BE49-F238E27FC236}">
                <a16:creationId xmlns:a16="http://schemas.microsoft.com/office/drawing/2014/main" id="{57A4D466-B12E-4935-99B7-B637468E748B}"/>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B7E83A5-3050-4D3F-9E15-6BB950A93A6A}"/>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0D003E0-2DD2-48A3-AD0D-BCAC5D3333FD}" type="slidenum">
              <a:rPr lang="en-US" altLang="vi-VN"/>
              <a:pPr>
                <a:defRPr/>
              </a:pPr>
              <a:t>‹#›</a:t>
            </a:fld>
            <a:endParaRPr lang="en-US" altLang="vi-VN"/>
          </a:p>
        </p:txBody>
      </p:sp>
    </p:spTree>
    <p:extLst>
      <p:ext uri="{BB962C8B-B14F-4D97-AF65-F5344CB8AC3E}">
        <p14:creationId xmlns:p14="http://schemas.microsoft.com/office/powerpoint/2010/main" val="261074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D169F8-9A82-4FC8-9A1A-3CB1A248775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EDECC5E3-7B3D-4114-8750-670D1191E2C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9E6FA6F-8A53-4A3F-89E7-1F4055F493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1F123A92-A68C-44EB-B368-64998F6E7914}"/>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60B01A7-AE41-4611-B796-230FE9AED7F3}" type="datetimeFigureOut">
              <a:rPr lang="en-US"/>
              <a:pPr>
                <a:defRPr/>
              </a:pPr>
              <a:t>1/12/26</a:t>
            </a:fld>
            <a:endParaRPr lang="en-US" dirty="0"/>
          </a:p>
        </p:txBody>
      </p:sp>
      <p:sp>
        <p:nvSpPr>
          <p:cNvPr id="9" name="Footer Placeholder 4">
            <a:extLst>
              <a:ext uri="{FF2B5EF4-FFF2-40B4-BE49-F238E27FC236}">
                <a16:creationId xmlns:a16="http://schemas.microsoft.com/office/drawing/2014/main" id="{B384BF3E-063C-4705-9F60-68035C37739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4A7BCAC-F442-4F34-818B-3C4F07F1578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0E115F8-3F6B-4E9B-AC3A-6183C1DF0966}" type="slidenum">
              <a:rPr lang="en-US" altLang="vi-VN"/>
              <a:pPr>
                <a:defRPr/>
              </a:pPr>
              <a:t>‹#›</a:t>
            </a:fld>
            <a:endParaRPr lang="en-US" altLang="vi-VN"/>
          </a:p>
        </p:txBody>
      </p:sp>
    </p:spTree>
    <p:extLst>
      <p:ext uri="{BB962C8B-B14F-4D97-AF65-F5344CB8AC3E}">
        <p14:creationId xmlns:p14="http://schemas.microsoft.com/office/powerpoint/2010/main" val="411775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2D11E-766A-46AD-9755-50C64E35D1E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92C1444-9F34-40C9-8B11-AD3E6D3F55F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B0A6DA7-CC92-4E40-AB68-02A4DAB0CB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325A412-E800-4776-876A-16172D63C2F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4A84A57-FC9C-4062-99DB-2409A0289843}" type="datetimeFigureOut">
              <a:rPr lang="en-US"/>
              <a:pPr>
                <a:defRPr/>
              </a:pPr>
              <a:t>1/12/26</a:t>
            </a:fld>
            <a:endParaRPr lang="en-US" dirty="0"/>
          </a:p>
        </p:txBody>
      </p:sp>
      <p:sp>
        <p:nvSpPr>
          <p:cNvPr id="9" name="Footer Placeholder 4">
            <a:extLst>
              <a:ext uri="{FF2B5EF4-FFF2-40B4-BE49-F238E27FC236}">
                <a16:creationId xmlns:a16="http://schemas.microsoft.com/office/drawing/2014/main" id="{28FF0F9F-865B-413E-AB26-26D2043B0632}"/>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BD610D4-9C54-49A5-A9AA-B43D5712AE3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F0FCFC5-63BF-4C03-AD30-1FBA13972EB1}" type="slidenum">
              <a:rPr lang="en-US" altLang="vi-VN"/>
              <a:pPr>
                <a:defRPr/>
              </a:pPr>
              <a:t>‹#›</a:t>
            </a:fld>
            <a:endParaRPr lang="en-US" altLang="vi-VN"/>
          </a:p>
        </p:txBody>
      </p:sp>
    </p:spTree>
    <p:extLst>
      <p:ext uri="{BB962C8B-B14F-4D97-AF65-F5344CB8AC3E}">
        <p14:creationId xmlns:p14="http://schemas.microsoft.com/office/powerpoint/2010/main" val="240109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7E580A-B2B1-4BAD-97FE-E1DBBAB65A0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BA5F9B4-6DC8-495C-9570-A418D99D8DD9}"/>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AC7B323-31B4-49CE-B05E-D28C4DC4B33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1B5917-E5E6-43B6-B5EC-4EEC059DB4E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8E7A1A4-B1D6-4288-B79D-8848D5313B81}" type="datetimeFigureOut">
              <a:rPr lang="en-US"/>
              <a:pPr>
                <a:defRPr/>
              </a:pPr>
              <a:t>1/12/26</a:t>
            </a:fld>
            <a:endParaRPr lang="en-US" dirty="0"/>
          </a:p>
        </p:txBody>
      </p:sp>
      <p:sp>
        <p:nvSpPr>
          <p:cNvPr id="9" name="Footer Placeholder 4">
            <a:extLst>
              <a:ext uri="{FF2B5EF4-FFF2-40B4-BE49-F238E27FC236}">
                <a16:creationId xmlns:a16="http://schemas.microsoft.com/office/drawing/2014/main" id="{01F1DC93-09E7-4A5D-9F5B-499349846F36}"/>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6C5BA19-E34C-4F20-BA02-940779B7B6EC}"/>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3D8925D-920C-4E38-B8EB-58A42D14F104}" type="slidenum">
              <a:rPr lang="en-US" altLang="vi-VN"/>
              <a:pPr>
                <a:defRPr/>
              </a:pPr>
              <a:t>‹#›</a:t>
            </a:fld>
            <a:endParaRPr lang="en-US" altLang="vi-VN"/>
          </a:p>
        </p:txBody>
      </p:sp>
    </p:spTree>
    <p:extLst>
      <p:ext uri="{BB962C8B-B14F-4D97-AF65-F5344CB8AC3E}">
        <p14:creationId xmlns:p14="http://schemas.microsoft.com/office/powerpoint/2010/main" val="1208267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7097AA-337A-483E-935C-82C70A1F952B}"/>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85AEBDE-FD2A-4B13-A6A9-ACCAFD920A5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021FC847-46A6-4FE4-8AF8-C086260F59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2C48EABF-C205-41CD-91FA-873B5D63AD9D}"/>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14CE82E1-64DF-42CB-BEDD-AACBA67A4420}" type="datetimeFigureOut">
              <a:rPr lang="en-US"/>
              <a:pPr>
                <a:defRPr/>
              </a:pPr>
              <a:t>1/12/26</a:t>
            </a:fld>
            <a:endParaRPr lang="en-US" dirty="0"/>
          </a:p>
        </p:txBody>
      </p:sp>
      <p:sp>
        <p:nvSpPr>
          <p:cNvPr id="9" name="Footer Placeholder 4">
            <a:extLst>
              <a:ext uri="{FF2B5EF4-FFF2-40B4-BE49-F238E27FC236}">
                <a16:creationId xmlns:a16="http://schemas.microsoft.com/office/drawing/2014/main" id="{2F695D52-7B99-462B-A3E1-92290BEAEF4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841650B-B511-4CBB-B463-A71B79432DD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CC2123C6-52BA-45DF-97B7-3F81DD9A3ECE}" type="slidenum">
              <a:rPr lang="en-US" altLang="vi-VN"/>
              <a:pPr>
                <a:defRPr/>
              </a:pPr>
              <a:t>‹#›</a:t>
            </a:fld>
            <a:endParaRPr lang="en-US" altLang="vi-VN"/>
          </a:p>
        </p:txBody>
      </p:sp>
    </p:spTree>
    <p:extLst>
      <p:ext uri="{BB962C8B-B14F-4D97-AF65-F5344CB8AC3E}">
        <p14:creationId xmlns:p14="http://schemas.microsoft.com/office/powerpoint/2010/main" val="2086788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E0483-A792-4045-8864-41463734F395}"/>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79038D5-0CCB-4EDF-83E8-3D8C27244E9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BFFFDB-BD6C-41F9-A8CE-2A529FB7BE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5B9F4AB-A506-416E-B422-C16F7056F09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7BF12630-CBF9-4D21-8ACC-C4A683052FB3}" type="datetimeFigureOut">
              <a:rPr lang="en-US"/>
              <a:pPr>
                <a:defRPr/>
              </a:pPr>
              <a:t>1/12/26</a:t>
            </a:fld>
            <a:endParaRPr lang="en-US" dirty="0"/>
          </a:p>
        </p:txBody>
      </p:sp>
      <p:sp>
        <p:nvSpPr>
          <p:cNvPr id="9" name="Footer Placeholder 4">
            <a:extLst>
              <a:ext uri="{FF2B5EF4-FFF2-40B4-BE49-F238E27FC236}">
                <a16:creationId xmlns:a16="http://schemas.microsoft.com/office/drawing/2014/main" id="{DE26882A-32B8-4114-A8B4-3AFAFB2DEFB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4E2B516-B639-44D7-B5B8-4018461BB61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7C2FF69C-060C-4204-AA34-532950E70272}" type="slidenum">
              <a:rPr lang="en-US" altLang="vi-VN"/>
              <a:pPr>
                <a:defRPr/>
              </a:pPr>
              <a:t>‹#›</a:t>
            </a:fld>
            <a:endParaRPr lang="en-US" altLang="vi-VN"/>
          </a:p>
        </p:txBody>
      </p:sp>
    </p:spTree>
    <p:extLst>
      <p:ext uri="{BB962C8B-B14F-4D97-AF65-F5344CB8AC3E}">
        <p14:creationId xmlns:p14="http://schemas.microsoft.com/office/powerpoint/2010/main" val="2298506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3806BD-CB89-4F90-A178-026A4FF8200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D5BD9E0-DD1D-4C67-885A-F63AFAC806B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ECCFFBC-391D-48D3-8D2F-AE86EAB23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266F053-D4CF-45E3-AB0C-F857D395C6A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E2603BB-6633-4A30-AEA4-55053CCAA452}" type="datetimeFigureOut">
              <a:rPr lang="en-US"/>
              <a:pPr>
                <a:defRPr/>
              </a:pPr>
              <a:t>1/12/26</a:t>
            </a:fld>
            <a:endParaRPr lang="en-US" dirty="0"/>
          </a:p>
        </p:txBody>
      </p:sp>
      <p:sp>
        <p:nvSpPr>
          <p:cNvPr id="9" name="Footer Placeholder 4">
            <a:extLst>
              <a:ext uri="{FF2B5EF4-FFF2-40B4-BE49-F238E27FC236}">
                <a16:creationId xmlns:a16="http://schemas.microsoft.com/office/drawing/2014/main" id="{DDDD5B70-5FED-4037-B2FD-CC1DD5CDF393}"/>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D4A7811-E123-46D3-8001-368C2915F7FF}"/>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6F35A6E-579E-4754-8433-8E0CA9545382}" type="slidenum">
              <a:rPr lang="en-US" altLang="vi-VN"/>
              <a:pPr>
                <a:defRPr/>
              </a:pPr>
              <a:t>‹#›</a:t>
            </a:fld>
            <a:endParaRPr lang="en-US" altLang="vi-VN"/>
          </a:p>
        </p:txBody>
      </p:sp>
    </p:spTree>
    <p:extLst>
      <p:ext uri="{BB962C8B-B14F-4D97-AF65-F5344CB8AC3E}">
        <p14:creationId xmlns:p14="http://schemas.microsoft.com/office/powerpoint/2010/main" val="3072807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32DDC6-18C2-4C20-AA7A-EF7A2C79AB1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CF590FC-8F4F-46BA-A3B1-3804A378252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FBFEB91-3895-4ED2-94A4-302A745722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CE8E6FC-62D9-425C-B2AD-40BFD193ED4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DFAFB6A-D74D-4B17-9EE7-AAD2D35942C7}" type="datetimeFigureOut">
              <a:rPr lang="en-US"/>
              <a:pPr>
                <a:defRPr/>
              </a:pPr>
              <a:t>1/12/26</a:t>
            </a:fld>
            <a:endParaRPr lang="en-US" dirty="0"/>
          </a:p>
        </p:txBody>
      </p:sp>
      <p:sp>
        <p:nvSpPr>
          <p:cNvPr id="9" name="Footer Placeholder 4">
            <a:extLst>
              <a:ext uri="{FF2B5EF4-FFF2-40B4-BE49-F238E27FC236}">
                <a16:creationId xmlns:a16="http://schemas.microsoft.com/office/drawing/2014/main" id="{D2CAE64E-04AE-4F36-A297-28C2562FCF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3D1268C6-738E-4EA2-812D-68E9EB5D831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661264F9-6DCD-4656-ADEA-DC63670494D6}" type="slidenum">
              <a:rPr lang="en-US" altLang="vi-VN"/>
              <a:pPr>
                <a:defRPr/>
              </a:pPr>
              <a:t>‹#›</a:t>
            </a:fld>
            <a:endParaRPr lang="en-US" altLang="vi-VN"/>
          </a:p>
        </p:txBody>
      </p:sp>
    </p:spTree>
    <p:extLst>
      <p:ext uri="{BB962C8B-B14F-4D97-AF65-F5344CB8AC3E}">
        <p14:creationId xmlns:p14="http://schemas.microsoft.com/office/powerpoint/2010/main" val="3657852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FBFD43-81E5-4003-A04E-3158F8BCAE10}"/>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0358DB0-9F74-46AB-B557-1F00733C1F7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D821A2F-4E79-4C98-A87F-1C5853359B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0E9BB2A-BF45-43BE-B309-64F5A59F6AC0}"/>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33626FDE-F99E-438E-A715-6DBAB9DB5D35}" type="datetimeFigureOut">
              <a:rPr lang="en-US"/>
              <a:pPr>
                <a:defRPr/>
              </a:pPr>
              <a:t>1/12/26</a:t>
            </a:fld>
            <a:endParaRPr lang="en-US" dirty="0"/>
          </a:p>
        </p:txBody>
      </p:sp>
      <p:sp>
        <p:nvSpPr>
          <p:cNvPr id="9" name="Footer Placeholder 4">
            <a:extLst>
              <a:ext uri="{FF2B5EF4-FFF2-40B4-BE49-F238E27FC236}">
                <a16:creationId xmlns:a16="http://schemas.microsoft.com/office/drawing/2014/main" id="{49C9B3C0-E24C-4D1C-8CB6-E4D26BCE8C9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ABB5B596-C1D5-4335-A312-AE43AD7E443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53B18FC-0F7B-4898-BA4E-B8324D107C01}" type="slidenum">
              <a:rPr lang="en-US" altLang="vi-VN"/>
              <a:pPr>
                <a:defRPr/>
              </a:pPr>
              <a:t>‹#›</a:t>
            </a:fld>
            <a:endParaRPr lang="en-US" altLang="vi-VN"/>
          </a:p>
        </p:txBody>
      </p:sp>
    </p:spTree>
    <p:extLst>
      <p:ext uri="{BB962C8B-B14F-4D97-AF65-F5344CB8AC3E}">
        <p14:creationId xmlns:p14="http://schemas.microsoft.com/office/powerpoint/2010/main" val="1584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DBE904-0096-4FA3-B654-A045C375B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6496644-0C9E-4953-8D62-EE37D147E33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D004611-F84A-4D9D-B620-5F563EB6AA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89D5E299-2FBC-47DE-AAD3-3206A10F00C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EC6098F7-DDBA-41E4-97EC-C2CDF4D58FA8}" type="datetimeFigureOut">
              <a:rPr lang="en-US"/>
              <a:pPr>
                <a:defRPr/>
              </a:pPr>
              <a:t>1/12/26</a:t>
            </a:fld>
            <a:endParaRPr lang="en-US" dirty="0"/>
          </a:p>
        </p:txBody>
      </p:sp>
      <p:sp>
        <p:nvSpPr>
          <p:cNvPr id="9" name="Footer Placeholder 4">
            <a:extLst>
              <a:ext uri="{FF2B5EF4-FFF2-40B4-BE49-F238E27FC236}">
                <a16:creationId xmlns:a16="http://schemas.microsoft.com/office/drawing/2014/main" id="{98971909-C816-42E9-A593-9587A524E5E7}"/>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3B5EF1-AFD1-4246-9334-072899BAD7B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3DFCB6FA-4ACE-4F43-88FD-0DBEB43AEBC2}" type="slidenum">
              <a:rPr lang="en-US" altLang="vi-VN"/>
              <a:pPr>
                <a:defRPr/>
              </a:pPr>
              <a:t>‹#›</a:t>
            </a:fld>
            <a:endParaRPr lang="en-US" altLang="vi-VN"/>
          </a:p>
        </p:txBody>
      </p:sp>
    </p:spTree>
    <p:extLst>
      <p:ext uri="{BB962C8B-B14F-4D97-AF65-F5344CB8AC3E}">
        <p14:creationId xmlns:p14="http://schemas.microsoft.com/office/powerpoint/2010/main" val="422570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197CD-D473-4D30-8231-D3263AFBC56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FEEBDCA-0FED-4FE2-A647-996C8B2BC77E}"/>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460438B-94C4-41DE-AAB3-35F546166D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D554F4B-7598-4FC3-B163-2D5A98A8891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9AAD9F3-1855-4FA8-ADC6-154B05C16C21}" type="datetimeFigureOut">
              <a:rPr lang="en-US"/>
              <a:pPr>
                <a:defRPr/>
              </a:pPr>
              <a:t>1/12/26</a:t>
            </a:fld>
            <a:endParaRPr lang="en-US" dirty="0"/>
          </a:p>
        </p:txBody>
      </p:sp>
      <p:sp>
        <p:nvSpPr>
          <p:cNvPr id="9" name="Footer Placeholder 4">
            <a:extLst>
              <a:ext uri="{FF2B5EF4-FFF2-40B4-BE49-F238E27FC236}">
                <a16:creationId xmlns:a16="http://schemas.microsoft.com/office/drawing/2014/main" id="{C824F11B-0064-48B1-913C-759270C5846E}"/>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F93F799-BB59-4DE7-AAD5-BB58D91122E6}"/>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209B9CD-4B15-4114-B848-E69213AE6228}" type="slidenum">
              <a:rPr lang="en-US" altLang="vi-VN"/>
              <a:pPr>
                <a:defRPr/>
              </a:pPr>
              <a:t>‹#›</a:t>
            </a:fld>
            <a:endParaRPr lang="en-US" altLang="vi-VN"/>
          </a:p>
        </p:txBody>
      </p:sp>
    </p:spTree>
    <p:extLst>
      <p:ext uri="{BB962C8B-B14F-4D97-AF65-F5344CB8AC3E}">
        <p14:creationId xmlns:p14="http://schemas.microsoft.com/office/powerpoint/2010/main" val="128381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944DDE-B883-4EDE-AFAC-BA5ED6C522A3}"/>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D9BF648-F089-4AC5-A606-DE1D413BEC20}"/>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1903521-DE98-46E6-A1AE-AA4D624811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C191FAFE-840B-4F0B-BC16-78BFE530A2A9}"/>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B371D067-861B-4D46-9B97-43F9ABA4AE90}" type="datetimeFigureOut">
              <a:rPr lang="en-US"/>
              <a:pPr>
                <a:defRPr/>
              </a:pPr>
              <a:t>1/12/26</a:t>
            </a:fld>
            <a:endParaRPr lang="en-US" dirty="0"/>
          </a:p>
        </p:txBody>
      </p:sp>
      <p:sp>
        <p:nvSpPr>
          <p:cNvPr id="9" name="Footer Placeholder 4">
            <a:extLst>
              <a:ext uri="{FF2B5EF4-FFF2-40B4-BE49-F238E27FC236}">
                <a16:creationId xmlns:a16="http://schemas.microsoft.com/office/drawing/2014/main" id="{8E33FD78-31A9-48B2-ACE6-D4222642D22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4BE48B6-84DD-4DF1-A68E-E3F6A19D5F5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2EDCB40-A02C-4F1D-861C-A7FB852F50D8}" type="slidenum">
              <a:rPr lang="en-US" altLang="vi-VN"/>
              <a:pPr>
                <a:defRPr/>
              </a:pPr>
              <a:t>‹#›</a:t>
            </a:fld>
            <a:endParaRPr lang="en-US" altLang="vi-VN"/>
          </a:p>
        </p:txBody>
      </p:sp>
    </p:spTree>
    <p:extLst>
      <p:ext uri="{BB962C8B-B14F-4D97-AF65-F5344CB8AC3E}">
        <p14:creationId xmlns:p14="http://schemas.microsoft.com/office/powerpoint/2010/main" val="220592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7F1D13-6FE5-46BD-A832-06EF3CA0DD32}"/>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BF4578F-4B51-40FB-A67F-EA768F07FF4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C65DC6-8187-4087-853A-39DA50786F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4E702C8-B6AA-4D8A-AD1C-84B87C2F7B5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0DBB05ED-92DC-4CDD-9C86-AC4378CB198E}" type="datetimeFigureOut">
              <a:rPr lang="en-US"/>
              <a:pPr>
                <a:defRPr/>
              </a:pPr>
              <a:t>1/12/26</a:t>
            </a:fld>
            <a:endParaRPr lang="en-US" dirty="0"/>
          </a:p>
        </p:txBody>
      </p:sp>
      <p:sp>
        <p:nvSpPr>
          <p:cNvPr id="9" name="Footer Placeholder 4">
            <a:extLst>
              <a:ext uri="{FF2B5EF4-FFF2-40B4-BE49-F238E27FC236}">
                <a16:creationId xmlns:a16="http://schemas.microsoft.com/office/drawing/2014/main" id="{3078BEDF-0F6F-44B8-91D8-934F19D4CEE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2A5D93B-905D-46CD-B21F-C8DCE2504EB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42E95E38-2CB4-4BB1-B5FC-15E3AB4DF361}" type="slidenum">
              <a:rPr lang="en-US" altLang="vi-VN"/>
              <a:pPr>
                <a:defRPr/>
              </a:pPr>
              <a:t>‹#›</a:t>
            </a:fld>
            <a:endParaRPr lang="en-US" altLang="vi-VN"/>
          </a:p>
        </p:txBody>
      </p:sp>
    </p:spTree>
    <p:extLst>
      <p:ext uri="{BB962C8B-B14F-4D97-AF65-F5344CB8AC3E}">
        <p14:creationId xmlns:p14="http://schemas.microsoft.com/office/powerpoint/2010/main" val="3594134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42AC1E-BD5A-4458-A301-0A546299D0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8D785F6-6DAC-40AF-B5C3-D0AAAF46804B}"/>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0CD954B-16ED-4151-A8BD-030522D25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B955C83-CC2A-4F9B-BADC-0DD72B3A0D0A}"/>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A3D1C37-917A-48F6-B80B-19F73F2F46BF}" type="datetimeFigureOut">
              <a:rPr lang="en-US"/>
              <a:pPr>
                <a:defRPr/>
              </a:pPr>
              <a:t>1/12/26</a:t>
            </a:fld>
            <a:endParaRPr lang="en-US" dirty="0"/>
          </a:p>
        </p:txBody>
      </p:sp>
      <p:sp>
        <p:nvSpPr>
          <p:cNvPr id="9" name="Footer Placeholder 4">
            <a:extLst>
              <a:ext uri="{FF2B5EF4-FFF2-40B4-BE49-F238E27FC236}">
                <a16:creationId xmlns:a16="http://schemas.microsoft.com/office/drawing/2014/main" id="{6E7096A4-2987-4C51-BAC3-6CE431EB17A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BD2D74C-241B-4BEA-9DC7-10006A0169C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A36A90D-91C7-4180-8A5C-72EE2C0EB5BA}" type="slidenum">
              <a:rPr lang="en-US" altLang="vi-VN"/>
              <a:pPr>
                <a:defRPr/>
              </a:pPr>
              <a:t>‹#›</a:t>
            </a:fld>
            <a:endParaRPr lang="en-US" altLang="vi-VN"/>
          </a:p>
        </p:txBody>
      </p:sp>
    </p:spTree>
    <p:extLst>
      <p:ext uri="{BB962C8B-B14F-4D97-AF65-F5344CB8AC3E}">
        <p14:creationId xmlns:p14="http://schemas.microsoft.com/office/powerpoint/2010/main" val="288234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F74DA8-4E70-4826-8215-146673FB24D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119C42FF-DB5D-4D93-865E-0EE761283B0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7717D83-BCFB-446B-81AC-AA1B646545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8255BDC-E3FB-4F77-93F6-EB036B47E03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DB0C0EF-89C2-44BF-83A8-F99C50B4D8FC}" type="datetimeFigureOut">
              <a:rPr lang="en-US"/>
              <a:pPr>
                <a:defRPr/>
              </a:pPr>
              <a:t>1/12/26</a:t>
            </a:fld>
            <a:endParaRPr lang="en-US" dirty="0"/>
          </a:p>
        </p:txBody>
      </p:sp>
      <p:sp>
        <p:nvSpPr>
          <p:cNvPr id="9" name="Footer Placeholder 4">
            <a:extLst>
              <a:ext uri="{FF2B5EF4-FFF2-40B4-BE49-F238E27FC236}">
                <a16:creationId xmlns:a16="http://schemas.microsoft.com/office/drawing/2014/main" id="{7F9FEFC2-E665-44B8-B36C-EFE498D8386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C88689AA-4273-4B45-9DA9-E66DDB74009B}"/>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709521B-32F6-43CF-9AD2-D05C32575577}" type="slidenum">
              <a:rPr lang="en-US" altLang="vi-VN"/>
              <a:pPr>
                <a:defRPr/>
              </a:pPr>
              <a:t>‹#›</a:t>
            </a:fld>
            <a:endParaRPr lang="en-US" altLang="vi-VN"/>
          </a:p>
        </p:txBody>
      </p:sp>
    </p:spTree>
    <p:extLst>
      <p:ext uri="{BB962C8B-B14F-4D97-AF65-F5344CB8AC3E}">
        <p14:creationId xmlns:p14="http://schemas.microsoft.com/office/powerpoint/2010/main" val="122754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1AFCF1-B795-43D3-872B-C7E07A99DF7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FF8D792-3E97-452A-9CEF-905EBF3DD28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40E8D81-43DB-4E2F-976A-A226466545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4BC771B-15E6-4B53-90E7-1D8AFB643F1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24268A3-F6E8-42FF-A634-50A0F186C576}" type="datetimeFigureOut">
              <a:rPr lang="en-US"/>
              <a:pPr>
                <a:defRPr/>
              </a:pPr>
              <a:t>1/12/26</a:t>
            </a:fld>
            <a:endParaRPr lang="en-US" dirty="0"/>
          </a:p>
        </p:txBody>
      </p:sp>
      <p:sp>
        <p:nvSpPr>
          <p:cNvPr id="9" name="Footer Placeholder 4">
            <a:extLst>
              <a:ext uri="{FF2B5EF4-FFF2-40B4-BE49-F238E27FC236}">
                <a16:creationId xmlns:a16="http://schemas.microsoft.com/office/drawing/2014/main" id="{6E9F9C85-3DBD-4777-9A66-32F84BE67175}"/>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979CB39-C844-423B-A6ED-AF025CD7BD7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496DC31-492E-42C4-998F-FA4853586612}" type="slidenum">
              <a:rPr lang="en-US" altLang="vi-VN"/>
              <a:pPr>
                <a:defRPr/>
              </a:pPr>
              <a:t>‹#›</a:t>
            </a:fld>
            <a:endParaRPr lang="en-US" altLang="vi-VN"/>
          </a:p>
        </p:txBody>
      </p:sp>
    </p:spTree>
    <p:extLst>
      <p:ext uri="{BB962C8B-B14F-4D97-AF65-F5344CB8AC3E}">
        <p14:creationId xmlns:p14="http://schemas.microsoft.com/office/powerpoint/2010/main" val="2749360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F4494-5EAE-4544-BF4F-C4B04779B5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7D43672-E425-4DED-A1F3-C670ECA705A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61D9410-21D7-4E81-A510-71D8D5F8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E25E23B-CD7D-4746-9592-7F545D2C82D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CC41BE0F-F3DB-4B21-824D-06624EFAF839}" type="datetimeFigureOut">
              <a:rPr lang="en-US"/>
              <a:pPr>
                <a:defRPr/>
              </a:pPr>
              <a:t>1/12/26</a:t>
            </a:fld>
            <a:endParaRPr lang="en-US" dirty="0"/>
          </a:p>
        </p:txBody>
      </p:sp>
      <p:sp>
        <p:nvSpPr>
          <p:cNvPr id="9" name="Footer Placeholder 4">
            <a:extLst>
              <a:ext uri="{FF2B5EF4-FFF2-40B4-BE49-F238E27FC236}">
                <a16:creationId xmlns:a16="http://schemas.microsoft.com/office/drawing/2014/main" id="{8EDB3F6E-7DD5-493C-BEBC-DF0DFD3D46F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05057DB-759B-459B-8272-7898220D3E6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EEE310B-8E8E-426A-8255-73C45EB43C41}" type="slidenum">
              <a:rPr lang="en-US" altLang="vi-VN"/>
              <a:pPr>
                <a:defRPr/>
              </a:pPr>
              <a:t>‹#›</a:t>
            </a:fld>
            <a:endParaRPr lang="en-US" altLang="vi-VN"/>
          </a:p>
        </p:txBody>
      </p:sp>
    </p:spTree>
    <p:extLst>
      <p:ext uri="{BB962C8B-B14F-4D97-AF65-F5344CB8AC3E}">
        <p14:creationId xmlns:p14="http://schemas.microsoft.com/office/powerpoint/2010/main" val="4101512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69A4A2-751E-48A8-AB77-3C75A548F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475CB137-907C-44B1-A27B-2A5AAAE55D98}"/>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51C9603-3F91-4122-B56F-AF9713EE67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0795BC1A-6AD2-4E31-A0B2-7C99CEBE148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0322FA5-C25C-4690-A9AF-321A2A32C9A0}" type="datetimeFigureOut">
              <a:rPr lang="en-US"/>
              <a:pPr>
                <a:defRPr/>
              </a:pPr>
              <a:t>1/12/26</a:t>
            </a:fld>
            <a:endParaRPr lang="en-US" dirty="0"/>
          </a:p>
        </p:txBody>
      </p:sp>
      <p:sp>
        <p:nvSpPr>
          <p:cNvPr id="9" name="Footer Placeholder 4">
            <a:extLst>
              <a:ext uri="{FF2B5EF4-FFF2-40B4-BE49-F238E27FC236}">
                <a16:creationId xmlns:a16="http://schemas.microsoft.com/office/drawing/2014/main" id="{0CDF5E1D-8B9D-4089-BE2E-45FF49F62A1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9FA3FE1E-18CD-4F63-9EA4-CD19FCBB0DA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0FE793C-A753-472A-9712-FF3C4AF54013}" type="slidenum">
              <a:rPr lang="en-US" altLang="vi-VN"/>
              <a:pPr>
                <a:defRPr/>
              </a:pPr>
              <a:t>‹#›</a:t>
            </a:fld>
            <a:endParaRPr lang="en-US" altLang="vi-VN"/>
          </a:p>
        </p:txBody>
      </p:sp>
    </p:spTree>
    <p:extLst>
      <p:ext uri="{BB962C8B-B14F-4D97-AF65-F5344CB8AC3E}">
        <p14:creationId xmlns:p14="http://schemas.microsoft.com/office/powerpoint/2010/main" val="164606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021B01-5852-46FC-9CEE-536DA9643EE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AA05113-72A7-4465-B59C-7B18690B232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B657C75-3BBB-4F7F-ADEE-7F0750F646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766CE78-4C5D-4444-961A-510573A6530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4D4CF33-30C4-4A25-AD9D-674363988958}" type="datetimeFigureOut">
              <a:rPr lang="en-US"/>
              <a:pPr>
                <a:defRPr/>
              </a:pPr>
              <a:t>1/12/26</a:t>
            </a:fld>
            <a:endParaRPr lang="en-US" dirty="0"/>
          </a:p>
        </p:txBody>
      </p:sp>
      <p:sp>
        <p:nvSpPr>
          <p:cNvPr id="9" name="Footer Placeholder 4">
            <a:extLst>
              <a:ext uri="{FF2B5EF4-FFF2-40B4-BE49-F238E27FC236}">
                <a16:creationId xmlns:a16="http://schemas.microsoft.com/office/drawing/2014/main" id="{972ED7C8-3B45-45AC-BFC5-82F97DD2545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A79228-DFD9-4D31-8B7D-B7C8102A239D}"/>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A8DB52-396C-4BFA-B409-5B4AD0D428F9}" type="slidenum">
              <a:rPr lang="en-US" altLang="vi-VN"/>
              <a:pPr>
                <a:defRPr/>
              </a:pPr>
              <a:t>‹#›</a:t>
            </a:fld>
            <a:endParaRPr lang="en-US" altLang="vi-VN"/>
          </a:p>
        </p:txBody>
      </p:sp>
    </p:spTree>
    <p:extLst>
      <p:ext uri="{BB962C8B-B14F-4D97-AF65-F5344CB8AC3E}">
        <p14:creationId xmlns:p14="http://schemas.microsoft.com/office/powerpoint/2010/main" val="224471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8"/>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B1FADD2-9AEF-4112-A008-13435246E7AD}"/>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vi-VN" altLang="vi-VN"/>
          </a:p>
        </p:txBody>
      </p:sp>
      <p:sp>
        <p:nvSpPr>
          <p:cNvPr id="1027" name="Text Placeholder 2">
            <a:extLst>
              <a:ext uri="{FF2B5EF4-FFF2-40B4-BE49-F238E27FC236}">
                <a16:creationId xmlns:a16="http://schemas.microsoft.com/office/drawing/2014/main" id="{73695798-0E77-4D09-BDB3-11EDA758EC0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vi-VN" altLang="vi-VN"/>
          </a:p>
        </p:txBody>
      </p:sp>
      <p:sp>
        <p:nvSpPr>
          <p:cNvPr id="7" name="TextBox 6">
            <a:extLst>
              <a:ext uri="{FF2B5EF4-FFF2-40B4-BE49-F238E27FC236}">
                <a16:creationId xmlns:a16="http://schemas.microsoft.com/office/drawing/2014/main" id="{1F22D2C2-2174-4EC5-BF12-42B65A60AB3D}"/>
              </a:ext>
            </a:extLst>
          </p:cNvPr>
          <p:cNvSpPr txBox="1"/>
          <p:nvPr/>
        </p:nvSpPr>
        <p:spPr>
          <a:xfrm>
            <a:off x="7862888" y="6311900"/>
            <a:ext cx="1101725" cy="25400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 altLang="vi-VN" sz="1000">
                <a:solidFill>
                  <a:srgbClr val="CF2941"/>
                </a:solidFill>
                <a:ea typeface="Roboto" panose="02000000000000000000" pitchFamily="2" charset="0"/>
                <a:cs typeface="Arial" panose="020B0604020202020204" pitchFamily="34" charset="0"/>
              </a:rPr>
              <a:t>Page</a:t>
            </a:r>
            <a:fld id="{8758EBCD-83FD-4789-A0AE-CA69175CA752}" type="slidenum">
              <a:rPr lang="en-US" altLang="vi-VN" sz="1000" smtClean="0">
                <a:solidFill>
                  <a:srgbClr val="CF2941"/>
                </a:solidFill>
                <a:ea typeface="Roboto" panose="02000000000000000000" pitchFamily="2" charset="0"/>
                <a:cs typeface="Arial" panose="020B0604020202020204" pitchFamily="34" charset="0"/>
              </a:rPr>
              <a:pPr eaLnBrk="1" hangingPunct="1">
                <a:defRPr/>
              </a:pPr>
              <a:t>‹#›</a:t>
            </a:fld>
            <a:endParaRPr lang="en-US" altLang="vi-VN" sz="1000">
              <a:solidFill>
                <a:srgbClr val="CF2941"/>
              </a:solidFill>
              <a:ea typeface="Roboto" panose="02000000000000000000" pitchFamily="2" charset="0"/>
              <a:cs typeface="Arial" panose="020B0604020202020204" pitchFamily="34" charset="0"/>
            </a:endParaRPr>
          </a:p>
        </p:txBody>
      </p:sp>
      <p:sp>
        <p:nvSpPr>
          <p:cNvPr id="9" name="Rectangle 6">
            <a:extLst>
              <a:ext uri="{FF2B5EF4-FFF2-40B4-BE49-F238E27FC236}">
                <a16:creationId xmlns:a16="http://schemas.microsoft.com/office/drawing/2014/main" id="{DBC91B36-E970-401E-B9A6-82822345988C}"/>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811270A4-66D7-42EB-8F6A-9261B83C2708}"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Tree>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 id="2147484794" r:id="rId22"/>
    <p:sldLayoutId id="2147484795" r:id="rId23"/>
    <p:sldLayoutId id="2147484796" r:id="rId24"/>
    <p:sldLayoutId id="2147484797" r:id="rId25"/>
    <p:sldLayoutId id="2147484798" r:id="rId26"/>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9pPr>
    </p:titleStyle>
    <p:bodyStyle>
      <a:lvl1pPr algn="l" defTabSz="685800" rtl="0" eaLnBrk="0" fontAlgn="base" hangingPunct="0">
        <a:lnSpc>
          <a:spcPct val="90000"/>
        </a:lnSpc>
        <a:spcBef>
          <a:spcPts val="750"/>
        </a:spcBef>
        <a:spcAft>
          <a:spcPct val="0"/>
        </a:spcAft>
        <a:buFont typeface="Arial" panose="020B0604020202020204" pitchFamily="34" charset="0"/>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F1D606E-D653-45CB-95A5-529D67CA7274}"/>
              </a:ext>
            </a:extLst>
          </p:cNvPr>
          <p:cNvSpPr>
            <a:spLocks noGrp="1"/>
          </p:cNvSpPr>
          <p:nvPr>
            <p:ph type="ctrTitle"/>
          </p:nvPr>
        </p:nvSpPr>
        <p:spPr>
          <a:xfrm>
            <a:off x="0" y="1143000"/>
            <a:ext cx="9144000" cy="906463"/>
          </a:xfrm>
        </p:spPr>
        <p:txBody>
          <a:bodyPr/>
          <a:lstStyle/>
          <a:p>
            <a:pPr algn="ctr" eaLnBrk="1" hangingPunct="1"/>
            <a:r>
              <a:rPr lang="en-US" altLang="vi-VN" sz="2800" cap="all">
                <a:latin typeface="Times New Roman" panose="02020603050405020304" pitchFamily="18" charset="0"/>
                <a:cs typeface="Times New Roman" panose="02020603050405020304" pitchFamily="18" charset="0"/>
              </a:rPr>
              <a:t>P</a:t>
            </a:r>
            <a:r>
              <a:rPr lang="en" altLang="vi-VN" sz="2800" cap="all">
                <a:latin typeface="Times New Roman" panose="02020603050405020304" pitchFamily="18" charset="0"/>
                <a:cs typeface="Times New Roman" panose="02020603050405020304" pitchFamily="18" charset="0"/>
              </a:rPr>
              <a:t>hân tích dữ liệu chuỗi thời gian</a:t>
            </a:r>
            <a:endParaRPr lang="en" altLang="vi-VN" sz="2800" cap="all"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6EA7369-B7A3-44EE-9408-C24AA67B81B7}"/>
              </a:ext>
            </a:extLst>
          </p:cNvPr>
          <p:cNvSpPr txBox="1"/>
          <p:nvPr/>
        </p:nvSpPr>
        <p:spPr>
          <a:xfrm>
            <a:off x="0" y="3276600"/>
            <a:ext cx="9144000" cy="1508125"/>
          </a:xfrm>
          <a:prstGeom prst="rect">
            <a:avLst/>
          </a:prstGeom>
          <a:noFill/>
        </p:spPr>
        <p:txBody>
          <a:bodyPr wrap="square">
            <a:spAutoFit/>
          </a:bodyPr>
          <a:lstStyle/>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Giới thiệu môn học</a:t>
            </a:r>
            <a:endParaRPr lang="en" sz="4400" b="1" dirty="0">
              <a:solidFill>
                <a:srgbClr val="FFCC66"/>
              </a:solidFill>
              <a:latin typeface="Times New Roman" panose="02020603050405020304" pitchFamily="18" charset="0"/>
              <a:cs typeface="Times New Roman" panose="02020603050405020304" pitchFamily="18" charset="0"/>
            </a:endParaRPr>
          </a:p>
          <a:p>
            <a:pPr algn="ctr" eaLnBrk="1" hangingPunct="1">
              <a:defRPr/>
            </a:pPr>
            <a:endParaRPr lang="en-US" sz="4800" b="1" dirty="0">
              <a:solidFill>
                <a:schemeClr val="accent1">
                  <a:lumMod val="50000"/>
                </a:schemeClr>
              </a:solidFill>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578-D553-1E2B-585A-73E40B0758F2}"/>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Nội dung</a:t>
            </a:r>
          </a:p>
        </p:txBody>
      </p:sp>
      <p:sp>
        <p:nvSpPr>
          <p:cNvPr id="5" name="Content Placeholder 2">
            <a:extLst>
              <a:ext uri="{FF2B5EF4-FFF2-40B4-BE49-F238E27FC236}">
                <a16:creationId xmlns:a16="http://schemas.microsoft.com/office/drawing/2014/main" id="{BB1D7740-926A-3DCE-3F06-3714AC5C4E65}"/>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marL="628650" indent="-571500" algn="l">
              <a:buFont typeface="Wingdings" panose="05000000000000000000" pitchFamily="2" charset="2"/>
              <a:buChar char="v"/>
              <a:defRPr/>
            </a:pPr>
            <a:r>
              <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rPr>
              <a:t>Các khái niệm cơ bản</a:t>
            </a:r>
          </a:p>
          <a:p>
            <a:pPr marL="628650" indent="-571500" algn="l">
              <a:buFont typeface="Wingdings" panose="05000000000000000000" pitchFamily="2" charset="2"/>
              <a:buChar char="v"/>
              <a:defRPr/>
            </a:pPr>
            <a:r>
              <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rPr>
              <a:t>Đặc điểm của dữ liệu chuỗi thời gian</a:t>
            </a:r>
          </a:p>
          <a:p>
            <a:pPr marL="628650" indent="-571500" algn="l">
              <a:buFont typeface="Wingdings" panose="05000000000000000000" pitchFamily="2" charset="2"/>
              <a:buChar char="v"/>
              <a:defRPr/>
            </a:pPr>
            <a:r>
              <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rPr>
              <a:t>Một số </a:t>
            </a:r>
            <a:r>
              <a:rPr lang="en-US" sz="4000">
                <a:latin typeface="Times New Roman" panose="02020603050405020304" pitchFamily="18" charset="0"/>
                <a:cs typeface="Times New Roman" panose="02020603050405020304" pitchFamily="18" charset="0"/>
              </a:rPr>
              <a:t>bài toán sử dụng dữ liệu chuỗi thời gian </a:t>
            </a:r>
          </a:p>
          <a:p>
            <a:pPr marL="628650" indent="-571500" algn="l">
              <a:buFont typeface="Wingdings" panose="05000000000000000000" pitchFamily="2" charset="2"/>
              <a:buChar char="v"/>
              <a:defRPr/>
            </a:pPr>
            <a:r>
              <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rPr>
              <a:t>Sơ lược về lịch sử phát triển</a:t>
            </a:r>
          </a:p>
        </p:txBody>
      </p:sp>
    </p:spTree>
    <p:extLst>
      <p:ext uri="{BB962C8B-B14F-4D97-AF65-F5344CB8AC3E}">
        <p14:creationId xmlns:p14="http://schemas.microsoft.com/office/powerpoint/2010/main" val="261056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28AEE-B0B1-FCBC-C869-911D6E20EC4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F7719F0-B602-41C5-837E-19977E02C9FC}"/>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2372D423-B477-4EE1-B1AD-C12F978B3E2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Chuỗi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thời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gì</a:t>
            </a:r>
            <a:r>
              <a:rPr lang="en-US" sz="3200" b="1"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Chuỗi thời gian là tập hợp các quan sát về một hiện tượng nào đó được thu thập theo trình tự trong một khoảng thời gian nhất định.</a:t>
            </a:r>
            <a:endParaRPr lang="en-US" sz="2800" dirty="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thập</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theo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thứ</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thời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(time-ordered).</a:t>
            </a:r>
          </a:p>
          <a:p>
            <a:pPr marL="1257300" lvl="2" indent="-4572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01027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B4E18-4914-5755-061E-1217FC97E4A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5172DC6-DD71-DDCC-6104-938D285926DC}"/>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1C69144-4F00-4838-FFFA-B150E1ED898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Chuỗi thời gian là gì?</a:t>
            </a:r>
            <a:endParaRPr lang="en-US" sz="32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Minh họa chuỗi thời gian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Nhiệt độ trung bình hàng tháng ở một thành phố trong khoảng thời gian 6 năm</a:t>
            </a:r>
          </a:p>
        </p:txBody>
      </p:sp>
      <p:pic>
        <p:nvPicPr>
          <p:cNvPr id="5" name="Picture 4">
            <a:extLst>
              <a:ext uri="{FF2B5EF4-FFF2-40B4-BE49-F238E27FC236}">
                <a16:creationId xmlns:a16="http://schemas.microsoft.com/office/drawing/2014/main" id="{EF7E7E3C-643C-DE45-6658-307E27B51E35}"/>
              </a:ext>
            </a:extLst>
          </p:cNvPr>
          <p:cNvPicPr>
            <a:picLocks noChangeAspect="1"/>
          </p:cNvPicPr>
          <p:nvPr/>
        </p:nvPicPr>
        <p:blipFill>
          <a:blip r:embed="rId3"/>
          <a:stretch>
            <a:fillRect/>
          </a:stretch>
        </p:blipFill>
        <p:spPr>
          <a:xfrm>
            <a:off x="2743200" y="2895600"/>
            <a:ext cx="5124450" cy="3457575"/>
          </a:xfrm>
          <a:prstGeom prst="rect">
            <a:avLst/>
          </a:prstGeom>
        </p:spPr>
      </p:pic>
    </p:spTree>
    <p:extLst>
      <p:ext uri="{BB962C8B-B14F-4D97-AF65-F5344CB8AC3E}">
        <p14:creationId xmlns:p14="http://schemas.microsoft.com/office/powerpoint/2010/main" val="4069367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E517-66EE-1F26-4FDD-D059798DEF1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4061187-5DCB-B432-7C77-ECD4E02312D1}"/>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49DE68D-EEB7-76A8-EE00-D04A4A8D9A1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Chuỗi thời gian là gì?</a:t>
            </a:r>
            <a:endParaRPr lang="en-US" sz="32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Minh họa chuỗi thời gian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a:t>
            </a:r>
            <a:r>
              <a:rPr lang="vi-VN" sz="2400">
                <a:latin typeface="Times New Roman" panose="02020603050405020304" pitchFamily="18" charset="0"/>
                <a:cs typeface="Times New Roman" panose="02020603050405020304" pitchFamily="18" charset="0"/>
              </a:rPr>
              <a:t>ợi nhuận thu được của một công ty trong khoảng thời gian 50 năm</a:t>
            </a:r>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CB99E3D-6E7E-B0AB-DF63-4DF2A44E0130}"/>
              </a:ext>
            </a:extLst>
          </p:cNvPr>
          <p:cNvPicPr>
            <a:picLocks noChangeAspect="1"/>
          </p:cNvPicPr>
          <p:nvPr/>
        </p:nvPicPr>
        <p:blipFill>
          <a:blip r:embed="rId3"/>
          <a:stretch>
            <a:fillRect/>
          </a:stretch>
        </p:blipFill>
        <p:spPr>
          <a:xfrm>
            <a:off x="2438400" y="2971800"/>
            <a:ext cx="4953000" cy="3338486"/>
          </a:xfrm>
          <a:prstGeom prst="rect">
            <a:avLst/>
          </a:prstGeom>
        </p:spPr>
      </p:pic>
    </p:spTree>
    <p:extLst>
      <p:ext uri="{BB962C8B-B14F-4D97-AF65-F5344CB8AC3E}">
        <p14:creationId xmlns:p14="http://schemas.microsoft.com/office/powerpoint/2010/main" val="424676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46361-8A12-3C7B-79C2-B744C5467D1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E65FEC8-FB8A-7BFC-694E-610C34E3276D}"/>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87A51FF-33AF-8A42-EB48-16D8709467A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Chuỗi thời gian là gì?</a:t>
            </a:r>
            <a:endParaRPr lang="en-US" sz="32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Minh họa chuỗi thời gian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Doanh số bán hàng hàng tháng của một sản phẩm công nghiệp trong khoảng thời gian 15 năm</a:t>
            </a:r>
          </a:p>
        </p:txBody>
      </p:sp>
      <p:pic>
        <p:nvPicPr>
          <p:cNvPr id="3" name="Picture 2">
            <a:extLst>
              <a:ext uri="{FF2B5EF4-FFF2-40B4-BE49-F238E27FC236}">
                <a16:creationId xmlns:a16="http://schemas.microsoft.com/office/drawing/2014/main" id="{0B58EA4D-E1F3-B1EF-2637-C59AD8189321}"/>
              </a:ext>
            </a:extLst>
          </p:cNvPr>
          <p:cNvPicPr>
            <a:picLocks noChangeAspect="1"/>
          </p:cNvPicPr>
          <p:nvPr/>
        </p:nvPicPr>
        <p:blipFill>
          <a:blip r:embed="rId3"/>
          <a:stretch>
            <a:fillRect/>
          </a:stretch>
        </p:blipFill>
        <p:spPr>
          <a:xfrm>
            <a:off x="2514600" y="2933700"/>
            <a:ext cx="5191125" cy="3467100"/>
          </a:xfrm>
          <a:prstGeom prst="rect">
            <a:avLst/>
          </a:prstGeom>
        </p:spPr>
      </p:pic>
    </p:spTree>
    <p:extLst>
      <p:ext uri="{BB962C8B-B14F-4D97-AF65-F5344CB8AC3E}">
        <p14:creationId xmlns:p14="http://schemas.microsoft.com/office/powerpoint/2010/main" val="959917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29849-F0BC-4EEC-F7F7-09DA6BF3957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1EA87DF-A86F-234F-4631-8841A887DE2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7E4C287-8A33-BE14-9DB2-8267006DB18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Một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số</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thuật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ngữ</a:t>
            </a:r>
            <a:endParaRPr lang="en-US" sz="3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Một chuỗi thời gian được gọi là </a:t>
            </a:r>
            <a:r>
              <a:rPr lang="vi-VN" sz="2800" i="1" dirty="0">
                <a:solidFill>
                  <a:srgbClr val="FF0000"/>
                </a:solidFill>
                <a:latin typeface="Times New Roman" panose="02020603050405020304" pitchFamily="18" charset="0"/>
                <a:cs typeface="Times New Roman" panose="02020603050405020304" pitchFamily="18" charset="0"/>
              </a:rPr>
              <a:t>liên tục </a:t>
            </a:r>
            <a:r>
              <a:rPr lang="vi-VN" sz="2800" dirty="0">
                <a:latin typeface="Times New Roman" panose="02020603050405020304" pitchFamily="18" charset="0"/>
                <a:cs typeface="Times New Roman" panose="02020603050405020304" pitchFamily="18" charset="0"/>
              </a:rPr>
              <a:t>khi các quan sát được thực hiện liên tục theo 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gian</a:t>
            </a:r>
            <a:r>
              <a:rPr lang="vi-VN"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Thuật ngữ "liên tục" được sử dụng cho các chuỗi thuộc loại này ngay cả khi biến được đo chỉ có thể nhận một tập hợp các giá trị rời rạc, như trong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vi-VN" sz="2400" dirty="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endParaRPr lang="vi-VN" sz="2400" dirty="0">
              <a:latin typeface="Times New Roman" panose="02020603050405020304" pitchFamily="18" charset="0"/>
              <a:cs typeface="Times New Roman" panose="02020603050405020304" pitchFamily="18" charset="0"/>
            </a:endParaRPr>
          </a:p>
          <a:p>
            <a:r>
              <a:rPr lang="vi-VN" sz="2400" b="1" dirty="0">
                <a:latin typeface="Times New Roman" panose="02020603050405020304" pitchFamily="18" charset="0"/>
                <a:cs typeface="Times New Roman" panose="02020603050405020304" pitchFamily="18" charset="0"/>
              </a:rPr>
              <a:t>Ví dụ</a:t>
            </a:r>
            <a:endParaRPr lang="vi-V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Điện tâm đồ (ECG) được đo liên tục.</a:t>
            </a:r>
          </a:p>
          <a:p>
            <a:pPr>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Tín hiệu rung động của máy, micro thu</a:t>
            </a:r>
          </a:p>
          <a:p>
            <a:pPr marL="0" indent="0"/>
            <a:r>
              <a:rPr lang="vi-VN" sz="2400" dirty="0">
                <a:latin typeface="Times New Roman" panose="02020603050405020304" pitchFamily="18" charset="0"/>
                <a:cs typeface="Times New Roman" panose="02020603050405020304" pitchFamily="18" charset="0"/>
              </a:rPr>
              <a:t> âm, cảm biến gia tốc</a:t>
            </a:r>
          </a:p>
          <a:p>
            <a:pPr marL="1257300" lvl="2" indent="-342900">
              <a:buFont typeface="Courier New" panose="02070309020205020404" pitchFamily="49" charset="0"/>
              <a:buChar char="o"/>
            </a:pPr>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9957797-7981-A5E4-7096-9512910D92FA}"/>
              </a:ext>
            </a:extLst>
          </p:cNvPr>
          <p:cNvPicPr>
            <a:picLocks noChangeAspect="1"/>
          </p:cNvPicPr>
          <p:nvPr/>
        </p:nvPicPr>
        <p:blipFill>
          <a:blip r:embed="rId3"/>
          <a:stretch>
            <a:fillRect/>
          </a:stretch>
        </p:blipFill>
        <p:spPr>
          <a:xfrm>
            <a:off x="5624513" y="3833864"/>
            <a:ext cx="3519487" cy="2659011"/>
          </a:xfrm>
          <a:prstGeom prst="rect">
            <a:avLst/>
          </a:prstGeom>
        </p:spPr>
      </p:pic>
    </p:spTree>
    <p:extLst>
      <p:ext uri="{BB962C8B-B14F-4D97-AF65-F5344CB8AC3E}">
        <p14:creationId xmlns:p14="http://schemas.microsoft.com/office/powerpoint/2010/main" val="292031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65F5-4796-203D-17AE-F3D9BC7E6BC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290B047-8444-593A-1FDD-718469B2AD74}"/>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A97C411-143A-0805-064B-AC5968264F5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Một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số</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thuật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ngữ</a:t>
            </a:r>
            <a:endParaRPr lang="en-US" sz="3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Một chuỗi thời gian được gọi là </a:t>
            </a:r>
            <a:r>
              <a:rPr lang="vi-VN" sz="2800" i="1" dirty="0">
                <a:solidFill>
                  <a:srgbClr val="FF0000"/>
                </a:solidFill>
                <a:latin typeface="Times New Roman" panose="02020603050405020304" pitchFamily="18" charset="0"/>
                <a:cs typeface="Times New Roman" panose="02020603050405020304" pitchFamily="18" charset="0"/>
              </a:rPr>
              <a:t>rời rạ</a:t>
            </a:r>
            <a:r>
              <a:rPr lang="en-US" sz="2800" i="1" dirty="0">
                <a:solidFill>
                  <a:srgbClr val="FF0000"/>
                </a:solidFill>
                <a:latin typeface="Times New Roman" panose="02020603050405020304" pitchFamily="18" charset="0"/>
                <a:cs typeface="Times New Roman" panose="02020603050405020304" pitchFamily="18" charset="0"/>
              </a:rPr>
              <a:t>c (discrete)</a:t>
            </a:r>
            <a:r>
              <a:rPr lang="vi-VN" sz="2800" i="1" dirty="0">
                <a:solidFill>
                  <a:srgbClr val="FF0000"/>
                </a:solidFill>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khi các quan sát chỉ được thực hiện tại những thời điểm cụ thể, thường là cách đều nhau.</a:t>
            </a:r>
            <a:endParaRPr lang="en-US" sz="2800" dirty="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Thuật ngữ "rời rạc" được sử dụng cho các chuỗi loại này ngay cả khi biến số được đo là biến số liên tục.</a:t>
            </a:r>
            <a:r>
              <a:rPr lang="en-US" sz="2400" dirty="0">
                <a:latin typeface="Times New Roman" panose="02020603050405020304" pitchFamily="18" charset="0"/>
                <a:cs typeface="Times New Roman" panose="02020603050405020304" pitchFamily="18" charset="0"/>
              </a:rPr>
              <a:t> </a:t>
            </a:r>
          </a:p>
          <a:p>
            <a:pPr marL="1257300" lvl="2" indent="-3429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ta </a:t>
            </a:r>
            <a:r>
              <a:rPr lang="vi-VN" sz="2400" dirty="0">
                <a:latin typeface="Times New Roman" panose="02020603050405020304" pitchFamily="18" charset="0"/>
                <a:cs typeface="Times New Roman" panose="02020603050405020304" pitchFamily="18" charset="0"/>
              </a:rPr>
              <a:t>chủ yếu đề cập đến các chuỗi thời gian rời rạc, trong đó các quan sát được thực hiện ở các khoảng thời gian bằng nhau.</a:t>
            </a:r>
            <a:endParaRPr lang="en-US" sz="2400" dirty="0">
              <a:latin typeface="Times New Roman" panose="02020603050405020304" pitchFamily="18" charset="0"/>
              <a:cs typeface="Times New Roman" panose="02020603050405020304" pitchFamily="18" charset="0"/>
            </a:endParaRPr>
          </a:p>
          <a:p>
            <a:r>
              <a:rPr lang="en-US" sz="2400" b="1" dirty="0" err="1">
                <a:latin typeface="Times New Roman" panose="02020603050405020304" pitchFamily="18" charset="0"/>
                <a:cs typeface="Times New Roman" panose="02020603050405020304" pitchFamily="18" charset="0"/>
              </a:rPr>
              <a:t>Ví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tuần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tháng</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Nhiệt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mỗi</a:t>
            </a:r>
            <a:r>
              <a:rPr lang="en-US" sz="2400" dirty="0">
                <a:latin typeface="Times New Roman" panose="02020603050405020304" pitchFamily="18" charset="0"/>
                <a:cs typeface="Times New Roman" panose="02020603050405020304" pitchFamily="18" charset="0"/>
              </a:rPr>
              <a:t> 10 </a:t>
            </a:r>
            <a:r>
              <a:rPr lang="en-US" sz="2400" dirty="0" err="1">
                <a:latin typeface="Times New Roman" panose="02020603050405020304" pitchFamily="18" charset="0"/>
                <a:cs typeface="Times New Roman" panose="02020603050405020304" pitchFamily="18" charset="0"/>
              </a:rPr>
              <a:t>phút</a:t>
            </a:r>
            <a:r>
              <a:rPr lang="en-US" sz="2400" dirty="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316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1FBD3-9355-5118-2CCC-2E49114D12B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2A6A9E1-3BEA-A55A-1841-6FD6A2C35E1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F67AC74-1585-8292-37FB-256AADD82A7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Một số thuật ngữ</a:t>
            </a:r>
            <a:endParaRPr lang="en-US" sz="32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Dãy </a:t>
            </a:r>
            <a:r>
              <a:rPr lang="vi-VN" sz="2800">
                <a:latin typeface="Times New Roman" panose="02020603050405020304" pitchFamily="18" charset="0"/>
                <a:cs typeface="Times New Roman" panose="02020603050405020304" pitchFamily="18" charset="0"/>
              </a:rPr>
              <a:t>các giá trị được ghi nhận theo </a:t>
            </a:r>
            <a:r>
              <a:rPr lang="vi-VN" sz="2800" b="1">
                <a:latin typeface="Times New Roman" panose="02020603050405020304" pitchFamily="18" charset="0"/>
                <a:cs typeface="Times New Roman" panose="02020603050405020304" pitchFamily="18" charset="0"/>
              </a:rPr>
              <a:t>thứ tự thời gian</a:t>
            </a:r>
            <a:endParaRPr lang="en-US" sz="2800" b="1">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en-US" sz="2800" b="1">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en-US" sz="2800" b="1">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en-US" sz="2400" i="1">
                <a:latin typeface="Times New Roman" panose="02020603050405020304" pitchFamily="18" charset="0"/>
                <a:cs typeface="Times New Roman" panose="02020603050405020304" pitchFamily="18" charset="0"/>
              </a:rPr>
              <a:t>Y</a:t>
            </a:r>
            <a:r>
              <a:rPr lang="en-US" i="1">
                <a:latin typeface="Times New Roman" panose="02020603050405020304" pitchFamily="18" charset="0"/>
                <a:cs typeface="Times New Roman" panose="02020603050405020304" pitchFamily="18" charset="0"/>
              </a:rPr>
              <a:t>t </a:t>
            </a:r>
            <a:r>
              <a:rPr lang="en-US">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giá trị quan sát được tại thời điểm t.</a:t>
            </a:r>
          </a:p>
          <a:p>
            <a:pPr marL="1200150" lvl="2" indent="-342900">
              <a:buFont typeface="Courier New" panose="02070309020205020404" pitchFamily="49" charset="0"/>
              <a:buChar char="o"/>
            </a:pPr>
            <a:r>
              <a:rPr lang="en-US" sz="2400" i="1">
                <a:latin typeface="Times New Roman" panose="02020603050405020304" pitchFamily="18" charset="0"/>
                <a:cs typeface="Times New Roman" panose="02020603050405020304" pitchFamily="18" charset="0"/>
              </a:rPr>
              <a:t>T =1, 2, …, T </a:t>
            </a:r>
            <a:r>
              <a:rPr lang="en-US" sz="2400">
                <a:latin typeface="Times New Roman" panose="02020603050405020304" pitchFamily="18" charset="0"/>
                <a:cs typeface="Times New Roman" panose="02020603050405020304" pitchFamily="18" charset="0"/>
              </a:rPr>
              <a:t>: Chỉ số thời gian (Xác định thời điểm của từng quan sát).</a:t>
            </a:r>
          </a:p>
          <a:p>
            <a:pPr marL="1200150"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p:pic>
        <p:nvPicPr>
          <p:cNvPr id="4" name="Picture 3" descr="\documentclass{article}&#10;\usepackage{amsmath}&#10;\pagestyle{empty}&#10;\begin{document}&#10;&#10;$\{Y_t\}_{t = 0}^{T}$&#10;&#10;&#10;\end{document}" title="IguanaTex Bitmap Display">
            <a:extLst>
              <a:ext uri="{FF2B5EF4-FFF2-40B4-BE49-F238E27FC236}">
                <a16:creationId xmlns:a16="http://schemas.microsoft.com/office/drawing/2014/main" id="{AE4DC1F8-43B0-0578-D0F3-0A9BEE1226BD}"/>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657600" y="2362200"/>
            <a:ext cx="1113600" cy="388267"/>
          </a:xfrm>
          <a:prstGeom prst="rect">
            <a:avLst/>
          </a:prstGeom>
        </p:spPr>
      </p:pic>
    </p:spTree>
    <p:extLst>
      <p:ext uri="{BB962C8B-B14F-4D97-AF65-F5344CB8AC3E}">
        <p14:creationId xmlns:p14="http://schemas.microsoft.com/office/powerpoint/2010/main" val="9804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04335-54FA-C91A-9E92-96B1C9DE36A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7B07C88-B905-AAF4-C425-8F4E0A61189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Giới thiệu các khái niệm cơ bản về phân tích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0532CEC-5980-4226-1021-C77D3FB4337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Một số thuật ngữ</a:t>
            </a:r>
            <a:endParaRPr lang="en-US" sz="32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Chuỗi thời gian rời rạc có thể phát sinh theo nhiều cách khác nhau. </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Từ một </a:t>
            </a:r>
            <a:r>
              <a:rPr lang="vi-VN" sz="2400">
                <a:latin typeface="Times New Roman" panose="02020603050405020304" pitchFamily="18" charset="0"/>
                <a:cs typeface="Times New Roman" panose="02020603050405020304" pitchFamily="18" charset="0"/>
              </a:rPr>
              <a:t>chuỗi thời gian liên tục, thực hiện lấy mẫu (ghi các giá trị tại các khoảng thời gian bằng nhau). Khoảng thời gian lấy mẫu giữa các lần đọc liên tiếp phải được lựa chọn cẩn thận để tránh mất nhiều thông tin. </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ổng hợp (hoặc tích lũy) các giá trị </a:t>
            </a:r>
            <a:r>
              <a:rPr lang="en-US" sz="2400">
                <a:latin typeface="Times New Roman" panose="02020603050405020304" pitchFamily="18" charset="0"/>
                <a:cs typeface="Times New Roman" panose="02020603050405020304" pitchFamily="18" charset="0"/>
              </a:rPr>
              <a:t>của một biến </a:t>
            </a:r>
            <a:r>
              <a:rPr lang="vi-VN" sz="2400">
                <a:latin typeface="Times New Roman" panose="02020603050405020304" pitchFamily="18" charset="0"/>
                <a:cs typeface="Times New Roman" panose="02020603050405020304" pitchFamily="18" charset="0"/>
              </a:rPr>
              <a:t>trong các khoảng thời gian bằng nhau. Ví dụ như sản lượng hàng tháng và lượng mưa hàng ngày.</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Một số chuỗi thời gian vốn dĩ là rời rạc, ví dụ như cổ tức mà một công ty trả cho cổ đông trong những năm liên tiếp.</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273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AF1C2-C69D-2D22-492B-AC4D5C0305D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4F50EF9-BF87-1DCC-7B3A-375C9DDCDFD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2027AE2-5BF8-FD7C-A615-0187406B22E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Đặc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trọng</a:t>
            </a:r>
            <a:endParaRPr lang="en-US" sz="32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tự</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thời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gian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quan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trọng</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trộn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nghĩa</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Phụ</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thuộc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lẫn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nhau</a:t>
            </a:r>
            <a:r>
              <a:rPr lang="en-US" sz="2800" b="1" dirty="0">
                <a:latin typeface="Times New Roman" panose="02020603050405020304" pitchFamily="18" charset="0"/>
                <a:cs typeface="Times New Roman" panose="02020603050405020304" pitchFamily="18" charset="0"/>
              </a:rPr>
              <a:t> (Autocorrelation)</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thường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trước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đó</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Không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lập</a:t>
            </a:r>
            <a:r>
              <a:rPr lang="en-US" sz="2800" b="1" dirty="0">
                <a:latin typeface="Times New Roman" panose="02020603050405020304" pitchFamily="18" charset="0"/>
                <a:cs typeface="Times New Roman" panose="02020603050405020304" pitchFamily="18" charset="0"/>
              </a:rPr>
              <a:t> &amp; </a:t>
            </a:r>
            <a:r>
              <a:rPr lang="en-US" sz="2800" b="1" dirty="0" err="1">
                <a:latin typeface="Times New Roman" panose="02020603050405020304" pitchFamily="18" charset="0"/>
                <a:cs typeface="Times New Roman" panose="02020603050405020304" pitchFamily="18" charset="0"/>
              </a:rPr>
              <a:t>đồng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phối</a:t>
            </a:r>
            <a:r>
              <a:rPr lang="en-US" sz="2800" b="1" dirty="0">
                <a:latin typeface="Times New Roman" panose="02020603050405020304" pitchFamily="18" charset="0"/>
                <a:cs typeface="Times New Roman" panose="02020603050405020304" pitchFamily="18" charset="0"/>
              </a:rPr>
              <a:t> (Non-</a:t>
            </a:r>
            <a:r>
              <a:rPr lang="en-US" sz="2800" b="1" dirty="0" err="1">
                <a:latin typeface="Times New Roman" panose="02020603050405020304" pitchFamily="18" charset="0"/>
                <a:cs typeface="Times New Roman" panose="02020603050405020304" pitchFamily="18" charset="0"/>
              </a:rPr>
              <a:t>iid</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Khác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thường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lập</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407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48E7A-447B-E8D0-E0FB-A34D654738A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7684F01-3A60-9B6F-06D3-F94BFBE182F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Đặc điểm của chuỗi thời gian</a:t>
            </a:r>
          </a:p>
        </p:txBody>
      </p:sp>
      <p:sp>
        <p:nvSpPr>
          <p:cNvPr id="31747" name="Rectangle 3">
            <a:extLst>
              <a:ext uri="{FF2B5EF4-FFF2-40B4-BE49-F238E27FC236}">
                <a16:creationId xmlns:a16="http://schemas.microsoft.com/office/drawing/2014/main" id="{2F2B6C45-1788-B0D5-6398-EEECC50D7D9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a:t>
            </a:r>
            <a:r>
              <a:rPr lang="vi-VN" sz="3200" b="1">
                <a:latin typeface="Times New Roman" panose="02020603050405020304" pitchFamily="18" charset="0"/>
                <a:cs typeface="Times New Roman" panose="02020603050405020304" pitchFamily="18" charset="0"/>
              </a:rPr>
              <a:t>ác quan sát liên tiếp thường không độc lập</a:t>
            </a:r>
            <a:endParaRPr lang="en-US" sz="32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Thứ tự quan trọng: dữ liệu không hoán vị được</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Có thể có xu hướng dài hạn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Có tính chu kỳ hoặc mùa vụ</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Thường chứa nhiễu hoặc biến động ngẫu nhiên</a:t>
            </a:r>
          </a:p>
        </p:txBody>
      </p:sp>
      <p:pic>
        <p:nvPicPr>
          <p:cNvPr id="3" name="Picture 2">
            <a:extLst>
              <a:ext uri="{FF2B5EF4-FFF2-40B4-BE49-F238E27FC236}">
                <a16:creationId xmlns:a16="http://schemas.microsoft.com/office/drawing/2014/main" id="{161E054E-9251-86D6-3024-FB7DC2911F07}"/>
              </a:ext>
            </a:extLst>
          </p:cNvPr>
          <p:cNvPicPr>
            <a:picLocks noChangeAspect="1"/>
          </p:cNvPicPr>
          <p:nvPr/>
        </p:nvPicPr>
        <p:blipFill>
          <a:blip r:embed="rId3"/>
          <a:stretch>
            <a:fillRect/>
          </a:stretch>
        </p:blipFill>
        <p:spPr>
          <a:xfrm>
            <a:off x="1719262" y="3714750"/>
            <a:ext cx="5686425" cy="2457450"/>
          </a:xfrm>
          <a:prstGeom prst="rect">
            <a:avLst/>
          </a:prstGeom>
        </p:spPr>
      </p:pic>
    </p:spTree>
    <p:extLst>
      <p:ext uri="{BB962C8B-B14F-4D97-AF65-F5344CB8AC3E}">
        <p14:creationId xmlns:p14="http://schemas.microsoft.com/office/powerpoint/2010/main" val="512756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9512-505F-2CDE-1C06-86B9A7BADA3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AFF79C8-F20A-A071-A932-FBC745B2C5D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Đặc điểm của chuỗi thời gian</a:t>
            </a:r>
          </a:p>
        </p:txBody>
      </p:sp>
      <p:sp>
        <p:nvSpPr>
          <p:cNvPr id="31747" name="Rectangle 3">
            <a:extLst>
              <a:ext uri="{FF2B5EF4-FFF2-40B4-BE49-F238E27FC236}">
                <a16:creationId xmlns:a16="http://schemas.microsoft.com/office/drawing/2014/main" id="{46D18EC9-AE50-AAC5-6436-06560143E2A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a:t>
            </a:r>
            <a:r>
              <a:rPr lang="vi-VN" sz="3200" b="1">
                <a:latin typeface="Times New Roman" panose="02020603050405020304" pitchFamily="18" charset="0"/>
                <a:cs typeface="Times New Roman" panose="02020603050405020304" pitchFamily="18" charset="0"/>
              </a:rPr>
              <a:t>ác quan sát liên tiếp thường không độc lập</a:t>
            </a:r>
            <a:endParaRPr lang="en-US" sz="3200" b="1">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Như chúng ta đã biết, hầu hết lý thuyết thống kê mà chúng ta đã nghiên cứu đều tập trung vào việc nghiên cứu các mẫu ngẫu nhiên trong đó các quan sát là độc lập. Nhưng như chúng ta đã thấy từ các ví dụ trên, bản chất của chuỗi thời gian cho thấy các quan sát không độc lập. Do đó, phân tích thống kê được sử dụng phải xem xét đến thứ tự thời gian (hoặc không gian) của các quan sát.</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895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EBBC-74A0-354A-78BB-E1A50A8721B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7899CBE-CB5D-9713-AB25-CB7B44B187D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Đặc điểm của chuỗi thời gian</a:t>
            </a:r>
          </a:p>
        </p:txBody>
      </p:sp>
      <p:sp>
        <p:nvSpPr>
          <p:cNvPr id="31747" name="Rectangle 3">
            <a:extLst>
              <a:ext uri="{FF2B5EF4-FFF2-40B4-BE49-F238E27FC236}">
                <a16:creationId xmlns:a16="http://schemas.microsoft.com/office/drawing/2014/main" id="{4D9D1D0E-2510-4225-BCB5-CC86EE4F796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C</a:t>
            </a:r>
            <a:r>
              <a:rPr lang="vi-VN" sz="3200" b="1" dirty="0">
                <a:latin typeface="Times New Roman" panose="02020603050405020304" pitchFamily="18" charset="0"/>
                <a:cs typeface="Times New Roman" panose="02020603050405020304" pitchFamily="18" charset="0"/>
              </a:rPr>
              <a:t>ác quan sát liên tiếp thường không độc lập</a:t>
            </a:r>
            <a:endParaRPr lang="en-US" sz="3200" b="1"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Khi các quan sát liên tiếp phụ thuộc lẫn nhau, các giá trị tương lai có thể được dự đoán từ các quan sát trong quá khứ. </a:t>
            </a:r>
          </a:p>
          <a:p>
            <a:pPr marL="1257300" lvl="2" indent="-457200">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Nếu một chuỗi thời gian có thể được dự đoán chính xác, nó được gọi là chuỗi thời gian xác định. </a:t>
            </a:r>
          </a:p>
          <a:p>
            <a:pPr marL="1257300" lvl="2" indent="-457200">
              <a:buFont typeface="Arial" panose="020B0604020202020204" pitchFamily="34" charset="0"/>
              <a:buChar char="•"/>
            </a:pPr>
            <a:r>
              <a:rPr lang="vi-VN" sz="2400" dirty="0">
                <a:latin typeface="Times New Roman" panose="02020603050405020304" pitchFamily="18" charset="0"/>
                <a:cs typeface="Times New Roman" panose="02020603050405020304" pitchFamily="18" charset="0"/>
              </a:rPr>
              <a:t>Tuy nhiên, hầu hết các chuỗi thời gian đều là ngẫu nhiên, nghĩa là tương lai chỉ được xác định một phần bởi các giá trị trong quá khứ, do đó việc dự đoán chính xác là không thể và phải được thay thế bằng ý tưởng rằng </a:t>
            </a:r>
            <a:r>
              <a:rPr lang="vi-VN" sz="2400" b="1" dirty="0">
                <a:latin typeface="Times New Roman" panose="02020603050405020304" pitchFamily="18" charset="0"/>
                <a:cs typeface="Times New Roman" panose="02020603050405020304" pitchFamily="18" charset="0"/>
              </a:rPr>
              <a:t>các giá trị tương lai có một phân phối xác suất, được điều kiện hóa </a:t>
            </a:r>
            <a:r>
              <a:rPr lang="vi-VN" sz="2400" dirty="0">
                <a:latin typeface="Times New Roman" panose="02020603050405020304" pitchFamily="18" charset="0"/>
                <a:cs typeface="Times New Roman" panose="02020603050405020304" pitchFamily="18" charset="0"/>
              </a:rPr>
              <a:t>dựa trên kiến ​​thức về các giá trị trong quá khứ.</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072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2CC22-1E0C-3F39-D18D-893EEB0F6E6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7B5D967-5948-C13B-DC32-629766526E8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Đặc điểm của chuỗi thời gian</a:t>
            </a:r>
          </a:p>
        </p:txBody>
      </p:sp>
      <p:sp>
        <p:nvSpPr>
          <p:cNvPr id="31747" name="Rectangle 3">
            <a:extLst>
              <a:ext uri="{FF2B5EF4-FFF2-40B4-BE49-F238E27FC236}">
                <a16:creationId xmlns:a16="http://schemas.microsoft.com/office/drawing/2014/main" id="{4394E19E-8F99-A389-3A9A-2BD36B264BC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Đặc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ngẫu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nhiên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thống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kê</a:t>
            </a:r>
            <a:r>
              <a:rPr lang="en-US" sz="3200" b="1" dirty="0">
                <a:latin typeface="Times New Roman" panose="02020603050405020304" pitchFamily="18" charset="0"/>
                <a:cs typeface="Times New Roman" panose="02020603050405020304" pitchFamily="18" charset="0"/>
              </a:rPr>
              <a:t> (stochastic)</a:t>
            </a:r>
          </a:p>
          <a:p>
            <a:pPr marL="857250" lvl="1"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t>
            </a:r>
            <a:r>
              <a:rPr lang="vi-VN" sz="2400" dirty="0">
                <a:latin typeface="Times New Roman" panose="02020603050405020304" pitchFamily="18" charset="0"/>
                <a:cs typeface="Times New Roman" panose="02020603050405020304" pitchFamily="18" charset="0"/>
              </a:rPr>
              <a:t>ương tự như trường hợp giữa tổng thể và mẫu, trong đó chúng ta có thể chọn nhiều mẫu khác nhau từ cùng một tổng thể, tuy nhiên các mẫu này sẽ tuân theo cùng các quy tắc xác suất như tổng thể. </a:t>
            </a:r>
            <a:endParaRPr lang="en-US" sz="24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t>
            </a:r>
            <a:r>
              <a:rPr lang="vi-VN" sz="2400" dirty="0">
                <a:latin typeface="Times New Roman" panose="02020603050405020304" pitchFamily="18" charset="0"/>
                <a:cs typeface="Times New Roman" panose="02020603050405020304" pitchFamily="18" charset="0"/>
              </a:rPr>
              <a:t>hương pháp được đề xuất ở đây giả định rằng các quan sát của chuỗi thời gian </a:t>
            </a:r>
            <a:r>
              <a:rPr lang="vi-VN" sz="2400" dirty="0">
                <a:solidFill>
                  <a:srgbClr val="FF0000"/>
                </a:solidFill>
                <a:latin typeface="Times New Roman" panose="02020603050405020304" pitchFamily="18" charset="0"/>
                <a:cs typeface="Times New Roman" panose="02020603050405020304" pitchFamily="18" charset="0"/>
              </a:rPr>
              <a:t>(</a:t>
            </a:r>
            <a:r>
              <a:rPr lang="vi-VN" sz="2400" i="1" dirty="0">
                <a:solidFill>
                  <a:srgbClr val="FF0000"/>
                </a:solidFill>
                <a:latin typeface="Times New Roman" panose="02020603050405020304" pitchFamily="18" charset="0"/>
                <a:cs typeface="Times New Roman" panose="02020603050405020304" pitchFamily="18" charset="0"/>
              </a:rPr>
              <a:t>𝑦</a:t>
            </a:r>
            <a:r>
              <a:rPr lang="vi-VN" sz="1600" i="1" dirty="0">
                <a:solidFill>
                  <a:srgbClr val="FF0000"/>
                </a:solidFill>
                <a:latin typeface="Times New Roman" panose="02020603050405020304" pitchFamily="18" charset="0"/>
                <a:cs typeface="Times New Roman" panose="02020603050405020304" pitchFamily="18" charset="0"/>
              </a:rPr>
              <a:t>1</a:t>
            </a:r>
            <a:r>
              <a:rPr lang="vi-VN" sz="2400" i="1" dirty="0">
                <a:solidFill>
                  <a:srgbClr val="FF0000"/>
                </a:solidFill>
                <a:latin typeface="Times New Roman" panose="02020603050405020304" pitchFamily="18" charset="0"/>
                <a:cs typeface="Times New Roman" panose="02020603050405020304" pitchFamily="18" charset="0"/>
              </a:rPr>
              <a:t>, 𝑦</a:t>
            </a:r>
            <a:r>
              <a:rPr lang="vi-VN" sz="1600" i="1" dirty="0">
                <a:solidFill>
                  <a:srgbClr val="FF0000"/>
                </a:solidFill>
                <a:latin typeface="Times New Roman" panose="02020603050405020304" pitchFamily="18" charset="0"/>
                <a:cs typeface="Times New Roman" panose="02020603050405020304" pitchFamily="18" charset="0"/>
              </a:rPr>
              <a:t>2</a:t>
            </a:r>
            <a:r>
              <a:rPr lang="vi-VN" sz="2400" i="1" dirty="0">
                <a:solidFill>
                  <a:srgbClr val="FF0000"/>
                </a:solidFill>
                <a:latin typeface="Times New Roman" panose="02020603050405020304" pitchFamily="18" charset="0"/>
                <a:cs typeface="Times New Roman" panose="02020603050405020304" pitchFamily="18" charset="0"/>
              </a:rPr>
              <a:t>, ..., 𝑦</a:t>
            </a:r>
            <a:r>
              <a:rPr lang="vi-VN" sz="1600" i="1" dirty="0">
                <a:solidFill>
                  <a:srgbClr val="FF0000"/>
                </a:solidFill>
                <a:latin typeface="Times New Roman" panose="02020603050405020304" pitchFamily="18" charset="0"/>
                <a:cs typeface="Times New Roman" panose="02020603050405020304" pitchFamily="18" charset="0"/>
              </a:rPr>
              <a:t>𝑛</a:t>
            </a:r>
            <a:r>
              <a:rPr lang="vi-VN" sz="2400" dirty="0">
                <a:solidFill>
                  <a:srgbClr val="FF0000"/>
                </a:solidFill>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được quan sát trong khoảng thời gian </a:t>
            </a:r>
            <a:r>
              <a:rPr lang="vi-VN" sz="2400" dirty="0">
                <a:solidFill>
                  <a:srgbClr val="FF0000"/>
                </a:solidFill>
                <a:latin typeface="Times New Roman" panose="02020603050405020304" pitchFamily="18" charset="0"/>
                <a:cs typeface="Times New Roman" panose="02020603050405020304" pitchFamily="18" charset="0"/>
              </a:rPr>
              <a:t>(</a:t>
            </a:r>
            <a:r>
              <a:rPr lang="vi-VN" sz="2400" i="1" dirty="0">
                <a:solidFill>
                  <a:srgbClr val="FF0000"/>
                </a:solidFill>
                <a:latin typeface="Times New Roman" panose="02020603050405020304" pitchFamily="18" charset="0"/>
                <a:cs typeface="Times New Roman" panose="02020603050405020304" pitchFamily="18" charset="0"/>
              </a:rPr>
              <a:t>1, 2, ..., 𝑛</a:t>
            </a:r>
            <a:r>
              <a:rPr lang="vi-VN" sz="2400" dirty="0">
                <a:solidFill>
                  <a:srgbClr val="FF0000"/>
                </a:solidFill>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là một hiện thực hóa được rút ra từ vectơ ngẫu nhiên đa biến </a:t>
            </a:r>
            <a:r>
              <a:rPr lang="vi-VN" sz="2400" dirty="0">
                <a:solidFill>
                  <a:srgbClr val="FF0000"/>
                </a:solidFill>
                <a:latin typeface="Times New Roman" panose="02020603050405020304" pitchFamily="18" charset="0"/>
                <a:cs typeface="Times New Roman" panose="02020603050405020304" pitchFamily="18" charset="0"/>
              </a:rPr>
              <a:t>(</a:t>
            </a:r>
            <a:r>
              <a:rPr lang="vi-VN" sz="2400" i="1" dirty="0">
                <a:solidFill>
                  <a:srgbClr val="FF0000"/>
                </a:solidFill>
                <a:latin typeface="Times New Roman" panose="02020603050405020304" pitchFamily="18" charset="0"/>
                <a:cs typeface="Times New Roman" panose="02020603050405020304" pitchFamily="18" charset="0"/>
              </a:rPr>
              <a:t>𝑌</a:t>
            </a:r>
            <a:r>
              <a:rPr lang="vi-VN" sz="1600" i="1" dirty="0">
                <a:solidFill>
                  <a:srgbClr val="FF0000"/>
                </a:solidFill>
                <a:latin typeface="Times New Roman" panose="02020603050405020304" pitchFamily="18" charset="0"/>
                <a:cs typeface="Times New Roman" panose="02020603050405020304" pitchFamily="18" charset="0"/>
              </a:rPr>
              <a:t>1</a:t>
            </a:r>
            <a:r>
              <a:rPr lang="vi-VN" sz="2400" i="1" dirty="0">
                <a:solidFill>
                  <a:srgbClr val="FF0000"/>
                </a:solidFill>
                <a:latin typeface="Times New Roman" panose="02020603050405020304" pitchFamily="18" charset="0"/>
                <a:cs typeface="Times New Roman" panose="02020603050405020304" pitchFamily="18" charset="0"/>
              </a:rPr>
              <a:t>, 𝑌</a:t>
            </a:r>
            <a:r>
              <a:rPr lang="vi-VN" sz="1600" i="1" dirty="0">
                <a:solidFill>
                  <a:srgbClr val="FF0000"/>
                </a:solidFill>
                <a:latin typeface="Times New Roman" panose="02020603050405020304" pitchFamily="18" charset="0"/>
                <a:cs typeface="Times New Roman" panose="02020603050405020304" pitchFamily="18" charset="0"/>
              </a:rPr>
              <a:t>2</a:t>
            </a:r>
            <a:r>
              <a:rPr lang="vi-VN" sz="2400" i="1" dirty="0">
                <a:solidFill>
                  <a:srgbClr val="FF0000"/>
                </a:solidFill>
                <a:latin typeface="Times New Roman" panose="02020603050405020304" pitchFamily="18" charset="0"/>
                <a:cs typeface="Times New Roman" panose="02020603050405020304" pitchFamily="18" charset="0"/>
              </a:rPr>
              <a:t>, ..., 𝑌</a:t>
            </a:r>
            <a:r>
              <a:rPr lang="vi-VN" sz="1600" i="1" dirty="0">
                <a:solidFill>
                  <a:srgbClr val="FF0000"/>
                </a:solidFill>
                <a:latin typeface="Times New Roman" panose="02020603050405020304" pitchFamily="18" charset="0"/>
                <a:cs typeface="Times New Roman" panose="02020603050405020304" pitchFamily="18" charset="0"/>
              </a:rPr>
              <a:t>𝑛</a:t>
            </a:r>
            <a:r>
              <a:rPr lang="vi-VN" sz="2400" dirty="0">
                <a:solidFill>
                  <a:srgbClr val="FF0000"/>
                </a:solidFill>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có hàm phân phối tích lũy </a:t>
            </a:r>
            <a:r>
              <a:rPr lang="vi-VN" sz="2400" dirty="0">
                <a:solidFill>
                  <a:srgbClr val="FF0000"/>
                </a:solidFill>
                <a:latin typeface="Times New Roman" panose="02020603050405020304" pitchFamily="18" charset="0"/>
                <a:cs typeface="Times New Roman" panose="02020603050405020304" pitchFamily="18" charset="0"/>
              </a:rPr>
              <a:t>𝐹(</a:t>
            </a:r>
            <a:r>
              <a:rPr lang="vi-VN" sz="2400" i="1" dirty="0">
                <a:solidFill>
                  <a:srgbClr val="FF0000"/>
                </a:solidFill>
                <a:latin typeface="Times New Roman" panose="02020603050405020304" pitchFamily="18" charset="0"/>
                <a:cs typeface="Times New Roman" panose="02020603050405020304" pitchFamily="18" charset="0"/>
              </a:rPr>
              <a:t>𝑦</a:t>
            </a:r>
            <a:r>
              <a:rPr lang="vi-VN" sz="1600" i="1" dirty="0">
                <a:solidFill>
                  <a:srgbClr val="FF0000"/>
                </a:solidFill>
                <a:latin typeface="Times New Roman" panose="02020603050405020304" pitchFamily="18" charset="0"/>
                <a:cs typeface="Times New Roman" panose="02020603050405020304" pitchFamily="18" charset="0"/>
              </a:rPr>
              <a:t>1</a:t>
            </a:r>
            <a:r>
              <a:rPr lang="vi-VN" sz="2400" i="1" dirty="0">
                <a:solidFill>
                  <a:srgbClr val="FF0000"/>
                </a:solidFill>
                <a:latin typeface="Times New Roman" panose="02020603050405020304" pitchFamily="18" charset="0"/>
                <a:cs typeface="Times New Roman" panose="02020603050405020304" pitchFamily="18" charset="0"/>
              </a:rPr>
              <a:t>, 𝑦</a:t>
            </a:r>
            <a:r>
              <a:rPr lang="vi-VN" sz="1600" i="1" dirty="0">
                <a:solidFill>
                  <a:srgbClr val="FF0000"/>
                </a:solidFill>
                <a:latin typeface="Times New Roman" panose="02020603050405020304" pitchFamily="18" charset="0"/>
                <a:cs typeface="Times New Roman" panose="02020603050405020304" pitchFamily="18" charset="0"/>
              </a:rPr>
              <a:t>2</a:t>
            </a:r>
            <a:r>
              <a:rPr lang="vi-VN" sz="2400" i="1" dirty="0">
                <a:solidFill>
                  <a:srgbClr val="FF0000"/>
                </a:solidFill>
                <a:latin typeface="Times New Roman" panose="02020603050405020304" pitchFamily="18" charset="0"/>
                <a:cs typeface="Times New Roman" panose="02020603050405020304" pitchFamily="18" charset="0"/>
              </a:rPr>
              <a:t>, ..., 𝑦</a:t>
            </a:r>
            <a:r>
              <a:rPr lang="vi-VN" sz="1600" i="1" dirty="0">
                <a:solidFill>
                  <a:srgbClr val="FF0000"/>
                </a:solidFill>
                <a:latin typeface="Times New Roman" panose="02020603050405020304" pitchFamily="18" charset="0"/>
                <a:cs typeface="Times New Roman" panose="02020603050405020304" pitchFamily="18" charset="0"/>
              </a:rPr>
              <a:t>𝑛</a:t>
            </a:r>
            <a:r>
              <a:rPr lang="vi-VN" sz="2400" dirty="0">
                <a:solidFill>
                  <a:srgbClr val="FF0000"/>
                </a:solidFill>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được sử dụng để đưa ra suy luận về tương lai của quá trình ngẫu nhiên.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3766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23C14-B699-0D1C-DD4A-2D1738021B8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28B7546-06F5-C42A-003F-190ADA571882}"/>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009A0DB9-93B3-0DFB-5C78-6105918F924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Thành phần của chuỗi thời gian</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Trend (Xu hướng)</a:t>
            </a:r>
            <a:r>
              <a:rPr lang="en-US" sz="2400">
                <a:latin typeface="Times New Roman" panose="02020603050405020304" pitchFamily="18" charset="0"/>
                <a:cs typeface="Times New Roman" panose="02020603050405020304" pitchFamily="18" charset="0"/>
              </a:rPr>
              <a:t>: sự thay đổi chung dài hạn (tăng/giảm)</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Seasonality (Tính mùa vụ)</a:t>
            </a:r>
            <a:r>
              <a:rPr lang="en-US" sz="2400">
                <a:latin typeface="Times New Roman" panose="02020603050405020304" pitchFamily="18" charset="0"/>
                <a:cs typeface="Times New Roman" panose="02020603050405020304" pitchFamily="18" charset="0"/>
              </a:rPr>
              <a:t>: biến động theo chu kỳ cố định (trong năm, tuần, ngày…)</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Cyclic (Chu kỳ)</a:t>
            </a:r>
            <a:r>
              <a:rPr lang="en-US" sz="2400">
                <a:latin typeface="Times New Roman" panose="02020603050405020304" pitchFamily="18" charset="0"/>
                <a:cs typeface="Times New Roman" panose="02020603050405020304" pitchFamily="18" charset="0"/>
              </a:rPr>
              <a:t>: biến động theo chu kỳ không cố định (kinh tế, thị trường…)</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Irregular (Ngẫu nhiên/bất thường)</a:t>
            </a:r>
            <a:r>
              <a:rPr lang="en-US" sz="2400">
                <a:latin typeface="Times New Roman" panose="02020603050405020304" pitchFamily="18" charset="0"/>
                <a:cs typeface="Times New Roman" panose="02020603050405020304" pitchFamily="18" charset="0"/>
              </a:rPr>
              <a:t>: dao động không dự đoán trước được</a:t>
            </a:r>
          </a:p>
          <a:p>
            <a:pPr marL="0" indent="0"/>
            <a:r>
              <a:rPr lang="en-US" sz="2400">
                <a:latin typeface="Times New Roman" panose="02020603050405020304" pitchFamily="18" charset="0"/>
                <a:cs typeface="Times New Roman" panose="02020603050405020304" pitchFamily="18" charset="0"/>
                <a:sym typeface="Wingdings" panose="05000000000000000000" pitchFamily="2" charset="2"/>
              </a:rPr>
              <a:t></a:t>
            </a:r>
            <a:r>
              <a:rPr lang="vi-VN" sz="2400">
                <a:latin typeface="Times New Roman" panose="02020603050405020304" pitchFamily="18" charset="0"/>
                <a:cs typeface="Times New Roman" panose="02020603050405020304" pitchFamily="18" charset="0"/>
              </a:rPr>
              <a:t>Các phương pháp phân tích chuỗi thời gian truyền thống dựa vào việc phân tách sự thay đổi trong một chuỗi thời gian thành bốn thành phần</a:t>
            </a:r>
            <a:r>
              <a:rPr lang="en-US" sz="2400">
                <a:latin typeface="Times New Roman" panose="02020603050405020304" pitchFamily="18" charset="0"/>
                <a:cs typeface="Times New Roman" panose="02020603050405020304" pitchFamily="18" charset="0"/>
              </a:rPr>
              <a:t> trên.</a:t>
            </a:r>
          </a:p>
          <a:p>
            <a:pPr>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a:t>
            </a:r>
            <a:r>
              <a:rPr lang="vi-VN" sz="2400">
                <a:latin typeface="Times New Roman" panose="02020603050405020304" pitchFamily="18" charset="0"/>
                <a:cs typeface="Times New Roman" panose="02020603050405020304" pitchFamily="18" charset="0"/>
              </a:rPr>
              <a:t>iệc phân tích thành phần xu hướng và biến động theo mùa thường không phải là duy nhất</a:t>
            </a:r>
            <a:r>
              <a:rPr lang="en-US" sz="24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98466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5D37B-D8DC-4E14-3F5C-012F3C6A142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C48EE73-9B4B-312A-1ABC-2350A82BAB0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48C1867-D20A-73DD-A84D-AC7119DCAA8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Thành phần của chuỗi thời gian</a:t>
            </a:r>
            <a:endParaRPr lang="en-US" sz="32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5A1781F-A5F7-1ABD-3468-026F71F74A01}"/>
              </a:ext>
            </a:extLst>
          </p:cNvPr>
          <p:cNvPicPr>
            <a:picLocks noChangeAspect="1"/>
          </p:cNvPicPr>
          <p:nvPr/>
        </p:nvPicPr>
        <p:blipFill>
          <a:blip r:embed="rId3"/>
          <a:stretch>
            <a:fillRect/>
          </a:stretch>
        </p:blipFill>
        <p:spPr>
          <a:xfrm>
            <a:off x="1676400" y="1749561"/>
            <a:ext cx="5791200" cy="4552950"/>
          </a:xfrm>
          <a:prstGeom prst="rect">
            <a:avLst/>
          </a:prstGeom>
        </p:spPr>
      </p:pic>
    </p:spTree>
    <p:extLst>
      <p:ext uri="{BB962C8B-B14F-4D97-AF65-F5344CB8AC3E}">
        <p14:creationId xmlns:p14="http://schemas.microsoft.com/office/powerpoint/2010/main" val="2110382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7B0A2-13AD-CCB1-5F58-F1F59506DCE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0059885-A5CB-3419-BC9A-EFD6C235DA7A}"/>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F02BCED-AAEC-097D-DA6D-44113C3F49B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Thành phần của chuỗi thời gian</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Trend (Xu hướng)</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Nếu có sự tăng (hoặc giảm) kéo dài trong mức độ của chuỗi dữ liệu, thì chúng ta nói rằng chuỗi dữ liệu đó có thành phần xu hướng.</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Ví dụ</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Số lượng ca sinh</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Giá cả hàng hóa hàng năm</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Lượng dự trữ dầu mỏ</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Số ca mắc bệnh</a:t>
            </a:r>
          </a:p>
        </p:txBody>
      </p:sp>
      <p:pic>
        <p:nvPicPr>
          <p:cNvPr id="3" name="Picture 2">
            <a:extLst>
              <a:ext uri="{FF2B5EF4-FFF2-40B4-BE49-F238E27FC236}">
                <a16:creationId xmlns:a16="http://schemas.microsoft.com/office/drawing/2014/main" id="{FDFC7462-CE5E-FEB4-EC7D-84F9865A48FC}"/>
              </a:ext>
            </a:extLst>
          </p:cNvPr>
          <p:cNvPicPr>
            <a:picLocks noChangeAspect="1"/>
          </p:cNvPicPr>
          <p:nvPr/>
        </p:nvPicPr>
        <p:blipFill>
          <a:blip r:embed="rId3"/>
          <a:stretch>
            <a:fillRect/>
          </a:stretch>
        </p:blipFill>
        <p:spPr>
          <a:xfrm>
            <a:off x="5172869" y="3533775"/>
            <a:ext cx="3905250" cy="2638425"/>
          </a:xfrm>
          <a:prstGeom prst="rect">
            <a:avLst/>
          </a:prstGeom>
        </p:spPr>
      </p:pic>
    </p:spTree>
    <p:extLst>
      <p:ext uri="{BB962C8B-B14F-4D97-AF65-F5344CB8AC3E}">
        <p14:creationId xmlns:p14="http://schemas.microsoft.com/office/powerpoint/2010/main" val="1663586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0180A-02A5-5DB9-7D09-AEA0E1EC367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B41502C-A90F-2CCC-147D-3BE7C5B6E81D}"/>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8F9127BD-3788-6C42-0460-2E4A4B9F491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Thành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phần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chuỗi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thời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gian</a:t>
            </a:r>
            <a:endParaRPr lang="en-US" sz="32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Seasonality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mùa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vụ</a:t>
            </a:r>
            <a:r>
              <a:rPr lang="en-US" sz="2800" b="1" dirty="0">
                <a:latin typeface="Times New Roman" panose="02020603050405020304" pitchFamily="18" charset="0"/>
                <a:cs typeface="Times New Roman" panose="02020603050405020304" pitchFamily="18" charset="0"/>
              </a:rPr>
              <a:t>)</a:t>
            </a:r>
          </a:p>
          <a:p>
            <a:pPr marL="1257300" lvl="2" indent="-457200">
              <a:buFont typeface="Courier New" panose="02070309020205020404" pitchFamily="49" charset="0"/>
              <a:buChar char="o"/>
            </a:pPr>
            <a:r>
              <a:rPr lang="vi-VN" sz="2800" dirty="0">
                <a:latin typeface="Times New Roman" panose="02020603050405020304" pitchFamily="18" charset="0"/>
                <a:cs typeface="Times New Roman" panose="02020603050405020304" pitchFamily="18" charset="0"/>
              </a:rPr>
              <a:t>Trong thực tế, nhiều chuỗi thời gian có thể bị ảnh hưởng bởi cái gọi là sự thay đổi theo mùa, nghĩa là chuỗi dữ liệu lặp lại hành vi của nó vào những khoảng thời gian nhất định trong năm</a:t>
            </a:r>
            <a:endParaRPr lang="en-US" sz="2800" dirty="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dirty="0">
                <a:latin typeface="Times New Roman" panose="02020603050405020304" pitchFamily="18" charset="0"/>
                <a:cs typeface="Times New Roman" panose="02020603050405020304" pitchFamily="18" charset="0"/>
              </a:rPr>
              <a:t>Sự thay đổi theo mùa xảy ra trong những khoảng thời gian cụ thể ngắn hơn một năm, chẳng hạn như giờ, ngày, tuần, tháng, quý, v.v.</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2833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BE429-1FB3-76B1-2692-281F44D8534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943AC8C-58B9-B84C-4796-1789A506B755}"/>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CD8BD98-70B9-8F47-731A-10774E78006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Thành phần của chuỗi thời gian</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Seasonality (Tính mùa vụ)</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Ví dụ: </a:t>
            </a:r>
            <a:r>
              <a:rPr lang="vi-VN" sz="2800">
                <a:latin typeface="Times New Roman" panose="02020603050405020304" pitchFamily="18" charset="0"/>
                <a:cs typeface="Times New Roman" panose="02020603050405020304" pitchFamily="18" charset="0"/>
              </a:rPr>
              <a:t>lượng tiêu thụ điện</a:t>
            </a: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6CA3A3D-70C3-3BEC-8F24-573EB8F61C16}"/>
              </a:ext>
            </a:extLst>
          </p:cNvPr>
          <p:cNvPicPr>
            <a:picLocks noChangeAspect="1"/>
          </p:cNvPicPr>
          <p:nvPr/>
        </p:nvPicPr>
        <p:blipFill>
          <a:blip r:embed="rId3"/>
          <a:stretch>
            <a:fillRect/>
          </a:stretch>
        </p:blipFill>
        <p:spPr>
          <a:xfrm>
            <a:off x="2514600" y="2895600"/>
            <a:ext cx="4299527" cy="2895600"/>
          </a:xfrm>
          <a:prstGeom prst="rect">
            <a:avLst/>
          </a:prstGeom>
        </p:spPr>
      </p:pic>
    </p:spTree>
    <p:extLst>
      <p:ext uri="{BB962C8B-B14F-4D97-AF65-F5344CB8AC3E}">
        <p14:creationId xmlns:p14="http://schemas.microsoft.com/office/powerpoint/2010/main" val="2662002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D90F-62C5-7839-401C-CDFFF2B0B4A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BB90917-43F3-219F-8B86-BBD330B080E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6B2BAB2-5840-BA1C-2BF8-29F13E999A2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Thành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phần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chuỗi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thời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gian</a:t>
            </a:r>
            <a:endParaRPr lang="en-US" sz="32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Cyclic (Chu </a:t>
            </a:r>
            <a:r>
              <a:rPr lang="en-US" sz="2800" b="1" dirty="0" err="1">
                <a:latin typeface="Times New Roman" panose="02020603050405020304" pitchFamily="18" charset="0"/>
                <a:cs typeface="Times New Roman" panose="02020603050405020304" pitchFamily="18" charset="0"/>
              </a:rPr>
              <a:t>kỳ</a:t>
            </a:r>
            <a:r>
              <a:rPr lang="en-US" sz="2800" b="1" dirty="0">
                <a:latin typeface="Times New Roman" panose="02020603050405020304" pitchFamily="18" charset="0"/>
                <a:cs typeface="Times New Roman" panose="02020603050405020304" pitchFamily="18" charset="0"/>
              </a:rPr>
              <a:t>)</a:t>
            </a:r>
          </a:p>
          <a:p>
            <a:pPr marL="1257300" lvl="2" indent="-4572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Những thay đổi này tương tự như biến động theo mùa, nhưng chúng xuất hiệntrong thời gian dài (hơn một năm), và để phát hiện ra biến động theo chu kỳ, cần một chuỗi dữ liệu hàng năm rất dài</a:t>
            </a:r>
            <a:endParaRPr lang="en-US" sz="2400" dirty="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V</a:t>
            </a:r>
            <a:r>
              <a:rPr lang="vi-VN" sz="2400" dirty="0">
                <a:latin typeface="Times New Roman" panose="02020603050405020304" pitchFamily="18" charset="0"/>
                <a:cs typeface="Times New Roman" panose="02020603050405020304" pitchFamily="18" charset="0"/>
              </a:rPr>
              <a:t>í dụ</a:t>
            </a:r>
            <a:r>
              <a:rPr lang="en-US" sz="2400" dirty="0">
                <a:latin typeface="Times New Roman" panose="02020603050405020304" pitchFamily="18" charset="0"/>
                <a:cs typeface="Times New Roman" panose="02020603050405020304" pitchFamily="18" charset="0"/>
              </a:rPr>
              <a:t>: </a:t>
            </a:r>
          </a:p>
          <a:p>
            <a:pPr marL="1714500" lvl="3" indent="-4572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iến đổi khí hậu cần dữ liệu của ba mươi năm trở lên để phát hiện rachu kỳ của nó. </a:t>
            </a:r>
            <a:endParaRPr lang="en-US" sz="2400" dirty="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t>
            </a:r>
            <a:r>
              <a:rPr lang="vi-VN" sz="2400" dirty="0">
                <a:latin typeface="Times New Roman" panose="02020603050405020304" pitchFamily="18" charset="0"/>
                <a:cs typeface="Times New Roman" panose="02020603050405020304" pitchFamily="18" charset="0"/>
              </a:rPr>
              <a:t>hu kỳ kinh tế cũng cần một khoảng thời gian dài,ví dụ năm hoặc mười năm, để xuất hiện.</a:t>
            </a:r>
            <a:endParaRPr lang="en-US" sz="2400" dirty="0">
              <a:latin typeface="Times New Roman" panose="02020603050405020304" pitchFamily="18" charset="0"/>
              <a:cs typeface="Times New Roman" panose="02020603050405020304" pitchFamily="18" charset="0"/>
            </a:endParaRPr>
          </a:p>
          <a:p>
            <a:pPr lvl="2" indent="-342900">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Trong ngắn hạn, việc coi sự dao động dài hạn như vậy là một xu hướng</a:t>
            </a:r>
            <a:r>
              <a:rPr lang="en-US" sz="2400" dirty="0">
                <a:latin typeface="Times New Roman" panose="02020603050405020304" pitchFamily="18" charset="0"/>
                <a:cs typeface="Times New Roman" panose="02020603050405020304" pitchFamily="18" charset="0"/>
              </a:rPr>
              <a:t> (trend)</a:t>
            </a:r>
            <a:r>
              <a:rPr lang="vi-VN" sz="2400" dirty="0">
                <a:latin typeface="Times New Roman" panose="02020603050405020304" pitchFamily="18" charset="0"/>
                <a:cs typeface="Times New Roman" panose="02020603050405020304" pitchFamily="18" charset="0"/>
              </a:rPr>
              <a:t> có thể có ý nghĩa hơn.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7395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DA97-3017-8584-396B-0AF7655E562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72BDB9D-3CC4-FE36-16E5-5847F6E39571}"/>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6B848C4-45B3-36FB-154D-EA57C2E19A9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Thành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phần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chuỗi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thời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gian</a:t>
            </a:r>
            <a:endParaRPr lang="en-US" sz="32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Irregular (</a:t>
            </a:r>
            <a:r>
              <a:rPr lang="en-US" sz="2800" b="1" dirty="0" err="1">
                <a:latin typeface="Times New Roman" panose="02020603050405020304" pitchFamily="18" charset="0"/>
                <a:cs typeface="Times New Roman" panose="02020603050405020304" pitchFamily="18" charset="0"/>
              </a:rPr>
              <a:t>Ngẫu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nhiên</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bất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thường</a:t>
            </a:r>
            <a:r>
              <a:rPr lang="en-US" sz="2800" b="1" dirty="0">
                <a:latin typeface="Times New Roman" panose="02020603050405020304" pitchFamily="18" charset="0"/>
                <a:cs typeface="Times New Roman" panose="02020603050405020304" pitchFamily="18" charset="0"/>
              </a:rPr>
              <a:t>)</a:t>
            </a:r>
          </a:p>
          <a:p>
            <a:pPr marL="1257300" lvl="2" indent="-457200">
              <a:buFont typeface="Courier New" panose="02070309020205020404" pitchFamily="49" charset="0"/>
              <a:buChar char="o"/>
            </a:pPr>
            <a:r>
              <a:rPr lang="vi-VN" sz="2800" dirty="0">
                <a:latin typeface="Times New Roman" panose="02020603050405020304" pitchFamily="18" charset="0"/>
                <a:cs typeface="Times New Roman" panose="02020603050405020304" pitchFamily="18" charset="0"/>
              </a:rPr>
              <a:t>Sau khi loại bỏ các yếu tố mùa vụ, xu hướng hoặc chu kỳ khỏi dữ liệu, chúng ta sẽ còn lại chuỗi dữ liệu phần dư, đại diện cho những thay đổi bất thường. Những thay đổi này khác với các thành phần khác, vì chúng không thể dự đoán được và không xảy ra theo bất kỳ quy luật hay hệ thống nào.</a:t>
            </a:r>
            <a:endParaRPr lang="en-US" sz="2800" dirty="0">
              <a:latin typeface="Times New Roman" panose="02020603050405020304" pitchFamily="18" charset="0"/>
              <a:cs typeface="Times New Roman" panose="02020603050405020304" pitchFamily="18" charset="0"/>
            </a:endParaRPr>
          </a:p>
          <a:p>
            <a:pPr marL="400050" lvl="1" indent="0"/>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1386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2991-59D9-38D3-4F24-266C98BAB3D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FC3938C-706A-8BAE-95FA-BE49C57CD484}"/>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055512E-734A-152B-94FD-E9AAF6B0516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Tính dừng (Stationarity)</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chuỗi </a:t>
            </a:r>
            <a:r>
              <a:rPr lang="en-US" sz="2800" b="1">
                <a:latin typeface="Times New Roman" panose="02020603050405020304" pitchFamily="18" charset="0"/>
                <a:cs typeface="Times New Roman" panose="02020603050405020304" pitchFamily="18" charset="0"/>
              </a:rPr>
              <a:t>dừng</a:t>
            </a:r>
            <a:r>
              <a:rPr lang="en-US" sz="2800">
                <a:latin typeface="Times New Roman" panose="02020603050405020304" pitchFamily="18" charset="0"/>
                <a:cs typeface="Times New Roman" panose="02020603050405020304" pitchFamily="18" charset="0"/>
              </a:rPr>
              <a:t> có các đặc tính thống kê (trung bình, phương sai) không đổi theo thời gian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Nhiều phương pháp phân tích giả định chuỗi là dừng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dừng: dữ liệu có trend rõ rệt</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Dừng: dữ liệu dao động quanh mức trung bình cố định</a:t>
            </a:r>
          </a:p>
          <a:p>
            <a:pPr marL="514350" indent="-457200">
              <a:buFont typeface="Wingdings" panose="05000000000000000000" pitchFamily="2" charset="2"/>
              <a:buChar char="q"/>
            </a:pPr>
            <a:r>
              <a:rPr lang="en-US" sz="2800">
                <a:solidFill>
                  <a:srgbClr val="FF0000"/>
                </a:solidFill>
                <a:latin typeface="Times New Roman" panose="02020603050405020304" pitchFamily="18" charset="0"/>
                <a:cs typeface="Times New Roman" panose="02020603050405020304" pitchFamily="18" charset="0"/>
              </a:rPr>
              <a:t>Chúng ta sẽ tìm hiểu kĩ hơn ở các chương sau sau</a:t>
            </a:r>
          </a:p>
        </p:txBody>
      </p:sp>
    </p:spTree>
    <p:extLst>
      <p:ext uri="{BB962C8B-B14F-4D97-AF65-F5344CB8AC3E}">
        <p14:creationId xmlns:p14="http://schemas.microsoft.com/office/powerpoint/2010/main" val="4078502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E4076-2602-F4D0-B039-9E46F57F528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D8F50BC-3D70-9C86-CA9A-9E58D8272BE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746E2C7-3B9D-28E4-AE11-FD3C59C6E6E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Tính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chất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khác</a:t>
            </a:r>
            <a:endParaRPr lang="en-US" sz="32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trễ</a:t>
            </a:r>
            <a:r>
              <a:rPr lang="en-US" sz="2800" b="1" dirty="0">
                <a:latin typeface="Times New Roman" panose="02020603050405020304" pitchFamily="18" charset="0"/>
                <a:cs typeface="Times New Roman" panose="02020603050405020304" pitchFamily="18" charset="0"/>
              </a:rPr>
              <a:t> (Lag)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ảnh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hưởng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tại</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Biến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động</a:t>
            </a:r>
            <a:r>
              <a:rPr lang="en-US" sz="2800" b="1" dirty="0">
                <a:latin typeface="Times New Roman" panose="02020603050405020304" pitchFamily="18" charset="0"/>
                <a:cs typeface="Times New Roman" panose="02020603050405020304" pitchFamily="18" charset="0"/>
              </a:rPr>
              <a:t> (Volatility)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thay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đổi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theo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Dữ</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liệu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thiếu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hoặc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ngoại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lai</a:t>
            </a:r>
            <a:r>
              <a:rPr lang="en-US" sz="2800" b="1" dirty="0">
                <a:latin typeface="Times New Roman" panose="02020603050405020304" pitchFamily="18" charset="0"/>
                <a:cs typeface="Times New Roman" panose="02020603050405020304" pitchFamily="18" charset="0"/>
              </a:rPr>
              <a:t> (Missing/Outliers)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dễ</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xảy</a:t>
            </a:r>
            <a:r>
              <a:rPr lang="en-US" sz="2800" dirty="0">
                <a:latin typeface="Times New Roman" panose="02020603050405020304" pitchFamily="18" charset="0"/>
                <a:cs typeface="Times New Roman" panose="02020603050405020304" pitchFamily="18" charset="0"/>
              </a:rPr>
              <a:t> ra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đạc</a:t>
            </a:r>
            <a:endParaRPr lang="en-US" sz="2800" dirty="0">
              <a:latin typeface="Times New Roman" panose="02020603050405020304" pitchFamily="18" charset="0"/>
              <a:cs typeface="Times New Roman" panose="02020603050405020304" pitchFamily="18" charset="0"/>
            </a:endParaRPr>
          </a:p>
          <a:p>
            <a:pPr marL="0" indent="0"/>
            <a:endParaRPr lang="en-US" sz="2800" dirty="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565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12C7C-01F4-4694-A0CF-86574B3FF9E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71DA064-521E-AA6B-5126-FB3DA57D10B0}"/>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Đặc điểm của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7DBDF95-C02F-1290-39A7-1D414F4BB74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Nhận xét</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Dữ liệu chuỗi thời gian có cấu trúc đặc biệt</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Phải phân tích và xử lý các đặc điểm này trước khi mô hình hóa</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Hiểu rõ dữ liệu giúp chọn mô hình phù hợp hơn</a:t>
            </a:r>
          </a:p>
          <a:p>
            <a:pPr marL="457200" indent="-457200">
              <a:buFont typeface="Wingdings" panose="05000000000000000000" pitchFamily="2" charset="2"/>
              <a:buChar char="q"/>
            </a:pPr>
            <a:r>
              <a:rPr lang="en-US" sz="2800" b="1">
                <a:latin typeface="Times New Roman" panose="02020603050405020304" pitchFamily="18" charset="0"/>
                <a:cs typeface="Times New Roman" panose="02020603050405020304" pitchFamily="18" charset="0"/>
              </a:rPr>
              <a:t>Một số mô hình cơ bản </a:t>
            </a:r>
            <a:r>
              <a:rPr lang="en-US" sz="2800">
                <a:solidFill>
                  <a:srgbClr val="FF0000"/>
                </a:solidFill>
                <a:latin typeface="Times New Roman" panose="02020603050405020304" pitchFamily="18" charset="0"/>
                <a:cs typeface="Times New Roman" panose="02020603050405020304" pitchFamily="18" charset="0"/>
              </a:rPr>
              <a:t>(sẽ tìm hiểu kĩ hơn trong các chương sau)</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Mô hình hồi quy tuyến tính</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Mô hình trung bình động (Moving Average)</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Mô hình tự hồi quy (Auto-Regressive/AR) </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ARMA (Auto-Regressive Moving Average)</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ARIMA (Auto-Regressive Integrated Moving Average)</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Mô hình vector tự hồi quy (vector autoregression) </a:t>
            </a:r>
          </a:p>
          <a:p>
            <a:pPr marL="0" indent="0"/>
            <a:endParaRPr lang="en-US" sz="2400">
              <a:latin typeface="Times New Roman" panose="02020603050405020304" pitchFamily="18" charset="0"/>
              <a:cs typeface="Times New Roman" panose="02020603050405020304" pitchFamily="18" charset="0"/>
            </a:endParaRPr>
          </a:p>
          <a:p>
            <a:pPr marL="0" indent="0"/>
            <a:endParaRPr lang="en-US" sz="280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425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BC7A-FABE-93DA-3404-48AC13141F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1CF6954-B1F9-14A0-7ABD-49E5ADCD3A8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Mục tiêu của phân tích chuỗi thời gian</a:t>
            </a:r>
            <a:endParaRPr lang="en-US" altLang="en-US" sz="32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806679F-83AC-46CA-0D85-394A38C57AC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Mô tả (hiểu rõ dữ liệu, xác định các thành phần cấu thành)</a:t>
            </a:r>
          </a:p>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Giải thích</a:t>
            </a:r>
          </a:p>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Dự đoán</a:t>
            </a:r>
          </a:p>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Kiểm soát (phát hiện bất thường)</a:t>
            </a: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571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A66A8-0F3F-F0F3-D998-5BCB8788515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DF68676-2446-6D78-B27E-10BEB64BBDD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Mục tiêu của phân tích chuỗi thời gian</a:t>
            </a:r>
            <a:endParaRPr lang="en-US" altLang="en-US" sz="32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C6803B6-74B0-469A-0271-BD9B5A3156E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Mô tả</a:t>
            </a:r>
          </a:p>
          <a:p>
            <a:pPr marL="857250" lvl="1" indent="-4572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Phân tích chuỗi thời gian được sử dụng để mô tả và thể hiện thông tin sẵn có, cho thấy hiện tượng được nghiên cứu diễn biến như thế nào theo thời gian. Nghĩa là, mô tả các đặc điểm chính của chuỗi thời gian</a:t>
            </a:r>
            <a:endParaRPr lang="en-US" sz="24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Đ</a:t>
            </a:r>
            <a:r>
              <a:rPr lang="vi-VN" sz="2400">
                <a:latin typeface="Times New Roman" panose="02020603050405020304" pitchFamily="18" charset="0"/>
                <a:cs typeface="Times New Roman" panose="02020603050405020304" pitchFamily="18" charset="0"/>
              </a:rPr>
              <a:t>iều này sẽ giúp xác định mô hình toán học phù hợp nhất để đạt được các mục tiêu khác của phân tích, và tìm hiểu các biến động tăng giảm trong chuỗi thời gian, cũng như xác định các thành phần chính như xu hướng và biến động theo mùa. </a:t>
            </a:r>
            <a:endParaRPr lang="en-US" sz="24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Vì vậy, khi phân tích bất kỳ chuỗi thời gian nào, bước đầu tiên cần thực hiện là vẽ biểu đồ chuỗi thời gian như chúng ta đã thấy trong các ví dụ trước và thu thập một số đặc điểm mô tả.</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7777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43764-F926-7331-AE38-006919855A1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5C36EE5-5DC1-B6B3-3B58-C7360E8C241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Mục tiêu của phân tích chuỗi thời gian</a:t>
            </a:r>
            <a:endParaRPr lang="en-US" altLang="en-US" sz="32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73A1923-6180-DA97-FBB3-10BBD0CB4B7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Mô tả</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Ví dụ:</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a:t>
            </a:r>
            <a:r>
              <a:rPr lang="vi-VN" sz="2400">
                <a:latin typeface="Times New Roman" panose="02020603050405020304" pitchFamily="18" charset="0"/>
                <a:cs typeface="Times New Roman" panose="02020603050405020304" pitchFamily="18" charset="0"/>
              </a:rPr>
              <a:t>húng ta nhận thấy sự tồn tại </a:t>
            </a:r>
            <a:endParaRPr lang="en-US" sz="2400">
              <a:latin typeface="Times New Roman" panose="02020603050405020304" pitchFamily="18" charset="0"/>
              <a:cs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của hiệu ứng mùa vụ mạnh mẽ, </a:t>
            </a:r>
            <a:endParaRPr lang="en-US" sz="2400">
              <a:latin typeface="Times New Roman" panose="02020603050405020304" pitchFamily="18" charset="0"/>
              <a:cs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khi doanh số bán hàng tăng vào </a:t>
            </a:r>
            <a:endParaRPr lang="en-US" sz="2400">
              <a:latin typeface="Times New Roman" panose="02020603050405020304" pitchFamily="18" charset="0"/>
              <a:cs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giữa năm và giảm vào cuối năm. </a:t>
            </a:r>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Có vẻ như doanh số bán hàng </a:t>
            </a:r>
            <a:endParaRPr lang="en-US" sz="2400">
              <a:latin typeface="Times New Roman" panose="02020603050405020304" pitchFamily="18" charset="0"/>
              <a:cs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hàng năm cũng tăng lên theo từng năm (tức là có xu hướng tăng trưởng). </a:t>
            </a:r>
            <a:endParaRPr lang="en-US" sz="2400">
              <a:latin typeface="Times New Roman" panose="02020603050405020304" pitchFamily="18" charset="0"/>
              <a:cs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Do đó, đối với một số chuỗi dữ liệu, việc mô tả các quan sát có thể được thực hiện thông qua một mô hình đơn giản bao gồm thành phần xu hướng và thành phần mùa vụ. </a:t>
            </a:r>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8FA8689-A394-C420-1D0B-56C0E549B47A}"/>
              </a:ext>
            </a:extLst>
          </p:cNvPr>
          <p:cNvPicPr>
            <a:picLocks noChangeAspect="1"/>
          </p:cNvPicPr>
          <p:nvPr/>
        </p:nvPicPr>
        <p:blipFill>
          <a:blip r:embed="rId3"/>
          <a:stretch>
            <a:fillRect/>
          </a:stretch>
        </p:blipFill>
        <p:spPr>
          <a:xfrm>
            <a:off x="5271113" y="1219200"/>
            <a:ext cx="3858191" cy="2590800"/>
          </a:xfrm>
          <a:prstGeom prst="rect">
            <a:avLst/>
          </a:prstGeom>
        </p:spPr>
      </p:pic>
    </p:spTree>
    <p:extLst>
      <p:ext uri="{BB962C8B-B14F-4D97-AF65-F5344CB8AC3E}">
        <p14:creationId xmlns:p14="http://schemas.microsoft.com/office/powerpoint/2010/main" val="4012730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F0189-20A6-7790-A1BA-6B9E94FB08E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7F45970-C850-C6EB-4EAE-84709034113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Mục tiêu của phân tích chuỗi thời gian</a:t>
            </a:r>
            <a:endParaRPr lang="en-US" altLang="en-US" sz="32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66F084B-6F2C-68FB-4D15-06106B96617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Giải thích</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Giải thích có nghĩa là giải thích những thay đổi xảy ra trong hiện tượng bằng cách sử dụng các chuỗi thời gian khác có liên quan đến nó, hoặc bằng cách sử dụng các yếu tố môi trường ảnh hưởng đến hiện tượng đó</a:t>
            </a:r>
            <a:r>
              <a:rPr lang="en-US" sz="28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a:t>
            </a:r>
            <a:r>
              <a:rPr lang="vi-VN" sz="2800">
                <a:latin typeface="Times New Roman" panose="02020603050405020304" pitchFamily="18" charset="0"/>
                <a:cs typeface="Times New Roman" panose="02020603050405020304" pitchFamily="18" charset="0"/>
              </a:rPr>
              <a:t>í dụ</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 người ta có thể nghiên cứu xem mực nước biển bị ảnh hưởng như thế nào bởi nhiệt độ, hoặc doanh số bán hàng bị ảnh hưởng như thế nào bởi quảng cáo.</a:t>
            </a:r>
            <a:endParaRPr lang="en-US" sz="2800">
              <a:latin typeface="Times New Roman" panose="02020603050405020304" pitchFamily="18" charset="0"/>
              <a:cs typeface="Times New Roman" panose="02020603050405020304" pitchFamily="18" charset="0"/>
            </a:endParaRP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280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59BF7-41C2-0B81-4C01-DD2F6D568F7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3760381-A9E3-1C7A-4D7F-5F8EE941EAE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Mục tiêu của phân tích chuỗi thời gian</a:t>
            </a:r>
            <a:endParaRPr lang="en-US" altLang="en-US" sz="32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1B690F7-430B-2D82-77B0-FF4F117E9A7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Dự đoán</a:t>
            </a:r>
          </a:p>
          <a:p>
            <a:pPr marL="857250" lvl="1" indent="-4572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Dự báo được coi là một trong những mục tiêu quan trọng nhất của phân tích chuỗi thời gian. Bởi vì người ta thường muốn biết hoặc dự đoán các giá trị tương lai của một chuỗi thời gian.</a:t>
            </a: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Phân tích chuỗi thời gian thường bắt đầu bằng việc xác định một mô hình phù hợp giải thích mô hình diễn biến của chuỗi, và sau đó sử dụng mô hình đó để ngoại suy mô hình này vào tương lai.</a:t>
            </a:r>
          </a:p>
          <a:p>
            <a:pPr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Giả định chính ở đây là mô hình này sẽ tiếp tục trong tương lai gần. </a:t>
            </a:r>
            <a:r>
              <a:rPr lang="en-US" sz="2400">
                <a:latin typeface="Times New Roman" panose="02020603050405020304" pitchFamily="18" charset="0"/>
                <a:cs typeface="Times New Roman" panose="02020603050405020304" pitchFamily="18" charset="0"/>
              </a:rPr>
              <a:t>L</a:t>
            </a:r>
            <a:r>
              <a:rPr lang="vi-VN" sz="2400">
                <a:latin typeface="Times New Roman" panose="02020603050405020304" pitchFamily="18" charset="0"/>
                <a:cs typeface="Times New Roman" panose="02020603050405020304" pitchFamily="18" charset="0"/>
              </a:rPr>
              <a:t>ưu ý rằng bất kỳ phương pháp dự báo nào cũng sẽ không cho kết quả dự báo tốt nếu mô hình không tiếp tục trong tương lai, vì vậy luôn luôn nên giới hạn việc dự báo trong tương lai gần và cập nhật các dự báo khi có dữ liệu quan sát mới.</a:t>
            </a:r>
            <a:endParaRPr lang="en-US" sz="2400">
              <a:latin typeface="Times New Roman" panose="02020603050405020304" pitchFamily="18" charset="0"/>
              <a:cs typeface="Times New Roman" panose="02020603050405020304" pitchFamily="18" charset="0"/>
            </a:endParaRP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5668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00F10-C741-DFFD-D19C-15E8FA682D9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817412B-FE9F-3AF5-A48F-5727189E723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Mục tiêu của phân tích chuỗi thời gian</a:t>
            </a:r>
            <a:endParaRPr lang="en-US" altLang="en-US" sz="32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385914B-6AF4-6384-0673-78A707632A7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Kiểm soát</a:t>
            </a:r>
          </a:p>
          <a:p>
            <a:pPr lvl="1">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Chuỗi thời gian đôi khi được thu thập hoặc phân tích nhằm mục đích cải thiện khả năng kiểm soát một hệ thống vật lý hoặc kinh tế nào đó. </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Ví dụ, khi một chuỗi thời gian được tạo ra để đo lường "chất lượng" của một quy trình sản xuất, mục tiêu của việc phân tích có thể là để giữ cho quy trình hoạt động ở mức "cao".</a:t>
            </a:r>
          </a:p>
          <a:p>
            <a:pPr lvl="1">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Các vấn đề kiểm soát có liên quan chặt chẽ đến dự đoán trong nhiều trường hợp. </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Ví dụ, người ta có thể thu thập được chuỗi dữ liệu theo thời gian thể hiện chất lượng sản phẩm trong quá trình sản xuất, v</a:t>
            </a:r>
            <a:r>
              <a:rPr lang="en-US" sz="2400">
                <a:latin typeface="Times New Roman" panose="02020603050405020304" pitchFamily="18" charset="0"/>
                <a:cs typeface="Times New Roman" panose="02020603050405020304" pitchFamily="18" charset="0"/>
              </a:rPr>
              <a:t>ới</a:t>
            </a:r>
            <a:r>
              <a:rPr lang="vi-VN" sz="2400">
                <a:latin typeface="Times New Roman" panose="02020603050405020304" pitchFamily="18" charset="0"/>
                <a:cs typeface="Times New Roman" panose="02020603050405020304" pitchFamily="18" charset="0"/>
              </a:rPr>
              <a:t> mục tiêu có thể là kiểm soát chất lượng sản phẩm sao cho nó không </a:t>
            </a:r>
            <a:r>
              <a:rPr lang="en-US" sz="2400">
                <a:latin typeface="Times New Roman" panose="02020603050405020304" pitchFamily="18" charset="0"/>
                <a:cs typeface="Times New Roman" panose="02020603050405020304" pitchFamily="18" charset="0"/>
              </a:rPr>
              <a:t>lệch</a:t>
            </a:r>
            <a:r>
              <a:rPr lang="vi-VN" sz="2400">
                <a:latin typeface="Times New Roman" panose="02020603050405020304" pitchFamily="18" charset="0"/>
                <a:cs typeface="Times New Roman" panose="02020603050405020304" pitchFamily="18" charset="0"/>
              </a:rPr>
              <a:t> quá mức quy định.</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649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D6CB-83B3-C3D0-8393-F9DC1B33F92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90B5A79-B3D0-6833-3306-0EA09AE506E2}"/>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92B5DEF-56C2-5E78-E7E1-7A93A7741B1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Dự báo (Forecasting)</a:t>
            </a:r>
          </a:p>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Phát hiện bất thường (Anomaly Detection)</a:t>
            </a:r>
          </a:p>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loại chuỗi (Time Series Classification)</a:t>
            </a:r>
          </a:p>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cụm chuỗi (Time Series Clustering)</a:t>
            </a:r>
          </a:p>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Tái tạo &amp; mô phỏng (Reconstruction &amp; Simulation)</a:t>
            </a:r>
            <a:endParaRPr lang="en-US" sz="2800">
              <a:latin typeface="Times New Roman" panose="02020603050405020304" pitchFamily="18" charset="0"/>
              <a:cs typeface="Times New Roman" panose="02020603050405020304" pitchFamily="18" charset="0"/>
            </a:endParaRP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3473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F2241-59E2-BFD6-F2A8-FF1F0628878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F2875EB-1602-1180-AC05-FB2E504D4D3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9DE8A53-DD7B-8C58-72E6-4752EBE42EA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Dự báo (Forecasting)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tả: dự đoán giá trị tương lai dựa trên dữ liệu quá khứ</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Dự báo lưu lượng truy cập web</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Dự đoán nhu cầu điện năng</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Dự đoán giá cổ phiếu</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Phương pháp:</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ARIMA, Exponential Smoothing</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RNN, LSTM, Transformer</a:t>
            </a: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554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4CE77-050E-6566-84ED-8E830BACD63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E7C76D8-9459-B58B-534E-6B9F7F0AE782}"/>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26902BD-4286-A577-1CE3-F5299A630A3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Phát hiện bất thường (Anomaly Detection)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tả: tìm ra các điểm (hoặc khoảng) bất thường trong chuỗi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Phát hiện xâm nhập mạng</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Bất thường trong cảm biến IoT</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Phát hiện gian lận giao dịch</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Phương pháp:</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Statistical thresholds</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Autoencoders, Isolation Forest, GANs</a:t>
            </a: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863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85B0B-9702-6166-9BEF-749B398C98E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326A585-E89B-2109-1567-2DF1C477F22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168F932-F731-2147-DFAA-39CF6E4AD3F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loại chuỗi (Time Series Classification)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tả: gán nhãn cho toàn bộ chuỗi hoặc đoạn chuỗi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Phân loại hành động từ dữ liệu cảm biến (đi bộ, chạy, ngồi)</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Phân loại bệnh lý từ ECG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Phương pháp:</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k-NN với DTW (Dynamic Time Warping)</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CNN, RNN, Transformer</a:t>
            </a:r>
          </a:p>
        </p:txBody>
      </p:sp>
    </p:spTree>
    <p:extLst>
      <p:ext uri="{BB962C8B-B14F-4D97-AF65-F5344CB8AC3E}">
        <p14:creationId xmlns:p14="http://schemas.microsoft.com/office/powerpoint/2010/main" val="631080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3BEB-4F52-93E6-95B5-B30469E3082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CB1B74B-9260-ACDC-E69C-6B45282338F3}"/>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3C9E695-EE98-B182-DB6E-5BD9B0D1884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cụm chuỗi (Time Series Clustering)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tả: nhóm các chuỗi có đặc điểm tương tự</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Nhóm khách hàng theo hành vi tiêu dùng theo thời gian</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Nhóm cảm biến có tín hiệu tương đồng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Phương pháp:</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k-means (với DTW hoặc feature embedding)</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Hierarchical clustering</a:t>
            </a:r>
          </a:p>
          <a:p>
            <a:pPr marL="0" lv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2763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FA127-5BC7-4B78-9E4A-D7CFD2A87D3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1BF13E0-2249-339D-10AA-735A565B2FD2}"/>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015E06F5-A429-2820-51C1-20439E4A8E1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Tái tạo &amp; mô phỏng (Reconstruction &amp; Simulation)</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tả: tạo dữ liệu chuỗi thời gian mới từ mô hình</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Sinh dữ liệu giả lập để huấn luyện</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Tái tạo tín hiệu âm thanh hoặc video</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Phương pháp:</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Stochastic models</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GANs, Diffusion Models</a:t>
            </a:r>
          </a:p>
        </p:txBody>
      </p:sp>
    </p:spTree>
    <p:extLst>
      <p:ext uri="{BB962C8B-B14F-4D97-AF65-F5344CB8AC3E}">
        <p14:creationId xmlns:p14="http://schemas.microsoft.com/office/powerpoint/2010/main" val="3214891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4327D-9DC9-3758-8719-902E01F53A6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C8CEB6-3AE6-14A6-3ECD-FE72C1696903}"/>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01A3CA89-8E77-1C94-4D0B-388A2C333E8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Các lĩnh vực ứng dụng</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Y tế: ECG, EEG, cảm biến sức khỏe</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Tài chính: dự báo giá, rủi ro</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CNTT: lưu lượng mạng, log server</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Xe tự lái: dữ liệu cảm biến, radar</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 Công nghiệp: bảo trì dự đoán, giám sát máy móc</a:t>
            </a: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406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CB4CE-7CB1-033F-DF2B-23BE8808A64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0689FB5-EBC9-720B-08A4-D56B7AEF95B4}"/>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Một số bài toán cơ bản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DD5ED5D-9502-E7DE-6B5C-025CCFD6AEC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Công cụ &amp; thư viện phổ biến</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Python:</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statsmodels, scikit-learn, tslearn</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keras/tensorflow, pytorch</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prophet, kats</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R:</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forecast, tseries, fable</a:t>
            </a: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3648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D87F5-FB5B-EAA4-E83A-2DD80E7CC0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3FDF711-212E-771A-61B4-67B8143A2131}"/>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A472108-E2F8-F066-BFC6-FAB4D9F640E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r>
              <a:rPr lang="en-US" sz="3200" b="1" dirty="0" err="1">
                <a:latin typeface="Times New Roman" panose="02020603050405020304" pitchFamily="18" charset="0"/>
                <a:cs typeface="Times New Roman" panose="02020603050405020304" pitchFamily="18" charset="0"/>
              </a:rPr>
              <a:t>Mốc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trọng</a:t>
            </a:r>
            <a:endParaRPr lang="en-US" sz="3200" b="1" dirty="0">
              <a:latin typeface="Times New Roman" panose="02020603050405020304" pitchFamily="18" charset="0"/>
              <a:cs typeface="Times New Roman" panose="02020603050405020304" pitchFamily="18" charset="0"/>
            </a:endParaRPr>
          </a:p>
          <a:p>
            <a:pPr marL="0" indent="0"/>
            <a:endParaRPr lang="en-US" sz="3200" b="1" dirty="0">
              <a:latin typeface="Times New Roman" panose="02020603050405020304" pitchFamily="18" charset="0"/>
              <a:cs typeface="Times New Roman" panose="02020603050405020304" pitchFamily="18" charset="0"/>
            </a:endParaRPr>
          </a:p>
          <a:p>
            <a:pPr marL="0" indent="0"/>
            <a:endParaRPr lang="en-US" sz="3200" b="1" dirty="0">
              <a:latin typeface="Times New Roman" panose="02020603050405020304" pitchFamily="18" charset="0"/>
              <a:cs typeface="Times New Roman" panose="02020603050405020304" pitchFamily="18" charset="0"/>
            </a:endParaRPr>
          </a:p>
          <a:p>
            <a:pPr marL="0" indent="0"/>
            <a:endParaRPr lang="en-US" sz="3200" b="1" dirty="0">
              <a:latin typeface="Times New Roman" panose="02020603050405020304" pitchFamily="18" charset="0"/>
              <a:cs typeface="Times New Roman" panose="02020603050405020304" pitchFamily="18" charset="0"/>
            </a:endParaRPr>
          </a:p>
          <a:p>
            <a:pPr marL="0" indent="0"/>
            <a:endParaRPr lang="en-US" sz="3200" b="1" dirty="0">
              <a:latin typeface="Times New Roman" panose="02020603050405020304" pitchFamily="18" charset="0"/>
              <a:cs typeface="Times New Roman" panose="02020603050405020304" pitchFamily="18" charset="0"/>
            </a:endParaRPr>
          </a:p>
          <a:p>
            <a:pPr marL="0" indent="0"/>
            <a:endParaRPr lang="en-US" sz="3200" b="1" dirty="0">
              <a:latin typeface="Times New Roman" panose="02020603050405020304" pitchFamily="18" charset="0"/>
              <a:cs typeface="Times New Roman" panose="02020603050405020304" pitchFamily="18" charset="0"/>
            </a:endParaRPr>
          </a:p>
          <a:p>
            <a:pPr marL="0" indent="0"/>
            <a:endParaRPr lang="en-US" sz="3200" b="1"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endParaRPr lang="en-US" sz="24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AI </a:t>
            </a:r>
            <a:r>
              <a:rPr lang="en-US" sz="2400" dirty="0" err="1">
                <a:latin typeface="Times New Roman" panose="02020603050405020304" pitchFamily="18" charset="0"/>
                <a:cs typeface="Times New Roman" panose="02020603050405020304" pitchFamily="18" charset="0"/>
              </a:rPr>
              <a:t>phức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tạp</a:t>
            </a:r>
            <a:endParaRPr lang="en-US" sz="2400"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Vẫn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đang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&amp; AI</a:t>
            </a:r>
          </a:p>
          <a:p>
            <a:pPr marL="0" indent="0"/>
            <a:endParaRPr lang="en-US" sz="3200" dirty="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E1EC9DD-29D1-2808-B287-9FD6E470DD92}"/>
              </a:ext>
            </a:extLst>
          </p:cNvPr>
          <p:cNvGraphicFramePr>
            <a:graphicFrameLocks noGrp="1"/>
          </p:cNvGraphicFramePr>
          <p:nvPr>
            <p:extLst>
              <p:ext uri="{D42A27DB-BD31-4B8C-83A1-F6EECF244321}">
                <p14:modId xmlns:p14="http://schemas.microsoft.com/office/powerpoint/2010/main" val="3238359614"/>
              </p:ext>
            </p:extLst>
          </p:nvPr>
        </p:nvGraphicFramePr>
        <p:xfrm>
          <a:off x="219075" y="1828800"/>
          <a:ext cx="8686799" cy="2822448"/>
        </p:xfrm>
        <a:graphic>
          <a:graphicData uri="http://schemas.openxmlformats.org/drawingml/2006/table">
            <a:tbl>
              <a:tblPr firstRow="1" firstCol="1" bandRow="1">
                <a:tableStyleId>{5C22544A-7EE6-4342-B048-85BDC9FD1C3A}</a:tableStyleId>
              </a:tblPr>
              <a:tblGrid>
                <a:gridCol w="2916582">
                  <a:extLst>
                    <a:ext uri="{9D8B030D-6E8A-4147-A177-3AD203B41FA5}">
                      <a16:colId xmlns:a16="http://schemas.microsoft.com/office/drawing/2014/main" val="1540234316"/>
                    </a:ext>
                  </a:extLst>
                </a:gridCol>
                <a:gridCol w="5770217">
                  <a:extLst>
                    <a:ext uri="{9D8B030D-6E8A-4147-A177-3AD203B41FA5}">
                      <a16:colId xmlns:a16="http://schemas.microsoft.com/office/drawing/2014/main" val="2844600333"/>
                    </a:ext>
                  </a:extLst>
                </a:gridCol>
              </a:tblGrid>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Năm</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Đóng góp</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7342839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1927</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Mô hình AR – G.U. Yule</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54114815"/>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1976</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ARIMA – Box-Jenkins</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86904729"/>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1982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ARCH – Engle (Nobel 2003)</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57218994"/>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1997</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LSTM – Hochreiter &amp; Schmidhuber</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03977094"/>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2017</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Transformer – Vaswani et al.</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16530899"/>
                  </a:ext>
                </a:extLst>
              </a:tr>
            </a:tbl>
          </a:graphicData>
        </a:graphic>
      </p:graphicFrame>
    </p:spTree>
    <p:extLst>
      <p:ext uri="{BB962C8B-B14F-4D97-AF65-F5344CB8AC3E}">
        <p14:creationId xmlns:p14="http://schemas.microsoft.com/office/powerpoint/2010/main" val="4062376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D8794-B1B4-5E80-3FC9-0BF5EE85887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3BA8E8D-A39B-76FD-BB6A-5BD5623595B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F7BCA18-F14C-EA5B-539C-E91DB96958C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vi-VN" sz="2400" b="1">
                <a:latin typeface="Times New Roman" panose="02020603050405020304" pitchFamily="18" charset="0"/>
                <a:cs typeface="Times New Roman" panose="02020603050405020304" pitchFamily="18" charset="0"/>
              </a:rPr>
              <a:t>Giai đoạn khởi nguồn (Thế kỷ 18–19)</a:t>
            </a:r>
          </a:p>
          <a:p>
            <a:pPr lvl="1">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Nguồn gốc</a:t>
            </a:r>
            <a:r>
              <a:rPr lang="vi-VN" sz="2400">
                <a:latin typeface="Times New Roman" panose="02020603050405020304" pitchFamily="18" charset="0"/>
                <a:cs typeface="Times New Roman" panose="02020603050405020304" pitchFamily="18" charset="0"/>
              </a:rPr>
              <a:t>: xuất phát từ nhu cầu </a:t>
            </a:r>
            <a:r>
              <a:rPr lang="vi-VN" sz="2400" b="1">
                <a:latin typeface="Times New Roman" panose="02020603050405020304" pitchFamily="18" charset="0"/>
                <a:cs typeface="Times New Roman" panose="02020603050405020304" pitchFamily="18" charset="0"/>
              </a:rPr>
              <a:t>phân tích dữ liệu quan sát theo thời gian</a:t>
            </a:r>
            <a:r>
              <a:rPr lang="vi-VN" sz="2400">
                <a:latin typeface="Times New Roman" panose="02020603050405020304" pitchFamily="18" charset="0"/>
                <a:cs typeface="Times New Roman" panose="02020603050405020304" pitchFamily="18" charset="0"/>
              </a:rPr>
              <a:t> trong thiên văn học, khí tượng học và kinh tế học.</a:t>
            </a:r>
          </a:p>
          <a:p>
            <a:pPr lvl="1">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Các nhân vật tiên phong</a:t>
            </a:r>
            <a:r>
              <a:rPr lang="vi-VN"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Sir William Herschel (1738–1822)</a:t>
            </a:r>
            <a:r>
              <a:rPr lang="vi-VN" sz="2400">
                <a:latin typeface="Times New Roman" panose="02020603050405020304" pitchFamily="18" charset="0"/>
                <a:cs typeface="Times New Roman" panose="02020603050405020304" pitchFamily="18" charset="0"/>
              </a:rPr>
              <a:t>: phân tích chu kỳ mặt trời.</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Karl Friedrich Gauss (1777–1855)</a:t>
            </a:r>
            <a:r>
              <a:rPr lang="vi-VN" sz="2400">
                <a:latin typeface="Times New Roman" panose="02020603050405020304" pitchFamily="18" charset="0"/>
                <a:cs typeface="Times New Roman" panose="02020603050405020304" pitchFamily="18" charset="0"/>
              </a:rPr>
              <a:t> và </a:t>
            </a:r>
            <a:r>
              <a:rPr lang="vi-VN" sz="2400" b="1">
                <a:latin typeface="Times New Roman" panose="02020603050405020304" pitchFamily="18" charset="0"/>
                <a:cs typeface="Times New Roman" panose="02020603050405020304" pitchFamily="18" charset="0"/>
              </a:rPr>
              <a:t>Adrien-Marie Legendre (1752–1833)</a:t>
            </a:r>
            <a:r>
              <a:rPr lang="vi-VN" sz="2400">
                <a:latin typeface="Times New Roman" panose="02020603050405020304" pitchFamily="18" charset="0"/>
                <a:cs typeface="Times New Roman" panose="02020603050405020304" pitchFamily="18" charset="0"/>
              </a:rPr>
              <a:t>: phát minh </a:t>
            </a:r>
            <a:r>
              <a:rPr lang="vi-VN" sz="2400" b="1">
                <a:latin typeface="Times New Roman" panose="02020603050405020304" pitchFamily="18" charset="0"/>
                <a:cs typeface="Times New Roman" panose="02020603050405020304" pitchFamily="18" charset="0"/>
              </a:rPr>
              <a:t>phương pháp bình phương nhỏ nhất (least squares)</a:t>
            </a:r>
            <a:r>
              <a:rPr lang="vi-VN" sz="2400">
                <a:latin typeface="Times New Roman" panose="02020603050405020304" pitchFamily="18" charset="0"/>
                <a:cs typeface="Times New Roman" panose="02020603050405020304" pitchFamily="18" charset="0"/>
              </a:rPr>
              <a:t>, nền tảng cho ước lượng trong hồi quy và chuỗi thời gian.</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Francis Galton &amp; Karl Pearson (cuối thế kỷ 19)</a:t>
            </a:r>
            <a:r>
              <a:rPr lang="vi-VN" sz="2400">
                <a:latin typeface="Times New Roman" panose="02020603050405020304" pitchFamily="18" charset="0"/>
                <a:cs typeface="Times New Roman" panose="02020603050405020304" pitchFamily="18" charset="0"/>
              </a:rPr>
              <a:t>: phát triển khái niệm </a:t>
            </a:r>
            <a:r>
              <a:rPr lang="vi-VN" sz="2400" b="1">
                <a:latin typeface="Times New Roman" panose="02020603050405020304" pitchFamily="18" charset="0"/>
                <a:cs typeface="Times New Roman" panose="02020603050405020304" pitchFamily="18" charset="0"/>
              </a:rPr>
              <a:t>tương quan</a:t>
            </a:r>
            <a:r>
              <a:rPr lang="vi-VN" sz="2400">
                <a:latin typeface="Times New Roman" panose="02020603050405020304" pitchFamily="18" charset="0"/>
                <a:cs typeface="Times New Roman" panose="02020603050405020304" pitchFamily="18" charset="0"/>
              </a:rPr>
              <a:t> (correlation), là tiền đề cho tự tương quan (autocorrelation) trong time series.</a:t>
            </a:r>
          </a:p>
          <a:p>
            <a:pPr marL="0" indent="0"/>
            <a:endParaRPr lang="en-US" sz="280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1261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1B29F-D5DD-3AF3-D5A5-0D28489F3B9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11A438D-DB24-4CBE-5B31-AC1E85CCAE9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CEC044E-579E-690E-1A2C-CAE66B41E4D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vi-VN" sz="2400" b="1">
                <a:latin typeface="Times New Roman" panose="02020603050405020304" pitchFamily="18" charset="0"/>
                <a:cs typeface="Times New Roman" panose="02020603050405020304" pitchFamily="18" charset="0"/>
              </a:rPr>
              <a:t>Giai đoạn hình thức hóa (Đầu thế kỷ 20)</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1900 – 1930</a:t>
            </a:r>
            <a:r>
              <a:rPr lang="vi-VN"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Yule (1927)</a:t>
            </a:r>
            <a:r>
              <a:rPr lang="vi-VN" sz="2400">
                <a:latin typeface="Times New Roman" panose="02020603050405020304" pitchFamily="18" charset="0"/>
                <a:cs typeface="Times New Roman" panose="02020603050405020304" pitchFamily="18" charset="0"/>
              </a:rPr>
              <a:t> giới thiệu mô hình </a:t>
            </a:r>
            <a:r>
              <a:rPr lang="vi-VN" sz="2400" b="1">
                <a:latin typeface="Times New Roman" panose="02020603050405020304" pitchFamily="18" charset="0"/>
                <a:cs typeface="Times New Roman" panose="02020603050405020304" pitchFamily="18" charset="0"/>
              </a:rPr>
              <a:t>autoregressive (AR)</a:t>
            </a:r>
            <a:r>
              <a:rPr lang="vi-VN" sz="2400">
                <a:latin typeface="Times New Roman" panose="02020603050405020304" pitchFamily="18" charset="0"/>
                <a:cs typeface="Times New Roman" panose="02020603050405020304" pitchFamily="18" charset="0"/>
              </a:rPr>
              <a:t> để giải thích dao động trong số liệu khí tượng.</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Slutsky (1937)</a:t>
            </a:r>
            <a:r>
              <a:rPr lang="vi-VN" sz="2400">
                <a:latin typeface="Times New Roman" panose="02020603050405020304" pitchFamily="18" charset="0"/>
                <a:cs typeface="Times New Roman" panose="02020603050405020304" pitchFamily="18" charset="0"/>
              </a:rPr>
              <a:t> phân tích </a:t>
            </a:r>
            <a:r>
              <a:rPr lang="vi-VN" sz="2400" b="1">
                <a:latin typeface="Times New Roman" panose="02020603050405020304" pitchFamily="18" charset="0"/>
                <a:cs typeface="Times New Roman" panose="02020603050405020304" pitchFamily="18" charset="0"/>
              </a:rPr>
              <a:t>mô hình trung bình trượt (MA)</a:t>
            </a:r>
            <a:r>
              <a:rPr lang="vi-VN" sz="2400">
                <a:latin typeface="Times New Roman" panose="02020603050405020304" pitchFamily="18" charset="0"/>
                <a:cs typeface="Times New Roman" panose="02020603050405020304" pitchFamily="18" charset="0"/>
              </a:rPr>
              <a:t> để mô phỏng chu kỳ kinh tế.</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Hai dòng này sau đó được hợp nhất thành </a:t>
            </a:r>
            <a:r>
              <a:rPr lang="vi-VN" sz="2400" b="1">
                <a:latin typeface="Times New Roman" panose="02020603050405020304" pitchFamily="18" charset="0"/>
                <a:cs typeface="Times New Roman" panose="02020603050405020304" pitchFamily="18" charset="0"/>
              </a:rPr>
              <a:t>mô hình ARMA</a:t>
            </a:r>
            <a:r>
              <a:rPr lang="vi-VN"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1930s–1940s</a:t>
            </a:r>
            <a:r>
              <a:rPr lang="vi-VN"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Wold (1938)</a:t>
            </a:r>
            <a:r>
              <a:rPr lang="vi-VN" sz="2400">
                <a:latin typeface="Times New Roman" panose="02020603050405020304" pitchFamily="18" charset="0"/>
                <a:cs typeface="Times New Roman" panose="02020603050405020304" pitchFamily="18" charset="0"/>
              </a:rPr>
              <a:t> phát biểu </a:t>
            </a:r>
            <a:r>
              <a:rPr lang="vi-VN" sz="2400" b="1">
                <a:latin typeface="Times New Roman" panose="02020603050405020304" pitchFamily="18" charset="0"/>
                <a:cs typeface="Times New Roman" panose="02020603050405020304" pitchFamily="18" charset="0"/>
              </a:rPr>
              <a:t>Định lý phân rã Wold</a:t>
            </a:r>
            <a:r>
              <a:rPr lang="vi-VN" sz="2400">
                <a:latin typeface="Times New Roman" panose="02020603050405020304" pitchFamily="18" charset="0"/>
                <a:cs typeface="Times New Roman" panose="02020603050405020304" pitchFamily="18" charset="0"/>
              </a:rPr>
              <a:t>, cho rằng mọi quá trình dừng tuyến tính có thể biểu diễn bằng mô hình MA vô hạn.</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Đây là cột mốc nền tảng cho toàn bộ lý thuyết chuỗi thời gian hiện đại.</a:t>
            </a: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598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99B9F-6EA9-335F-5D43-F4ECF167FEB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D76EA5F-E44B-8C71-F2BB-CDD8DCA32C8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5ABD598-CD94-F980-C834-0250C5E88B1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vi-VN" sz="2400" b="1">
                <a:latin typeface="Times New Roman" panose="02020603050405020304" pitchFamily="18" charset="0"/>
                <a:cs typeface="Times New Roman" panose="02020603050405020304" pitchFamily="18" charset="0"/>
              </a:rPr>
              <a:t>Giai đoạn hiện đại cổ điển (1950–1980)</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Box và Jenkins (1970)</a:t>
            </a:r>
            <a:r>
              <a:rPr lang="vi-VN" sz="2400">
                <a:latin typeface="Times New Roman" panose="02020603050405020304" pitchFamily="18" charset="0"/>
                <a:cs typeface="Times New Roman" panose="02020603050405020304" pitchFamily="18" charset="0"/>
              </a:rPr>
              <a:t> xuất bản cuốn </a:t>
            </a:r>
            <a:r>
              <a:rPr lang="vi-VN" sz="2400" i="1">
                <a:latin typeface="Times New Roman" panose="02020603050405020304" pitchFamily="18" charset="0"/>
                <a:cs typeface="Times New Roman" panose="02020603050405020304" pitchFamily="18" charset="0"/>
              </a:rPr>
              <a:t>Time Series Analysis: Forecasting and Control</a:t>
            </a:r>
            <a:r>
              <a:rPr lang="vi-VN" sz="2400">
                <a:latin typeface="Times New Roman" panose="02020603050405020304" pitchFamily="18" charset="0"/>
                <a:cs typeface="Times New Roman" panose="02020603050405020304" pitchFamily="18" charset="0"/>
              </a:rPr>
              <a:t>, hệ thống hóa các mô hình:</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AR</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MA</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ARMA</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ARIMA</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SARIMA</a:t>
            </a:r>
            <a:endParaRPr lang="vi-VN"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Giới thiệu quy trình nổi tiếng </a:t>
            </a:r>
            <a:r>
              <a:rPr lang="vi-VN" sz="2400" b="1">
                <a:latin typeface="Times New Roman" panose="02020603050405020304" pitchFamily="18" charset="0"/>
                <a:cs typeface="Times New Roman" panose="02020603050405020304" pitchFamily="18" charset="0"/>
              </a:rPr>
              <a:t>Box–Jenkins methodology</a:t>
            </a:r>
            <a:r>
              <a:rPr lang="vi-VN"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Nhận dạng mô hình → Ước lượng tham số → Kiểm định chẩn đoán → Dự báo.</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Đây là “kinh thánh” của phân tích chuỗi thời gian cổ điển.</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Kalman (1960)</a:t>
            </a:r>
            <a:r>
              <a:rPr lang="vi-VN" sz="2400">
                <a:latin typeface="Times New Roman" panose="02020603050405020304" pitchFamily="18" charset="0"/>
                <a:cs typeface="Times New Roman" panose="02020603050405020304" pitchFamily="18" charset="0"/>
              </a:rPr>
              <a:t> phát triển </a:t>
            </a:r>
            <a:r>
              <a:rPr lang="vi-VN" sz="2400" b="1">
                <a:latin typeface="Times New Roman" panose="02020603050405020304" pitchFamily="18" charset="0"/>
                <a:cs typeface="Times New Roman" panose="02020603050405020304" pitchFamily="18" charset="0"/>
              </a:rPr>
              <a:t>Bộ lọc Kalman (Kalman Filter)</a:t>
            </a:r>
            <a:r>
              <a:rPr lang="vi-VN" sz="2400">
                <a:latin typeface="Times New Roman" panose="02020603050405020304" pitchFamily="18" charset="0"/>
                <a:cs typeface="Times New Roman" panose="02020603050405020304" pitchFamily="18" charset="0"/>
              </a:rPr>
              <a:t>, mở ra hướng </a:t>
            </a:r>
            <a:r>
              <a:rPr lang="vi-VN" sz="2400" b="1">
                <a:latin typeface="Times New Roman" panose="02020603050405020304" pitchFamily="18" charset="0"/>
                <a:cs typeface="Times New Roman" panose="02020603050405020304" pitchFamily="18" charset="0"/>
              </a:rPr>
              <a:t>state-space model</a:t>
            </a:r>
            <a:r>
              <a:rPr lang="vi-VN" sz="2400">
                <a:latin typeface="Times New Roman" panose="02020603050405020304" pitchFamily="18" charset="0"/>
                <a:cs typeface="Times New Roman" panose="02020603050405020304" pitchFamily="18" charset="0"/>
              </a:rPr>
              <a:t>, được ứng dụng rộng trong điều khiển, radar, và dự báo động học.</a:t>
            </a: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7992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1C3F3-24FF-B641-F00D-4EB1E47455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F8B0683-11AF-D3DA-CA3F-C8919E18D81B}"/>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11C1DAB-283F-FEC2-1487-E686A366D4E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vi-VN" sz="2400" b="1">
                <a:latin typeface="Times New Roman" panose="02020603050405020304" pitchFamily="18" charset="0"/>
                <a:cs typeface="Times New Roman" panose="02020603050405020304" pitchFamily="18" charset="0"/>
              </a:rPr>
              <a:t>Giai đoạn hiện đại – mở rộng sang kinh tế &amp; dữ liệu lớn (1980–2000)</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VAR (Vector Autoregression)</a:t>
            </a:r>
            <a:r>
              <a:rPr lang="vi-VN" sz="2400">
                <a:latin typeface="Times New Roman" panose="02020603050405020304" pitchFamily="18" charset="0"/>
                <a:cs typeface="Times New Roman" panose="02020603050405020304" pitchFamily="18" charset="0"/>
              </a:rPr>
              <a:t> của </a:t>
            </a:r>
            <a:r>
              <a:rPr lang="vi-VN" sz="2400" b="1">
                <a:latin typeface="Times New Roman" panose="02020603050405020304" pitchFamily="18" charset="0"/>
                <a:cs typeface="Times New Roman" panose="02020603050405020304" pitchFamily="18" charset="0"/>
              </a:rPr>
              <a:t>Christopher Sims (1980)</a:t>
            </a:r>
            <a:r>
              <a:rPr lang="vi-VN" sz="2400">
                <a:latin typeface="Times New Roman" panose="02020603050405020304" pitchFamily="18" charset="0"/>
                <a:cs typeface="Times New Roman" panose="02020603050405020304" pitchFamily="18" charset="0"/>
              </a:rPr>
              <a:t> cho phép mô hình hóa </a:t>
            </a:r>
            <a:r>
              <a:rPr lang="vi-VN" sz="2400" b="1">
                <a:latin typeface="Times New Roman" panose="02020603050405020304" pitchFamily="18" charset="0"/>
                <a:cs typeface="Times New Roman" panose="02020603050405020304" pitchFamily="18" charset="0"/>
              </a:rPr>
              <a:t>nhiều biến thời gian tương tác</a:t>
            </a:r>
            <a:r>
              <a:rPr lang="vi-VN"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Engle (1982)</a:t>
            </a:r>
            <a:r>
              <a:rPr lang="vi-VN" sz="2400">
                <a:latin typeface="Times New Roman" panose="02020603050405020304" pitchFamily="18" charset="0"/>
                <a:cs typeface="Times New Roman" panose="02020603050405020304" pitchFamily="18" charset="0"/>
              </a:rPr>
              <a:t> phát triển </a:t>
            </a:r>
            <a:r>
              <a:rPr lang="vi-VN" sz="2400" b="1">
                <a:latin typeface="Times New Roman" panose="02020603050405020304" pitchFamily="18" charset="0"/>
                <a:cs typeface="Times New Roman" panose="02020603050405020304" pitchFamily="18" charset="0"/>
              </a:rPr>
              <a:t>ARCH (Autoregressive Conditional Heteroskedasticity)</a:t>
            </a:r>
            <a:r>
              <a:rPr lang="vi-VN" sz="2400">
                <a:latin typeface="Times New Roman" panose="02020603050405020304" pitchFamily="18" charset="0"/>
                <a:cs typeface="Times New Roman" panose="02020603050405020304" pitchFamily="18" charset="0"/>
              </a:rPr>
              <a:t> để mô hình biến động phương sai — dùng trong tài chính.</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Bollerslev (1986)</a:t>
            </a:r>
            <a:r>
              <a:rPr lang="vi-VN" sz="2400">
                <a:latin typeface="Times New Roman" panose="02020603050405020304" pitchFamily="18" charset="0"/>
                <a:cs typeface="Times New Roman" panose="02020603050405020304" pitchFamily="18" charset="0"/>
              </a:rPr>
              <a:t> mở rộng thành </a:t>
            </a:r>
            <a:r>
              <a:rPr lang="vi-VN" sz="2400" b="1">
                <a:latin typeface="Times New Roman" panose="02020603050405020304" pitchFamily="18" charset="0"/>
                <a:cs typeface="Times New Roman" panose="02020603050405020304" pitchFamily="18" charset="0"/>
              </a:rPr>
              <a:t>GARCH</a:t>
            </a:r>
            <a:r>
              <a:rPr lang="vi-VN"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Johansen (1988)</a:t>
            </a:r>
            <a:r>
              <a:rPr lang="vi-VN" sz="2400">
                <a:latin typeface="Times New Roman" panose="02020603050405020304" pitchFamily="18" charset="0"/>
                <a:cs typeface="Times New Roman" panose="02020603050405020304" pitchFamily="18" charset="0"/>
              </a:rPr>
              <a:t> đưa ra lý thuyết </a:t>
            </a:r>
            <a:r>
              <a:rPr lang="vi-VN" sz="2400" b="1">
                <a:latin typeface="Times New Roman" panose="02020603050405020304" pitchFamily="18" charset="0"/>
                <a:cs typeface="Times New Roman" panose="02020603050405020304" pitchFamily="18" charset="0"/>
              </a:rPr>
              <a:t>đồng liên kết (cointegration)</a:t>
            </a:r>
            <a:r>
              <a:rPr lang="vi-VN" sz="2400">
                <a:latin typeface="Times New Roman" panose="02020603050405020304" pitchFamily="18" charset="0"/>
                <a:cs typeface="Times New Roman" panose="02020603050405020304" pitchFamily="18" charset="0"/>
              </a:rPr>
              <a:t> — mô tả mối quan hệ dài hạn giữa các chuỗi không dừng.</a:t>
            </a: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617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8FE2-4350-0E77-54AE-FE8B1D15D7D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F3323FF-9606-5248-F5DE-549A8C097D3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EC74B60-AB07-04C6-215B-F15245EEC77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vi-VN" sz="2400" b="1">
                <a:latin typeface="Times New Roman" panose="02020603050405020304" pitchFamily="18" charset="0"/>
                <a:cs typeface="Times New Roman" panose="02020603050405020304" pitchFamily="18" charset="0"/>
              </a:rPr>
              <a:t>Giai đoạn dữ liệu lớn và học máy (2000–nay)</a:t>
            </a:r>
          </a:p>
          <a:p>
            <a:pPr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Xuất hiện các hướng mới:</a:t>
            </a:r>
          </a:p>
          <a:p>
            <a:pPr marL="120015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Machine learning for time series</a:t>
            </a:r>
            <a:r>
              <a:rPr lang="vi-VN" sz="2400">
                <a:latin typeface="Times New Roman" panose="02020603050405020304" pitchFamily="18" charset="0"/>
                <a:cs typeface="Times New Roman" panose="02020603050405020304" pitchFamily="18" charset="0"/>
              </a:rPr>
              <a:t>: Random Forest, XGBoost, RNN, LSTM, Transformer.</a:t>
            </a:r>
          </a:p>
          <a:p>
            <a:pPr marL="120015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Probabilistic forecasting</a:t>
            </a:r>
            <a:r>
              <a:rPr lang="vi-VN" sz="2400">
                <a:latin typeface="Times New Roman" panose="02020603050405020304" pitchFamily="18" charset="0"/>
                <a:cs typeface="Times New Roman" panose="02020603050405020304" pitchFamily="18" charset="0"/>
              </a:rPr>
              <a:t> (dự báo xác suất): Gaussian process, Bayesian methods.</a:t>
            </a:r>
          </a:p>
          <a:p>
            <a:pPr marL="120015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Hybrid models</a:t>
            </a:r>
            <a:r>
              <a:rPr lang="vi-VN" sz="2400">
                <a:latin typeface="Times New Roman" panose="02020603050405020304" pitchFamily="18" charset="0"/>
                <a:cs typeface="Times New Roman" panose="02020603050405020304" pitchFamily="18" charset="0"/>
              </a:rPr>
              <a:t>: kết hợp ARIMA + LSTM, hoặc Kalman Filter + Deep Learning.</a:t>
            </a:r>
          </a:p>
          <a:p>
            <a:pPr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Các công cụ hiện đại</a:t>
            </a:r>
            <a:r>
              <a:rPr lang="vi-VN" sz="2400">
                <a:latin typeface="Times New Roman" panose="02020603050405020304" pitchFamily="18" charset="0"/>
                <a:cs typeface="Times New Roman" panose="02020603050405020304" pitchFamily="18" charset="0"/>
              </a:rPr>
              <a:t>:</a:t>
            </a: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Facebook </a:t>
            </a:r>
            <a:r>
              <a:rPr lang="vi-VN" sz="2400" b="1">
                <a:latin typeface="Times New Roman" panose="02020603050405020304" pitchFamily="18" charset="0"/>
                <a:cs typeface="Times New Roman" panose="02020603050405020304" pitchFamily="18" charset="0"/>
              </a:rPr>
              <a:t>Prophet</a:t>
            </a:r>
            <a:r>
              <a:rPr lang="vi-VN" sz="2400">
                <a:latin typeface="Times New Roman" panose="02020603050405020304" pitchFamily="18" charset="0"/>
                <a:cs typeface="Times New Roman" panose="02020603050405020304" pitchFamily="18" charset="0"/>
              </a:rPr>
              <a:t>, Amazon </a:t>
            </a:r>
            <a:r>
              <a:rPr lang="vi-VN" sz="2400" b="1">
                <a:latin typeface="Times New Roman" panose="02020603050405020304" pitchFamily="18" charset="0"/>
                <a:cs typeface="Times New Roman" panose="02020603050405020304" pitchFamily="18" charset="0"/>
              </a:rPr>
              <a:t>DeepAR</a:t>
            </a:r>
            <a:r>
              <a:rPr lang="vi-VN" sz="2400">
                <a:latin typeface="Times New Roman" panose="02020603050405020304" pitchFamily="18" charset="0"/>
                <a:cs typeface="Times New Roman" panose="02020603050405020304" pitchFamily="18" charset="0"/>
              </a:rPr>
              <a:t>, và các framework như </a:t>
            </a:r>
            <a:r>
              <a:rPr lang="vi-VN" sz="2400" b="1">
                <a:latin typeface="Times New Roman" panose="02020603050405020304" pitchFamily="18" charset="0"/>
                <a:cs typeface="Times New Roman" panose="02020603050405020304" pitchFamily="18" charset="0"/>
              </a:rPr>
              <a:t>PyTorch Forecasting</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GluonTS</a:t>
            </a:r>
            <a:r>
              <a:rPr lang="vi-VN" sz="2400">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Nixtla TimeGPT</a:t>
            </a:r>
            <a:r>
              <a:rPr lang="vi-VN" sz="2400">
                <a:latin typeface="Times New Roman" panose="02020603050405020304" pitchFamily="18" charset="0"/>
                <a:cs typeface="Times New Roman" panose="02020603050405020304" pitchFamily="18" charset="0"/>
              </a:rPr>
              <a:t>.</a:t>
            </a:r>
          </a:p>
          <a:p>
            <a:pPr marL="91440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387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FB44-18B9-D9D5-0B26-8AFAB2932CC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5175AED-044E-B2EA-A096-E2A49F03A70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Lịch sử phát triển phân tích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A5329DD2-E4B4-6579-1E24-AC64DD14348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vi-VN" sz="2400" b="1">
                <a:latin typeface="Times New Roman" panose="02020603050405020304" pitchFamily="18" charset="0"/>
                <a:cs typeface="Times New Roman" panose="02020603050405020304" pitchFamily="18" charset="0"/>
              </a:rPr>
              <a:t>Giai đoạn dữ liệu lớn và học máy (2000–nay)</a:t>
            </a:r>
          </a:p>
          <a:p>
            <a:pPr marL="457200" lvl="1" indent="0"/>
            <a:endParaRPr lang="en-US" sz="28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87FAAC74-7EBA-17E8-660A-8D9B38F68A58}"/>
              </a:ext>
            </a:extLst>
          </p:cNvPr>
          <p:cNvGraphicFramePr>
            <a:graphicFrameLocks noGrp="1"/>
          </p:cNvGraphicFramePr>
          <p:nvPr>
            <p:extLst>
              <p:ext uri="{D42A27DB-BD31-4B8C-83A1-F6EECF244321}">
                <p14:modId xmlns:p14="http://schemas.microsoft.com/office/powerpoint/2010/main" val="659139691"/>
              </p:ext>
            </p:extLst>
          </p:nvPr>
        </p:nvGraphicFramePr>
        <p:xfrm>
          <a:off x="152400" y="2004060"/>
          <a:ext cx="8534400" cy="3383280"/>
        </p:xfrm>
        <a:graphic>
          <a:graphicData uri="http://schemas.openxmlformats.org/drawingml/2006/table">
            <a:tbl>
              <a:tblPr/>
              <a:tblGrid>
                <a:gridCol w="3383005">
                  <a:extLst>
                    <a:ext uri="{9D8B030D-6E8A-4147-A177-3AD203B41FA5}">
                      <a16:colId xmlns:a16="http://schemas.microsoft.com/office/drawing/2014/main" val="4127145379"/>
                    </a:ext>
                  </a:extLst>
                </a:gridCol>
                <a:gridCol w="5151395">
                  <a:extLst>
                    <a:ext uri="{9D8B030D-6E8A-4147-A177-3AD203B41FA5}">
                      <a16:colId xmlns:a16="http://schemas.microsoft.com/office/drawing/2014/main" val="197812953"/>
                    </a:ext>
                  </a:extLst>
                </a:gridCol>
              </a:tblGrid>
              <a:tr h="0">
                <a:tc>
                  <a:txBody>
                    <a:bodyPr/>
                    <a:lstStyle/>
                    <a:p>
                      <a:pPr>
                        <a:buNone/>
                      </a:pPr>
                      <a:r>
                        <a:rPr lang="en-US" sz="2000">
                          <a:latin typeface="Times New Roman" panose="02020603050405020304" pitchFamily="18" charset="0"/>
                          <a:cs typeface="Times New Roman" panose="02020603050405020304" pitchFamily="18" charset="0"/>
                        </a:rPr>
                        <a:t>Lĩnh vực</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Ứng dụng điển hình</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828026"/>
                  </a:ext>
                </a:extLst>
              </a:tr>
              <a:tr h="0">
                <a:tc>
                  <a:txBody>
                    <a:bodyPr/>
                    <a:lstStyle/>
                    <a:p>
                      <a:pPr>
                        <a:buNone/>
                      </a:pPr>
                      <a:r>
                        <a:rPr lang="en-US" sz="2000" b="1">
                          <a:latin typeface="Times New Roman" panose="02020603050405020304" pitchFamily="18" charset="0"/>
                          <a:cs typeface="Times New Roman" panose="02020603050405020304" pitchFamily="18" charset="0"/>
                        </a:rPr>
                        <a:t>Kinh tế – tài chính</a:t>
                      </a:r>
                      <a:endParaRPr lang="en-US" sz="200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Dự báo GDP, lãi suất, giá cổ phiếu, lạm phát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2782944"/>
                  </a:ext>
                </a:extLst>
              </a:tr>
              <a:tr h="0">
                <a:tc>
                  <a:txBody>
                    <a:bodyPr/>
                    <a:lstStyle/>
                    <a:p>
                      <a:pPr>
                        <a:buNone/>
                      </a:pPr>
                      <a:r>
                        <a:rPr lang="en-US" sz="2000" b="1">
                          <a:latin typeface="Times New Roman" panose="02020603050405020304" pitchFamily="18" charset="0"/>
                          <a:cs typeface="Times New Roman" panose="02020603050405020304" pitchFamily="18" charset="0"/>
                        </a:rPr>
                        <a:t>Kỹ thuật điều khiển</a:t>
                      </a:r>
                      <a:endParaRPr lang="en-US" sz="200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2000">
                          <a:latin typeface="Times New Roman" panose="02020603050405020304" pitchFamily="18" charset="0"/>
                          <a:cs typeface="Times New Roman" panose="02020603050405020304" pitchFamily="18" charset="0"/>
                        </a:rPr>
                        <a:t>Ước lượng trạng thái, dự báo tín hiệu cảm biến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1124377"/>
                  </a:ext>
                </a:extLst>
              </a:tr>
              <a:tr h="0">
                <a:tc>
                  <a:txBody>
                    <a:bodyPr/>
                    <a:lstStyle/>
                    <a:p>
                      <a:pPr>
                        <a:buNone/>
                      </a:pPr>
                      <a:r>
                        <a:rPr lang="vi-VN" sz="2000" b="1">
                          <a:latin typeface="Times New Roman" panose="02020603050405020304" pitchFamily="18" charset="0"/>
                          <a:cs typeface="Times New Roman" panose="02020603050405020304" pitchFamily="18" charset="0"/>
                        </a:rPr>
                        <a:t>Khí tượng – môi trường</a:t>
                      </a:r>
                      <a:endParaRPr lang="vi-VN" sz="200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2000">
                          <a:latin typeface="Times New Roman" panose="02020603050405020304" pitchFamily="18" charset="0"/>
                          <a:cs typeface="Times New Roman" panose="02020603050405020304" pitchFamily="18" charset="0"/>
                        </a:rPr>
                        <a:t>Dự báo thời tiết, ô nhiễm, lượng mưa</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8060925"/>
                  </a:ext>
                </a:extLst>
              </a:tr>
              <a:tr h="0">
                <a:tc>
                  <a:txBody>
                    <a:bodyPr/>
                    <a:lstStyle/>
                    <a:p>
                      <a:pPr>
                        <a:buNone/>
                      </a:pPr>
                      <a:r>
                        <a:rPr lang="en-US" sz="2000" b="1">
                          <a:latin typeface="Times New Roman" panose="02020603050405020304" pitchFamily="18" charset="0"/>
                          <a:cs typeface="Times New Roman" panose="02020603050405020304" pitchFamily="18" charset="0"/>
                        </a:rPr>
                        <a:t>Y tế – sinh học</a:t>
                      </a:r>
                      <a:endParaRPr lang="en-US" sz="200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Dự đoán tín hiệu ECG, chuỗi gen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2273049"/>
                  </a:ext>
                </a:extLst>
              </a:tr>
              <a:tr h="0">
                <a:tc>
                  <a:txBody>
                    <a:bodyPr/>
                    <a:lstStyle/>
                    <a:p>
                      <a:pPr>
                        <a:buNone/>
                      </a:pPr>
                      <a:r>
                        <a:rPr lang="en-US" sz="2000" b="1">
                          <a:latin typeface="Times New Roman" panose="02020603050405020304" pitchFamily="18" charset="0"/>
                          <a:cs typeface="Times New Roman" panose="02020603050405020304" pitchFamily="18" charset="0"/>
                        </a:rPr>
                        <a:t>CNTT – mạng</a:t>
                      </a:r>
                      <a:endParaRPr lang="en-US" sz="200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2000">
                          <a:latin typeface="Times New Roman" panose="02020603050405020304" pitchFamily="18" charset="0"/>
                          <a:cs typeface="Times New Roman" panose="02020603050405020304" pitchFamily="18" charset="0"/>
                        </a:rPr>
                        <a:t>Phát hiện bất thường trong log, dự đoán tải hệ thống</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1578551"/>
                  </a:ext>
                </a:extLst>
              </a:tr>
              <a:tr h="0">
                <a:tc>
                  <a:txBody>
                    <a:bodyPr/>
                    <a:lstStyle/>
                    <a:p>
                      <a:pPr>
                        <a:buNone/>
                      </a:pPr>
                      <a:r>
                        <a:rPr lang="en-US" sz="2000" b="1">
                          <a:latin typeface="Times New Roman" panose="02020603050405020304" pitchFamily="18" charset="0"/>
                          <a:cs typeface="Times New Roman" panose="02020603050405020304" pitchFamily="18" charset="0"/>
                        </a:rPr>
                        <a:t>AI/ML hiện đại</a:t>
                      </a:r>
                      <a:endParaRPr lang="en-US" sz="200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Học biểu diễn thời gian, chuỗi video, âm thanh, dữ liệu cảm biến IoT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65986861"/>
                  </a:ext>
                </a:extLst>
              </a:tr>
            </a:tbl>
          </a:graphicData>
        </a:graphic>
      </p:graphicFrame>
    </p:spTree>
    <p:extLst>
      <p:ext uri="{BB962C8B-B14F-4D97-AF65-F5344CB8AC3E}">
        <p14:creationId xmlns:p14="http://schemas.microsoft.com/office/powerpoint/2010/main" val="4035414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10002&quot;&gt;&lt;object type=&quot;3&quot; unique_id=&quot;10005&quot;&gt;&lt;property id=&quot;20148&quot; value=&quot;5&quot;/&gt;&lt;property id=&quot;20300&quot; value=&quot;Slide 1 - &amp;quot;LẬP TRÌNH C&amp;quot;&quot;/&gt;&lt;property id=&quot;20307&quot; value=&quot;256&quot;/&gt;&lt;/object&gt;&lt;object type=&quot;3&quot; unique_id=&quot;10006&quot;&gt;&lt;property id=&quot;20148&quot; value=&quot;5&quot;/&gt;&lt;property id=&quot;20300&quot; value=&quot;Slide 2&quot;/&gt;&lt;property id=&quot;20307&quot; value=&quot;268&quot;/&gt;&lt;/object&gt;&lt;object type=&quot;3&quot; unique_id=&quot;10008&quot;&gt;&lt;property id=&quot;20148&quot; value=&quot;5&quot;/&gt;&lt;property id=&quot;20300&quot; value=&quot;Slide 3 - &amp;quot;Tài liệu tham khảo&amp;quot;&quot;/&gt;&lt;property id=&quot;20307&quot; value=&quot;269&quot;/&gt;&lt;/object&gt;&lt;object type=&quot;3&quot; unique_id=&quot;10010&quot;&gt;&lt;property id=&quot;20148&quot; value=&quot;5&quot;/&gt;&lt;property id=&quot;20300&quot; value=&quot;Slide 4 - &amp;quot;Nội dung&amp;quot;&quot;/&gt;&lt;property id=&quot;20307&quot; value=&quot;270&quot;/&gt;&lt;/object&gt;&lt;/object&gt;&lt;object type=&quot;8&quot; unique_id=&quot;10004&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36.4829"/>
  <p:tag name="ORIGINALWIDTH" val="391.4511"/>
  <p:tag name="OUTPUTTYPE" val="PNG"/>
  <p:tag name="IGUANATEXVERSION" val="160"/>
  <p:tag name="LATEXADDIN" val="\documentclass{article}&#10;\usepackage{amsmath}&#10;\pagestyle{empty}&#10;\begin{document}&#10;&#10;$\{Y_t\}_{t = 0}^{T}$&#10;&#10;&#10;\end{document}"/>
  <p:tag name="IGUANATEXSIZE" val="28"/>
  <p:tag name="IGUANATEXCURSOR" val="102"/>
  <p:tag name="TRANSPARENCY" val="True"/>
  <p:tag name="LATEXENGINEID" val="0"/>
  <p:tag name="TEMPFOLDER" val="c:\temp\"/>
  <p:tag name="LATEXFORMHEIGHT" val="320"/>
  <p:tag name="LATEXFORMWIDTH" val="385"/>
  <p:tag name="LATEXFORMWRAP" val="True"/>
  <p:tag name="BITMAPVECTOR" val="0"/>
</p:tagLst>
</file>

<file path=ppt/theme/theme1.xml><?xml version="1.0" encoding="utf-8"?>
<a:theme xmlns:a="http://schemas.openxmlformats.org/drawingml/2006/main" name="na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apxep_Timkiem.ppt [Compatibility Mode]" id="{B707B5FC-A659-45EA-9DE3-9BC6EA58FB7A}" vid="{611DF4EE-429F-4A10-BE83-07AB208EB3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T1</Template>
  <TotalTime>4717</TotalTime>
  <Words>5745</Words>
  <Application>Microsoft Macintosh PowerPoint</Application>
  <PresentationFormat>On-screen Show (4:3)</PresentationFormat>
  <Paragraphs>359</Paragraphs>
  <Slides>46</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Corbel</vt:lpstr>
      <vt:lpstr>Courier New</vt:lpstr>
      <vt:lpstr>Times New Roman</vt:lpstr>
      <vt:lpstr>Wingdings</vt:lpstr>
      <vt:lpstr>naver</vt:lpstr>
      <vt:lpstr>Phân tích dữ liệu chuỗi thời gian</vt:lpstr>
      <vt:lpstr>Nội dung</vt:lpstr>
      <vt:lpstr>Giới thiệu các khái niệm cơ bản về phân tích chuỗi thời gian</vt:lpstr>
      <vt:lpstr>Giới thiệu các khái niệm cơ bản về phân tích chuỗi thời gian</vt:lpstr>
      <vt:lpstr>Giới thiệu các khái niệm cơ bản về phân tích chuỗi thời gian</vt:lpstr>
      <vt:lpstr>Giới thiệu các khái niệm cơ bản về phân tích chuỗi thời gian</vt:lpstr>
      <vt:lpstr>Giới thiệu các khái niệm cơ bản về phân tích chuỗi thời gian</vt:lpstr>
      <vt:lpstr>Giới thiệu các khái niệm cơ bản về phân tích chuỗi thời gian</vt:lpstr>
      <vt:lpstr>Giới thiệu các khái niệm cơ bản về phân tích chuỗi thời gian</vt:lpstr>
      <vt:lpstr>Giới thiệu các khái niệm cơ bản về phân tích chuỗi thời gian</vt:lpstr>
      <vt:lpstr>Đặc điểm của dữ liệu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chuỗi thời gian</vt:lpstr>
      <vt:lpstr>Đặc điểm của dữ liệu chuỗi thời gian</vt:lpstr>
      <vt:lpstr>Đặc điểm của dữ liệu chuỗi thời gian</vt:lpstr>
      <vt:lpstr>Đặc điểm của dữ liệu chuỗi thời gian</vt:lpstr>
      <vt:lpstr>Mục tiêu của phân tích chuỗi thời gian</vt:lpstr>
      <vt:lpstr>Mục tiêu của phân tích chuỗi thời gian</vt:lpstr>
      <vt:lpstr>Mục tiêu của phân tích chuỗi thời gian</vt:lpstr>
      <vt:lpstr>Mục tiêu của phân tích chuỗi thời gian</vt:lpstr>
      <vt:lpstr>Mục tiêu của phân tích chuỗi thời gian</vt:lpstr>
      <vt:lpstr>Mục tiêu của phân tích chuỗi thời gian</vt:lpstr>
      <vt:lpstr>Một số bài toán cơ bản</vt:lpstr>
      <vt:lpstr>Một số bài toán cơ bản</vt:lpstr>
      <vt:lpstr>Một số bài toán cơ bản</vt:lpstr>
      <vt:lpstr>Một số bài toán cơ bản</vt:lpstr>
      <vt:lpstr>Một số bài toán cơ bản</vt:lpstr>
      <vt:lpstr>Một số bài toán cơ bản</vt:lpstr>
      <vt:lpstr>Một số bài toán cơ bản</vt:lpstr>
      <vt:lpstr>Một số bài toán cơ bản</vt:lpstr>
      <vt:lpstr>Lịch sử phát triển phân tích dữ liệu chuỗi thời gian</vt:lpstr>
      <vt:lpstr>Lịch sử phát triển phân tích dữ liệu chuỗi thời gian</vt:lpstr>
      <vt:lpstr>Lịch sử phát triển phân tích dữ liệu chuỗi thời gian</vt:lpstr>
      <vt:lpstr>Lịch sử phát triển phân tích dữ liệu chuỗi thời gian</vt:lpstr>
      <vt:lpstr>Lịch sử phát triển phân tích dữ liệu chuỗi thời gian</vt:lpstr>
      <vt:lpstr>Lịch sử phát triển phân tích dữ liệu chuỗi thời gian</vt:lpstr>
      <vt:lpstr>Lịch sử phát triển phân tích dữ liệu chuỗi thời gian</vt:lpstr>
    </vt:vector>
  </TitlesOfParts>
  <Company>BABYDUCK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Manh Son</dc:creator>
  <cp:lastModifiedBy>Do Tien Dung</cp:lastModifiedBy>
  <cp:revision>428</cp:revision>
  <dcterms:created xsi:type="dcterms:W3CDTF">2007-09-05T08:24:33Z</dcterms:created>
  <dcterms:modified xsi:type="dcterms:W3CDTF">2026-01-13T01:45:18Z</dcterms:modified>
</cp:coreProperties>
</file>