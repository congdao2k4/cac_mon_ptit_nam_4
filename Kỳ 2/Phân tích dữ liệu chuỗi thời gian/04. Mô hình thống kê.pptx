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notesSlides/notesSlide3.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6.xml" ContentType="application/vnd.openxmlformats-officedocument.presentationml.tags+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tags/tag9.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tags/tag10.xml" ContentType="application/vnd.openxmlformats-officedocument.presentationml.tags+xml"/>
  <Override PartName="/ppt/tags/tag11.xml" ContentType="application/vnd.openxmlformats-officedocument.presentationml.tags+xml"/>
  <Override PartName="/ppt/notesSlides/notesSlide19.xml" ContentType="application/vnd.openxmlformats-officedocument.presentationml.notesSlide+xml"/>
  <Override PartName="/ppt/tags/tag12.xml" ContentType="application/vnd.openxmlformats-officedocument.presentationml.tags+xml"/>
  <Override PartName="/ppt/tags/tag13.xml" ContentType="application/vnd.openxmlformats-officedocument.presentationml.tags+xml"/>
  <Override PartName="/ppt/notesSlides/notesSlide20.xml" ContentType="application/vnd.openxmlformats-officedocument.presentationml.notesSlide+xml"/>
  <Override PartName="/ppt/tags/tag14.xml" ContentType="application/vnd.openxmlformats-officedocument.presentationml.tags+xml"/>
  <Override PartName="/ppt/notesSlides/notesSlide21.xml" ContentType="application/vnd.openxmlformats-officedocument.presentationml.notesSlide+xml"/>
  <Override PartName="/ppt/tags/tag15.xml" ContentType="application/vnd.openxmlformats-officedocument.presentationml.tags+xml"/>
  <Override PartName="/ppt/notesSlides/notesSlide22.xml" ContentType="application/vnd.openxmlformats-officedocument.presentationml.notesSlide+xml"/>
  <Override PartName="/ppt/tags/tag16.xml" ContentType="application/vnd.openxmlformats-officedocument.presentationml.tags+xml"/>
  <Override PartName="/ppt/notesSlides/notesSlide23.xml" ContentType="application/vnd.openxmlformats-officedocument.presentationml.notesSlide+xml"/>
  <Override PartName="/ppt/tags/tag17.xml" ContentType="application/vnd.openxmlformats-officedocument.presentationml.tags+xml"/>
  <Override PartName="/ppt/notesSlides/notesSlide24.xml" ContentType="application/vnd.openxmlformats-officedocument.presentationml.notesSlide+xml"/>
  <Override PartName="/ppt/tags/tag18.xml" ContentType="application/vnd.openxmlformats-officedocument.presentationml.tags+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tags/tag19.xml" ContentType="application/vnd.openxmlformats-officedocument.presentationml.tags+xml"/>
  <Override PartName="/ppt/notesSlides/notesSlide38.xml" ContentType="application/vnd.openxmlformats-officedocument.presentationml.notesSlide+xml"/>
  <Override PartName="/ppt/tags/tag20.xml" ContentType="application/vnd.openxmlformats-officedocument.presentationml.tags+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tags/tag21.xml" ContentType="application/vnd.openxmlformats-officedocument.presentationml.tags+xml"/>
  <Override PartName="/ppt/notesSlides/notesSlide50.xml" ContentType="application/vnd.openxmlformats-officedocument.presentationml.notesSlide+xml"/>
  <Override PartName="/ppt/tags/tag22.xml" ContentType="application/vnd.openxmlformats-officedocument.presentationml.tags+xml"/>
  <Override PartName="/ppt/notesSlides/notesSlide51.xml" ContentType="application/vnd.openxmlformats-officedocument.presentationml.notesSlide+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tags/tag27.xml" ContentType="application/vnd.openxmlformats-officedocument.presentationml.tags+xml"/>
  <Override PartName="/ppt/tags/tag28.xml" ContentType="application/vnd.openxmlformats-officedocument.presentationml.tags+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notesSlides/notesSlide63.xml" ContentType="application/vnd.openxmlformats-officedocument.presentationml.notesSlide+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notesSlides/notesSlide64.xml" ContentType="application/vnd.openxmlformats-officedocument.presentationml.notesSlide+xml"/>
  <Override PartName="/ppt/tags/tag36.xml" ContentType="application/vnd.openxmlformats-officedocument.presentationml.tags+xml"/>
  <Override PartName="/ppt/tags/tag37.xml" ContentType="application/vnd.openxmlformats-officedocument.presentationml.tags+xml"/>
  <Override PartName="/ppt/notesSlides/notesSlide65.xml" ContentType="application/vnd.openxmlformats-officedocument.presentationml.notesSlide+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tags/tag43.xml" ContentType="application/vnd.openxmlformats-officedocument.presentationml.tags+xml"/>
  <Override PartName="/ppt/tags/tag44.xml" ContentType="application/vnd.openxmlformats-officedocument.presentationml.tags+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tags/tag45.xml" ContentType="application/vnd.openxmlformats-officedocument.presentationml.tags+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tags/tag46.xml" ContentType="application/vnd.openxmlformats-officedocument.presentationml.tags+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460" r:id="rId1"/>
  </p:sldMasterIdLst>
  <p:notesMasterIdLst>
    <p:notesMasterId r:id="rId145"/>
  </p:notesMasterIdLst>
  <p:handoutMasterIdLst>
    <p:handoutMasterId r:id="rId146"/>
  </p:handoutMasterIdLst>
  <p:sldIdLst>
    <p:sldId id="271" r:id="rId2"/>
    <p:sldId id="324" r:id="rId3"/>
    <p:sldId id="352" r:id="rId4"/>
    <p:sldId id="327" r:id="rId5"/>
    <p:sldId id="328" r:id="rId6"/>
    <p:sldId id="331" r:id="rId7"/>
    <p:sldId id="326" r:id="rId8"/>
    <p:sldId id="330" r:id="rId9"/>
    <p:sldId id="351" r:id="rId10"/>
    <p:sldId id="353" r:id="rId11"/>
    <p:sldId id="355" r:id="rId12"/>
    <p:sldId id="356" r:id="rId13"/>
    <p:sldId id="357" r:id="rId14"/>
    <p:sldId id="358" r:id="rId15"/>
    <p:sldId id="360" r:id="rId16"/>
    <p:sldId id="361" r:id="rId17"/>
    <p:sldId id="362" r:id="rId18"/>
    <p:sldId id="363" r:id="rId19"/>
    <p:sldId id="325" r:id="rId20"/>
    <p:sldId id="332" r:id="rId21"/>
    <p:sldId id="365" r:id="rId22"/>
    <p:sldId id="366" r:id="rId23"/>
    <p:sldId id="364" r:id="rId24"/>
    <p:sldId id="367" r:id="rId25"/>
    <p:sldId id="368" r:id="rId26"/>
    <p:sldId id="369" r:id="rId27"/>
    <p:sldId id="370" r:id="rId28"/>
    <p:sldId id="371" r:id="rId29"/>
    <p:sldId id="372" r:id="rId30"/>
    <p:sldId id="373" r:id="rId31"/>
    <p:sldId id="374" r:id="rId32"/>
    <p:sldId id="375" r:id="rId33"/>
    <p:sldId id="376" r:id="rId34"/>
    <p:sldId id="377" r:id="rId35"/>
    <p:sldId id="378" r:id="rId36"/>
    <p:sldId id="379" r:id="rId37"/>
    <p:sldId id="380" r:id="rId38"/>
    <p:sldId id="381" r:id="rId39"/>
    <p:sldId id="382" r:id="rId40"/>
    <p:sldId id="383" r:id="rId41"/>
    <p:sldId id="384" r:id="rId42"/>
    <p:sldId id="385" r:id="rId43"/>
    <p:sldId id="386" r:id="rId44"/>
    <p:sldId id="388" r:id="rId45"/>
    <p:sldId id="390" r:id="rId46"/>
    <p:sldId id="391" r:id="rId47"/>
    <p:sldId id="387" r:id="rId48"/>
    <p:sldId id="389" r:id="rId49"/>
    <p:sldId id="392" r:id="rId50"/>
    <p:sldId id="393" r:id="rId51"/>
    <p:sldId id="394" r:id="rId52"/>
    <p:sldId id="335" r:id="rId53"/>
    <p:sldId id="336" r:id="rId54"/>
    <p:sldId id="337" r:id="rId55"/>
    <p:sldId id="338" r:id="rId56"/>
    <p:sldId id="395" r:id="rId57"/>
    <p:sldId id="339" r:id="rId58"/>
    <p:sldId id="396" r:id="rId59"/>
    <p:sldId id="397" r:id="rId60"/>
    <p:sldId id="398" r:id="rId61"/>
    <p:sldId id="399" r:id="rId62"/>
    <p:sldId id="400" r:id="rId63"/>
    <p:sldId id="401" r:id="rId64"/>
    <p:sldId id="402" r:id="rId65"/>
    <p:sldId id="404" r:id="rId66"/>
    <p:sldId id="405" r:id="rId67"/>
    <p:sldId id="342" r:id="rId68"/>
    <p:sldId id="343" r:id="rId69"/>
    <p:sldId id="344" r:id="rId70"/>
    <p:sldId id="345" r:id="rId71"/>
    <p:sldId id="346" r:id="rId72"/>
    <p:sldId id="409" r:id="rId73"/>
    <p:sldId id="406" r:id="rId74"/>
    <p:sldId id="410" r:id="rId75"/>
    <p:sldId id="413" r:id="rId76"/>
    <p:sldId id="412" r:id="rId77"/>
    <p:sldId id="414" r:id="rId78"/>
    <p:sldId id="415" r:id="rId79"/>
    <p:sldId id="416" r:id="rId80"/>
    <p:sldId id="407" r:id="rId81"/>
    <p:sldId id="408" r:id="rId82"/>
    <p:sldId id="349" r:id="rId83"/>
    <p:sldId id="350" r:id="rId84"/>
    <p:sldId id="417" r:id="rId85"/>
    <p:sldId id="418" r:id="rId86"/>
    <p:sldId id="419" r:id="rId87"/>
    <p:sldId id="420" r:id="rId88"/>
    <p:sldId id="421" r:id="rId89"/>
    <p:sldId id="422" r:id="rId90"/>
    <p:sldId id="423" r:id="rId91"/>
    <p:sldId id="424" r:id="rId92"/>
    <p:sldId id="425" r:id="rId93"/>
    <p:sldId id="426" r:id="rId94"/>
    <p:sldId id="427" r:id="rId95"/>
    <p:sldId id="428" r:id="rId96"/>
    <p:sldId id="429" r:id="rId97"/>
    <p:sldId id="430" r:id="rId98"/>
    <p:sldId id="431" r:id="rId99"/>
    <p:sldId id="432" r:id="rId100"/>
    <p:sldId id="434" r:id="rId101"/>
    <p:sldId id="435" r:id="rId102"/>
    <p:sldId id="433" r:id="rId103"/>
    <p:sldId id="436" r:id="rId104"/>
    <p:sldId id="437" r:id="rId105"/>
    <p:sldId id="438" r:id="rId106"/>
    <p:sldId id="439" r:id="rId107"/>
    <p:sldId id="440" r:id="rId108"/>
    <p:sldId id="442" r:id="rId109"/>
    <p:sldId id="443" r:id="rId110"/>
    <p:sldId id="444" r:id="rId111"/>
    <p:sldId id="445" r:id="rId112"/>
    <p:sldId id="446" r:id="rId113"/>
    <p:sldId id="447" r:id="rId114"/>
    <p:sldId id="449" r:id="rId115"/>
    <p:sldId id="450" r:id="rId116"/>
    <p:sldId id="451" r:id="rId117"/>
    <p:sldId id="448" r:id="rId118"/>
    <p:sldId id="452" r:id="rId119"/>
    <p:sldId id="453" r:id="rId120"/>
    <p:sldId id="454" r:id="rId121"/>
    <p:sldId id="455" r:id="rId122"/>
    <p:sldId id="456" r:id="rId123"/>
    <p:sldId id="457" r:id="rId124"/>
    <p:sldId id="458" r:id="rId125"/>
    <p:sldId id="459" r:id="rId126"/>
    <p:sldId id="462" r:id="rId127"/>
    <p:sldId id="460" r:id="rId128"/>
    <p:sldId id="463" r:id="rId129"/>
    <p:sldId id="464" r:id="rId130"/>
    <p:sldId id="465" r:id="rId131"/>
    <p:sldId id="466" r:id="rId132"/>
    <p:sldId id="469" r:id="rId133"/>
    <p:sldId id="470" r:id="rId134"/>
    <p:sldId id="467" r:id="rId135"/>
    <p:sldId id="471" r:id="rId136"/>
    <p:sldId id="472" r:id="rId137"/>
    <p:sldId id="468" r:id="rId138"/>
    <p:sldId id="473" r:id="rId139"/>
    <p:sldId id="474" r:id="rId140"/>
    <p:sldId id="475" r:id="rId141"/>
    <p:sldId id="476" r:id="rId142"/>
    <p:sldId id="477" r:id="rId143"/>
    <p:sldId id="478" r:id="rId144"/>
  </p:sldIdLst>
  <p:sldSz cx="9144000" cy="6858000" type="screen4x3"/>
  <p:notesSz cx="6858000" cy="9144000"/>
  <p:custDataLst>
    <p:tags r:id="rId147"/>
  </p:custDataLst>
  <p:defaultTextStyle>
    <a:defPPr>
      <a:defRPr lang="en"/>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CADFF"/>
    <a:srgbClr val="FFCC66"/>
    <a:srgbClr val="FFCC00"/>
    <a:srgbClr val="FF99FF"/>
    <a:srgbClr val="FF66FF"/>
    <a:srgbClr val="FFCCFF"/>
    <a:srgbClr val="CCCCFF"/>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FAF13E9-0A43-4FCD-B8F3-1DF3BD065CC0}" v="3976" dt="2025-11-25T14:27:00.24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868" autoAdjust="0"/>
    <p:restoredTop sz="80949" autoAdjust="0"/>
  </p:normalViewPr>
  <p:slideViewPr>
    <p:cSldViewPr>
      <p:cViewPr varScale="1">
        <p:scale>
          <a:sx n="92" d="100"/>
          <a:sy n="92" d="100"/>
        </p:scale>
        <p:origin x="2304" y="168"/>
      </p:cViewPr>
      <p:guideLst>
        <p:guide orient="horz" pos="2160"/>
        <p:guide pos="2880"/>
      </p:guideLst>
    </p:cSldViewPr>
  </p:slideViewPr>
  <p:notesTextViewPr>
    <p:cViewPr>
      <p:scale>
        <a:sx n="3" d="2"/>
        <a:sy n="3" d="2"/>
      </p:scale>
      <p:origin x="0" y="0"/>
    </p:cViewPr>
  </p:notesTextViewPr>
  <p:sorterViewPr>
    <p:cViewPr>
      <p:scale>
        <a:sx n="66" d="100"/>
        <a:sy n="66" d="100"/>
      </p:scale>
      <p:origin x="0" y="0"/>
    </p:cViewPr>
  </p:sorterViewPr>
  <p:notesViewPr>
    <p:cSldViewPr>
      <p:cViewPr varScale="1">
        <p:scale>
          <a:sx n="53" d="100"/>
          <a:sy n="53" d="100"/>
        </p:scale>
        <p:origin x="2826"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viewProps" Target="viewProps.xml"/><Relationship Id="rId5" Type="http://schemas.openxmlformats.org/officeDocument/2006/relationships/slide" Target="slides/slide4.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theme" Target="theme/theme1.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tableStyles" Target="tableStyle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handoutMaster" Target="handoutMasters/handout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52" Type="http://schemas.microsoft.com/office/2016/11/relationships/changesInfo" Target="changesInfos/changesInfo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tags" Target="tags/tag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microsoft.com/office/2015/10/relationships/revisionInfo" Target="revisionInfo.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et Pham Hoang" userId="daff2273dfcb736e" providerId="LiveId" clId="{7864E128-F8E5-4C3B-B427-8C25E8C185A6}"/>
    <pc:docChg chg="undo redo custSel addSld delSld modSld sldOrd">
      <pc:chgData name="Viet Pham Hoang" userId="daff2273dfcb736e" providerId="LiveId" clId="{7864E128-F8E5-4C3B-B427-8C25E8C185A6}" dt="2025-11-25T14:28:53.004" v="13898" actId="20577"/>
      <pc:docMkLst>
        <pc:docMk/>
      </pc:docMkLst>
      <pc:sldChg chg="modSp mod modNotesTx">
        <pc:chgData name="Viet Pham Hoang" userId="daff2273dfcb736e" providerId="LiveId" clId="{7864E128-F8E5-4C3B-B427-8C25E8C185A6}" dt="2025-11-07T13:38:50.065" v="1983" actId="20577"/>
        <pc:sldMkLst>
          <pc:docMk/>
          <pc:sldMk cId="0" sldId="271"/>
        </pc:sldMkLst>
        <pc:spChg chg="mod">
          <ac:chgData name="Viet Pham Hoang" userId="daff2273dfcb736e" providerId="LiveId" clId="{7864E128-F8E5-4C3B-B427-8C25E8C185A6}" dt="2025-11-07T13:38:50.065" v="1983" actId="20577"/>
          <ac:spMkLst>
            <pc:docMk/>
            <pc:sldMk cId="0" sldId="271"/>
            <ac:spMk id="5" creationId="{16EA7369-B7A3-44EE-9408-C24AA67B81B7}"/>
          </ac:spMkLst>
        </pc:spChg>
      </pc:sldChg>
      <pc:sldChg chg="delSp modSp mod modNotes modNotesTx">
        <pc:chgData name="Viet Pham Hoang" userId="daff2273dfcb736e" providerId="LiveId" clId="{7864E128-F8E5-4C3B-B427-8C25E8C185A6}" dt="2025-11-07T13:41:04.443" v="2029" actId="20577"/>
        <pc:sldMkLst>
          <pc:docMk/>
          <pc:sldMk cId="2610563880" sldId="324"/>
        </pc:sldMkLst>
        <pc:spChg chg="mod">
          <ac:chgData name="Viet Pham Hoang" userId="daff2273dfcb736e" providerId="LiveId" clId="{7864E128-F8E5-4C3B-B427-8C25E8C185A6}" dt="2025-11-07T13:41:04.443" v="2029" actId="20577"/>
          <ac:spMkLst>
            <pc:docMk/>
            <pc:sldMk cId="2610563880" sldId="324"/>
            <ac:spMk id="5" creationId="{BB1D7740-926A-3DCE-3F06-3714AC5C4E65}"/>
          </ac:spMkLst>
        </pc:spChg>
      </pc:sldChg>
      <pc:sldChg chg="addSp delSp modSp add mod ord modNotesTx">
        <pc:chgData name="Viet Pham Hoang" userId="daff2273dfcb736e" providerId="LiveId" clId="{7864E128-F8E5-4C3B-B427-8C25E8C185A6}" dt="2025-11-23T08:24:53.003" v="5495" actId="20577"/>
        <pc:sldMkLst>
          <pc:docMk/>
          <pc:sldMk cId="2012337058" sldId="325"/>
        </pc:sldMkLst>
        <pc:spChg chg="mod">
          <ac:chgData name="Viet Pham Hoang" userId="daff2273dfcb736e" providerId="LiveId" clId="{7864E128-F8E5-4C3B-B427-8C25E8C185A6}" dt="2025-11-07T14:22:50.073" v="2600" actId="20577"/>
          <ac:spMkLst>
            <pc:docMk/>
            <pc:sldMk cId="2012337058" sldId="325"/>
            <ac:spMk id="31746" creationId="{69961ECA-EBE1-5FF0-4A4F-AD6C5C13B374}"/>
          </ac:spMkLst>
        </pc:spChg>
        <pc:spChg chg="mod">
          <ac:chgData name="Viet Pham Hoang" userId="daff2273dfcb736e" providerId="LiveId" clId="{7864E128-F8E5-4C3B-B427-8C25E8C185A6}" dt="2025-11-23T08:20:17.424" v="5459" actId="20577"/>
          <ac:spMkLst>
            <pc:docMk/>
            <pc:sldMk cId="2012337058" sldId="325"/>
            <ac:spMk id="31747" creationId="{EF84C8CB-595A-EDF4-C738-2EE17B4A0D1F}"/>
          </ac:spMkLst>
        </pc:spChg>
        <pc:picChg chg="mod ord">
          <ac:chgData name="Viet Pham Hoang" userId="daff2273dfcb736e" providerId="LiveId" clId="{7864E128-F8E5-4C3B-B427-8C25E8C185A6}" dt="2025-11-23T08:21:03.817" v="5474" actId="962"/>
          <ac:picMkLst>
            <pc:docMk/>
            <pc:sldMk cId="2012337058" sldId="325"/>
            <ac:picMk id="8" creationId="{BABB7D41-5D46-4204-CDB9-34C65ED5AF1C}"/>
          </ac:picMkLst>
        </pc:picChg>
        <pc:picChg chg="mod ord">
          <ac:chgData name="Viet Pham Hoang" userId="daff2273dfcb736e" providerId="LiveId" clId="{7864E128-F8E5-4C3B-B427-8C25E8C185A6}" dt="2025-11-23T08:21:09.317" v="5488" actId="962"/>
          <ac:picMkLst>
            <pc:docMk/>
            <pc:sldMk cId="2012337058" sldId="325"/>
            <ac:picMk id="10" creationId="{B2EABB54-B1F4-5FCD-F4E8-3250B099F0B7}"/>
          </ac:picMkLst>
        </pc:picChg>
      </pc:sldChg>
      <pc:sldChg chg="delSp modSp add mod">
        <pc:chgData name="Viet Pham Hoang" userId="daff2273dfcb736e" providerId="LiveId" clId="{7864E128-F8E5-4C3B-B427-8C25E8C185A6}" dt="2025-11-23T04:56:27.654" v="3683" actId="1076"/>
        <pc:sldMkLst>
          <pc:docMk/>
          <pc:sldMk cId="2458562250" sldId="326"/>
        </pc:sldMkLst>
        <pc:spChg chg="mod">
          <ac:chgData name="Viet Pham Hoang" userId="daff2273dfcb736e" providerId="LiveId" clId="{7864E128-F8E5-4C3B-B427-8C25E8C185A6}" dt="2025-11-23T04:56:23.852" v="3682" actId="14"/>
          <ac:spMkLst>
            <pc:docMk/>
            <pc:sldMk cId="2458562250" sldId="326"/>
            <ac:spMk id="31747" creationId="{61EE11BB-4C4E-BE71-2968-F49AAC73EFD0}"/>
          </ac:spMkLst>
        </pc:spChg>
        <pc:picChg chg="mod ord">
          <ac:chgData name="Viet Pham Hoang" userId="daff2273dfcb736e" providerId="LiveId" clId="{7864E128-F8E5-4C3B-B427-8C25E8C185A6}" dt="2025-11-23T04:56:01.686" v="3677" actId="1076"/>
          <ac:picMkLst>
            <pc:docMk/>
            <pc:sldMk cId="2458562250" sldId="326"/>
            <ac:picMk id="3" creationId="{F946090E-4727-310B-AA01-99229B6D5D18}"/>
          </ac:picMkLst>
        </pc:picChg>
        <pc:picChg chg="mod ord">
          <ac:chgData name="Viet Pham Hoang" userId="daff2273dfcb736e" providerId="LiveId" clId="{7864E128-F8E5-4C3B-B427-8C25E8C185A6}" dt="2025-11-23T04:56:27.654" v="3683" actId="1076"/>
          <ac:picMkLst>
            <pc:docMk/>
            <pc:sldMk cId="2458562250" sldId="326"/>
            <ac:picMk id="5" creationId="{AB67352F-F925-F514-8027-EF8136DD82DE}"/>
          </ac:picMkLst>
        </pc:picChg>
      </pc:sldChg>
      <pc:sldChg chg="delSp modSp add mod ord">
        <pc:chgData name="Viet Pham Hoang" userId="daff2273dfcb736e" providerId="LiveId" clId="{7864E128-F8E5-4C3B-B427-8C25E8C185A6}" dt="2025-11-23T06:48:13.847" v="4093"/>
        <pc:sldMkLst>
          <pc:docMk/>
          <pc:sldMk cId="1772878266" sldId="327"/>
        </pc:sldMkLst>
        <pc:spChg chg="mod">
          <ac:chgData name="Viet Pham Hoang" userId="daff2273dfcb736e" providerId="LiveId" clId="{7864E128-F8E5-4C3B-B427-8C25E8C185A6}" dt="2025-11-23T06:46:26.313" v="4083" actId="20577"/>
          <ac:spMkLst>
            <pc:docMk/>
            <pc:sldMk cId="1772878266" sldId="327"/>
            <ac:spMk id="31747" creationId="{E06A3218-CE0F-5DC1-0EE8-D02EDC41DC05}"/>
          </ac:spMkLst>
        </pc:spChg>
        <pc:picChg chg="mod ord">
          <ac:chgData name="Viet Pham Hoang" userId="daff2273dfcb736e" providerId="LiveId" clId="{7864E128-F8E5-4C3B-B427-8C25E8C185A6}" dt="2025-11-07T14:03:49.120" v="2355" actId="1076"/>
          <ac:picMkLst>
            <pc:docMk/>
            <pc:sldMk cId="1772878266" sldId="327"/>
            <ac:picMk id="4" creationId="{9247A8A8-0931-2456-1438-6A0D408988FE}"/>
          </ac:picMkLst>
        </pc:picChg>
        <pc:picChg chg="mod ord">
          <ac:chgData name="Viet Pham Hoang" userId="daff2273dfcb736e" providerId="LiveId" clId="{7864E128-F8E5-4C3B-B427-8C25E8C185A6}" dt="2025-11-07T14:04:09.628" v="2364" actId="1036"/>
          <ac:picMkLst>
            <pc:docMk/>
            <pc:sldMk cId="1772878266" sldId="327"/>
            <ac:picMk id="7" creationId="{78CF422F-80FA-CA1F-5011-8C49B2678588}"/>
          </ac:picMkLst>
        </pc:picChg>
      </pc:sldChg>
      <pc:sldChg chg="addSp delSp modSp add mod ord">
        <pc:chgData name="Viet Pham Hoang" userId="daff2273dfcb736e" providerId="LiveId" clId="{7864E128-F8E5-4C3B-B427-8C25E8C185A6}" dt="2025-11-23T06:49:12.005" v="4103"/>
        <pc:sldMkLst>
          <pc:docMk/>
          <pc:sldMk cId="2068075770" sldId="328"/>
        </pc:sldMkLst>
        <pc:spChg chg="mod">
          <ac:chgData name="Viet Pham Hoang" userId="daff2273dfcb736e" providerId="LiveId" clId="{7864E128-F8E5-4C3B-B427-8C25E8C185A6}" dt="2025-11-23T06:46:58.108" v="4087" actId="113"/>
          <ac:spMkLst>
            <pc:docMk/>
            <pc:sldMk cId="2068075770" sldId="328"/>
            <ac:spMk id="31747" creationId="{B86F10E6-6E3C-519F-1BD6-6217B2EEE68C}"/>
          </ac:spMkLst>
        </pc:spChg>
        <pc:graphicFrameChg chg="add mod modGraphic">
          <ac:chgData name="Viet Pham Hoang" userId="daff2273dfcb736e" providerId="LiveId" clId="{7864E128-F8E5-4C3B-B427-8C25E8C185A6}" dt="2025-11-07T14:05:47.456" v="2416" actId="1076"/>
          <ac:graphicFrameMkLst>
            <pc:docMk/>
            <pc:sldMk cId="2068075770" sldId="328"/>
            <ac:graphicFrameMk id="2" creationId="{BBF29335-505E-F674-5D5B-01B7918A5FDC}"/>
          </ac:graphicFrameMkLst>
        </pc:graphicFrameChg>
      </pc:sldChg>
      <pc:sldChg chg="modSp add mod ord modNotesTx">
        <pc:chgData name="Viet Pham Hoang" userId="daff2273dfcb736e" providerId="LiveId" clId="{7864E128-F8E5-4C3B-B427-8C25E8C185A6}" dt="2025-11-23T07:04:33.468" v="4109"/>
        <pc:sldMkLst>
          <pc:docMk/>
          <pc:sldMk cId="1394777997" sldId="330"/>
        </pc:sldMkLst>
        <pc:spChg chg="mod">
          <ac:chgData name="Viet Pham Hoang" userId="daff2273dfcb736e" providerId="LiveId" clId="{7864E128-F8E5-4C3B-B427-8C25E8C185A6}" dt="2025-11-23T07:03:14.989" v="4107" actId="15"/>
          <ac:spMkLst>
            <pc:docMk/>
            <pc:sldMk cId="1394777997" sldId="330"/>
            <ac:spMk id="31747" creationId="{4EEE4527-CEC7-38A0-B78A-0965630370AF}"/>
          </ac:spMkLst>
        </pc:spChg>
      </pc:sldChg>
      <pc:sldChg chg="addSp delSp modSp add mod ord">
        <pc:chgData name="Viet Pham Hoang" userId="daff2273dfcb736e" providerId="LiveId" clId="{7864E128-F8E5-4C3B-B427-8C25E8C185A6}" dt="2025-11-23T04:55:06.978" v="3646" actId="113"/>
        <pc:sldMkLst>
          <pc:docMk/>
          <pc:sldMk cId="2382341075" sldId="331"/>
        </pc:sldMkLst>
        <pc:spChg chg="mod">
          <ac:chgData name="Viet Pham Hoang" userId="daff2273dfcb736e" providerId="LiveId" clId="{7864E128-F8E5-4C3B-B427-8C25E8C185A6}" dt="2025-11-07T14:24:09.574" v="2628" actId="20577"/>
          <ac:spMkLst>
            <pc:docMk/>
            <pc:sldMk cId="2382341075" sldId="331"/>
            <ac:spMk id="31746" creationId="{D950B056-195B-8AF9-CEC8-1144915BC658}"/>
          </ac:spMkLst>
        </pc:spChg>
        <pc:spChg chg="mod">
          <ac:chgData name="Viet Pham Hoang" userId="daff2273dfcb736e" providerId="LiveId" clId="{7864E128-F8E5-4C3B-B427-8C25E8C185A6}" dt="2025-11-23T04:55:06.978" v="3646" actId="113"/>
          <ac:spMkLst>
            <pc:docMk/>
            <pc:sldMk cId="2382341075" sldId="331"/>
            <ac:spMk id="31747" creationId="{D8CB1C99-D61E-B176-4972-16F3370C195B}"/>
          </ac:spMkLst>
        </pc:spChg>
        <pc:picChg chg="mod ord">
          <ac:chgData name="Viet Pham Hoang" userId="daff2273dfcb736e" providerId="LiveId" clId="{7864E128-F8E5-4C3B-B427-8C25E8C185A6}" dt="2025-11-07T14:28:58.818" v="2735" actId="1076"/>
          <ac:picMkLst>
            <pc:docMk/>
            <pc:sldMk cId="2382341075" sldId="331"/>
            <ac:picMk id="5" creationId="{AFD2217D-4172-C6FC-6CCA-82B23F322565}"/>
          </ac:picMkLst>
        </pc:picChg>
        <pc:picChg chg="mod ord">
          <ac:chgData name="Viet Pham Hoang" userId="daff2273dfcb736e" providerId="LiveId" clId="{7864E128-F8E5-4C3B-B427-8C25E8C185A6}" dt="2025-11-23T04:54:52.591" v="3643" actId="1038"/>
          <ac:picMkLst>
            <pc:docMk/>
            <pc:sldMk cId="2382341075" sldId="331"/>
            <ac:picMk id="9" creationId="{23E6F226-9BF9-648E-A721-4B573FA9C6C3}"/>
          </ac:picMkLst>
        </pc:picChg>
      </pc:sldChg>
      <pc:sldChg chg="addSp delSp modSp add mod ord modNotesTx">
        <pc:chgData name="Viet Pham Hoang" userId="daff2273dfcb736e" providerId="LiveId" clId="{7864E128-F8E5-4C3B-B427-8C25E8C185A6}" dt="2025-11-23T08:34:50.103" v="5632" actId="1076"/>
        <pc:sldMkLst>
          <pc:docMk/>
          <pc:sldMk cId="2705139788" sldId="332"/>
        </pc:sldMkLst>
        <pc:spChg chg="mod">
          <ac:chgData name="Viet Pham Hoang" userId="daff2273dfcb736e" providerId="LiveId" clId="{7864E128-F8E5-4C3B-B427-8C25E8C185A6}" dt="2025-11-23T08:26:46.030" v="5517" actId="20577"/>
          <ac:spMkLst>
            <pc:docMk/>
            <pc:sldMk cId="2705139788" sldId="332"/>
            <ac:spMk id="31747" creationId="{39F8F445-8051-F416-427F-B27CB1775EC4}"/>
          </ac:spMkLst>
        </pc:spChg>
        <pc:picChg chg="mod ord">
          <ac:chgData name="Viet Pham Hoang" userId="daff2273dfcb736e" providerId="LiveId" clId="{7864E128-F8E5-4C3B-B427-8C25E8C185A6}" dt="2025-11-23T08:34:50.103" v="5632" actId="1076"/>
          <ac:picMkLst>
            <pc:docMk/>
            <pc:sldMk cId="2705139788" sldId="332"/>
            <ac:picMk id="6" creationId="{AA8CE571-81A3-A736-E54B-5F5974EEAC3B}"/>
          </ac:picMkLst>
        </pc:picChg>
        <pc:picChg chg="mod ord">
          <ac:chgData name="Viet Pham Hoang" userId="daff2273dfcb736e" providerId="LiveId" clId="{7864E128-F8E5-4C3B-B427-8C25E8C185A6}" dt="2025-11-23T08:26:29.639" v="5513" actId="1076"/>
          <ac:picMkLst>
            <pc:docMk/>
            <pc:sldMk cId="2705139788" sldId="332"/>
            <ac:picMk id="9" creationId="{990EA607-6F99-0206-D30B-0318CD7C6B8D}"/>
          </ac:picMkLst>
        </pc:picChg>
      </pc:sldChg>
      <pc:sldChg chg="addSp delSp modSp add mod">
        <pc:chgData name="Viet Pham Hoang" userId="daff2273dfcb736e" providerId="LiveId" clId="{7864E128-F8E5-4C3B-B427-8C25E8C185A6}" dt="2025-11-23T10:39:15.903" v="7490" actId="1076"/>
        <pc:sldMkLst>
          <pc:docMk/>
          <pc:sldMk cId="2446335821" sldId="335"/>
        </pc:sldMkLst>
        <pc:spChg chg="mod">
          <ac:chgData name="Viet Pham Hoang" userId="daff2273dfcb736e" providerId="LiveId" clId="{7864E128-F8E5-4C3B-B427-8C25E8C185A6}" dt="2025-11-23T10:38:24.353" v="7487" actId="12"/>
          <ac:spMkLst>
            <pc:docMk/>
            <pc:sldMk cId="2446335821" sldId="335"/>
            <ac:spMk id="31747" creationId="{17A1507A-2F5D-8D26-8229-72418A816534}"/>
          </ac:spMkLst>
        </pc:spChg>
        <pc:picChg chg="mod ord">
          <ac:chgData name="Viet Pham Hoang" userId="daff2273dfcb736e" providerId="LiveId" clId="{7864E128-F8E5-4C3B-B427-8C25E8C185A6}" dt="2025-11-23T10:39:15.903" v="7490" actId="1076"/>
          <ac:picMkLst>
            <pc:docMk/>
            <pc:sldMk cId="2446335821" sldId="335"/>
            <ac:picMk id="4" creationId="{5BE8ADDE-FE5D-A46C-5376-79C50BF5936B}"/>
          </ac:picMkLst>
        </pc:picChg>
        <pc:picChg chg="mod ord">
          <ac:chgData name="Viet Pham Hoang" userId="daff2273dfcb736e" providerId="LiveId" clId="{7864E128-F8E5-4C3B-B427-8C25E8C185A6}" dt="2025-11-23T10:38:13.933" v="7485" actId="1076"/>
          <ac:picMkLst>
            <pc:docMk/>
            <pc:sldMk cId="2446335821" sldId="335"/>
            <ac:picMk id="10" creationId="{C39B6D09-55AD-69AE-2383-0F322730A789}"/>
          </ac:picMkLst>
        </pc:picChg>
        <pc:picChg chg="mod">
          <ac:chgData name="Viet Pham Hoang" userId="daff2273dfcb736e" providerId="LiveId" clId="{7864E128-F8E5-4C3B-B427-8C25E8C185A6}" dt="2025-11-07T14:41:09.387" v="2910" actId="1076"/>
          <ac:picMkLst>
            <pc:docMk/>
            <pc:sldMk cId="2446335821" sldId="335"/>
            <ac:picMk id="12" creationId="{3586AEE4-C1AB-E008-9411-1FD9619F90CC}"/>
          </ac:picMkLst>
        </pc:picChg>
        <pc:picChg chg="mod ord">
          <ac:chgData name="Viet Pham Hoang" userId="daff2273dfcb736e" providerId="LiveId" clId="{7864E128-F8E5-4C3B-B427-8C25E8C185A6}" dt="2025-11-23T10:38:20.045" v="7486" actId="1076"/>
          <ac:picMkLst>
            <pc:docMk/>
            <pc:sldMk cId="2446335821" sldId="335"/>
            <ac:picMk id="13" creationId="{03A2B394-8D33-E95C-728A-87CD5BDF66D3}"/>
          </ac:picMkLst>
        </pc:picChg>
      </pc:sldChg>
      <pc:sldChg chg="delSp modSp add mod">
        <pc:chgData name="Viet Pham Hoang" userId="daff2273dfcb736e" providerId="LiveId" clId="{7864E128-F8E5-4C3B-B427-8C25E8C185A6}" dt="2025-11-23T10:39:02.414" v="7488" actId="15"/>
        <pc:sldMkLst>
          <pc:docMk/>
          <pc:sldMk cId="1256900002" sldId="336"/>
        </pc:sldMkLst>
        <pc:spChg chg="mod">
          <ac:chgData name="Viet Pham Hoang" userId="daff2273dfcb736e" providerId="LiveId" clId="{7864E128-F8E5-4C3B-B427-8C25E8C185A6}" dt="2025-11-23T10:39:02.414" v="7488" actId="15"/>
          <ac:spMkLst>
            <pc:docMk/>
            <pc:sldMk cId="1256900002" sldId="336"/>
            <ac:spMk id="31747" creationId="{ADA0CD94-7871-9312-2D92-37A61FF81F71}"/>
          </ac:spMkLst>
        </pc:spChg>
      </pc:sldChg>
      <pc:sldChg chg="modSp add mod">
        <pc:chgData name="Viet Pham Hoang" userId="daff2273dfcb736e" providerId="LiveId" clId="{7864E128-F8E5-4C3B-B427-8C25E8C185A6}" dt="2025-11-23T10:39:08.613" v="7489" actId="15"/>
        <pc:sldMkLst>
          <pc:docMk/>
          <pc:sldMk cId="1302154200" sldId="337"/>
        </pc:sldMkLst>
        <pc:spChg chg="mod">
          <ac:chgData name="Viet Pham Hoang" userId="daff2273dfcb736e" providerId="LiveId" clId="{7864E128-F8E5-4C3B-B427-8C25E8C185A6}" dt="2025-11-23T10:39:08.613" v="7489" actId="15"/>
          <ac:spMkLst>
            <pc:docMk/>
            <pc:sldMk cId="1302154200" sldId="337"/>
            <ac:spMk id="31747" creationId="{37323DC1-7756-01CA-FF5A-43EE1C15DFAA}"/>
          </ac:spMkLst>
        </pc:spChg>
      </pc:sldChg>
      <pc:sldChg chg="delSp modSp add mod modNotesTx">
        <pc:chgData name="Viet Pham Hoang" userId="daff2273dfcb736e" providerId="LiveId" clId="{7864E128-F8E5-4C3B-B427-8C25E8C185A6}" dt="2025-11-23T11:04:07.009" v="7745" actId="113"/>
        <pc:sldMkLst>
          <pc:docMk/>
          <pc:sldMk cId="2759966317" sldId="338"/>
        </pc:sldMkLst>
        <pc:spChg chg="mod">
          <ac:chgData name="Viet Pham Hoang" userId="daff2273dfcb736e" providerId="LiveId" clId="{7864E128-F8E5-4C3B-B427-8C25E8C185A6}" dt="2025-11-09T14:08:14.744" v="3108" actId="113"/>
          <ac:spMkLst>
            <pc:docMk/>
            <pc:sldMk cId="2759966317" sldId="338"/>
            <ac:spMk id="31746" creationId="{B10A010D-C326-FFB7-41A3-5FB9ADAA1A2D}"/>
          </ac:spMkLst>
        </pc:spChg>
        <pc:spChg chg="mod">
          <ac:chgData name="Viet Pham Hoang" userId="daff2273dfcb736e" providerId="LiveId" clId="{7864E128-F8E5-4C3B-B427-8C25E8C185A6}" dt="2025-11-23T10:48:32.687" v="7661" actId="12"/>
          <ac:spMkLst>
            <pc:docMk/>
            <pc:sldMk cId="2759966317" sldId="338"/>
            <ac:spMk id="31747" creationId="{493B77F8-6488-7FD1-6FF0-3A7540B77F86}"/>
          </ac:spMkLst>
        </pc:spChg>
        <pc:picChg chg="mod ord">
          <ac:chgData name="Viet Pham Hoang" userId="daff2273dfcb736e" providerId="LiveId" clId="{7864E128-F8E5-4C3B-B427-8C25E8C185A6}" dt="2025-11-09T14:10:36.918" v="3143" actId="962"/>
          <ac:picMkLst>
            <pc:docMk/>
            <pc:sldMk cId="2759966317" sldId="338"/>
            <ac:picMk id="3" creationId="{1AC4A1EB-2369-15CD-5967-60A0222D665F}"/>
          </ac:picMkLst>
        </pc:picChg>
        <pc:picChg chg="mod ord">
          <ac:chgData name="Viet Pham Hoang" userId="daff2273dfcb736e" providerId="LiveId" clId="{7864E128-F8E5-4C3B-B427-8C25E8C185A6}" dt="2025-11-23T10:48:38.285" v="7662" actId="1076"/>
          <ac:picMkLst>
            <pc:docMk/>
            <pc:sldMk cId="2759966317" sldId="338"/>
            <ac:picMk id="5" creationId="{78658DDF-BF92-869B-F401-3F891115E7A9}"/>
          </ac:picMkLst>
        </pc:picChg>
      </pc:sldChg>
      <pc:sldChg chg="addSp delSp modSp add mod modNotesTx">
        <pc:chgData name="Viet Pham Hoang" userId="daff2273dfcb736e" providerId="LiveId" clId="{7864E128-F8E5-4C3B-B427-8C25E8C185A6}" dt="2025-11-24T09:12:20.304" v="8721" actId="20577"/>
        <pc:sldMkLst>
          <pc:docMk/>
          <pc:sldMk cId="436590208" sldId="339"/>
        </pc:sldMkLst>
        <pc:spChg chg="mod">
          <ac:chgData name="Viet Pham Hoang" userId="daff2273dfcb736e" providerId="LiveId" clId="{7864E128-F8E5-4C3B-B427-8C25E8C185A6}" dt="2025-11-24T09:12:20.304" v="8721" actId="20577"/>
          <ac:spMkLst>
            <pc:docMk/>
            <pc:sldMk cId="436590208" sldId="339"/>
            <ac:spMk id="31747" creationId="{AAE81EB2-6D48-1E2C-6469-3B71F00FD4C0}"/>
          </ac:spMkLst>
        </pc:spChg>
        <pc:picChg chg="add mod">
          <ac:chgData name="Viet Pham Hoang" userId="daff2273dfcb736e" providerId="LiveId" clId="{7864E128-F8E5-4C3B-B427-8C25E8C185A6}" dt="2025-11-23T11:13:58.958" v="7917" actId="1076"/>
          <ac:picMkLst>
            <pc:docMk/>
            <pc:sldMk cId="436590208" sldId="339"/>
            <ac:picMk id="6" creationId="{9362F9F4-390C-0581-240F-1B492120DBE9}"/>
          </ac:picMkLst>
        </pc:picChg>
      </pc:sldChg>
      <pc:sldChg chg="delSp modSp add mod modNotesTx">
        <pc:chgData name="Viet Pham Hoang" userId="daff2273dfcb736e" providerId="LiveId" clId="{7864E128-F8E5-4C3B-B427-8C25E8C185A6}" dt="2025-11-09T14:23:28.521" v="3368" actId="12"/>
        <pc:sldMkLst>
          <pc:docMk/>
          <pc:sldMk cId="1999719539" sldId="342"/>
        </pc:sldMkLst>
        <pc:spChg chg="mod">
          <ac:chgData name="Viet Pham Hoang" userId="daff2273dfcb736e" providerId="LiveId" clId="{7864E128-F8E5-4C3B-B427-8C25E8C185A6}" dt="2025-11-09T14:23:28.521" v="3368" actId="12"/>
          <ac:spMkLst>
            <pc:docMk/>
            <pc:sldMk cId="1999719539" sldId="342"/>
            <ac:spMk id="31747" creationId="{E1399A9F-2810-0FCB-9639-C574EE964508}"/>
          </ac:spMkLst>
        </pc:spChg>
      </pc:sldChg>
      <pc:sldChg chg="modSp add mod">
        <pc:chgData name="Viet Pham Hoang" userId="daff2273dfcb736e" providerId="LiveId" clId="{7864E128-F8E5-4C3B-B427-8C25E8C185A6}" dt="2025-11-09T14:24:21.849" v="3377" actId="12"/>
        <pc:sldMkLst>
          <pc:docMk/>
          <pc:sldMk cId="9014175" sldId="343"/>
        </pc:sldMkLst>
        <pc:spChg chg="mod">
          <ac:chgData name="Viet Pham Hoang" userId="daff2273dfcb736e" providerId="LiveId" clId="{7864E128-F8E5-4C3B-B427-8C25E8C185A6}" dt="2025-11-09T14:24:21.849" v="3377" actId="12"/>
          <ac:spMkLst>
            <pc:docMk/>
            <pc:sldMk cId="9014175" sldId="343"/>
            <ac:spMk id="31747" creationId="{C5E1FE1E-025C-6CAD-4A73-AE6F3BA1150C}"/>
          </ac:spMkLst>
        </pc:spChg>
      </pc:sldChg>
      <pc:sldChg chg="modSp add mod">
        <pc:chgData name="Viet Pham Hoang" userId="daff2273dfcb736e" providerId="LiveId" clId="{7864E128-F8E5-4C3B-B427-8C25E8C185A6}" dt="2025-11-09T14:26:10.259" v="3398" actId="20577"/>
        <pc:sldMkLst>
          <pc:docMk/>
          <pc:sldMk cId="3976212207" sldId="344"/>
        </pc:sldMkLst>
        <pc:spChg chg="mod">
          <ac:chgData name="Viet Pham Hoang" userId="daff2273dfcb736e" providerId="LiveId" clId="{7864E128-F8E5-4C3B-B427-8C25E8C185A6}" dt="2025-11-09T14:26:10.259" v="3398" actId="20577"/>
          <ac:spMkLst>
            <pc:docMk/>
            <pc:sldMk cId="3976212207" sldId="344"/>
            <ac:spMk id="31747" creationId="{ACAB1839-FE42-6A77-774F-A005800DAEAF}"/>
          </ac:spMkLst>
        </pc:spChg>
      </pc:sldChg>
      <pc:sldChg chg="addSp delSp modSp add mod">
        <pc:chgData name="Viet Pham Hoang" userId="daff2273dfcb736e" providerId="LiveId" clId="{7864E128-F8E5-4C3B-B427-8C25E8C185A6}" dt="2025-11-09T14:53:14.986" v="3560" actId="12"/>
        <pc:sldMkLst>
          <pc:docMk/>
          <pc:sldMk cId="2422385304" sldId="345"/>
        </pc:sldMkLst>
        <pc:spChg chg="mod">
          <ac:chgData name="Viet Pham Hoang" userId="daff2273dfcb736e" providerId="LiveId" clId="{7864E128-F8E5-4C3B-B427-8C25E8C185A6}" dt="2025-11-09T14:29:17.504" v="3403" actId="255"/>
          <ac:spMkLst>
            <pc:docMk/>
            <pc:sldMk cId="2422385304" sldId="345"/>
            <ac:spMk id="31746" creationId="{2B2DD390-446E-E97E-6C0C-DDCF290DA07B}"/>
          </ac:spMkLst>
        </pc:spChg>
        <pc:spChg chg="mod">
          <ac:chgData name="Viet Pham Hoang" userId="daff2273dfcb736e" providerId="LiveId" clId="{7864E128-F8E5-4C3B-B427-8C25E8C185A6}" dt="2025-11-09T14:53:14.986" v="3560" actId="12"/>
          <ac:spMkLst>
            <pc:docMk/>
            <pc:sldMk cId="2422385304" sldId="345"/>
            <ac:spMk id="31747" creationId="{58A51EE4-2CA6-AF7B-0B69-4C8BCE1B3387}"/>
          </ac:spMkLst>
        </pc:spChg>
      </pc:sldChg>
      <pc:sldChg chg="delSp modSp add mod modNotesTx">
        <pc:chgData name="Viet Pham Hoang" userId="daff2273dfcb736e" providerId="LiveId" clId="{7864E128-F8E5-4C3B-B427-8C25E8C185A6}" dt="2025-11-24T09:38:42.797" v="8943" actId="962"/>
        <pc:sldMkLst>
          <pc:docMk/>
          <pc:sldMk cId="1396302972" sldId="346"/>
        </pc:sldMkLst>
        <pc:spChg chg="mod">
          <ac:chgData name="Viet Pham Hoang" userId="daff2273dfcb736e" providerId="LiveId" clId="{7864E128-F8E5-4C3B-B427-8C25E8C185A6}" dt="2025-11-09T14:34:45.354" v="3522" actId="20577"/>
          <ac:spMkLst>
            <pc:docMk/>
            <pc:sldMk cId="1396302972" sldId="346"/>
            <ac:spMk id="31747" creationId="{B08F6DEC-B837-A59C-8F24-24072C05C990}"/>
          </ac:spMkLst>
        </pc:spChg>
        <pc:picChg chg="mod ord">
          <ac:chgData name="Viet Pham Hoang" userId="daff2273dfcb736e" providerId="LiveId" clId="{7864E128-F8E5-4C3B-B427-8C25E8C185A6}" dt="2025-11-24T09:38:42.797" v="8943" actId="962"/>
          <ac:picMkLst>
            <pc:docMk/>
            <pc:sldMk cId="1396302972" sldId="346"/>
            <ac:picMk id="3" creationId="{05D95D12-8E70-4694-362C-4DC024053641}"/>
          </ac:picMkLst>
        </pc:picChg>
        <pc:picChg chg="del mod ord">
          <ac:chgData name="Viet Pham Hoang" userId="daff2273dfcb736e" providerId="LiveId" clId="{7864E128-F8E5-4C3B-B427-8C25E8C185A6}" dt="2025-11-24T09:38:42.797" v="8941" actId="478"/>
          <ac:picMkLst>
            <pc:docMk/>
            <pc:sldMk cId="1396302972" sldId="346"/>
            <ac:picMk id="7" creationId="{B56AF197-DC8B-C5D7-CC08-D290960593A5}"/>
          </ac:picMkLst>
        </pc:picChg>
        <pc:picChg chg="mod ord">
          <ac:chgData name="Viet Pham Hoang" userId="daff2273dfcb736e" providerId="LiveId" clId="{7864E128-F8E5-4C3B-B427-8C25E8C185A6}" dt="2025-11-09T14:34:19.779" v="3496" actId="1076"/>
          <ac:picMkLst>
            <pc:docMk/>
            <pc:sldMk cId="1396302972" sldId="346"/>
            <ac:picMk id="11" creationId="{FBF60668-88C0-1319-3A93-DC1D7BCB8FBD}"/>
          </ac:picMkLst>
        </pc:picChg>
      </pc:sldChg>
      <pc:sldChg chg="delSp modSp add del mod modNotesTx">
        <pc:chgData name="Viet Pham Hoang" userId="daff2273dfcb736e" providerId="LiveId" clId="{7864E128-F8E5-4C3B-B427-8C25E8C185A6}" dt="2025-11-24T09:36:42.664" v="8927" actId="47"/>
        <pc:sldMkLst>
          <pc:docMk/>
          <pc:sldMk cId="2458143598" sldId="347"/>
        </pc:sldMkLst>
      </pc:sldChg>
      <pc:sldChg chg="addSp delSp modSp add del mod">
        <pc:chgData name="Viet Pham Hoang" userId="daff2273dfcb736e" providerId="LiveId" clId="{7864E128-F8E5-4C3B-B427-8C25E8C185A6}" dt="2025-11-24T09:36:47.885" v="8928" actId="47"/>
        <pc:sldMkLst>
          <pc:docMk/>
          <pc:sldMk cId="3359838508" sldId="348"/>
        </pc:sldMkLst>
      </pc:sldChg>
      <pc:sldChg chg="modSp add mod modNotesTx">
        <pc:chgData name="Viet Pham Hoang" userId="daff2273dfcb736e" providerId="LiveId" clId="{7864E128-F8E5-4C3B-B427-8C25E8C185A6}" dt="2025-11-24T16:29:53.583" v="9134" actId="15"/>
        <pc:sldMkLst>
          <pc:docMk/>
          <pc:sldMk cId="529740594" sldId="349"/>
        </pc:sldMkLst>
        <pc:spChg chg="mod">
          <ac:chgData name="Viet Pham Hoang" userId="daff2273dfcb736e" providerId="LiveId" clId="{7864E128-F8E5-4C3B-B427-8C25E8C185A6}" dt="2025-11-24T16:29:53.583" v="9134" actId="15"/>
          <ac:spMkLst>
            <pc:docMk/>
            <pc:sldMk cId="529740594" sldId="349"/>
            <ac:spMk id="31747" creationId="{88DDE952-09C4-C340-5BC7-0E3242090A38}"/>
          </ac:spMkLst>
        </pc:spChg>
      </pc:sldChg>
      <pc:sldChg chg="modSp add mod">
        <pc:chgData name="Viet Pham Hoang" userId="daff2273dfcb736e" providerId="LiveId" clId="{7864E128-F8E5-4C3B-B427-8C25E8C185A6}" dt="2025-11-09T14:59:45.734" v="3632" actId="15"/>
        <pc:sldMkLst>
          <pc:docMk/>
          <pc:sldMk cId="2995448723" sldId="350"/>
        </pc:sldMkLst>
        <pc:spChg chg="mod">
          <ac:chgData name="Viet Pham Hoang" userId="daff2273dfcb736e" providerId="LiveId" clId="{7864E128-F8E5-4C3B-B427-8C25E8C185A6}" dt="2025-11-09T14:59:45.734" v="3632" actId="15"/>
          <ac:spMkLst>
            <pc:docMk/>
            <pc:sldMk cId="2995448723" sldId="350"/>
            <ac:spMk id="31747" creationId="{8826B906-3524-C320-95DA-CF626762A388}"/>
          </ac:spMkLst>
        </pc:spChg>
      </pc:sldChg>
      <pc:sldChg chg="addSp delSp modSp add mod ord modNotesTx">
        <pc:chgData name="Viet Pham Hoang" userId="daff2273dfcb736e" providerId="LiveId" clId="{7864E128-F8E5-4C3B-B427-8C25E8C185A6}" dt="2025-11-23T06:47:37.559" v="4090"/>
        <pc:sldMkLst>
          <pc:docMk/>
          <pc:sldMk cId="3089105831" sldId="351"/>
        </pc:sldMkLst>
        <pc:spChg chg="mod">
          <ac:chgData name="Viet Pham Hoang" userId="daff2273dfcb736e" providerId="LiveId" clId="{7864E128-F8E5-4C3B-B427-8C25E8C185A6}" dt="2025-11-23T05:20:16.524" v="4063" actId="20577"/>
          <ac:spMkLst>
            <pc:docMk/>
            <pc:sldMk cId="3089105831" sldId="351"/>
            <ac:spMk id="31747" creationId="{3C662FBA-B680-D57F-65E7-D9094C01D2FB}"/>
          </ac:spMkLst>
        </pc:spChg>
        <pc:picChg chg="add mod">
          <ac:chgData name="Viet Pham Hoang" userId="daff2273dfcb736e" providerId="LiveId" clId="{7864E128-F8E5-4C3B-B427-8C25E8C185A6}" dt="2025-11-23T05:19:39.814" v="4050" actId="1076"/>
          <ac:picMkLst>
            <pc:docMk/>
            <pc:sldMk cId="3089105831" sldId="351"/>
            <ac:picMk id="4" creationId="{BF1B0662-7B82-D8AF-EC77-A214F7A18086}"/>
          </ac:picMkLst>
        </pc:picChg>
        <pc:picChg chg="add mod">
          <ac:chgData name="Viet Pham Hoang" userId="daff2273dfcb736e" providerId="LiveId" clId="{7864E128-F8E5-4C3B-B427-8C25E8C185A6}" dt="2025-11-23T05:19:47.286" v="4052" actId="1076"/>
          <ac:picMkLst>
            <pc:docMk/>
            <pc:sldMk cId="3089105831" sldId="351"/>
            <ac:picMk id="9" creationId="{95BF274D-69D9-AF33-2ECB-B00095509297}"/>
          </ac:picMkLst>
        </pc:picChg>
      </pc:sldChg>
      <pc:sldChg chg="modSp add mod modNotesTx">
        <pc:chgData name="Viet Pham Hoang" userId="daff2273dfcb736e" providerId="LiveId" clId="{7864E128-F8E5-4C3B-B427-8C25E8C185A6}" dt="2025-11-23T06:49:29.539" v="4105" actId="12"/>
        <pc:sldMkLst>
          <pc:docMk/>
          <pc:sldMk cId="3708178337" sldId="352"/>
        </pc:sldMkLst>
        <pc:spChg chg="mod">
          <ac:chgData name="Viet Pham Hoang" userId="daff2273dfcb736e" providerId="LiveId" clId="{7864E128-F8E5-4C3B-B427-8C25E8C185A6}" dt="2025-11-23T06:49:02.449" v="4101" actId="20577"/>
          <ac:spMkLst>
            <pc:docMk/>
            <pc:sldMk cId="3708178337" sldId="352"/>
            <ac:spMk id="31747" creationId="{0AEB5ED5-FC72-98C1-1931-A9C003BFA425}"/>
          </ac:spMkLst>
        </pc:spChg>
      </pc:sldChg>
      <pc:sldChg chg="delSp modSp add mod">
        <pc:chgData name="Viet Pham Hoang" userId="daff2273dfcb736e" providerId="LiveId" clId="{7864E128-F8E5-4C3B-B427-8C25E8C185A6}" dt="2025-11-23T07:10:47.571" v="4251" actId="313"/>
        <pc:sldMkLst>
          <pc:docMk/>
          <pc:sldMk cId="173875420" sldId="353"/>
        </pc:sldMkLst>
        <pc:spChg chg="mod">
          <ac:chgData name="Viet Pham Hoang" userId="daff2273dfcb736e" providerId="LiveId" clId="{7864E128-F8E5-4C3B-B427-8C25E8C185A6}" dt="2025-11-23T07:10:47.571" v="4251" actId="313"/>
          <ac:spMkLst>
            <pc:docMk/>
            <pc:sldMk cId="173875420" sldId="353"/>
            <ac:spMk id="31747" creationId="{D8A072D3-F963-84F8-7076-E72898C3AD21}"/>
          </ac:spMkLst>
        </pc:spChg>
      </pc:sldChg>
      <pc:sldChg chg="addSp delSp modSp add mod modNotesTx">
        <pc:chgData name="Viet Pham Hoang" userId="daff2273dfcb736e" providerId="LiveId" clId="{7864E128-F8E5-4C3B-B427-8C25E8C185A6}" dt="2025-11-23T07:31:19.358" v="4739" actId="12"/>
        <pc:sldMkLst>
          <pc:docMk/>
          <pc:sldMk cId="3574206699" sldId="354"/>
        </pc:sldMkLst>
        <pc:spChg chg="mod">
          <ac:chgData name="Viet Pham Hoang" userId="daff2273dfcb736e" providerId="LiveId" clId="{7864E128-F8E5-4C3B-B427-8C25E8C185A6}" dt="2025-11-23T07:31:19.358" v="4739" actId="12"/>
          <ac:spMkLst>
            <pc:docMk/>
            <pc:sldMk cId="3574206699" sldId="354"/>
            <ac:spMk id="31747" creationId="{CDBF43CE-E972-1BF3-4218-900B68095353}"/>
          </ac:spMkLst>
        </pc:spChg>
      </pc:sldChg>
      <pc:sldChg chg="modSp add mod ord">
        <pc:chgData name="Viet Pham Hoang" userId="daff2273dfcb736e" providerId="LiveId" clId="{7864E128-F8E5-4C3B-B427-8C25E8C185A6}" dt="2025-11-23T07:25:48.360" v="4686" actId="14100"/>
        <pc:sldMkLst>
          <pc:docMk/>
          <pc:sldMk cId="3078886592" sldId="355"/>
        </pc:sldMkLst>
        <pc:picChg chg="mod">
          <ac:chgData name="Viet Pham Hoang" userId="daff2273dfcb736e" providerId="LiveId" clId="{7864E128-F8E5-4C3B-B427-8C25E8C185A6}" dt="2025-11-23T07:25:48.360" v="4686" actId="14100"/>
          <ac:picMkLst>
            <pc:docMk/>
            <pc:sldMk cId="3078886592" sldId="355"/>
            <ac:picMk id="3" creationId="{E9EEE633-B29E-01D8-56B5-F0189E992F9A}"/>
          </ac:picMkLst>
        </pc:picChg>
      </pc:sldChg>
      <pc:sldChg chg="add">
        <pc:chgData name="Viet Pham Hoang" userId="daff2273dfcb736e" providerId="LiveId" clId="{7864E128-F8E5-4C3B-B427-8C25E8C185A6}" dt="2025-11-23T07:31:27.448" v="4740"/>
        <pc:sldMkLst>
          <pc:docMk/>
          <pc:sldMk cId="3495364213" sldId="356"/>
        </pc:sldMkLst>
      </pc:sldChg>
      <pc:sldChg chg="addSp modSp add mod modNotesTx">
        <pc:chgData name="Viet Pham Hoang" userId="daff2273dfcb736e" providerId="LiveId" clId="{7864E128-F8E5-4C3B-B427-8C25E8C185A6}" dt="2025-11-23T08:02:21.309" v="5292" actId="20577"/>
        <pc:sldMkLst>
          <pc:docMk/>
          <pc:sldMk cId="3535623049" sldId="357"/>
        </pc:sldMkLst>
        <pc:spChg chg="mod">
          <ac:chgData name="Viet Pham Hoang" userId="daff2273dfcb736e" providerId="LiveId" clId="{7864E128-F8E5-4C3B-B427-8C25E8C185A6}" dt="2025-11-23T07:50:40.260" v="4888" actId="15"/>
          <ac:spMkLst>
            <pc:docMk/>
            <pc:sldMk cId="3535623049" sldId="357"/>
            <ac:spMk id="31747" creationId="{E51FA992-55D4-F044-B8BA-EA8265C23265}"/>
          </ac:spMkLst>
        </pc:spChg>
        <pc:picChg chg="add mod">
          <ac:chgData name="Viet Pham Hoang" userId="daff2273dfcb736e" providerId="LiveId" clId="{7864E128-F8E5-4C3B-B427-8C25E8C185A6}" dt="2025-11-23T07:48:20.168" v="4858" actId="1076"/>
          <ac:picMkLst>
            <pc:docMk/>
            <pc:sldMk cId="3535623049" sldId="357"/>
            <ac:picMk id="3" creationId="{1F754368-1EB1-49EB-775B-64014EE3D300}"/>
          </ac:picMkLst>
        </pc:picChg>
        <pc:picChg chg="add mod">
          <ac:chgData name="Viet Pham Hoang" userId="daff2273dfcb736e" providerId="LiveId" clId="{7864E128-F8E5-4C3B-B427-8C25E8C185A6}" dt="2025-11-23T07:50:52.632" v="4891" actId="14100"/>
          <ac:picMkLst>
            <pc:docMk/>
            <pc:sldMk cId="3535623049" sldId="357"/>
            <ac:picMk id="5" creationId="{933BF2C0-8EFF-96E8-3CCB-CB53705E2CCB}"/>
          </ac:picMkLst>
        </pc:picChg>
      </pc:sldChg>
      <pc:sldChg chg="addSp delSp modSp add mod modNotesTx">
        <pc:chgData name="Viet Pham Hoang" userId="daff2273dfcb736e" providerId="LiveId" clId="{7864E128-F8E5-4C3B-B427-8C25E8C185A6}" dt="2025-11-23T08:02:18.654" v="5291" actId="20577"/>
        <pc:sldMkLst>
          <pc:docMk/>
          <pc:sldMk cId="110048009" sldId="358"/>
        </pc:sldMkLst>
        <pc:spChg chg="mod">
          <ac:chgData name="Viet Pham Hoang" userId="daff2273dfcb736e" providerId="LiveId" clId="{7864E128-F8E5-4C3B-B427-8C25E8C185A6}" dt="2025-11-23T08:00:23.455" v="5278"/>
          <ac:spMkLst>
            <pc:docMk/>
            <pc:sldMk cId="110048009" sldId="358"/>
            <ac:spMk id="31747" creationId="{CDC4C58C-3DAE-5FA5-BDC9-D33637B191D1}"/>
          </ac:spMkLst>
        </pc:spChg>
        <pc:picChg chg="mod">
          <ac:chgData name="Viet Pham Hoang" userId="daff2273dfcb736e" providerId="LiveId" clId="{7864E128-F8E5-4C3B-B427-8C25E8C185A6}" dt="2025-11-23T07:51:15.256" v="4895" actId="1076"/>
          <ac:picMkLst>
            <pc:docMk/>
            <pc:sldMk cId="110048009" sldId="358"/>
            <ac:picMk id="3" creationId="{7EAF7553-7D15-8FA8-71B7-742AFCC177AA}"/>
          </ac:picMkLst>
        </pc:picChg>
        <pc:picChg chg="add mod">
          <ac:chgData name="Viet Pham Hoang" userId="daff2273dfcb736e" providerId="LiveId" clId="{7864E128-F8E5-4C3B-B427-8C25E8C185A6}" dt="2025-11-23T07:55:57.044" v="4934" actId="1035"/>
          <ac:picMkLst>
            <pc:docMk/>
            <pc:sldMk cId="110048009" sldId="358"/>
            <ac:picMk id="4" creationId="{8D938CBB-687B-01D1-F77B-FED991AA8F03}"/>
          </ac:picMkLst>
        </pc:picChg>
      </pc:sldChg>
      <pc:sldChg chg="add modNotesTx">
        <pc:chgData name="Viet Pham Hoang" userId="daff2273dfcb736e" providerId="LiveId" clId="{7864E128-F8E5-4C3B-B427-8C25E8C185A6}" dt="2025-11-23T08:02:15.738" v="5290" actId="20577"/>
        <pc:sldMkLst>
          <pc:docMk/>
          <pc:sldMk cId="4224173771" sldId="359"/>
        </pc:sldMkLst>
      </pc:sldChg>
      <pc:sldChg chg="addSp delSp modSp add mod modNotesTx">
        <pc:chgData name="Viet Pham Hoang" userId="daff2273dfcb736e" providerId="LiveId" clId="{7864E128-F8E5-4C3B-B427-8C25E8C185A6}" dt="2025-11-23T08:04:57.925" v="5313" actId="20577"/>
        <pc:sldMkLst>
          <pc:docMk/>
          <pc:sldMk cId="3516153871" sldId="360"/>
        </pc:sldMkLst>
        <pc:spChg chg="mod">
          <ac:chgData name="Viet Pham Hoang" userId="daff2273dfcb736e" providerId="LiveId" clId="{7864E128-F8E5-4C3B-B427-8C25E8C185A6}" dt="2025-11-23T08:02:42.437" v="5302" actId="255"/>
          <ac:spMkLst>
            <pc:docMk/>
            <pc:sldMk cId="3516153871" sldId="360"/>
            <ac:spMk id="31747" creationId="{BD1C1A2D-DF45-32C7-D473-9AD5FF92627F}"/>
          </ac:spMkLst>
        </pc:spChg>
        <pc:picChg chg="add mod">
          <ac:chgData name="Viet Pham Hoang" userId="daff2273dfcb736e" providerId="LiveId" clId="{7864E128-F8E5-4C3B-B427-8C25E8C185A6}" dt="2025-11-23T08:03:03.320" v="5304" actId="1076"/>
          <ac:picMkLst>
            <pc:docMk/>
            <pc:sldMk cId="3516153871" sldId="360"/>
            <ac:picMk id="5" creationId="{7C9D7B13-B046-EF30-6DC6-864998F57238}"/>
          </ac:picMkLst>
        </pc:picChg>
        <pc:picChg chg="add mod">
          <ac:chgData name="Viet Pham Hoang" userId="daff2273dfcb736e" providerId="LiveId" clId="{7864E128-F8E5-4C3B-B427-8C25E8C185A6}" dt="2025-11-23T08:03:18.336" v="5306" actId="1076"/>
          <ac:picMkLst>
            <pc:docMk/>
            <pc:sldMk cId="3516153871" sldId="360"/>
            <ac:picMk id="7" creationId="{19DAB146-3FE2-9883-0B88-E44431220C74}"/>
          </ac:picMkLst>
        </pc:picChg>
        <pc:picChg chg="add mod">
          <ac:chgData name="Viet Pham Hoang" userId="daff2273dfcb736e" providerId="LiveId" clId="{7864E128-F8E5-4C3B-B427-8C25E8C185A6}" dt="2025-11-23T08:03:46.479" v="5308" actId="1076"/>
          <ac:picMkLst>
            <pc:docMk/>
            <pc:sldMk cId="3516153871" sldId="360"/>
            <ac:picMk id="9" creationId="{C7844287-4F20-0EC1-0EEE-4BD0753ACBA1}"/>
          </ac:picMkLst>
        </pc:picChg>
        <pc:picChg chg="add mod">
          <ac:chgData name="Viet Pham Hoang" userId="daff2273dfcb736e" providerId="LiveId" clId="{7864E128-F8E5-4C3B-B427-8C25E8C185A6}" dt="2025-11-23T08:03:58.977" v="5310" actId="1076"/>
          <ac:picMkLst>
            <pc:docMk/>
            <pc:sldMk cId="3516153871" sldId="360"/>
            <ac:picMk id="11" creationId="{164049EF-8E48-8FA5-03E7-8115254F534D}"/>
          </ac:picMkLst>
        </pc:picChg>
        <pc:picChg chg="add mod">
          <ac:chgData name="Viet Pham Hoang" userId="daff2273dfcb736e" providerId="LiveId" clId="{7864E128-F8E5-4C3B-B427-8C25E8C185A6}" dt="2025-11-23T08:04:18.224" v="5312" actId="1076"/>
          <ac:picMkLst>
            <pc:docMk/>
            <pc:sldMk cId="3516153871" sldId="360"/>
            <ac:picMk id="13" creationId="{DF2741B1-C2E8-A9C6-A4F8-8000540F47FE}"/>
          </ac:picMkLst>
        </pc:picChg>
      </pc:sldChg>
      <pc:sldChg chg="addSp delSp modSp add mod modNotesTx">
        <pc:chgData name="Viet Pham Hoang" userId="daff2273dfcb736e" providerId="LiveId" clId="{7864E128-F8E5-4C3B-B427-8C25E8C185A6}" dt="2025-11-23T08:07:06.871" v="5330" actId="1076"/>
        <pc:sldMkLst>
          <pc:docMk/>
          <pc:sldMk cId="368140118" sldId="361"/>
        </pc:sldMkLst>
        <pc:picChg chg="add mod">
          <ac:chgData name="Viet Pham Hoang" userId="daff2273dfcb736e" providerId="LiveId" clId="{7864E128-F8E5-4C3B-B427-8C25E8C185A6}" dt="2025-11-23T08:05:33.328" v="5321" actId="1076"/>
          <ac:picMkLst>
            <pc:docMk/>
            <pc:sldMk cId="368140118" sldId="361"/>
            <ac:picMk id="4" creationId="{AA348218-4DDB-1F60-454B-9B507E93C542}"/>
          </ac:picMkLst>
        </pc:picChg>
        <pc:picChg chg="add mod">
          <ac:chgData name="Viet Pham Hoang" userId="daff2273dfcb736e" providerId="LiveId" clId="{7864E128-F8E5-4C3B-B427-8C25E8C185A6}" dt="2025-11-23T08:06:37.135" v="5324" actId="1076"/>
          <ac:picMkLst>
            <pc:docMk/>
            <pc:sldMk cId="368140118" sldId="361"/>
            <ac:picMk id="8" creationId="{A078C9F3-B5D6-61BD-F5B9-8514750323A3}"/>
          </ac:picMkLst>
        </pc:picChg>
        <pc:picChg chg="add mod">
          <ac:chgData name="Viet Pham Hoang" userId="daff2273dfcb736e" providerId="LiveId" clId="{7864E128-F8E5-4C3B-B427-8C25E8C185A6}" dt="2025-11-23T08:06:50.080" v="5328" actId="1076"/>
          <ac:picMkLst>
            <pc:docMk/>
            <pc:sldMk cId="368140118" sldId="361"/>
            <ac:picMk id="12" creationId="{A7D64CAE-70D0-4006-31CA-76FEECE8FCAD}"/>
          </ac:picMkLst>
        </pc:picChg>
        <pc:picChg chg="add mod">
          <ac:chgData name="Viet Pham Hoang" userId="daff2273dfcb736e" providerId="LiveId" clId="{7864E128-F8E5-4C3B-B427-8C25E8C185A6}" dt="2025-11-23T08:07:06.871" v="5330" actId="1076"/>
          <ac:picMkLst>
            <pc:docMk/>
            <pc:sldMk cId="368140118" sldId="361"/>
            <ac:picMk id="15" creationId="{AB15D527-E809-C8D6-24A8-085CC3741DA8}"/>
          </ac:picMkLst>
        </pc:picChg>
      </pc:sldChg>
      <pc:sldChg chg="addSp delSp modSp add mod">
        <pc:chgData name="Viet Pham Hoang" userId="daff2273dfcb736e" providerId="LiveId" clId="{7864E128-F8E5-4C3B-B427-8C25E8C185A6}" dt="2025-11-23T08:11:28.656" v="5377" actId="1076"/>
        <pc:sldMkLst>
          <pc:docMk/>
          <pc:sldMk cId="1480553284" sldId="362"/>
        </pc:sldMkLst>
        <pc:spChg chg="mod">
          <ac:chgData name="Viet Pham Hoang" userId="daff2273dfcb736e" providerId="LiveId" clId="{7864E128-F8E5-4C3B-B427-8C25E8C185A6}" dt="2025-11-23T08:07:51.941" v="5341" actId="20577"/>
          <ac:spMkLst>
            <pc:docMk/>
            <pc:sldMk cId="1480553284" sldId="362"/>
            <ac:spMk id="31747" creationId="{9F111446-3FE1-475B-0429-E4A2FBEDE416}"/>
          </ac:spMkLst>
        </pc:spChg>
        <pc:picChg chg="add mod">
          <ac:chgData name="Viet Pham Hoang" userId="daff2273dfcb736e" providerId="LiveId" clId="{7864E128-F8E5-4C3B-B427-8C25E8C185A6}" dt="2025-11-23T08:08:17" v="5348" actId="1076"/>
          <ac:picMkLst>
            <pc:docMk/>
            <pc:sldMk cId="1480553284" sldId="362"/>
            <ac:picMk id="5" creationId="{9B27ACDB-A009-CD68-CEEC-600301E22739}"/>
          </ac:picMkLst>
        </pc:picChg>
        <pc:picChg chg="add mod">
          <ac:chgData name="Viet Pham Hoang" userId="daff2273dfcb736e" providerId="LiveId" clId="{7864E128-F8E5-4C3B-B427-8C25E8C185A6}" dt="2025-11-23T08:09:12.055" v="5355" actId="1076"/>
          <ac:picMkLst>
            <pc:docMk/>
            <pc:sldMk cId="1480553284" sldId="362"/>
            <ac:picMk id="7" creationId="{D8A2D2FF-A897-B6EE-EBF7-1D6E98BCED22}"/>
          </ac:picMkLst>
        </pc:picChg>
        <pc:picChg chg="add mod">
          <ac:chgData name="Viet Pham Hoang" userId="daff2273dfcb736e" providerId="LiveId" clId="{7864E128-F8E5-4C3B-B427-8C25E8C185A6}" dt="2025-11-23T08:09:12.055" v="5355" actId="1076"/>
          <ac:picMkLst>
            <pc:docMk/>
            <pc:sldMk cId="1480553284" sldId="362"/>
            <ac:picMk id="10" creationId="{57B34E48-B252-FFB6-7A10-207995195425}"/>
          </ac:picMkLst>
        </pc:picChg>
        <pc:picChg chg="add mod">
          <ac:chgData name="Viet Pham Hoang" userId="daff2273dfcb736e" providerId="LiveId" clId="{7864E128-F8E5-4C3B-B427-8C25E8C185A6}" dt="2025-11-23T08:09:12.055" v="5355" actId="1076"/>
          <ac:picMkLst>
            <pc:docMk/>
            <pc:sldMk cId="1480553284" sldId="362"/>
            <ac:picMk id="13" creationId="{E473EFD6-CBBA-C99C-E0C3-842DDD8F120B}"/>
          </ac:picMkLst>
        </pc:picChg>
        <pc:picChg chg="add mod">
          <ac:chgData name="Viet Pham Hoang" userId="daff2273dfcb736e" providerId="LiveId" clId="{7864E128-F8E5-4C3B-B427-8C25E8C185A6}" dt="2025-11-23T08:09:41.128" v="5357" actId="1076"/>
          <ac:picMkLst>
            <pc:docMk/>
            <pc:sldMk cId="1480553284" sldId="362"/>
            <ac:picMk id="16" creationId="{9175E732-7155-BB88-17BE-7A8CFD6BB994}"/>
          </ac:picMkLst>
        </pc:picChg>
        <pc:picChg chg="add mod">
          <ac:chgData name="Viet Pham Hoang" userId="daff2273dfcb736e" providerId="LiveId" clId="{7864E128-F8E5-4C3B-B427-8C25E8C185A6}" dt="2025-11-23T08:10:54.903" v="5373" actId="1037"/>
          <ac:picMkLst>
            <pc:docMk/>
            <pc:sldMk cId="1480553284" sldId="362"/>
            <ac:picMk id="18" creationId="{26546AC7-A554-7FD6-174A-97ED07BBDCD2}"/>
          </ac:picMkLst>
        </pc:picChg>
        <pc:picChg chg="add mod">
          <ac:chgData name="Viet Pham Hoang" userId="daff2273dfcb736e" providerId="LiveId" clId="{7864E128-F8E5-4C3B-B427-8C25E8C185A6}" dt="2025-11-23T08:10:52.345" v="5372" actId="1037"/>
          <ac:picMkLst>
            <pc:docMk/>
            <pc:sldMk cId="1480553284" sldId="362"/>
            <ac:picMk id="20" creationId="{0B7635B3-2F00-C65D-7876-B569FDC293A3}"/>
          </ac:picMkLst>
        </pc:picChg>
        <pc:picChg chg="add mod">
          <ac:chgData name="Viet Pham Hoang" userId="daff2273dfcb736e" providerId="LiveId" clId="{7864E128-F8E5-4C3B-B427-8C25E8C185A6}" dt="2025-11-23T08:11:13.999" v="5375" actId="1076"/>
          <ac:picMkLst>
            <pc:docMk/>
            <pc:sldMk cId="1480553284" sldId="362"/>
            <ac:picMk id="24" creationId="{24EBFE9C-7B93-8B58-BBE8-F3BD147F88F7}"/>
          </ac:picMkLst>
        </pc:picChg>
        <pc:picChg chg="add mod">
          <ac:chgData name="Viet Pham Hoang" userId="daff2273dfcb736e" providerId="LiveId" clId="{7864E128-F8E5-4C3B-B427-8C25E8C185A6}" dt="2025-11-23T08:11:28.656" v="5377" actId="1076"/>
          <ac:picMkLst>
            <pc:docMk/>
            <pc:sldMk cId="1480553284" sldId="362"/>
            <ac:picMk id="26" creationId="{F016D205-212A-86BD-5C2D-86020F0B7A40}"/>
          </ac:picMkLst>
        </pc:picChg>
      </pc:sldChg>
      <pc:sldChg chg="addSp delSp modSp add mod">
        <pc:chgData name="Viet Pham Hoang" userId="daff2273dfcb736e" providerId="LiveId" clId="{7864E128-F8E5-4C3B-B427-8C25E8C185A6}" dt="2025-11-23T08:16:35.368" v="5413" actId="1076"/>
        <pc:sldMkLst>
          <pc:docMk/>
          <pc:sldMk cId="1459245541" sldId="363"/>
        </pc:sldMkLst>
        <pc:picChg chg="add mod">
          <ac:chgData name="Viet Pham Hoang" userId="daff2273dfcb736e" providerId="LiveId" clId="{7864E128-F8E5-4C3B-B427-8C25E8C185A6}" dt="2025-11-23T08:12:11.280" v="5389" actId="1076"/>
          <ac:picMkLst>
            <pc:docMk/>
            <pc:sldMk cId="1459245541" sldId="363"/>
            <ac:picMk id="3" creationId="{93D17378-3EDB-1A5A-A0E6-4BD00E2C32E9}"/>
          </ac:picMkLst>
        </pc:picChg>
        <pc:picChg chg="add mod">
          <ac:chgData name="Viet Pham Hoang" userId="daff2273dfcb736e" providerId="LiveId" clId="{7864E128-F8E5-4C3B-B427-8C25E8C185A6}" dt="2025-11-23T08:14:19.738" v="5395" actId="1037"/>
          <ac:picMkLst>
            <pc:docMk/>
            <pc:sldMk cId="1459245541" sldId="363"/>
            <ac:picMk id="6" creationId="{4B746267-3D5C-D727-A0AB-81C72BA21F86}"/>
          </ac:picMkLst>
        </pc:picChg>
        <pc:picChg chg="add mod">
          <ac:chgData name="Viet Pham Hoang" userId="daff2273dfcb736e" providerId="LiveId" clId="{7864E128-F8E5-4C3B-B427-8C25E8C185A6}" dt="2025-11-23T08:14:34.368" v="5397" actId="1076"/>
          <ac:picMkLst>
            <pc:docMk/>
            <pc:sldMk cId="1459245541" sldId="363"/>
            <ac:picMk id="12" creationId="{DC367A7D-47F1-72C1-31D2-FC4FDB7B4FF5}"/>
          </ac:picMkLst>
        </pc:picChg>
        <pc:picChg chg="add mod">
          <ac:chgData name="Viet Pham Hoang" userId="daff2273dfcb736e" providerId="LiveId" clId="{7864E128-F8E5-4C3B-B427-8C25E8C185A6}" dt="2025-11-23T08:14:45.735" v="5399" actId="1076"/>
          <ac:picMkLst>
            <pc:docMk/>
            <pc:sldMk cId="1459245541" sldId="363"/>
            <ac:picMk id="15" creationId="{BD411660-20FE-F1B1-C19A-37606C78AEC6}"/>
          </ac:picMkLst>
        </pc:picChg>
        <pc:picChg chg="add mod">
          <ac:chgData name="Viet Pham Hoang" userId="daff2273dfcb736e" providerId="LiveId" clId="{7864E128-F8E5-4C3B-B427-8C25E8C185A6}" dt="2025-11-23T08:15:01.202" v="5405" actId="1038"/>
          <ac:picMkLst>
            <pc:docMk/>
            <pc:sldMk cId="1459245541" sldId="363"/>
            <ac:picMk id="19" creationId="{6D01AA66-4899-CAFC-1D28-6A2BDB99E72B}"/>
          </ac:picMkLst>
        </pc:picChg>
        <pc:picChg chg="add mod">
          <ac:chgData name="Viet Pham Hoang" userId="daff2273dfcb736e" providerId="LiveId" clId="{7864E128-F8E5-4C3B-B427-8C25E8C185A6}" dt="2025-11-23T08:15:21.208" v="5407" actId="1076"/>
          <ac:picMkLst>
            <pc:docMk/>
            <pc:sldMk cId="1459245541" sldId="363"/>
            <ac:picMk id="22" creationId="{F21BE6F7-22CE-BD95-157E-04E3F95F5319}"/>
          </ac:picMkLst>
        </pc:picChg>
        <pc:picChg chg="add mod">
          <ac:chgData name="Viet Pham Hoang" userId="daff2273dfcb736e" providerId="LiveId" clId="{7864E128-F8E5-4C3B-B427-8C25E8C185A6}" dt="2025-11-23T08:15:52.504" v="5409" actId="1076"/>
          <ac:picMkLst>
            <pc:docMk/>
            <pc:sldMk cId="1459245541" sldId="363"/>
            <ac:picMk id="25" creationId="{E789482E-03DA-906A-5FB0-D64B9D723729}"/>
          </ac:picMkLst>
        </pc:picChg>
        <pc:picChg chg="add mod">
          <ac:chgData name="Viet Pham Hoang" userId="daff2273dfcb736e" providerId="LiveId" clId="{7864E128-F8E5-4C3B-B427-8C25E8C185A6}" dt="2025-11-23T08:16:21.352" v="5411" actId="1076"/>
          <ac:picMkLst>
            <pc:docMk/>
            <pc:sldMk cId="1459245541" sldId="363"/>
            <ac:picMk id="28" creationId="{10F8FB5D-F793-202C-BCDA-66594005AA45}"/>
          </ac:picMkLst>
        </pc:picChg>
        <pc:picChg chg="add mod">
          <ac:chgData name="Viet Pham Hoang" userId="daff2273dfcb736e" providerId="LiveId" clId="{7864E128-F8E5-4C3B-B427-8C25E8C185A6}" dt="2025-11-23T08:16:35.368" v="5413" actId="1076"/>
          <ac:picMkLst>
            <pc:docMk/>
            <pc:sldMk cId="1459245541" sldId="363"/>
            <ac:picMk id="30" creationId="{1C28AE0D-AC61-3793-ECED-74C1CC3B4981}"/>
          </ac:picMkLst>
        </pc:picChg>
      </pc:sldChg>
      <pc:sldChg chg="addSp delSp modSp add mod">
        <pc:chgData name="Viet Pham Hoang" userId="daff2273dfcb736e" providerId="LiveId" clId="{7864E128-F8E5-4C3B-B427-8C25E8C185A6}" dt="2025-11-23T09:53:53.071" v="6611" actId="207"/>
        <pc:sldMkLst>
          <pc:docMk/>
          <pc:sldMk cId="2830176056" sldId="364"/>
        </pc:sldMkLst>
        <pc:spChg chg="mod">
          <ac:chgData name="Viet Pham Hoang" userId="daff2273dfcb736e" providerId="LiveId" clId="{7864E128-F8E5-4C3B-B427-8C25E8C185A6}" dt="2025-11-23T09:53:53.071" v="6611" actId="207"/>
          <ac:spMkLst>
            <pc:docMk/>
            <pc:sldMk cId="2830176056" sldId="364"/>
            <ac:spMk id="31747" creationId="{53A67CB0-6281-909D-331C-5580540FC5B2}"/>
          </ac:spMkLst>
        </pc:spChg>
        <pc:picChg chg="add mod">
          <ac:chgData name="Viet Pham Hoang" userId="daff2273dfcb736e" providerId="LiveId" clId="{7864E128-F8E5-4C3B-B427-8C25E8C185A6}" dt="2025-11-23T08:35:32.092" v="5649" actId="1035"/>
          <ac:picMkLst>
            <pc:docMk/>
            <pc:sldMk cId="2830176056" sldId="364"/>
            <ac:picMk id="6" creationId="{820C18E1-5A21-61B7-686D-84BD2D343D16}"/>
          </ac:picMkLst>
        </pc:picChg>
        <pc:picChg chg="add mod">
          <ac:chgData name="Viet Pham Hoang" userId="daff2273dfcb736e" providerId="LiveId" clId="{7864E128-F8E5-4C3B-B427-8C25E8C185A6}" dt="2025-11-23T08:35:28.157" v="5648" actId="1038"/>
          <ac:picMkLst>
            <pc:docMk/>
            <pc:sldMk cId="2830176056" sldId="364"/>
            <ac:picMk id="8" creationId="{E44F3FD1-5A7D-E437-5E7C-5AEDE05D6C69}"/>
          </ac:picMkLst>
        </pc:picChg>
        <pc:picChg chg="add mod">
          <ac:chgData name="Viet Pham Hoang" userId="daff2273dfcb736e" providerId="LiveId" clId="{7864E128-F8E5-4C3B-B427-8C25E8C185A6}" dt="2025-11-23T08:35:03.841" v="5634"/>
          <ac:picMkLst>
            <pc:docMk/>
            <pc:sldMk cId="2830176056" sldId="364"/>
            <ac:picMk id="10" creationId="{3F45B8EE-73AE-3E9E-9EA5-637282133909}"/>
          </ac:picMkLst>
        </pc:picChg>
      </pc:sldChg>
      <pc:sldChg chg="addSp delSp modSp add mod">
        <pc:chgData name="Viet Pham Hoang" userId="daff2273dfcb736e" providerId="LiveId" clId="{7864E128-F8E5-4C3B-B427-8C25E8C185A6}" dt="2025-11-23T08:38:44.551" v="5706" actId="1076"/>
        <pc:sldMkLst>
          <pc:docMk/>
          <pc:sldMk cId="1489304090" sldId="365"/>
        </pc:sldMkLst>
        <pc:spChg chg="mod">
          <ac:chgData name="Viet Pham Hoang" userId="daff2273dfcb736e" providerId="LiveId" clId="{7864E128-F8E5-4C3B-B427-8C25E8C185A6}" dt="2025-11-23T08:37:16.124" v="5701" actId="255"/>
          <ac:spMkLst>
            <pc:docMk/>
            <pc:sldMk cId="1489304090" sldId="365"/>
            <ac:spMk id="31747" creationId="{D327620E-19C6-E33A-7F4C-0E40C1ECE143}"/>
          </ac:spMkLst>
        </pc:spChg>
        <pc:picChg chg="add mod">
          <ac:chgData name="Viet Pham Hoang" userId="daff2273dfcb736e" providerId="LiveId" clId="{7864E128-F8E5-4C3B-B427-8C25E8C185A6}" dt="2025-11-23T08:38:44.551" v="5706" actId="1076"/>
          <ac:picMkLst>
            <pc:docMk/>
            <pc:sldMk cId="1489304090" sldId="365"/>
            <ac:picMk id="5" creationId="{A12AF058-EF40-DB21-5ABA-78244C0FDEC7}"/>
          </ac:picMkLst>
        </pc:picChg>
      </pc:sldChg>
      <pc:sldChg chg="addSp delSp modSp add mod">
        <pc:chgData name="Viet Pham Hoang" userId="daff2273dfcb736e" providerId="LiveId" clId="{7864E128-F8E5-4C3B-B427-8C25E8C185A6}" dt="2025-11-23T08:43:07.285" v="5912" actId="692"/>
        <pc:sldMkLst>
          <pc:docMk/>
          <pc:sldMk cId="150606013" sldId="366"/>
        </pc:sldMkLst>
        <pc:spChg chg="add mod">
          <ac:chgData name="Viet Pham Hoang" userId="daff2273dfcb736e" providerId="LiveId" clId="{7864E128-F8E5-4C3B-B427-8C25E8C185A6}" dt="2025-11-23T08:43:07.285" v="5912" actId="692"/>
          <ac:spMkLst>
            <pc:docMk/>
            <pc:sldMk cId="150606013" sldId="366"/>
            <ac:spMk id="16" creationId="{86AEC6C0-444F-9CE7-3190-2E8A529075D0}"/>
          </ac:spMkLst>
        </pc:spChg>
        <pc:spChg chg="mod">
          <ac:chgData name="Viet Pham Hoang" userId="daff2273dfcb736e" providerId="LiveId" clId="{7864E128-F8E5-4C3B-B427-8C25E8C185A6}" dt="2025-11-23T08:42:46.708" v="5907" actId="255"/>
          <ac:spMkLst>
            <pc:docMk/>
            <pc:sldMk cId="150606013" sldId="366"/>
            <ac:spMk id="31747" creationId="{BD0FF3F8-64A5-4E03-2CEA-B76F16A79D78}"/>
          </ac:spMkLst>
        </pc:spChg>
        <pc:picChg chg="add mod">
          <ac:chgData name="Viet Pham Hoang" userId="daff2273dfcb736e" providerId="LiveId" clId="{7864E128-F8E5-4C3B-B427-8C25E8C185A6}" dt="2025-11-23T08:40:41.490" v="5818" actId="1037"/>
          <ac:picMkLst>
            <pc:docMk/>
            <pc:sldMk cId="150606013" sldId="366"/>
            <ac:picMk id="3" creationId="{E7F4848E-B08C-F17D-7CD0-195EF6D3A0D4}"/>
          </ac:picMkLst>
        </pc:picChg>
        <pc:picChg chg="add mod">
          <ac:chgData name="Viet Pham Hoang" userId="daff2273dfcb736e" providerId="LiveId" clId="{7864E128-F8E5-4C3B-B427-8C25E8C185A6}" dt="2025-11-23T08:40:41.490" v="5818" actId="1037"/>
          <ac:picMkLst>
            <pc:docMk/>
            <pc:sldMk cId="150606013" sldId="366"/>
            <ac:picMk id="7" creationId="{744EAB3B-E5D8-4495-0247-5F751EBA6E0A}"/>
          </ac:picMkLst>
        </pc:picChg>
        <pc:picChg chg="add mod">
          <ac:chgData name="Viet Pham Hoang" userId="daff2273dfcb736e" providerId="LiveId" clId="{7864E128-F8E5-4C3B-B427-8C25E8C185A6}" dt="2025-11-23T08:40:41.490" v="5818" actId="1037"/>
          <ac:picMkLst>
            <pc:docMk/>
            <pc:sldMk cId="150606013" sldId="366"/>
            <ac:picMk id="9" creationId="{D662DA79-64CE-2D4C-7F50-C5E6B61471F1}"/>
          </ac:picMkLst>
        </pc:picChg>
        <pc:picChg chg="add mod">
          <ac:chgData name="Viet Pham Hoang" userId="daff2273dfcb736e" providerId="LiveId" clId="{7864E128-F8E5-4C3B-B427-8C25E8C185A6}" dt="2025-11-23T08:41:03.591" v="5823" actId="1035"/>
          <ac:picMkLst>
            <pc:docMk/>
            <pc:sldMk cId="150606013" sldId="366"/>
            <ac:picMk id="11" creationId="{58E8DAFD-D8FC-B3F8-567E-178953A2589A}"/>
          </ac:picMkLst>
        </pc:picChg>
        <pc:picChg chg="add mod">
          <ac:chgData name="Viet Pham Hoang" userId="daff2273dfcb736e" providerId="LiveId" clId="{7864E128-F8E5-4C3B-B427-8C25E8C185A6}" dt="2025-11-23T08:42:03.167" v="5825" actId="1076"/>
          <ac:picMkLst>
            <pc:docMk/>
            <pc:sldMk cId="150606013" sldId="366"/>
            <ac:picMk id="13" creationId="{CBA8227A-92B0-1159-C2D4-D88DE6A3D33E}"/>
          </ac:picMkLst>
        </pc:picChg>
        <pc:picChg chg="add mod">
          <ac:chgData name="Viet Pham Hoang" userId="daff2273dfcb736e" providerId="LiveId" clId="{7864E128-F8E5-4C3B-B427-8C25E8C185A6}" dt="2025-11-23T08:42:19.351" v="5827" actId="1076"/>
          <ac:picMkLst>
            <pc:docMk/>
            <pc:sldMk cId="150606013" sldId="366"/>
            <ac:picMk id="15" creationId="{98FE855D-482E-55B3-4852-C29E21937B85}"/>
          </ac:picMkLst>
        </pc:picChg>
      </pc:sldChg>
      <pc:sldChg chg="addSp delSp modSp add mod">
        <pc:chgData name="Viet Pham Hoang" userId="daff2273dfcb736e" providerId="LiveId" clId="{7864E128-F8E5-4C3B-B427-8C25E8C185A6}" dt="2025-11-23T08:58:26.126" v="6214"/>
        <pc:sldMkLst>
          <pc:docMk/>
          <pc:sldMk cId="946370373" sldId="367"/>
        </pc:sldMkLst>
        <pc:spChg chg="mod">
          <ac:chgData name="Viet Pham Hoang" userId="daff2273dfcb736e" providerId="LiveId" clId="{7864E128-F8E5-4C3B-B427-8C25E8C185A6}" dt="2025-11-23T08:58:26.126" v="6214"/>
          <ac:spMkLst>
            <pc:docMk/>
            <pc:sldMk cId="946370373" sldId="367"/>
            <ac:spMk id="31747" creationId="{7E2960B4-04E1-25A0-68AD-017C47C7DB3C}"/>
          </ac:spMkLst>
        </pc:spChg>
        <pc:picChg chg="add mod">
          <ac:chgData name="Viet Pham Hoang" userId="daff2273dfcb736e" providerId="LiveId" clId="{7864E128-F8E5-4C3B-B427-8C25E8C185A6}" dt="2025-11-23T08:49:25.120" v="6020" actId="1076"/>
          <ac:picMkLst>
            <pc:docMk/>
            <pc:sldMk cId="946370373" sldId="367"/>
            <ac:picMk id="3" creationId="{FAFC4BE9-9514-622A-F632-B5997961A231}"/>
          </ac:picMkLst>
        </pc:picChg>
        <pc:picChg chg="add mod">
          <ac:chgData name="Viet Pham Hoang" userId="daff2273dfcb736e" providerId="LiveId" clId="{7864E128-F8E5-4C3B-B427-8C25E8C185A6}" dt="2025-11-23T08:49:42.519" v="6022" actId="1076"/>
          <ac:picMkLst>
            <pc:docMk/>
            <pc:sldMk cId="946370373" sldId="367"/>
            <ac:picMk id="5" creationId="{45A74D0F-3506-2F64-A9F8-24CF70352C1E}"/>
          </ac:picMkLst>
        </pc:picChg>
        <pc:picChg chg="add mod">
          <ac:chgData name="Viet Pham Hoang" userId="daff2273dfcb736e" providerId="LiveId" clId="{7864E128-F8E5-4C3B-B427-8C25E8C185A6}" dt="2025-11-23T08:51:08.855" v="6078" actId="1076"/>
          <ac:picMkLst>
            <pc:docMk/>
            <pc:sldMk cId="946370373" sldId="367"/>
            <ac:picMk id="9" creationId="{E38E2BC1-48A5-624F-7814-E5226C7EB5F2}"/>
          </ac:picMkLst>
        </pc:picChg>
        <pc:picChg chg="add mod">
          <ac:chgData name="Viet Pham Hoang" userId="daff2273dfcb736e" providerId="LiveId" clId="{7864E128-F8E5-4C3B-B427-8C25E8C185A6}" dt="2025-11-23T08:52:09.807" v="6140" actId="1076"/>
          <ac:picMkLst>
            <pc:docMk/>
            <pc:sldMk cId="946370373" sldId="367"/>
            <ac:picMk id="12" creationId="{DD05706B-21B3-F5B0-7E53-7C1E7B3A69E5}"/>
          </ac:picMkLst>
        </pc:picChg>
        <pc:picChg chg="add mod">
          <ac:chgData name="Viet Pham Hoang" userId="daff2273dfcb736e" providerId="LiveId" clId="{7864E128-F8E5-4C3B-B427-8C25E8C185A6}" dt="2025-11-23T08:52:56.439" v="6146" actId="1076"/>
          <ac:picMkLst>
            <pc:docMk/>
            <pc:sldMk cId="946370373" sldId="367"/>
            <ac:picMk id="16" creationId="{EE44F1E8-66AD-366D-92E9-717E7633E1E4}"/>
          </ac:picMkLst>
        </pc:picChg>
      </pc:sldChg>
      <pc:sldChg chg="addSp delSp modSp add mod modNotesTx">
        <pc:chgData name="Viet Pham Hoang" userId="daff2273dfcb736e" providerId="LiveId" clId="{7864E128-F8E5-4C3B-B427-8C25E8C185A6}" dt="2025-11-23T08:59:21.758" v="6227" actId="20577"/>
        <pc:sldMkLst>
          <pc:docMk/>
          <pc:sldMk cId="2948774416" sldId="368"/>
        </pc:sldMkLst>
        <pc:spChg chg="mod">
          <ac:chgData name="Viet Pham Hoang" userId="daff2273dfcb736e" providerId="LiveId" clId="{7864E128-F8E5-4C3B-B427-8C25E8C185A6}" dt="2025-11-23T08:58:32.319" v="6226"/>
          <ac:spMkLst>
            <pc:docMk/>
            <pc:sldMk cId="2948774416" sldId="368"/>
            <ac:spMk id="31747" creationId="{229B6549-706E-639F-7D5E-520C678246E9}"/>
          </ac:spMkLst>
        </pc:spChg>
        <pc:picChg chg="add mod">
          <ac:chgData name="Viet Pham Hoang" userId="daff2273dfcb736e" providerId="LiveId" clId="{7864E128-F8E5-4C3B-B427-8C25E8C185A6}" dt="2025-11-23T08:56:19.039" v="6152" actId="14100"/>
          <ac:picMkLst>
            <pc:docMk/>
            <pc:sldMk cId="2948774416" sldId="368"/>
            <ac:picMk id="4" creationId="{F697B84B-6CD4-EE7C-401C-0EB91601326A}"/>
          </ac:picMkLst>
        </pc:picChg>
        <pc:picChg chg="add mod">
          <ac:chgData name="Viet Pham Hoang" userId="daff2273dfcb736e" providerId="LiveId" clId="{7864E128-F8E5-4C3B-B427-8C25E8C185A6}" dt="2025-11-23T08:57:47.983" v="6206" actId="1035"/>
          <ac:picMkLst>
            <pc:docMk/>
            <pc:sldMk cId="2948774416" sldId="368"/>
            <ac:picMk id="7" creationId="{4D56099D-456A-C7F3-62E7-80C8A99DD764}"/>
          </ac:picMkLst>
        </pc:picChg>
        <pc:picChg chg="add mod">
          <ac:chgData name="Viet Pham Hoang" userId="daff2273dfcb736e" providerId="LiveId" clId="{7864E128-F8E5-4C3B-B427-8C25E8C185A6}" dt="2025-11-23T08:57:03.262" v="6156" actId="1076"/>
          <ac:picMkLst>
            <pc:docMk/>
            <pc:sldMk cId="2948774416" sldId="368"/>
            <ac:picMk id="11" creationId="{E054A3D1-B888-E511-A2DA-AB204F1A683B}"/>
          </ac:picMkLst>
        </pc:picChg>
        <pc:picChg chg="add mod">
          <ac:chgData name="Viet Pham Hoang" userId="daff2273dfcb736e" providerId="LiveId" clId="{7864E128-F8E5-4C3B-B427-8C25E8C185A6}" dt="2025-11-23T08:57:14.352" v="6158" actId="1076"/>
          <ac:picMkLst>
            <pc:docMk/>
            <pc:sldMk cId="2948774416" sldId="368"/>
            <ac:picMk id="13" creationId="{69C1CA70-E9D7-BB44-372E-13E6FD6DA30B}"/>
          </ac:picMkLst>
        </pc:picChg>
      </pc:sldChg>
      <pc:sldChg chg="addSp delSp modSp add mod modNotesTx">
        <pc:chgData name="Viet Pham Hoang" userId="daff2273dfcb736e" providerId="LiveId" clId="{7864E128-F8E5-4C3B-B427-8C25E8C185A6}" dt="2025-11-23T09:06:21.202" v="6260" actId="20577"/>
        <pc:sldMkLst>
          <pc:docMk/>
          <pc:sldMk cId="302737924" sldId="369"/>
        </pc:sldMkLst>
        <pc:spChg chg="mod">
          <ac:chgData name="Viet Pham Hoang" userId="daff2273dfcb736e" providerId="LiveId" clId="{7864E128-F8E5-4C3B-B427-8C25E8C185A6}" dt="2025-11-23T09:02:39.787" v="6239" actId="20577"/>
          <ac:spMkLst>
            <pc:docMk/>
            <pc:sldMk cId="302737924" sldId="369"/>
            <ac:spMk id="31747" creationId="{7D3ED8E7-D559-9935-4AB2-6F0A6AB0623B}"/>
          </ac:spMkLst>
        </pc:spChg>
        <pc:picChg chg="add mod">
          <ac:chgData name="Viet Pham Hoang" userId="daff2273dfcb736e" providerId="LiveId" clId="{7864E128-F8E5-4C3B-B427-8C25E8C185A6}" dt="2025-11-23T09:02:45.119" v="6241" actId="14100"/>
          <ac:picMkLst>
            <pc:docMk/>
            <pc:sldMk cId="302737924" sldId="369"/>
            <ac:picMk id="3" creationId="{C048E6E6-2951-3BE3-1BDE-4412D0FACDA2}"/>
          </ac:picMkLst>
        </pc:picChg>
      </pc:sldChg>
      <pc:sldChg chg="addSp delSp modSp add mod">
        <pc:chgData name="Viet Pham Hoang" userId="daff2273dfcb736e" providerId="LiveId" clId="{7864E128-F8E5-4C3B-B427-8C25E8C185A6}" dt="2025-11-23T09:03:56.590" v="6250" actId="14100"/>
        <pc:sldMkLst>
          <pc:docMk/>
          <pc:sldMk cId="917208538" sldId="370"/>
        </pc:sldMkLst>
        <pc:picChg chg="add mod">
          <ac:chgData name="Viet Pham Hoang" userId="daff2273dfcb736e" providerId="LiveId" clId="{7864E128-F8E5-4C3B-B427-8C25E8C185A6}" dt="2025-11-23T09:03:56.590" v="6250" actId="14100"/>
          <ac:picMkLst>
            <pc:docMk/>
            <pc:sldMk cId="917208538" sldId="370"/>
            <ac:picMk id="4" creationId="{41E8E08D-4199-EF29-F61A-C729D4540DBF}"/>
          </ac:picMkLst>
        </pc:picChg>
      </pc:sldChg>
      <pc:sldChg chg="addSp modSp add mod">
        <pc:chgData name="Viet Pham Hoang" userId="daff2273dfcb736e" providerId="LiveId" clId="{7864E128-F8E5-4C3B-B427-8C25E8C185A6}" dt="2025-11-23T09:05:17.207" v="6253" actId="1076"/>
        <pc:sldMkLst>
          <pc:docMk/>
          <pc:sldMk cId="3857908105" sldId="371"/>
        </pc:sldMkLst>
        <pc:picChg chg="add mod">
          <ac:chgData name="Viet Pham Hoang" userId="daff2273dfcb736e" providerId="LiveId" clId="{7864E128-F8E5-4C3B-B427-8C25E8C185A6}" dt="2025-11-23T09:05:17.207" v="6253" actId="1076"/>
          <ac:picMkLst>
            <pc:docMk/>
            <pc:sldMk cId="3857908105" sldId="371"/>
            <ac:picMk id="3" creationId="{002843AE-0A48-4888-3E5C-15D6CEFE9FF8}"/>
          </ac:picMkLst>
        </pc:picChg>
      </pc:sldChg>
      <pc:sldChg chg="addSp modSp add mod">
        <pc:chgData name="Viet Pham Hoang" userId="daff2273dfcb736e" providerId="LiveId" clId="{7864E128-F8E5-4C3B-B427-8C25E8C185A6}" dt="2025-11-23T09:05:59.064" v="6256" actId="1076"/>
        <pc:sldMkLst>
          <pc:docMk/>
          <pc:sldMk cId="280233039" sldId="372"/>
        </pc:sldMkLst>
        <pc:picChg chg="add mod">
          <ac:chgData name="Viet Pham Hoang" userId="daff2273dfcb736e" providerId="LiveId" clId="{7864E128-F8E5-4C3B-B427-8C25E8C185A6}" dt="2025-11-23T09:05:59.064" v="6256" actId="1076"/>
          <ac:picMkLst>
            <pc:docMk/>
            <pc:sldMk cId="280233039" sldId="372"/>
            <ac:picMk id="3" creationId="{4F5A10FF-2B17-7D21-EEFD-A98AA931AC6A}"/>
          </ac:picMkLst>
        </pc:picChg>
      </pc:sldChg>
      <pc:sldChg chg="addSp delSp modSp add mod">
        <pc:chgData name="Viet Pham Hoang" userId="daff2273dfcb736e" providerId="LiveId" clId="{7864E128-F8E5-4C3B-B427-8C25E8C185A6}" dt="2025-11-23T09:13:14.654" v="6343" actId="1076"/>
        <pc:sldMkLst>
          <pc:docMk/>
          <pc:sldMk cId="381868770" sldId="373"/>
        </pc:sldMkLst>
        <pc:spChg chg="mod">
          <ac:chgData name="Viet Pham Hoang" userId="daff2273dfcb736e" providerId="LiveId" clId="{7864E128-F8E5-4C3B-B427-8C25E8C185A6}" dt="2025-11-23T09:10:24.615" v="6339" actId="20577"/>
          <ac:spMkLst>
            <pc:docMk/>
            <pc:sldMk cId="381868770" sldId="373"/>
            <ac:spMk id="31747" creationId="{64B2F87C-48DA-6AB2-0481-9D6EE572E4EF}"/>
          </ac:spMkLst>
        </pc:spChg>
        <pc:picChg chg="add mod">
          <ac:chgData name="Viet Pham Hoang" userId="daff2273dfcb736e" providerId="LiveId" clId="{7864E128-F8E5-4C3B-B427-8C25E8C185A6}" dt="2025-11-23T09:11:15.095" v="6341" actId="1076"/>
          <ac:picMkLst>
            <pc:docMk/>
            <pc:sldMk cId="381868770" sldId="373"/>
            <ac:picMk id="4" creationId="{E62657E1-6424-FCF2-C04C-8DE38CB4C41C}"/>
          </ac:picMkLst>
        </pc:picChg>
        <pc:picChg chg="add mod">
          <ac:chgData name="Viet Pham Hoang" userId="daff2273dfcb736e" providerId="LiveId" clId="{7864E128-F8E5-4C3B-B427-8C25E8C185A6}" dt="2025-11-23T09:13:14.654" v="6343" actId="1076"/>
          <ac:picMkLst>
            <pc:docMk/>
            <pc:sldMk cId="381868770" sldId="373"/>
            <ac:picMk id="6" creationId="{EA12F3EF-4FBE-EB70-9DAB-6AF8A870CDAE}"/>
          </ac:picMkLst>
        </pc:picChg>
      </pc:sldChg>
      <pc:sldChg chg="addSp delSp modSp add mod">
        <pc:chgData name="Viet Pham Hoang" userId="daff2273dfcb736e" providerId="LiveId" clId="{7864E128-F8E5-4C3B-B427-8C25E8C185A6}" dt="2025-11-23T09:14:08.880" v="6351" actId="1076"/>
        <pc:sldMkLst>
          <pc:docMk/>
          <pc:sldMk cId="2824414304" sldId="374"/>
        </pc:sldMkLst>
        <pc:spChg chg="mod">
          <ac:chgData name="Viet Pham Hoang" userId="daff2273dfcb736e" providerId="LiveId" clId="{7864E128-F8E5-4C3B-B427-8C25E8C185A6}" dt="2025-11-23T09:14:07.050" v="6350" actId="6549"/>
          <ac:spMkLst>
            <pc:docMk/>
            <pc:sldMk cId="2824414304" sldId="374"/>
            <ac:spMk id="31747" creationId="{B37B5D96-BA98-2E77-D768-7697DE8A24E3}"/>
          </ac:spMkLst>
        </pc:spChg>
        <pc:picChg chg="add mod">
          <ac:chgData name="Viet Pham Hoang" userId="daff2273dfcb736e" providerId="LiveId" clId="{7864E128-F8E5-4C3B-B427-8C25E8C185A6}" dt="2025-11-23T09:14:08.880" v="6351" actId="1076"/>
          <ac:picMkLst>
            <pc:docMk/>
            <pc:sldMk cId="2824414304" sldId="374"/>
            <ac:picMk id="3" creationId="{49A3EBEC-6557-2CBC-258C-F7EB69E233B9}"/>
          </ac:picMkLst>
        </pc:picChg>
      </pc:sldChg>
      <pc:sldChg chg="addSp delSp modSp add mod">
        <pc:chgData name="Viet Pham Hoang" userId="daff2273dfcb736e" providerId="LiveId" clId="{7864E128-F8E5-4C3B-B427-8C25E8C185A6}" dt="2025-11-23T09:14:49.254" v="6357" actId="1076"/>
        <pc:sldMkLst>
          <pc:docMk/>
          <pc:sldMk cId="604173605" sldId="375"/>
        </pc:sldMkLst>
        <pc:picChg chg="add mod">
          <ac:chgData name="Viet Pham Hoang" userId="daff2273dfcb736e" providerId="LiveId" clId="{7864E128-F8E5-4C3B-B427-8C25E8C185A6}" dt="2025-11-23T09:14:49.254" v="6357" actId="1076"/>
          <ac:picMkLst>
            <pc:docMk/>
            <pc:sldMk cId="604173605" sldId="375"/>
            <ac:picMk id="4" creationId="{D3638203-0155-FE7C-D607-270B257B7942}"/>
          </ac:picMkLst>
        </pc:picChg>
      </pc:sldChg>
      <pc:sldChg chg="modSp add mod">
        <pc:chgData name="Viet Pham Hoang" userId="daff2273dfcb736e" providerId="LiveId" clId="{7864E128-F8E5-4C3B-B427-8C25E8C185A6}" dt="2025-11-23T09:18:51.967" v="6468"/>
        <pc:sldMkLst>
          <pc:docMk/>
          <pc:sldMk cId="2995373387" sldId="376"/>
        </pc:sldMkLst>
        <pc:spChg chg="mod">
          <ac:chgData name="Viet Pham Hoang" userId="daff2273dfcb736e" providerId="LiveId" clId="{7864E128-F8E5-4C3B-B427-8C25E8C185A6}" dt="2025-11-23T09:18:51.967" v="6468"/>
          <ac:spMkLst>
            <pc:docMk/>
            <pc:sldMk cId="2995373387" sldId="376"/>
            <ac:spMk id="31747" creationId="{A49D6E10-F4D4-DED8-B61E-1E11AB3B3013}"/>
          </ac:spMkLst>
        </pc:spChg>
      </pc:sldChg>
      <pc:sldChg chg="addSp modSp add mod">
        <pc:chgData name="Viet Pham Hoang" userId="daff2273dfcb736e" providerId="LiveId" clId="{7864E128-F8E5-4C3B-B427-8C25E8C185A6}" dt="2025-11-23T09:34:46.773" v="6492" actId="1076"/>
        <pc:sldMkLst>
          <pc:docMk/>
          <pc:sldMk cId="669798019" sldId="377"/>
        </pc:sldMkLst>
        <pc:spChg chg="mod">
          <ac:chgData name="Viet Pham Hoang" userId="daff2273dfcb736e" providerId="LiveId" clId="{7864E128-F8E5-4C3B-B427-8C25E8C185A6}" dt="2025-11-23T09:19:52.173" v="6485"/>
          <ac:spMkLst>
            <pc:docMk/>
            <pc:sldMk cId="669798019" sldId="377"/>
            <ac:spMk id="31747" creationId="{3CD4A65F-4506-0362-0E7F-56BE0FA6D05B}"/>
          </ac:spMkLst>
        </pc:spChg>
        <pc:picChg chg="add">
          <ac:chgData name="Viet Pham Hoang" userId="daff2273dfcb736e" providerId="LiveId" clId="{7864E128-F8E5-4C3B-B427-8C25E8C185A6}" dt="2025-11-23T09:33:41.306" v="6486" actId="22"/>
          <ac:picMkLst>
            <pc:docMk/>
            <pc:sldMk cId="669798019" sldId="377"/>
            <ac:picMk id="3" creationId="{9443CC6D-518D-46D8-F060-A26A12330C89}"/>
          </ac:picMkLst>
        </pc:picChg>
        <pc:picChg chg="add mod">
          <ac:chgData name="Viet Pham Hoang" userId="daff2273dfcb736e" providerId="LiveId" clId="{7864E128-F8E5-4C3B-B427-8C25E8C185A6}" dt="2025-11-23T09:34:13.814" v="6490" actId="1038"/>
          <ac:picMkLst>
            <pc:docMk/>
            <pc:sldMk cId="669798019" sldId="377"/>
            <ac:picMk id="5" creationId="{C411CF01-F0A0-5A45-C411-750857A9582F}"/>
          </ac:picMkLst>
        </pc:picChg>
        <pc:picChg chg="add mod">
          <ac:chgData name="Viet Pham Hoang" userId="daff2273dfcb736e" providerId="LiveId" clId="{7864E128-F8E5-4C3B-B427-8C25E8C185A6}" dt="2025-11-23T09:34:46.773" v="6492" actId="1076"/>
          <ac:picMkLst>
            <pc:docMk/>
            <pc:sldMk cId="669798019" sldId="377"/>
            <ac:picMk id="7" creationId="{DF940F35-7F0C-5833-283C-774C0B8D0789}"/>
          </ac:picMkLst>
        </pc:picChg>
      </pc:sldChg>
      <pc:sldChg chg="addSp delSp modSp add mod">
        <pc:chgData name="Viet Pham Hoang" userId="daff2273dfcb736e" providerId="LiveId" clId="{7864E128-F8E5-4C3B-B427-8C25E8C185A6}" dt="2025-11-23T09:48:11.022" v="6527" actId="1076"/>
        <pc:sldMkLst>
          <pc:docMk/>
          <pc:sldMk cId="1094209047" sldId="378"/>
        </pc:sldMkLst>
        <pc:spChg chg="mod">
          <ac:chgData name="Viet Pham Hoang" userId="daff2273dfcb736e" providerId="LiveId" clId="{7864E128-F8E5-4C3B-B427-8C25E8C185A6}" dt="2025-11-23T09:44:23.710" v="6511" actId="20577"/>
          <ac:spMkLst>
            <pc:docMk/>
            <pc:sldMk cId="1094209047" sldId="378"/>
            <ac:spMk id="31747" creationId="{86BE992F-7420-C6E0-0C2B-2F9B85644012}"/>
          </ac:spMkLst>
        </pc:spChg>
        <pc:picChg chg="add mod">
          <ac:chgData name="Viet Pham Hoang" userId="daff2273dfcb736e" providerId="LiveId" clId="{7864E128-F8E5-4C3B-B427-8C25E8C185A6}" dt="2025-11-23T09:44:15.380" v="6507" actId="1035"/>
          <ac:picMkLst>
            <pc:docMk/>
            <pc:sldMk cId="1094209047" sldId="378"/>
            <ac:picMk id="4" creationId="{BB8B6535-82D4-4B81-6B5D-F013D424CC3B}"/>
          </ac:picMkLst>
        </pc:picChg>
        <pc:picChg chg="add mod">
          <ac:chgData name="Viet Pham Hoang" userId="daff2273dfcb736e" providerId="LiveId" clId="{7864E128-F8E5-4C3B-B427-8C25E8C185A6}" dt="2025-11-23T09:45:28.235" v="6518" actId="1036"/>
          <ac:picMkLst>
            <pc:docMk/>
            <pc:sldMk cId="1094209047" sldId="378"/>
            <ac:picMk id="8" creationId="{5FCE9912-ECE8-2CD1-528A-D8F19DAD024A}"/>
          </ac:picMkLst>
        </pc:picChg>
        <pc:picChg chg="add mod">
          <ac:chgData name="Viet Pham Hoang" userId="daff2273dfcb736e" providerId="LiveId" clId="{7864E128-F8E5-4C3B-B427-8C25E8C185A6}" dt="2025-11-23T09:45:28.235" v="6518" actId="1036"/>
          <ac:picMkLst>
            <pc:docMk/>
            <pc:sldMk cId="1094209047" sldId="378"/>
            <ac:picMk id="10" creationId="{59D8E144-93FD-4C9A-5F89-3C1BCF922679}"/>
          </ac:picMkLst>
        </pc:picChg>
        <pc:picChg chg="add mod">
          <ac:chgData name="Viet Pham Hoang" userId="daff2273dfcb736e" providerId="LiveId" clId="{7864E128-F8E5-4C3B-B427-8C25E8C185A6}" dt="2025-11-23T09:48:11.022" v="6527" actId="1076"/>
          <ac:picMkLst>
            <pc:docMk/>
            <pc:sldMk cId="1094209047" sldId="378"/>
            <ac:picMk id="12" creationId="{C82C068B-CFB5-37B3-74DA-06D3137A8276}"/>
          </ac:picMkLst>
        </pc:picChg>
        <pc:picChg chg="add mod">
          <ac:chgData name="Viet Pham Hoang" userId="daff2273dfcb736e" providerId="LiveId" clId="{7864E128-F8E5-4C3B-B427-8C25E8C185A6}" dt="2025-11-23T09:48:08.814" v="6526" actId="1076"/>
          <ac:picMkLst>
            <pc:docMk/>
            <pc:sldMk cId="1094209047" sldId="378"/>
            <ac:picMk id="14" creationId="{38AD7353-A3C0-4A43-8213-7CF8545E9F97}"/>
          </ac:picMkLst>
        </pc:picChg>
        <pc:picChg chg="add mod">
          <ac:chgData name="Viet Pham Hoang" userId="daff2273dfcb736e" providerId="LiveId" clId="{7864E128-F8E5-4C3B-B427-8C25E8C185A6}" dt="2025-11-23T09:48:03.918" v="6525" actId="1076"/>
          <ac:picMkLst>
            <pc:docMk/>
            <pc:sldMk cId="1094209047" sldId="378"/>
            <ac:picMk id="16" creationId="{8E9D928C-B3FC-4F66-C284-550361FED683}"/>
          </ac:picMkLst>
        </pc:picChg>
      </pc:sldChg>
      <pc:sldChg chg="addSp delSp modSp add mod">
        <pc:chgData name="Viet Pham Hoang" userId="daff2273dfcb736e" providerId="LiveId" clId="{7864E128-F8E5-4C3B-B427-8C25E8C185A6}" dt="2025-11-23T09:54:14.718" v="6613" actId="1036"/>
        <pc:sldMkLst>
          <pc:docMk/>
          <pc:sldMk cId="2848707403" sldId="379"/>
        </pc:sldMkLst>
        <pc:spChg chg="mod">
          <ac:chgData name="Viet Pham Hoang" userId="daff2273dfcb736e" providerId="LiveId" clId="{7864E128-F8E5-4C3B-B427-8C25E8C185A6}" dt="2025-11-23T09:51:10.762" v="6601" actId="12"/>
          <ac:spMkLst>
            <pc:docMk/>
            <pc:sldMk cId="2848707403" sldId="379"/>
            <ac:spMk id="31747" creationId="{FA100CD2-022C-D274-8ADB-3F421F822FCA}"/>
          </ac:spMkLst>
        </pc:spChg>
        <pc:picChg chg="add mod">
          <ac:chgData name="Viet Pham Hoang" userId="daff2273dfcb736e" providerId="LiveId" clId="{7864E128-F8E5-4C3B-B427-8C25E8C185A6}" dt="2025-11-23T09:51:18.621" v="6604" actId="1076"/>
          <ac:picMkLst>
            <pc:docMk/>
            <pc:sldMk cId="2848707403" sldId="379"/>
            <ac:picMk id="3" creationId="{DFC3FA6D-BDA3-2337-BEF9-2E00EDB4E58E}"/>
          </ac:picMkLst>
        </pc:picChg>
        <pc:picChg chg="add mod">
          <ac:chgData name="Viet Pham Hoang" userId="daff2273dfcb736e" providerId="LiveId" clId="{7864E128-F8E5-4C3B-B427-8C25E8C185A6}" dt="2025-11-23T09:51:28.086" v="6608" actId="1076"/>
          <ac:picMkLst>
            <pc:docMk/>
            <pc:sldMk cId="2848707403" sldId="379"/>
            <ac:picMk id="6" creationId="{ED1E3E36-1E7D-2EBD-81C0-8C51C0D90C5D}"/>
          </ac:picMkLst>
        </pc:picChg>
        <pc:picChg chg="add mod">
          <ac:chgData name="Viet Pham Hoang" userId="daff2273dfcb736e" providerId="LiveId" clId="{7864E128-F8E5-4C3B-B427-8C25E8C185A6}" dt="2025-11-23T09:52:15.550" v="6610" actId="1076"/>
          <ac:picMkLst>
            <pc:docMk/>
            <pc:sldMk cId="2848707403" sldId="379"/>
            <ac:picMk id="9" creationId="{64397EF1-9FE4-9BEF-2550-E79BC6629734}"/>
          </ac:picMkLst>
        </pc:picChg>
        <pc:picChg chg="mod">
          <ac:chgData name="Viet Pham Hoang" userId="daff2273dfcb736e" providerId="LiveId" clId="{7864E128-F8E5-4C3B-B427-8C25E8C185A6}" dt="2025-11-23T09:54:14.718" v="6613" actId="1036"/>
          <ac:picMkLst>
            <pc:docMk/>
            <pc:sldMk cId="2848707403" sldId="379"/>
            <ac:picMk id="14" creationId="{6F454AD7-1625-CAE8-5BD1-C398387B99EF}"/>
          </ac:picMkLst>
        </pc:picChg>
        <pc:picChg chg="mod">
          <ac:chgData name="Viet Pham Hoang" userId="daff2273dfcb736e" providerId="LiveId" clId="{7864E128-F8E5-4C3B-B427-8C25E8C185A6}" dt="2025-11-23T09:54:11.100" v="6612" actId="1036"/>
          <ac:picMkLst>
            <pc:docMk/>
            <pc:sldMk cId="2848707403" sldId="379"/>
            <ac:picMk id="16" creationId="{2081E5EC-34E5-2AD8-91BC-E5734B08DE06}"/>
          </ac:picMkLst>
        </pc:picChg>
      </pc:sldChg>
      <pc:sldChg chg="addSp delSp modSp add mod">
        <pc:chgData name="Viet Pham Hoang" userId="daff2273dfcb736e" providerId="LiveId" clId="{7864E128-F8E5-4C3B-B427-8C25E8C185A6}" dt="2025-11-23T10:04:40.670" v="6939" actId="1076"/>
        <pc:sldMkLst>
          <pc:docMk/>
          <pc:sldMk cId="3230510591" sldId="380"/>
        </pc:sldMkLst>
        <pc:spChg chg="mod">
          <ac:chgData name="Viet Pham Hoang" userId="daff2273dfcb736e" providerId="LiveId" clId="{7864E128-F8E5-4C3B-B427-8C25E8C185A6}" dt="2025-11-23T10:04:28.680" v="6937" actId="20577"/>
          <ac:spMkLst>
            <pc:docMk/>
            <pc:sldMk cId="3230510591" sldId="380"/>
            <ac:spMk id="31747" creationId="{BA2E3D62-0EC0-7D73-AFE0-92C6EFF1A5FB}"/>
          </ac:spMkLst>
        </pc:spChg>
        <pc:picChg chg="add mod">
          <ac:chgData name="Viet Pham Hoang" userId="daff2273dfcb736e" providerId="LiveId" clId="{7864E128-F8E5-4C3B-B427-8C25E8C185A6}" dt="2025-11-23T10:00:48.294" v="6788" actId="1076"/>
          <ac:picMkLst>
            <pc:docMk/>
            <pc:sldMk cId="3230510591" sldId="380"/>
            <ac:picMk id="5" creationId="{99EED01F-023F-2E35-F47E-BF6A77784A6C}"/>
          </ac:picMkLst>
        </pc:picChg>
        <pc:picChg chg="add mod">
          <ac:chgData name="Viet Pham Hoang" userId="daff2273dfcb736e" providerId="LiveId" clId="{7864E128-F8E5-4C3B-B427-8C25E8C185A6}" dt="2025-11-23T10:01:47.922" v="6793" actId="1076"/>
          <ac:picMkLst>
            <pc:docMk/>
            <pc:sldMk cId="3230510591" sldId="380"/>
            <ac:picMk id="8" creationId="{9826E46F-A48B-CD25-B860-B0EF5F70C88F}"/>
          </ac:picMkLst>
        </pc:picChg>
        <pc:picChg chg="add mod">
          <ac:chgData name="Viet Pham Hoang" userId="daff2273dfcb736e" providerId="LiveId" clId="{7864E128-F8E5-4C3B-B427-8C25E8C185A6}" dt="2025-11-23T10:03:12.248" v="6881" actId="1076"/>
          <ac:picMkLst>
            <pc:docMk/>
            <pc:sldMk cId="3230510591" sldId="380"/>
            <ac:picMk id="11" creationId="{421775EA-2B61-8664-FCBD-C299897A5D81}"/>
          </ac:picMkLst>
        </pc:picChg>
        <pc:picChg chg="add mod">
          <ac:chgData name="Viet Pham Hoang" userId="daff2273dfcb736e" providerId="LiveId" clId="{7864E128-F8E5-4C3B-B427-8C25E8C185A6}" dt="2025-11-23T10:03:30.349" v="6883" actId="1076"/>
          <ac:picMkLst>
            <pc:docMk/>
            <pc:sldMk cId="3230510591" sldId="380"/>
            <ac:picMk id="13" creationId="{BF8BAE79-2E46-948F-C07E-0B68578E091B}"/>
          </ac:picMkLst>
        </pc:picChg>
        <pc:picChg chg="add mod">
          <ac:chgData name="Viet Pham Hoang" userId="daff2273dfcb736e" providerId="LiveId" clId="{7864E128-F8E5-4C3B-B427-8C25E8C185A6}" dt="2025-11-23T10:04:04.421" v="6897" actId="1076"/>
          <ac:picMkLst>
            <pc:docMk/>
            <pc:sldMk cId="3230510591" sldId="380"/>
            <ac:picMk id="17" creationId="{271AE1D8-9006-1817-6F32-F23BB4F12CA4}"/>
          </ac:picMkLst>
        </pc:picChg>
        <pc:picChg chg="add mod">
          <ac:chgData name="Viet Pham Hoang" userId="daff2273dfcb736e" providerId="LiveId" clId="{7864E128-F8E5-4C3B-B427-8C25E8C185A6}" dt="2025-11-23T10:04:23.839" v="6928" actId="1076"/>
          <ac:picMkLst>
            <pc:docMk/>
            <pc:sldMk cId="3230510591" sldId="380"/>
            <ac:picMk id="19" creationId="{F930201E-8344-66FB-A91F-84435E911A97}"/>
          </ac:picMkLst>
        </pc:picChg>
        <pc:picChg chg="add mod">
          <ac:chgData name="Viet Pham Hoang" userId="daff2273dfcb736e" providerId="LiveId" clId="{7864E128-F8E5-4C3B-B427-8C25E8C185A6}" dt="2025-11-23T10:04:40.670" v="6939" actId="1076"/>
          <ac:picMkLst>
            <pc:docMk/>
            <pc:sldMk cId="3230510591" sldId="380"/>
            <ac:picMk id="21" creationId="{8FF45B58-3DAD-E4E7-143F-C2867585CFE8}"/>
          </ac:picMkLst>
        </pc:picChg>
      </pc:sldChg>
      <pc:sldChg chg="addSp delSp modSp add mod">
        <pc:chgData name="Viet Pham Hoang" userId="daff2273dfcb736e" providerId="LiveId" clId="{7864E128-F8E5-4C3B-B427-8C25E8C185A6}" dt="2025-11-23T10:08:29.782" v="6984" actId="1076"/>
        <pc:sldMkLst>
          <pc:docMk/>
          <pc:sldMk cId="1943955464" sldId="381"/>
        </pc:sldMkLst>
        <pc:spChg chg="mod">
          <ac:chgData name="Viet Pham Hoang" userId="daff2273dfcb736e" providerId="LiveId" clId="{7864E128-F8E5-4C3B-B427-8C25E8C185A6}" dt="2025-11-23T10:06:59.041" v="6976" actId="20577"/>
          <ac:spMkLst>
            <pc:docMk/>
            <pc:sldMk cId="1943955464" sldId="381"/>
            <ac:spMk id="31747" creationId="{E8C4BEC0-DB7E-D446-DEB4-BAE4C507E1DE}"/>
          </ac:spMkLst>
        </pc:spChg>
        <pc:picChg chg="mod ord">
          <ac:chgData name="Viet Pham Hoang" userId="daff2273dfcb736e" providerId="LiveId" clId="{7864E128-F8E5-4C3B-B427-8C25E8C185A6}" dt="2025-11-23T10:07:01.886" v="6977" actId="1076"/>
          <ac:picMkLst>
            <pc:docMk/>
            <pc:sldMk cId="1943955464" sldId="381"/>
            <ac:picMk id="6" creationId="{4A4F0241-17C3-0C18-87CC-BF24B0A36809}"/>
          </ac:picMkLst>
        </pc:picChg>
        <pc:picChg chg="add">
          <ac:chgData name="Viet Pham Hoang" userId="daff2273dfcb736e" providerId="LiveId" clId="{7864E128-F8E5-4C3B-B427-8C25E8C185A6}" dt="2025-11-23T10:07:13.455" v="6978" actId="22"/>
          <ac:picMkLst>
            <pc:docMk/>
            <pc:sldMk cId="1943955464" sldId="381"/>
            <ac:picMk id="9" creationId="{3D7EEE34-7423-5689-2B0A-97255346D566}"/>
          </ac:picMkLst>
        </pc:picChg>
        <pc:picChg chg="add mod">
          <ac:chgData name="Viet Pham Hoang" userId="daff2273dfcb736e" providerId="LiveId" clId="{7864E128-F8E5-4C3B-B427-8C25E8C185A6}" dt="2025-11-23T10:07:44.151" v="6980" actId="1076"/>
          <ac:picMkLst>
            <pc:docMk/>
            <pc:sldMk cId="1943955464" sldId="381"/>
            <ac:picMk id="12" creationId="{9485272E-0591-863C-1926-0428EFC22739}"/>
          </ac:picMkLst>
        </pc:picChg>
        <pc:picChg chg="add mod">
          <ac:chgData name="Viet Pham Hoang" userId="daff2273dfcb736e" providerId="LiveId" clId="{7864E128-F8E5-4C3B-B427-8C25E8C185A6}" dt="2025-11-23T10:07:55.421" v="6982" actId="1076"/>
          <ac:picMkLst>
            <pc:docMk/>
            <pc:sldMk cId="1943955464" sldId="381"/>
            <ac:picMk id="15" creationId="{AFD74B31-FE0B-43F2-AED7-53B9135F22D5}"/>
          </ac:picMkLst>
        </pc:picChg>
        <pc:picChg chg="add mod">
          <ac:chgData name="Viet Pham Hoang" userId="daff2273dfcb736e" providerId="LiveId" clId="{7864E128-F8E5-4C3B-B427-8C25E8C185A6}" dt="2025-11-23T10:08:29.782" v="6984" actId="1076"/>
          <ac:picMkLst>
            <pc:docMk/>
            <pc:sldMk cId="1943955464" sldId="381"/>
            <ac:picMk id="18" creationId="{C255174F-CEC7-3A23-58BE-A22912C07225}"/>
          </ac:picMkLst>
        </pc:picChg>
      </pc:sldChg>
      <pc:sldChg chg="addSp delSp modSp add mod">
        <pc:chgData name="Viet Pham Hoang" userId="daff2273dfcb736e" providerId="LiveId" clId="{7864E128-F8E5-4C3B-B427-8C25E8C185A6}" dt="2025-11-23T10:10:27.494" v="7015" actId="1038"/>
        <pc:sldMkLst>
          <pc:docMk/>
          <pc:sldMk cId="2287022783" sldId="382"/>
        </pc:sldMkLst>
        <pc:picChg chg="mod ord">
          <ac:chgData name="Viet Pham Hoang" userId="daff2273dfcb736e" providerId="LiveId" clId="{7864E128-F8E5-4C3B-B427-8C25E8C185A6}" dt="2025-11-23T10:08:58.093" v="7003" actId="962"/>
          <ac:picMkLst>
            <pc:docMk/>
            <pc:sldMk cId="2287022783" sldId="382"/>
            <ac:picMk id="3" creationId="{42161459-0859-51F9-480B-924497BC3204}"/>
          </ac:picMkLst>
        </pc:picChg>
        <pc:picChg chg="add">
          <ac:chgData name="Viet Pham Hoang" userId="daff2273dfcb736e" providerId="LiveId" clId="{7864E128-F8E5-4C3B-B427-8C25E8C185A6}" dt="2025-11-23T10:09:38.770" v="7005" actId="22"/>
          <ac:picMkLst>
            <pc:docMk/>
            <pc:sldMk cId="2287022783" sldId="382"/>
            <ac:picMk id="5" creationId="{B8FE1BFC-8C04-75B8-F14F-673A591CCB0C}"/>
          </ac:picMkLst>
        </pc:picChg>
        <pc:picChg chg="add mod">
          <ac:chgData name="Viet Pham Hoang" userId="daff2273dfcb736e" providerId="LiveId" clId="{7864E128-F8E5-4C3B-B427-8C25E8C185A6}" dt="2025-11-23T10:09:53.408" v="7009" actId="1076"/>
          <ac:picMkLst>
            <pc:docMk/>
            <pc:sldMk cId="2287022783" sldId="382"/>
            <ac:picMk id="8" creationId="{29C0D92F-19A9-6703-F153-0DB41B70D77E}"/>
          </ac:picMkLst>
        </pc:picChg>
        <pc:picChg chg="add mod">
          <ac:chgData name="Viet Pham Hoang" userId="daff2273dfcb736e" providerId="LiveId" clId="{7864E128-F8E5-4C3B-B427-8C25E8C185A6}" dt="2025-11-23T10:10:27.494" v="7015" actId="1038"/>
          <ac:picMkLst>
            <pc:docMk/>
            <pc:sldMk cId="2287022783" sldId="382"/>
            <ac:picMk id="11" creationId="{7A1A9094-D5A3-8F25-0708-707498886648}"/>
          </ac:picMkLst>
        </pc:picChg>
        <pc:picChg chg="add del mod">
          <ac:chgData name="Viet Pham Hoang" userId="daff2273dfcb736e" providerId="LiveId" clId="{7864E128-F8E5-4C3B-B427-8C25E8C185A6}" dt="2025-11-23T10:10:07.309" v="7012" actId="1076"/>
          <ac:picMkLst>
            <pc:docMk/>
            <pc:sldMk cId="2287022783" sldId="382"/>
            <ac:picMk id="18" creationId="{D4348DD0-122D-7352-054B-C406D65F2874}"/>
          </ac:picMkLst>
        </pc:picChg>
      </pc:sldChg>
      <pc:sldChg chg="addSp delSp modSp add mod">
        <pc:chgData name="Viet Pham Hoang" userId="daff2273dfcb736e" providerId="LiveId" clId="{7864E128-F8E5-4C3B-B427-8C25E8C185A6}" dt="2025-11-23T10:13:55.902" v="7204" actId="20577"/>
        <pc:sldMkLst>
          <pc:docMk/>
          <pc:sldMk cId="1038242800" sldId="383"/>
        </pc:sldMkLst>
        <pc:spChg chg="mod">
          <ac:chgData name="Viet Pham Hoang" userId="daff2273dfcb736e" providerId="LiveId" clId="{7864E128-F8E5-4C3B-B427-8C25E8C185A6}" dt="2025-11-23T10:13:55.902" v="7204" actId="20577"/>
          <ac:spMkLst>
            <pc:docMk/>
            <pc:sldMk cId="1038242800" sldId="383"/>
            <ac:spMk id="31747" creationId="{660C091A-DB25-A3D0-1BD5-B90F47F11559}"/>
          </ac:spMkLst>
        </pc:spChg>
        <pc:picChg chg="add mod">
          <ac:chgData name="Viet Pham Hoang" userId="daff2273dfcb736e" providerId="LiveId" clId="{7864E128-F8E5-4C3B-B427-8C25E8C185A6}" dt="2025-11-23T10:12:47.846" v="7191" actId="1076"/>
          <ac:picMkLst>
            <pc:docMk/>
            <pc:sldMk cId="1038242800" sldId="383"/>
            <ac:picMk id="7" creationId="{CE25970F-D18F-CE52-485A-C9D8C70BDFDA}"/>
          </ac:picMkLst>
        </pc:picChg>
      </pc:sldChg>
      <pc:sldChg chg="addSp delSp modSp add mod">
        <pc:chgData name="Viet Pham Hoang" userId="daff2273dfcb736e" providerId="LiveId" clId="{7864E128-F8E5-4C3B-B427-8C25E8C185A6}" dt="2025-11-23T10:18:55.211" v="7246" actId="12"/>
        <pc:sldMkLst>
          <pc:docMk/>
          <pc:sldMk cId="3570080140" sldId="384"/>
        </pc:sldMkLst>
        <pc:spChg chg="mod">
          <ac:chgData name="Viet Pham Hoang" userId="daff2273dfcb736e" providerId="LiveId" clId="{7864E128-F8E5-4C3B-B427-8C25E8C185A6}" dt="2025-11-23T10:18:55.211" v="7246" actId="12"/>
          <ac:spMkLst>
            <pc:docMk/>
            <pc:sldMk cId="3570080140" sldId="384"/>
            <ac:spMk id="31747" creationId="{A7D905E5-5505-5987-59F1-D19561E3B17E}"/>
          </ac:spMkLst>
        </pc:spChg>
        <pc:picChg chg="add mod">
          <ac:chgData name="Viet Pham Hoang" userId="daff2273dfcb736e" providerId="LiveId" clId="{7864E128-F8E5-4C3B-B427-8C25E8C185A6}" dt="2025-11-23T10:15:35.910" v="7216" actId="1076"/>
          <ac:picMkLst>
            <pc:docMk/>
            <pc:sldMk cId="3570080140" sldId="384"/>
            <ac:picMk id="3" creationId="{71DBBB5B-1337-19CD-9A6A-2FA0767A1971}"/>
          </ac:picMkLst>
        </pc:picChg>
        <pc:picChg chg="add mod">
          <ac:chgData name="Viet Pham Hoang" userId="daff2273dfcb736e" providerId="LiveId" clId="{7864E128-F8E5-4C3B-B427-8C25E8C185A6}" dt="2025-11-23T10:15:57.133" v="7218" actId="1076"/>
          <ac:picMkLst>
            <pc:docMk/>
            <pc:sldMk cId="3570080140" sldId="384"/>
            <ac:picMk id="8" creationId="{A7A50D2C-ADE1-CD2E-DE37-2AE63A0AD830}"/>
          </ac:picMkLst>
        </pc:picChg>
        <pc:picChg chg="add mod">
          <ac:chgData name="Viet Pham Hoang" userId="daff2273dfcb736e" providerId="LiveId" clId="{7864E128-F8E5-4C3B-B427-8C25E8C185A6}" dt="2025-11-23T10:16:18.277" v="7220" actId="1076"/>
          <ac:picMkLst>
            <pc:docMk/>
            <pc:sldMk cId="3570080140" sldId="384"/>
            <ac:picMk id="10" creationId="{DD4C0DCD-2FE8-96E4-BD32-08DCE339F890}"/>
          </ac:picMkLst>
        </pc:picChg>
        <pc:picChg chg="add mod">
          <ac:chgData name="Viet Pham Hoang" userId="daff2273dfcb736e" providerId="LiveId" clId="{7864E128-F8E5-4C3B-B427-8C25E8C185A6}" dt="2025-11-23T10:16:44.911" v="7222" actId="1076"/>
          <ac:picMkLst>
            <pc:docMk/>
            <pc:sldMk cId="3570080140" sldId="384"/>
            <ac:picMk id="12" creationId="{4ADC2D87-D9F3-5BD8-FD2A-8092473F72FA}"/>
          </ac:picMkLst>
        </pc:picChg>
        <pc:picChg chg="add mod">
          <ac:chgData name="Viet Pham Hoang" userId="daff2273dfcb736e" providerId="LiveId" clId="{7864E128-F8E5-4C3B-B427-8C25E8C185A6}" dt="2025-11-23T10:17:16.142" v="7227" actId="1076"/>
          <ac:picMkLst>
            <pc:docMk/>
            <pc:sldMk cId="3570080140" sldId="384"/>
            <ac:picMk id="16" creationId="{68C546C0-9BA0-6E29-618D-F1B1E8CBE677}"/>
          </ac:picMkLst>
        </pc:picChg>
        <pc:picChg chg="add mod">
          <ac:chgData name="Viet Pham Hoang" userId="daff2273dfcb736e" providerId="LiveId" clId="{7864E128-F8E5-4C3B-B427-8C25E8C185A6}" dt="2025-11-23T10:17:40.542" v="7229" actId="1076"/>
          <ac:picMkLst>
            <pc:docMk/>
            <pc:sldMk cId="3570080140" sldId="384"/>
            <ac:picMk id="18" creationId="{965D4E0F-3B5D-69F6-1C13-124695E77190}"/>
          </ac:picMkLst>
        </pc:picChg>
      </pc:sldChg>
      <pc:sldChg chg="addSp delSp modSp add mod">
        <pc:chgData name="Viet Pham Hoang" userId="daff2273dfcb736e" providerId="LiveId" clId="{7864E128-F8E5-4C3B-B427-8C25E8C185A6}" dt="2025-11-23T10:22:34.214" v="7353" actId="1076"/>
        <pc:sldMkLst>
          <pc:docMk/>
          <pc:sldMk cId="3422324587" sldId="385"/>
        </pc:sldMkLst>
        <pc:spChg chg="mod">
          <ac:chgData name="Viet Pham Hoang" userId="daff2273dfcb736e" providerId="LiveId" clId="{7864E128-F8E5-4C3B-B427-8C25E8C185A6}" dt="2025-11-23T10:22:30.430" v="7351" actId="20577"/>
          <ac:spMkLst>
            <pc:docMk/>
            <pc:sldMk cId="3422324587" sldId="385"/>
            <ac:spMk id="31747" creationId="{66E3FC90-EA30-DA42-D7F5-C7E1FD6DFE86}"/>
          </ac:spMkLst>
        </pc:spChg>
        <pc:picChg chg="add mod">
          <ac:chgData name="Viet Pham Hoang" userId="daff2273dfcb736e" providerId="LiveId" clId="{7864E128-F8E5-4C3B-B427-8C25E8C185A6}" dt="2025-11-23T10:22:34.214" v="7353" actId="1076"/>
          <ac:picMkLst>
            <pc:docMk/>
            <pc:sldMk cId="3422324587" sldId="385"/>
            <ac:picMk id="5" creationId="{4A4DEF01-CE8B-2CA3-111C-E2DCCEB03D74}"/>
          </ac:picMkLst>
        </pc:picChg>
        <pc:picChg chg="mod">
          <ac:chgData name="Viet Pham Hoang" userId="daff2273dfcb736e" providerId="LiveId" clId="{7864E128-F8E5-4C3B-B427-8C25E8C185A6}" dt="2025-11-23T10:22:32.743" v="7352" actId="1076"/>
          <ac:picMkLst>
            <pc:docMk/>
            <pc:sldMk cId="3422324587" sldId="385"/>
            <ac:picMk id="18" creationId="{66A53362-E67E-871F-5FE6-C03029E5A612}"/>
          </ac:picMkLst>
        </pc:picChg>
      </pc:sldChg>
      <pc:sldChg chg="addSp delSp modSp add mod">
        <pc:chgData name="Viet Pham Hoang" userId="daff2273dfcb736e" providerId="LiveId" clId="{7864E128-F8E5-4C3B-B427-8C25E8C185A6}" dt="2025-11-23T10:23:50.286" v="7404" actId="1038"/>
        <pc:sldMkLst>
          <pc:docMk/>
          <pc:sldMk cId="420800110" sldId="386"/>
        </pc:sldMkLst>
        <pc:spChg chg="mod">
          <ac:chgData name="Viet Pham Hoang" userId="daff2273dfcb736e" providerId="LiveId" clId="{7864E128-F8E5-4C3B-B427-8C25E8C185A6}" dt="2025-11-23T10:22:39.240" v="7354"/>
          <ac:spMkLst>
            <pc:docMk/>
            <pc:sldMk cId="420800110" sldId="386"/>
            <ac:spMk id="31747" creationId="{32E19250-7B73-2BF3-124C-8A0DAA83D9D5}"/>
          </ac:spMkLst>
        </pc:spChg>
        <pc:picChg chg="add mod">
          <ac:chgData name="Viet Pham Hoang" userId="daff2273dfcb736e" providerId="LiveId" clId="{7864E128-F8E5-4C3B-B427-8C25E8C185A6}" dt="2025-11-23T10:22:48.534" v="7356" actId="1076"/>
          <ac:picMkLst>
            <pc:docMk/>
            <pc:sldMk cId="420800110" sldId="386"/>
            <ac:picMk id="3" creationId="{6F725D65-41FA-E7B0-5C37-6CDF3D20E198}"/>
          </ac:picMkLst>
        </pc:picChg>
        <pc:picChg chg="add mod">
          <ac:chgData name="Viet Pham Hoang" userId="daff2273dfcb736e" providerId="LiveId" clId="{7864E128-F8E5-4C3B-B427-8C25E8C185A6}" dt="2025-11-23T10:22:57.830" v="7357" actId="1076"/>
          <ac:picMkLst>
            <pc:docMk/>
            <pc:sldMk cId="420800110" sldId="386"/>
            <ac:picMk id="7" creationId="{7E3242BE-3E22-7319-AA39-2AB3493CA25C}"/>
          </ac:picMkLst>
        </pc:picChg>
        <pc:picChg chg="mod">
          <ac:chgData name="Viet Pham Hoang" userId="daff2273dfcb736e" providerId="LiveId" clId="{7864E128-F8E5-4C3B-B427-8C25E8C185A6}" dt="2025-11-23T10:23:50.286" v="7404" actId="1038"/>
          <ac:picMkLst>
            <pc:docMk/>
            <pc:sldMk cId="420800110" sldId="386"/>
            <ac:picMk id="18" creationId="{9786EAFE-2293-01C2-EE7B-631810EDD122}"/>
          </ac:picMkLst>
        </pc:picChg>
      </pc:sldChg>
      <pc:sldChg chg="addSp delSp modSp add mod">
        <pc:chgData name="Viet Pham Hoang" userId="daff2273dfcb736e" providerId="LiveId" clId="{7864E128-F8E5-4C3B-B427-8C25E8C185A6}" dt="2025-11-23T10:27:09.750" v="7421" actId="1076"/>
        <pc:sldMkLst>
          <pc:docMk/>
          <pc:sldMk cId="631513156" sldId="387"/>
        </pc:sldMkLst>
        <pc:spChg chg="mod">
          <ac:chgData name="Viet Pham Hoang" userId="daff2273dfcb736e" providerId="LiveId" clId="{7864E128-F8E5-4C3B-B427-8C25E8C185A6}" dt="2025-11-23T10:24:09.704" v="7410" actId="20577"/>
          <ac:spMkLst>
            <pc:docMk/>
            <pc:sldMk cId="631513156" sldId="387"/>
            <ac:spMk id="31747" creationId="{74B4F316-D1C4-A7F5-7885-32BB60B377D5}"/>
          </ac:spMkLst>
        </pc:spChg>
        <pc:picChg chg="add mod">
          <ac:chgData name="Viet Pham Hoang" userId="daff2273dfcb736e" providerId="LiveId" clId="{7864E128-F8E5-4C3B-B427-8C25E8C185A6}" dt="2025-11-23T10:26:47.277" v="7417" actId="1076"/>
          <ac:picMkLst>
            <pc:docMk/>
            <pc:sldMk cId="631513156" sldId="387"/>
            <ac:picMk id="5" creationId="{88457FD9-933E-A171-F25B-80081A6923BB}"/>
          </ac:picMkLst>
        </pc:picChg>
        <pc:picChg chg="add mod">
          <ac:chgData name="Viet Pham Hoang" userId="daff2273dfcb736e" providerId="LiveId" clId="{7864E128-F8E5-4C3B-B427-8C25E8C185A6}" dt="2025-11-23T10:27:09.750" v="7421" actId="1076"/>
          <ac:picMkLst>
            <pc:docMk/>
            <pc:sldMk cId="631513156" sldId="387"/>
            <ac:picMk id="8" creationId="{5E6C2186-7865-59BC-FFD2-2147E9650616}"/>
          </ac:picMkLst>
        </pc:picChg>
      </pc:sldChg>
      <pc:sldChg chg="delSp modSp add mod">
        <pc:chgData name="Viet Pham Hoang" userId="daff2273dfcb736e" providerId="LiveId" clId="{7864E128-F8E5-4C3B-B427-8C25E8C185A6}" dt="2025-11-23T10:29:19.238" v="7436" actId="255"/>
        <pc:sldMkLst>
          <pc:docMk/>
          <pc:sldMk cId="3179249199" sldId="388"/>
        </pc:sldMkLst>
        <pc:spChg chg="mod">
          <ac:chgData name="Viet Pham Hoang" userId="daff2273dfcb736e" providerId="LiveId" clId="{7864E128-F8E5-4C3B-B427-8C25E8C185A6}" dt="2025-11-23T10:29:19.238" v="7436" actId="255"/>
          <ac:spMkLst>
            <pc:docMk/>
            <pc:sldMk cId="3179249199" sldId="388"/>
            <ac:spMk id="31747" creationId="{208EA289-ECF9-7CB7-9042-F5FD680B44DE}"/>
          </ac:spMkLst>
        </pc:spChg>
      </pc:sldChg>
      <pc:sldChg chg="addSp delSp modSp add mod ord">
        <pc:chgData name="Viet Pham Hoang" userId="daff2273dfcb736e" providerId="LiveId" clId="{7864E128-F8E5-4C3B-B427-8C25E8C185A6}" dt="2025-11-23T10:33:32.818" v="7461"/>
        <pc:sldMkLst>
          <pc:docMk/>
          <pc:sldMk cId="3691945559" sldId="389"/>
        </pc:sldMkLst>
        <pc:spChg chg="mod">
          <ac:chgData name="Viet Pham Hoang" userId="daff2273dfcb736e" providerId="LiveId" clId="{7864E128-F8E5-4C3B-B427-8C25E8C185A6}" dt="2025-11-23T10:29:38.179" v="7439" actId="6549"/>
          <ac:spMkLst>
            <pc:docMk/>
            <pc:sldMk cId="3691945559" sldId="389"/>
            <ac:spMk id="31747" creationId="{13C3473B-2361-7E36-6350-93E6980679E4}"/>
          </ac:spMkLst>
        </pc:spChg>
        <pc:picChg chg="add mod">
          <ac:chgData name="Viet Pham Hoang" userId="daff2273dfcb736e" providerId="LiveId" clId="{7864E128-F8E5-4C3B-B427-8C25E8C185A6}" dt="2025-11-23T10:32:57.573" v="7459" actId="14100"/>
          <ac:picMkLst>
            <pc:docMk/>
            <pc:sldMk cId="3691945559" sldId="389"/>
            <ac:picMk id="3" creationId="{B4B5BB66-E66F-C581-53D8-403B5B6DA4F3}"/>
          </ac:picMkLst>
        </pc:picChg>
      </pc:sldChg>
      <pc:sldChg chg="addSp modSp add mod ord">
        <pc:chgData name="Viet Pham Hoang" userId="daff2273dfcb736e" providerId="LiveId" clId="{7864E128-F8E5-4C3B-B427-8C25E8C185A6}" dt="2025-11-23T10:32:08.857" v="7455"/>
        <pc:sldMkLst>
          <pc:docMk/>
          <pc:sldMk cId="8754919" sldId="390"/>
        </pc:sldMkLst>
        <pc:picChg chg="add mod">
          <ac:chgData name="Viet Pham Hoang" userId="daff2273dfcb736e" providerId="LiveId" clId="{7864E128-F8E5-4C3B-B427-8C25E8C185A6}" dt="2025-11-23T10:31:59.845" v="7453" actId="1076"/>
          <ac:picMkLst>
            <pc:docMk/>
            <pc:sldMk cId="8754919" sldId="390"/>
            <ac:picMk id="3" creationId="{14AA9556-FE7E-B532-CD79-7B9DB0D1162A}"/>
          </ac:picMkLst>
        </pc:picChg>
      </pc:sldChg>
      <pc:sldChg chg="addSp delSp modSp add mod">
        <pc:chgData name="Viet Pham Hoang" userId="daff2273dfcb736e" providerId="LiveId" clId="{7864E128-F8E5-4C3B-B427-8C25E8C185A6}" dt="2025-11-23T10:34:33.085" v="7469" actId="1076"/>
        <pc:sldMkLst>
          <pc:docMk/>
          <pc:sldMk cId="2279446412" sldId="391"/>
        </pc:sldMkLst>
        <pc:picChg chg="add mod">
          <ac:chgData name="Viet Pham Hoang" userId="daff2273dfcb736e" providerId="LiveId" clId="{7864E128-F8E5-4C3B-B427-8C25E8C185A6}" dt="2025-11-23T10:34:33.085" v="7469" actId="1076"/>
          <ac:picMkLst>
            <pc:docMk/>
            <pc:sldMk cId="2279446412" sldId="391"/>
            <ac:picMk id="4" creationId="{70EFAAAA-7974-CE72-D501-CE1948E6C783}"/>
          </ac:picMkLst>
        </pc:picChg>
      </pc:sldChg>
      <pc:sldChg chg="addSp delSp modSp add mod">
        <pc:chgData name="Viet Pham Hoang" userId="daff2273dfcb736e" providerId="LiveId" clId="{7864E128-F8E5-4C3B-B427-8C25E8C185A6}" dt="2025-11-23T10:35:30.197" v="7476" actId="1076"/>
        <pc:sldMkLst>
          <pc:docMk/>
          <pc:sldMk cId="2357534117" sldId="392"/>
        </pc:sldMkLst>
        <pc:picChg chg="add mod">
          <ac:chgData name="Viet Pham Hoang" userId="daff2273dfcb736e" providerId="LiveId" clId="{7864E128-F8E5-4C3B-B427-8C25E8C185A6}" dt="2025-11-23T10:35:30.197" v="7476" actId="1076"/>
          <ac:picMkLst>
            <pc:docMk/>
            <pc:sldMk cId="2357534117" sldId="392"/>
            <ac:picMk id="4" creationId="{5BD583EA-9977-8444-679D-20C6AF9E0B01}"/>
          </ac:picMkLst>
        </pc:picChg>
      </pc:sldChg>
      <pc:sldChg chg="addSp delSp modSp add mod">
        <pc:chgData name="Viet Pham Hoang" userId="daff2273dfcb736e" providerId="LiveId" clId="{7864E128-F8E5-4C3B-B427-8C25E8C185A6}" dt="2025-11-23T10:44:40.449" v="7602" actId="20577"/>
        <pc:sldMkLst>
          <pc:docMk/>
          <pc:sldMk cId="3903196486" sldId="393"/>
        </pc:sldMkLst>
        <pc:spChg chg="mod">
          <ac:chgData name="Viet Pham Hoang" userId="daff2273dfcb736e" providerId="LiveId" clId="{7864E128-F8E5-4C3B-B427-8C25E8C185A6}" dt="2025-11-23T10:44:40.449" v="7602" actId="20577"/>
          <ac:spMkLst>
            <pc:docMk/>
            <pc:sldMk cId="3903196486" sldId="393"/>
            <ac:spMk id="31747" creationId="{05F5FF0D-C229-2C6B-7275-CD87D9E6E30B}"/>
          </ac:spMkLst>
        </pc:spChg>
        <pc:picChg chg="mod ord">
          <ac:chgData name="Viet Pham Hoang" userId="daff2273dfcb736e" providerId="LiveId" clId="{7864E128-F8E5-4C3B-B427-8C25E8C185A6}" dt="2025-11-23T10:40:05.374" v="7509" actId="962"/>
          <ac:picMkLst>
            <pc:docMk/>
            <pc:sldMk cId="3903196486" sldId="393"/>
            <ac:picMk id="3" creationId="{70FD77FB-CF1E-D759-106B-F68B6D304237}"/>
          </ac:picMkLst>
        </pc:picChg>
        <pc:picChg chg="add mod">
          <ac:chgData name="Viet Pham Hoang" userId="daff2273dfcb736e" providerId="LiveId" clId="{7864E128-F8E5-4C3B-B427-8C25E8C185A6}" dt="2025-11-23T10:43:28.541" v="7594" actId="1076"/>
          <ac:picMkLst>
            <pc:docMk/>
            <pc:sldMk cId="3903196486" sldId="393"/>
            <ac:picMk id="6" creationId="{ECB0ACD1-D95E-90A0-A44A-34D94597A5E3}"/>
          </ac:picMkLst>
        </pc:picChg>
        <pc:picChg chg="add mod">
          <ac:chgData name="Viet Pham Hoang" userId="daff2273dfcb736e" providerId="LiveId" clId="{7864E128-F8E5-4C3B-B427-8C25E8C185A6}" dt="2025-11-23T10:43:31.222" v="7595" actId="1076"/>
          <ac:picMkLst>
            <pc:docMk/>
            <pc:sldMk cId="3903196486" sldId="393"/>
            <ac:picMk id="8" creationId="{F52D2F0C-35F7-6D1E-8E9E-A7C7A9231C20}"/>
          </ac:picMkLst>
        </pc:picChg>
      </pc:sldChg>
      <pc:sldChg chg="addSp delSp modSp add mod modNotesTx">
        <pc:chgData name="Viet Pham Hoang" userId="daff2273dfcb736e" providerId="LiveId" clId="{7864E128-F8E5-4C3B-B427-8C25E8C185A6}" dt="2025-11-23T10:47:44.180" v="7656" actId="20577"/>
        <pc:sldMkLst>
          <pc:docMk/>
          <pc:sldMk cId="3446905386" sldId="394"/>
        </pc:sldMkLst>
        <pc:spChg chg="mod">
          <ac:chgData name="Viet Pham Hoang" userId="daff2273dfcb736e" providerId="LiveId" clId="{7864E128-F8E5-4C3B-B427-8C25E8C185A6}" dt="2025-11-23T10:47:44.180" v="7656" actId="20577"/>
          <ac:spMkLst>
            <pc:docMk/>
            <pc:sldMk cId="3446905386" sldId="394"/>
            <ac:spMk id="31747" creationId="{4F401DCF-DA8B-6456-32AF-45CE3ED04F76}"/>
          </ac:spMkLst>
        </pc:spChg>
        <pc:picChg chg="add">
          <ac:chgData name="Viet Pham Hoang" userId="daff2273dfcb736e" providerId="LiveId" clId="{7864E128-F8E5-4C3B-B427-8C25E8C185A6}" dt="2025-11-23T10:45:07.578" v="7608" actId="22"/>
          <ac:picMkLst>
            <pc:docMk/>
            <pc:sldMk cId="3446905386" sldId="394"/>
            <ac:picMk id="4" creationId="{CD2FCF16-E3D5-C15A-0572-8C932CB7F099}"/>
          </ac:picMkLst>
        </pc:picChg>
      </pc:sldChg>
      <pc:sldChg chg="addSp delSp modSp add mod modNotesTx">
        <pc:chgData name="Viet Pham Hoang" userId="daff2273dfcb736e" providerId="LiveId" clId="{7864E128-F8E5-4C3B-B427-8C25E8C185A6}" dt="2025-11-24T08:43:45.955" v="8335" actId="20577"/>
        <pc:sldMkLst>
          <pc:docMk/>
          <pc:sldMk cId="787934232" sldId="395"/>
        </pc:sldMkLst>
        <pc:spChg chg="mod">
          <ac:chgData name="Viet Pham Hoang" userId="daff2273dfcb736e" providerId="LiveId" clId="{7864E128-F8E5-4C3B-B427-8C25E8C185A6}" dt="2025-11-24T08:43:45.955" v="8335" actId="20577"/>
          <ac:spMkLst>
            <pc:docMk/>
            <pc:sldMk cId="787934232" sldId="395"/>
            <ac:spMk id="31747" creationId="{3C5B838C-816A-D80A-807D-A86B500B1200}"/>
          </ac:spMkLst>
        </pc:spChg>
        <pc:picChg chg="add mod">
          <ac:chgData name="Viet Pham Hoang" userId="daff2273dfcb736e" providerId="LiveId" clId="{7864E128-F8E5-4C3B-B427-8C25E8C185A6}" dt="2025-11-23T11:00:17.885" v="7711" actId="14100"/>
          <ac:picMkLst>
            <pc:docMk/>
            <pc:sldMk cId="787934232" sldId="395"/>
            <ac:picMk id="4" creationId="{BF621DBB-01B8-8734-04A3-7C7C03A3515A}"/>
          </ac:picMkLst>
        </pc:picChg>
        <pc:picChg chg="add del mod">
          <ac:chgData name="Viet Pham Hoang" userId="daff2273dfcb736e" providerId="LiveId" clId="{7864E128-F8E5-4C3B-B427-8C25E8C185A6}" dt="2025-11-24T08:43:42.078" v="8333" actId="478"/>
          <ac:picMkLst>
            <pc:docMk/>
            <pc:sldMk cId="787934232" sldId="395"/>
            <ac:picMk id="7" creationId="{4DEBB536-2404-5688-E549-FC730AA6D40B}"/>
          </ac:picMkLst>
        </pc:picChg>
      </pc:sldChg>
      <pc:sldChg chg="addSp delSp modSp add mod">
        <pc:chgData name="Viet Pham Hoang" userId="daff2273dfcb736e" providerId="LiveId" clId="{7864E128-F8E5-4C3B-B427-8C25E8C185A6}" dt="2025-11-24T09:12:16.493" v="8720" actId="20577"/>
        <pc:sldMkLst>
          <pc:docMk/>
          <pc:sldMk cId="3169475601" sldId="396"/>
        </pc:sldMkLst>
        <pc:spChg chg="mod">
          <ac:chgData name="Viet Pham Hoang" userId="daff2273dfcb736e" providerId="LiveId" clId="{7864E128-F8E5-4C3B-B427-8C25E8C185A6}" dt="2025-11-24T09:12:16.493" v="8720" actId="20577"/>
          <ac:spMkLst>
            <pc:docMk/>
            <pc:sldMk cId="3169475601" sldId="396"/>
            <ac:spMk id="31747" creationId="{31A4CEDF-78A9-3768-64C0-670CC9622DE9}"/>
          </ac:spMkLst>
        </pc:spChg>
        <pc:picChg chg="add mod">
          <ac:chgData name="Viet Pham Hoang" userId="daff2273dfcb736e" providerId="LiveId" clId="{7864E128-F8E5-4C3B-B427-8C25E8C185A6}" dt="2025-11-23T11:10:01.204" v="7824" actId="1076"/>
          <ac:picMkLst>
            <pc:docMk/>
            <pc:sldMk cId="3169475601" sldId="396"/>
            <ac:picMk id="4" creationId="{79D3326B-A462-99AD-AC54-5E12863C1A1D}"/>
          </ac:picMkLst>
        </pc:picChg>
        <pc:picChg chg="add del mod">
          <ac:chgData name="Viet Pham Hoang" userId="daff2273dfcb736e" providerId="LiveId" clId="{7864E128-F8E5-4C3B-B427-8C25E8C185A6}" dt="2025-11-24T08:44:13.710" v="8336" actId="478"/>
          <ac:picMkLst>
            <pc:docMk/>
            <pc:sldMk cId="3169475601" sldId="396"/>
            <ac:picMk id="6" creationId="{D53DE864-666F-C1A1-C210-8B85852B115E}"/>
          </ac:picMkLst>
        </pc:picChg>
        <pc:picChg chg="add mod">
          <ac:chgData name="Viet Pham Hoang" userId="daff2273dfcb736e" providerId="LiveId" clId="{7864E128-F8E5-4C3B-B427-8C25E8C185A6}" dt="2025-11-23T11:14:10.806" v="7921" actId="1076"/>
          <ac:picMkLst>
            <pc:docMk/>
            <pc:sldMk cId="3169475601" sldId="396"/>
            <ac:picMk id="8" creationId="{492CE8A1-62E1-1552-DA95-42098246CC71}"/>
          </ac:picMkLst>
        </pc:picChg>
      </pc:sldChg>
      <pc:sldChg chg="addSp delSp modSp add mod">
        <pc:chgData name="Viet Pham Hoang" userId="daff2273dfcb736e" providerId="LiveId" clId="{7864E128-F8E5-4C3B-B427-8C25E8C185A6}" dt="2025-11-24T09:12:12.192" v="8719" actId="20577"/>
        <pc:sldMkLst>
          <pc:docMk/>
          <pc:sldMk cId="363219340" sldId="397"/>
        </pc:sldMkLst>
        <pc:spChg chg="mod">
          <ac:chgData name="Viet Pham Hoang" userId="daff2273dfcb736e" providerId="LiveId" clId="{7864E128-F8E5-4C3B-B427-8C25E8C185A6}" dt="2025-11-24T09:12:12.192" v="8719" actId="20577"/>
          <ac:spMkLst>
            <pc:docMk/>
            <pc:sldMk cId="363219340" sldId="397"/>
            <ac:spMk id="31747" creationId="{E934DFBB-22FA-41DD-C028-8AC36B4EF0FE}"/>
          </ac:spMkLst>
        </pc:spChg>
        <pc:picChg chg="add mod">
          <ac:chgData name="Viet Pham Hoang" userId="daff2273dfcb736e" providerId="LiveId" clId="{7864E128-F8E5-4C3B-B427-8C25E8C185A6}" dt="2025-11-23T11:17:47.596" v="7954" actId="1076"/>
          <ac:picMkLst>
            <pc:docMk/>
            <pc:sldMk cId="363219340" sldId="397"/>
            <ac:picMk id="3" creationId="{2B94CA78-5BC6-53B2-F27D-364F26D77A4D}"/>
          </ac:picMkLst>
        </pc:picChg>
        <pc:picChg chg="add mod">
          <ac:chgData name="Viet Pham Hoang" userId="daff2273dfcb736e" providerId="LiveId" clId="{7864E128-F8E5-4C3B-B427-8C25E8C185A6}" dt="2025-11-23T11:19:59.534" v="7963" actId="1076"/>
          <ac:picMkLst>
            <pc:docMk/>
            <pc:sldMk cId="363219340" sldId="397"/>
            <ac:picMk id="7" creationId="{DE265F7F-97EE-172F-A80D-9C7AE88550E5}"/>
          </ac:picMkLst>
        </pc:picChg>
        <pc:picChg chg="add del mod">
          <ac:chgData name="Viet Pham Hoang" userId="daff2273dfcb736e" providerId="LiveId" clId="{7864E128-F8E5-4C3B-B427-8C25E8C185A6}" dt="2025-11-24T07:14:01.551" v="7967" actId="21"/>
          <ac:picMkLst>
            <pc:docMk/>
            <pc:sldMk cId="363219340" sldId="397"/>
            <ac:picMk id="10" creationId="{DBE0850A-BC91-20AE-D2D2-0422D13EAE2D}"/>
          </ac:picMkLst>
        </pc:picChg>
      </pc:sldChg>
      <pc:sldChg chg="addSp delSp modSp add mod">
        <pc:chgData name="Viet Pham Hoang" userId="daff2273dfcb736e" providerId="LiveId" clId="{7864E128-F8E5-4C3B-B427-8C25E8C185A6}" dt="2025-11-24T09:12:08.222" v="8718" actId="20577"/>
        <pc:sldMkLst>
          <pc:docMk/>
          <pc:sldMk cId="4053409335" sldId="398"/>
        </pc:sldMkLst>
        <pc:spChg chg="mod">
          <ac:chgData name="Viet Pham Hoang" userId="daff2273dfcb736e" providerId="LiveId" clId="{7864E128-F8E5-4C3B-B427-8C25E8C185A6}" dt="2025-11-24T09:12:08.222" v="8718" actId="20577"/>
          <ac:spMkLst>
            <pc:docMk/>
            <pc:sldMk cId="4053409335" sldId="398"/>
            <ac:spMk id="31747" creationId="{425E5D24-FF80-AB0E-3707-98B41BFAFC2D}"/>
          </ac:spMkLst>
        </pc:spChg>
        <pc:picChg chg="del">
          <ac:chgData name="Viet Pham Hoang" userId="daff2273dfcb736e" providerId="LiveId" clId="{7864E128-F8E5-4C3B-B427-8C25E8C185A6}" dt="2025-11-24T07:15:03.959" v="7999" actId="478"/>
          <ac:picMkLst>
            <pc:docMk/>
            <pc:sldMk cId="4053409335" sldId="398"/>
            <ac:picMk id="3" creationId="{E149338E-4043-004D-492B-488027BDFA88}"/>
          </ac:picMkLst>
        </pc:picChg>
        <pc:picChg chg="add del">
          <ac:chgData name="Viet Pham Hoang" userId="daff2273dfcb736e" providerId="LiveId" clId="{7864E128-F8E5-4C3B-B427-8C25E8C185A6}" dt="2025-11-24T07:17:21.645" v="8003" actId="21"/>
          <ac:picMkLst>
            <pc:docMk/>
            <pc:sldMk cId="4053409335" sldId="398"/>
            <ac:picMk id="4" creationId="{8479DA5D-D8EE-8962-F4E5-074084DAD2F0}"/>
          </ac:picMkLst>
        </pc:picChg>
        <pc:picChg chg="add mod">
          <ac:chgData name="Viet Pham Hoang" userId="daff2273dfcb736e" providerId="LiveId" clId="{7864E128-F8E5-4C3B-B427-8C25E8C185A6}" dt="2025-11-24T07:18:50.502" v="8005" actId="14100"/>
          <ac:picMkLst>
            <pc:docMk/>
            <pc:sldMk cId="4053409335" sldId="398"/>
            <ac:picMk id="6" creationId="{3409DEFF-3A45-408D-0A90-828C311273B3}"/>
          </ac:picMkLst>
        </pc:picChg>
        <pc:picChg chg="del">
          <ac:chgData name="Viet Pham Hoang" userId="daff2273dfcb736e" providerId="LiveId" clId="{7864E128-F8E5-4C3B-B427-8C25E8C185A6}" dt="2025-11-24T07:15:06.758" v="8001" actId="478"/>
          <ac:picMkLst>
            <pc:docMk/>
            <pc:sldMk cId="4053409335" sldId="398"/>
            <ac:picMk id="7" creationId="{7DD8A9DC-86C7-CC03-BF79-7B5D26D924B9}"/>
          </ac:picMkLst>
        </pc:picChg>
        <pc:picChg chg="add mod">
          <ac:chgData name="Viet Pham Hoang" userId="daff2273dfcb736e" providerId="LiveId" clId="{7864E128-F8E5-4C3B-B427-8C25E8C185A6}" dt="2025-11-24T07:19:16.332" v="8009" actId="14100"/>
          <ac:picMkLst>
            <pc:docMk/>
            <pc:sldMk cId="4053409335" sldId="398"/>
            <ac:picMk id="10" creationId="{F5648B82-F22F-016B-EF7E-E9CB605F8EF5}"/>
          </ac:picMkLst>
        </pc:picChg>
        <pc:picChg chg="add del mod">
          <ac:chgData name="Viet Pham Hoang" userId="daff2273dfcb736e" providerId="LiveId" clId="{7864E128-F8E5-4C3B-B427-8C25E8C185A6}" dt="2025-11-24T07:58:31.221" v="8108" actId="21"/>
          <ac:picMkLst>
            <pc:docMk/>
            <pc:sldMk cId="4053409335" sldId="398"/>
            <ac:picMk id="12" creationId="{8BAA8E8B-EC06-740E-89E7-62302676253F}"/>
          </ac:picMkLst>
        </pc:picChg>
        <pc:picChg chg="add mod">
          <ac:chgData name="Viet Pham Hoang" userId="daff2273dfcb736e" providerId="LiveId" clId="{7864E128-F8E5-4C3B-B427-8C25E8C185A6}" dt="2025-11-24T07:59:33.985" v="8185" actId="1035"/>
          <ac:picMkLst>
            <pc:docMk/>
            <pc:sldMk cId="4053409335" sldId="398"/>
            <ac:picMk id="14" creationId="{2068B84F-E55E-E46A-9E07-6F69873A7DE8}"/>
          </ac:picMkLst>
        </pc:picChg>
      </pc:sldChg>
      <pc:sldChg chg="addSp delSp modSp add mod">
        <pc:chgData name="Viet Pham Hoang" userId="daff2273dfcb736e" providerId="LiveId" clId="{7864E128-F8E5-4C3B-B427-8C25E8C185A6}" dt="2025-11-24T09:12:03.721" v="8717" actId="20577"/>
        <pc:sldMkLst>
          <pc:docMk/>
          <pc:sldMk cId="2922292848" sldId="399"/>
        </pc:sldMkLst>
        <pc:spChg chg="mod">
          <ac:chgData name="Viet Pham Hoang" userId="daff2273dfcb736e" providerId="LiveId" clId="{7864E128-F8E5-4C3B-B427-8C25E8C185A6}" dt="2025-11-24T09:12:03.721" v="8717" actId="20577"/>
          <ac:spMkLst>
            <pc:docMk/>
            <pc:sldMk cId="2922292848" sldId="399"/>
            <ac:spMk id="31747" creationId="{E8F5726F-874A-BD0A-BE8F-EFD9582A4227}"/>
          </ac:spMkLst>
        </pc:spChg>
        <pc:picChg chg="add del mod">
          <ac:chgData name="Viet Pham Hoang" userId="daff2273dfcb736e" providerId="LiveId" clId="{7864E128-F8E5-4C3B-B427-8C25E8C185A6}" dt="2025-11-24T07:51:54.742" v="8079" actId="21"/>
          <ac:picMkLst>
            <pc:docMk/>
            <pc:sldMk cId="2922292848" sldId="399"/>
            <ac:picMk id="3" creationId="{A649A5E0-0893-988B-0102-22B484991942}"/>
          </ac:picMkLst>
        </pc:picChg>
        <pc:picChg chg="add del mod">
          <ac:chgData name="Viet Pham Hoang" userId="daff2273dfcb736e" providerId="LiveId" clId="{7864E128-F8E5-4C3B-B427-8C25E8C185A6}" dt="2025-11-24T07:59:49.213" v="8186" actId="21"/>
          <ac:picMkLst>
            <pc:docMk/>
            <pc:sldMk cId="2922292848" sldId="399"/>
            <ac:picMk id="5" creationId="{AFB101B2-6E20-A304-8848-E6C7350AA6C4}"/>
          </ac:picMkLst>
        </pc:picChg>
        <pc:picChg chg="del">
          <ac:chgData name="Viet Pham Hoang" userId="daff2273dfcb736e" providerId="LiveId" clId="{7864E128-F8E5-4C3B-B427-8C25E8C185A6}" dt="2025-11-24T07:23:08.863" v="8049" actId="478"/>
          <ac:picMkLst>
            <pc:docMk/>
            <pc:sldMk cId="2922292848" sldId="399"/>
            <ac:picMk id="6" creationId="{192C54D1-3A30-AAA6-8B01-0BCC2E2EC50E}"/>
          </ac:picMkLst>
        </pc:picChg>
        <pc:picChg chg="add mod">
          <ac:chgData name="Viet Pham Hoang" userId="daff2273dfcb736e" providerId="LiveId" clId="{7864E128-F8E5-4C3B-B427-8C25E8C185A6}" dt="2025-11-24T08:00:46.902" v="8320" actId="1035"/>
          <ac:picMkLst>
            <pc:docMk/>
            <pc:sldMk cId="2922292848" sldId="399"/>
            <ac:picMk id="9" creationId="{D41AEA6D-2E53-1ED0-553C-B330681862B3}"/>
          </ac:picMkLst>
        </pc:picChg>
        <pc:picChg chg="del">
          <ac:chgData name="Viet Pham Hoang" userId="daff2273dfcb736e" providerId="LiveId" clId="{7864E128-F8E5-4C3B-B427-8C25E8C185A6}" dt="2025-11-24T07:23:10.101" v="8050" actId="478"/>
          <ac:picMkLst>
            <pc:docMk/>
            <pc:sldMk cId="2922292848" sldId="399"/>
            <ac:picMk id="10" creationId="{F950FDD1-0F11-2366-4785-69379D3AB37B}"/>
          </ac:picMkLst>
        </pc:picChg>
        <pc:picChg chg="del">
          <ac:chgData name="Viet Pham Hoang" userId="daff2273dfcb736e" providerId="LiveId" clId="{7864E128-F8E5-4C3B-B427-8C25E8C185A6}" dt="2025-11-24T07:23:11.503" v="8051" actId="478"/>
          <ac:picMkLst>
            <pc:docMk/>
            <pc:sldMk cId="2922292848" sldId="399"/>
            <ac:picMk id="12" creationId="{C877358C-9EB4-C843-89B8-76172D4808C2}"/>
          </ac:picMkLst>
        </pc:picChg>
      </pc:sldChg>
      <pc:sldChg chg="addSp delSp modSp add mod">
        <pc:chgData name="Viet Pham Hoang" userId="daff2273dfcb736e" providerId="LiveId" clId="{7864E128-F8E5-4C3B-B427-8C25E8C185A6}" dt="2025-11-24T09:11:59.236" v="8716" actId="20577"/>
        <pc:sldMkLst>
          <pc:docMk/>
          <pc:sldMk cId="1049931160" sldId="400"/>
        </pc:sldMkLst>
        <pc:spChg chg="mod">
          <ac:chgData name="Viet Pham Hoang" userId="daff2273dfcb736e" providerId="LiveId" clId="{7864E128-F8E5-4C3B-B427-8C25E8C185A6}" dt="2025-11-24T09:11:59.236" v="8716" actId="20577"/>
          <ac:spMkLst>
            <pc:docMk/>
            <pc:sldMk cId="1049931160" sldId="400"/>
            <ac:spMk id="31747" creationId="{97058113-FA10-77BF-36A5-2359DCBBCDE8}"/>
          </ac:spMkLst>
        </pc:spChg>
        <pc:picChg chg="add mod">
          <ac:chgData name="Viet Pham Hoang" userId="daff2273dfcb736e" providerId="LiveId" clId="{7864E128-F8E5-4C3B-B427-8C25E8C185A6}" dt="2025-11-24T07:55:25.509" v="8103" actId="1076"/>
          <ac:picMkLst>
            <pc:docMk/>
            <pc:sldMk cId="1049931160" sldId="400"/>
            <ac:picMk id="3" creationId="{A9DB5C8D-46E0-1A19-A040-578F3660A9F6}"/>
          </ac:picMkLst>
        </pc:picChg>
        <pc:picChg chg="del">
          <ac:chgData name="Viet Pham Hoang" userId="daff2273dfcb736e" providerId="LiveId" clId="{7864E128-F8E5-4C3B-B427-8C25E8C185A6}" dt="2025-11-24T07:54:38.308" v="8101" actId="478"/>
          <ac:picMkLst>
            <pc:docMk/>
            <pc:sldMk cId="1049931160" sldId="400"/>
            <ac:picMk id="5" creationId="{23B09F28-F641-94C5-56B4-70DE9F26D6C1}"/>
          </ac:picMkLst>
        </pc:picChg>
        <pc:picChg chg="add del mod">
          <ac:chgData name="Viet Pham Hoang" userId="daff2273dfcb736e" providerId="LiveId" clId="{7864E128-F8E5-4C3B-B427-8C25E8C185A6}" dt="2025-11-24T07:56:21.152" v="8106" actId="21"/>
          <ac:picMkLst>
            <pc:docMk/>
            <pc:sldMk cId="1049931160" sldId="400"/>
            <ac:picMk id="6" creationId="{DD1E5D69-5583-CBFD-12C2-DABD8A748DDD}"/>
          </ac:picMkLst>
        </pc:picChg>
        <pc:picChg chg="add">
          <ac:chgData name="Viet Pham Hoang" userId="daff2273dfcb736e" providerId="LiveId" clId="{7864E128-F8E5-4C3B-B427-8C25E8C185A6}" dt="2025-11-24T07:56:51.902" v="8107" actId="22"/>
          <ac:picMkLst>
            <pc:docMk/>
            <pc:sldMk cId="1049931160" sldId="400"/>
            <ac:picMk id="9" creationId="{9C3129A2-5140-B121-B001-0BAE936110F2}"/>
          </ac:picMkLst>
        </pc:picChg>
        <pc:picChg chg="add mod">
          <ac:chgData name="Viet Pham Hoang" userId="daff2273dfcb736e" providerId="LiveId" clId="{7864E128-F8E5-4C3B-B427-8C25E8C185A6}" dt="2025-11-24T08:09:06.918" v="8325" actId="1076"/>
          <ac:picMkLst>
            <pc:docMk/>
            <pc:sldMk cId="1049931160" sldId="400"/>
            <ac:picMk id="11" creationId="{452788DF-6337-B677-C635-A123D2522208}"/>
          </ac:picMkLst>
        </pc:picChg>
        <pc:picChg chg="add del mod">
          <ac:chgData name="Viet Pham Hoang" userId="daff2273dfcb736e" providerId="LiveId" clId="{7864E128-F8E5-4C3B-B427-8C25E8C185A6}" dt="2025-11-24T08:33:17.149" v="8332" actId="478"/>
          <ac:picMkLst>
            <pc:docMk/>
            <pc:sldMk cId="1049931160" sldId="400"/>
            <ac:picMk id="13" creationId="{9C2B59AA-8D05-FFB3-23DE-C38C1A288CCA}"/>
          </ac:picMkLst>
        </pc:picChg>
      </pc:sldChg>
      <pc:sldChg chg="addSp delSp modSp add del mod">
        <pc:chgData name="Viet Pham Hoang" userId="daff2273dfcb736e" providerId="LiveId" clId="{7864E128-F8E5-4C3B-B427-8C25E8C185A6}" dt="2025-11-24T07:54:24.273" v="8084" actId="47"/>
        <pc:sldMkLst>
          <pc:docMk/>
          <pc:sldMk cId="1282404756" sldId="400"/>
        </pc:sldMkLst>
        <pc:spChg chg="mod">
          <ac:chgData name="Viet Pham Hoang" userId="daff2273dfcb736e" providerId="LiveId" clId="{7864E128-F8E5-4C3B-B427-8C25E8C185A6}" dt="2025-11-24T07:26:32.892" v="8058" actId="6549"/>
          <ac:spMkLst>
            <pc:docMk/>
            <pc:sldMk cId="1282404756" sldId="400"/>
            <ac:spMk id="31747" creationId="{D96E831C-C35A-A6DC-2628-18F49670CD79}"/>
          </ac:spMkLst>
        </pc:spChg>
        <pc:picChg chg="del mod">
          <ac:chgData name="Viet Pham Hoang" userId="daff2273dfcb736e" providerId="LiveId" clId="{7864E128-F8E5-4C3B-B427-8C25E8C185A6}" dt="2025-11-24T07:26:28.440" v="8056" actId="478"/>
          <ac:picMkLst>
            <pc:docMk/>
            <pc:sldMk cId="1282404756" sldId="400"/>
            <ac:picMk id="3" creationId="{FCBAF313-2A72-BB89-8687-AB94A274984C}"/>
          </ac:picMkLst>
        </pc:picChg>
        <pc:picChg chg="add mod">
          <ac:chgData name="Viet Pham Hoang" userId="daff2273dfcb736e" providerId="LiveId" clId="{7864E128-F8E5-4C3B-B427-8C25E8C185A6}" dt="2025-11-24T07:27:11.645" v="8066" actId="1076"/>
          <ac:picMkLst>
            <pc:docMk/>
            <pc:sldMk cId="1282404756" sldId="400"/>
            <ac:picMk id="4" creationId="{A5E170F3-A1D0-9CEF-1018-C42302F5C543}"/>
          </ac:picMkLst>
        </pc:picChg>
        <pc:picChg chg="del">
          <ac:chgData name="Viet Pham Hoang" userId="daff2273dfcb736e" providerId="LiveId" clId="{7864E128-F8E5-4C3B-B427-8C25E8C185A6}" dt="2025-11-24T07:26:31.091" v="8057" actId="478"/>
          <ac:picMkLst>
            <pc:docMk/>
            <pc:sldMk cId="1282404756" sldId="400"/>
            <ac:picMk id="8" creationId="{32F82FE2-4DC0-B006-A8A5-CF83168321A0}"/>
          </ac:picMkLst>
        </pc:picChg>
      </pc:sldChg>
      <pc:sldChg chg="addSp delSp modSp add mod">
        <pc:chgData name="Viet Pham Hoang" userId="daff2273dfcb736e" providerId="LiveId" clId="{7864E128-F8E5-4C3B-B427-8C25E8C185A6}" dt="2025-11-24T09:19:58.275" v="8749" actId="20577"/>
        <pc:sldMkLst>
          <pc:docMk/>
          <pc:sldMk cId="1121422706" sldId="401"/>
        </pc:sldMkLst>
        <pc:spChg chg="mod">
          <ac:chgData name="Viet Pham Hoang" userId="daff2273dfcb736e" providerId="LiveId" clId="{7864E128-F8E5-4C3B-B427-8C25E8C185A6}" dt="2025-11-24T09:19:58.275" v="8749" actId="20577"/>
          <ac:spMkLst>
            <pc:docMk/>
            <pc:sldMk cId="1121422706" sldId="401"/>
            <ac:spMk id="31747" creationId="{04D303F7-555C-6824-2BFD-B8B96CD79A66}"/>
          </ac:spMkLst>
        </pc:spChg>
        <pc:picChg chg="add del mod">
          <ac:chgData name="Viet Pham Hoang" userId="daff2273dfcb736e" providerId="LiveId" clId="{7864E128-F8E5-4C3B-B427-8C25E8C185A6}" dt="2025-11-24T08:48:53.778" v="8383" actId="478"/>
          <ac:picMkLst>
            <pc:docMk/>
            <pc:sldMk cId="1121422706" sldId="401"/>
            <ac:picMk id="2" creationId="{94E8E42B-44E8-F988-F874-0EF49DA171BC}"/>
          </ac:picMkLst>
        </pc:picChg>
        <pc:picChg chg="del">
          <ac:chgData name="Viet Pham Hoang" userId="daff2273dfcb736e" providerId="LiveId" clId="{7864E128-F8E5-4C3B-B427-8C25E8C185A6}" dt="2025-11-24T08:09:15.284" v="8327" actId="478"/>
          <ac:picMkLst>
            <pc:docMk/>
            <pc:sldMk cId="1121422706" sldId="401"/>
            <ac:picMk id="3" creationId="{4ADE3AB7-E00B-2E95-3CB3-F2552A8265E8}"/>
          </ac:picMkLst>
        </pc:picChg>
        <pc:picChg chg="mod ord">
          <ac:chgData name="Viet Pham Hoang" userId="daff2273dfcb736e" providerId="LiveId" clId="{7864E128-F8E5-4C3B-B427-8C25E8C185A6}" dt="2025-11-24T08:48:57.163" v="8386" actId="1076"/>
          <ac:picMkLst>
            <pc:docMk/>
            <pc:sldMk cId="1121422706" sldId="401"/>
            <ac:picMk id="5" creationId="{14C07088-0FF8-03E2-231E-40BC384C9EE7}"/>
          </ac:picMkLst>
        </pc:picChg>
        <pc:picChg chg="add del mod">
          <ac:chgData name="Viet Pham Hoang" userId="daff2273dfcb736e" providerId="LiveId" clId="{7864E128-F8E5-4C3B-B427-8C25E8C185A6}" dt="2025-11-24T08:57:05.516" v="8467" actId="478"/>
          <ac:picMkLst>
            <pc:docMk/>
            <pc:sldMk cId="1121422706" sldId="401"/>
            <ac:picMk id="6" creationId="{9A19704A-A935-BDDE-995F-9517AFA377C3}"/>
          </ac:picMkLst>
        </pc:picChg>
        <pc:picChg chg="add del mod">
          <ac:chgData name="Viet Pham Hoang" userId="daff2273dfcb736e" providerId="LiveId" clId="{7864E128-F8E5-4C3B-B427-8C25E8C185A6}" dt="2025-11-24T08:56:57.882" v="8463" actId="478"/>
          <ac:picMkLst>
            <pc:docMk/>
            <pc:sldMk cId="1121422706" sldId="401"/>
            <ac:picMk id="7" creationId="{7F7FDFCE-F8E6-9A5F-70A6-68C9D2DFDC83}"/>
          </ac:picMkLst>
        </pc:picChg>
        <pc:picChg chg="del">
          <ac:chgData name="Viet Pham Hoang" userId="daff2273dfcb736e" providerId="LiveId" clId="{7864E128-F8E5-4C3B-B427-8C25E8C185A6}" dt="2025-11-24T08:47:43.722" v="8369" actId="478"/>
          <ac:picMkLst>
            <pc:docMk/>
            <pc:sldMk cId="1121422706" sldId="401"/>
            <ac:picMk id="8" creationId="{A49C74CF-200B-B931-7A2C-824C5AE11A54}"/>
          </ac:picMkLst>
        </pc:picChg>
        <pc:picChg chg="del">
          <ac:chgData name="Viet Pham Hoang" userId="daff2273dfcb736e" providerId="LiveId" clId="{7864E128-F8E5-4C3B-B427-8C25E8C185A6}" dt="2025-11-24T08:09:15.940" v="8328" actId="478"/>
          <ac:picMkLst>
            <pc:docMk/>
            <pc:sldMk cId="1121422706" sldId="401"/>
            <ac:picMk id="9" creationId="{67E317EA-BBBE-5332-4D54-EEB5E52D262D}"/>
          </ac:picMkLst>
        </pc:picChg>
        <pc:picChg chg="del">
          <ac:chgData name="Viet Pham Hoang" userId="daff2273dfcb736e" providerId="LiveId" clId="{7864E128-F8E5-4C3B-B427-8C25E8C185A6}" dt="2025-11-24T08:09:16.456" v="8329" actId="478"/>
          <ac:picMkLst>
            <pc:docMk/>
            <pc:sldMk cId="1121422706" sldId="401"/>
            <ac:picMk id="11" creationId="{553724DA-F634-DE5B-B790-B59E49190CAA}"/>
          </ac:picMkLst>
        </pc:picChg>
        <pc:picChg chg="mod ord">
          <ac:chgData name="Viet Pham Hoang" userId="daff2273dfcb736e" providerId="LiveId" clId="{7864E128-F8E5-4C3B-B427-8C25E8C185A6}" dt="2025-11-24T08:58:15.379" v="8485" actId="1076"/>
          <ac:picMkLst>
            <pc:docMk/>
            <pc:sldMk cId="1121422706" sldId="401"/>
            <ac:picMk id="12" creationId="{D241FA1D-3AE4-994A-0344-D8F660069E61}"/>
          </ac:picMkLst>
        </pc:picChg>
        <pc:picChg chg="add del mod">
          <ac:chgData name="Viet Pham Hoang" userId="daff2273dfcb736e" providerId="LiveId" clId="{7864E128-F8E5-4C3B-B427-8C25E8C185A6}" dt="2025-11-24T08:57:31.198" v="8481" actId="478"/>
          <ac:picMkLst>
            <pc:docMk/>
            <pc:sldMk cId="1121422706" sldId="401"/>
            <ac:picMk id="13" creationId="{79F3CDD1-E852-EF28-57FA-BE678E17210D}"/>
          </ac:picMkLst>
        </pc:picChg>
        <pc:picChg chg="mod ord">
          <ac:chgData name="Viet Pham Hoang" userId="daff2273dfcb736e" providerId="LiveId" clId="{7864E128-F8E5-4C3B-B427-8C25E8C185A6}" dt="2025-11-24T08:57:33.762" v="8484" actId="1076"/>
          <ac:picMkLst>
            <pc:docMk/>
            <pc:sldMk cId="1121422706" sldId="401"/>
            <ac:picMk id="15" creationId="{AA0D5ACD-6B3C-32AA-149B-112DA01CC85A}"/>
          </ac:picMkLst>
        </pc:picChg>
      </pc:sldChg>
      <pc:sldChg chg="addSp modSp add del mod ord">
        <pc:chgData name="Viet Pham Hoang" userId="daff2273dfcb736e" providerId="LiveId" clId="{7864E128-F8E5-4C3B-B427-8C25E8C185A6}" dt="2025-11-24T07:54:24.273" v="8084" actId="47"/>
        <pc:sldMkLst>
          <pc:docMk/>
          <pc:sldMk cId="2290756141" sldId="401"/>
        </pc:sldMkLst>
        <pc:picChg chg="add mod">
          <ac:chgData name="Viet Pham Hoang" userId="daff2273dfcb736e" providerId="LiveId" clId="{7864E128-F8E5-4C3B-B427-8C25E8C185A6}" dt="2025-11-24T07:29:24.924" v="8073" actId="14100"/>
          <ac:picMkLst>
            <pc:docMk/>
            <pc:sldMk cId="2290756141" sldId="401"/>
            <ac:picMk id="3" creationId="{5BEB1E6E-C3CF-359B-C9A8-151A4D5C26AB}"/>
          </ac:picMkLst>
        </pc:picChg>
      </pc:sldChg>
      <pc:sldChg chg="addSp delSp modSp add mod">
        <pc:chgData name="Viet Pham Hoang" userId="daff2273dfcb736e" providerId="LiveId" clId="{7864E128-F8E5-4C3B-B427-8C25E8C185A6}" dt="2025-11-24T09:11:50.321" v="8714" actId="20577"/>
        <pc:sldMkLst>
          <pc:docMk/>
          <pc:sldMk cId="1086693604" sldId="402"/>
        </pc:sldMkLst>
        <pc:spChg chg="mod">
          <ac:chgData name="Viet Pham Hoang" userId="daff2273dfcb736e" providerId="LiveId" clId="{7864E128-F8E5-4C3B-B427-8C25E8C185A6}" dt="2025-11-24T09:11:50.321" v="8714" actId="20577"/>
          <ac:spMkLst>
            <pc:docMk/>
            <pc:sldMk cId="1086693604" sldId="402"/>
            <ac:spMk id="31747" creationId="{42363107-FBA5-0BE3-F924-6F28B0CF17A1}"/>
          </ac:spMkLst>
        </pc:spChg>
        <pc:picChg chg="add del mod">
          <ac:chgData name="Viet Pham Hoang" userId="daff2273dfcb736e" providerId="LiveId" clId="{7864E128-F8E5-4C3B-B427-8C25E8C185A6}" dt="2025-11-24T09:00:29.161" v="8500" actId="478"/>
          <ac:picMkLst>
            <pc:docMk/>
            <pc:sldMk cId="1086693604" sldId="402"/>
            <ac:picMk id="2" creationId="{268CC1C8-A362-E725-7774-CE28BCE21410}"/>
          </ac:picMkLst>
        </pc:picChg>
        <pc:picChg chg="del mod ord">
          <ac:chgData name="Viet Pham Hoang" userId="daff2273dfcb736e" providerId="LiveId" clId="{7864E128-F8E5-4C3B-B427-8C25E8C185A6}" dt="2025-11-24T09:00:44.893" v="8515" actId="478"/>
          <ac:picMkLst>
            <pc:docMk/>
            <pc:sldMk cId="1086693604" sldId="402"/>
            <ac:picMk id="4" creationId="{8B268CF0-0A81-5CD4-8BFD-5ABED17DA19D}"/>
          </ac:picMkLst>
        </pc:picChg>
        <pc:picChg chg="del mod ord">
          <ac:chgData name="Viet Pham Hoang" userId="daff2273dfcb736e" providerId="LiveId" clId="{7864E128-F8E5-4C3B-B427-8C25E8C185A6}" dt="2025-11-24T09:01:22.041" v="8530" actId="478"/>
          <ac:picMkLst>
            <pc:docMk/>
            <pc:sldMk cId="1086693604" sldId="402"/>
            <ac:picMk id="7" creationId="{B26A15F4-BC66-FD2E-90D5-80526C03384B}"/>
          </ac:picMkLst>
        </pc:picChg>
        <pc:picChg chg="del mod ord">
          <ac:chgData name="Viet Pham Hoang" userId="daff2273dfcb736e" providerId="LiveId" clId="{7864E128-F8E5-4C3B-B427-8C25E8C185A6}" dt="2025-11-24T09:06:49.494" v="8595" actId="478"/>
          <ac:picMkLst>
            <pc:docMk/>
            <pc:sldMk cId="1086693604" sldId="402"/>
            <ac:picMk id="9" creationId="{7EFEE2A1-E227-B6C5-FF5B-364270A2E298}"/>
          </ac:picMkLst>
        </pc:picChg>
        <pc:picChg chg="add del mod">
          <ac:chgData name="Viet Pham Hoang" userId="daff2273dfcb736e" providerId="LiveId" clId="{7864E128-F8E5-4C3B-B427-8C25E8C185A6}" dt="2025-11-24T09:02:46.170" v="8547" actId="478"/>
          <ac:picMkLst>
            <pc:docMk/>
            <pc:sldMk cId="1086693604" sldId="402"/>
            <ac:picMk id="10" creationId="{97DE1E3A-A690-EEE2-6E6E-50CF0E86A928}"/>
          </ac:picMkLst>
        </pc:picChg>
        <pc:picChg chg="del mod ord">
          <ac:chgData name="Viet Pham Hoang" userId="daff2273dfcb736e" providerId="LiveId" clId="{7864E128-F8E5-4C3B-B427-8C25E8C185A6}" dt="2025-11-24T09:06:55.954" v="8608" actId="478"/>
          <ac:picMkLst>
            <pc:docMk/>
            <pc:sldMk cId="1086693604" sldId="402"/>
            <ac:picMk id="12" creationId="{EF917080-8E4D-9674-DE15-427C9651BBDE}"/>
          </ac:picMkLst>
        </pc:picChg>
        <pc:picChg chg="add del mod">
          <ac:chgData name="Viet Pham Hoang" userId="daff2273dfcb736e" providerId="LiveId" clId="{7864E128-F8E5-4C3B-B427-8C25E8C185A6}" dt="2025-11-24T09:03:36.683" v="8564" actId="478"/>
          <ac:picMkLst>
            <pc:docMk/>
            <pc:sldMk cId="1086693604" sldId="402"/>
            <ac:picMk id="13" creationId="{6E614C2D-05F5-8A5C-8009-F64F42595E03}"/>
          </ac:picMkLst>
        </pc:picChg>
        <pc:picChg chg="del mod ord">
          <ac:chgData name="Viet Pham Hoang" userId="daff2273dfcb736e" providerId="LiveId" clId="{7864E128-F8E5-4C3B-B427-8C25E8C185A6}" dt="2025-11-24T09:06:33.950" v="8580" actId="478"/>
          <ac:picMkLst>
            <pc:docMk/>
            <pc:sldMk cId="1086693604" sldId="402"/>
            <ac:picMk id="15" creationId="{C88809CB-2E55-7D04-9163-D2AB038E16C4}"/>
          </ac:picMkLst>
        </pc:picChg>
        <pc:picChg chg="del mod ord">
          <ac:chgData name="Viet Pham Hoang" userId="daff2273dfcb736e" providerId="LiveId" clId="{7864E128-F8E5-4C3B-B427-8C25E8C185A6}" dt="2025-11-24T09:07:04.666" v="8621" actId="478"/>
          <ac:picMkLst>
            <pc:docMk/>
            <pc:sldMk cId="1086693604" sldId="402"/>
            <ac:picMk id="17" creationId="{6ABD93F6-D0CD-6BA2-49BA-0A45ADC388A0}"/>
          </ac:picMkLst>
        </pc:picChg>
        <pc:picChg chg="mod ord">
          <ac:chgData name="Viet Pham Hoang" userId="daff2273dfcb736e" providerId="LiveId" clId="{7864E128-F8E5-4C3B-B427-8C25E8C185A6}" dt="2025-11-24T09:06:49.495" v="8597" actId="962"/>
          <ac:picMkLst>
            <pc:docMk/>
            <pc:sldMk cId="1086693604" sldId="402"/>
            <ac:picMk id="19" creationId="{4CE526C6-5C8A-6A05-66DE-240FEB92DE8D}"/>
          </ac:picMkLst>
        </pc:picChg>
        <pc:picChg chg="mod ord">
          <ac:chgData name="Viet Pham Hoang" userId="daff2273dfcb736e" providerId="LiveId" clId="{7864E128-F8E5-4C3B-B427-8C25E8C185A6}" dt="2025-11-24T09:06:59.156" v="8611" actId="1076"/>
          <ac:picMkLst>
            <pc:docMk/>
            <pc:sldMk cId="1086693604" sldId="402"/>
            <ac:picMk id="21" creationId="{6BF9BDD3-DDBE-1198-B2B9-A949C9464D2D}"/>
          </ac:picMkLst>
        </pc:picChg>
        <pc:picChg chg="del mod ord">
          <ac:chgData name="Viet Pham Hoang" userId="daff2273dfcb736e" providerId="LiveId" clId="{7864E128-F8E5-4C3B-B427-8C25E8C185A6}" dt="2025-11-24T09:07:47.635" v="8637" actId="478"/>
          <ac:picMkLst>
            <pc:docMk/>
            <pc:sldMk cId="1086693604" sldId="402"/>
            <ac:picMk id="23" creationId="{1237C6B7-8F5D-F20E-A23D-0C664397742B}"/>
          </ac:picMkLst>
        </pc:picChg>
        <pc:picChg chg="mod ord">
          <ac:chgData name="Viet Pham Hoang" userId="daff2273dfcb736e" providerId="LiveId" clId="{7864E128-F8E5-4C3B-B427-8C25E8C185A6}" dt="2025-11-24T09:07:47.636" v="8639" actId="962"/>
          <ac:picMkLst>
            <pc:docMk/>
            <pc:sldMk cId="1086693604" sldId="402"/>
            <ac:picMk id="25" creationId="{EE26FD1A-ECD9-7BEA-57EB-CDE9A0F65A2E}"/>
          </ac:picMkLst>
        </pc:picChg>
      </pc:sldChg>
      <pc:sldChg chg="addSp modSp add del mod ord">
        <pc:chgData name="Viet Pham Hoang" userId="daff2273dfcb736e" providerId="LiveId" clId="{7864E128-F8E5-4C3B-B427-8C25E8C185A6}" dt="2025-11-24T07:54:24.273" v="8084" actId="47"/>
        <pc:sldMkLst>
          <pc:docMk/>
          <pc:sldMk cId="3823418237" sldId="402"/>
        </pc:sldMkLst>
        <pc:picChg chg="add mod">
          <ac:chgData name="Viet Pham Hoang" userId="daff2273dfcb736e" providerId="LiveId" clId="{7864E128-F8E5-4C3B-B427-8C25E8C185A6}" dt="2025-11-24T07:28:12.796" v="8069" actId="1076"/>
          <ac:picMkLst>
            <pc:docMk/>
            <pc:sldMk cId="3823418237" sldId="402"/>
            <ac:picMk id="3" creationId="{0F50C5DA-6F5F-E739-B94D-63F3B309BA94}"/>
          </ac:picMkLst>
        </pc:picChg>
      </pc:sldChg>
      <pc:sldChg chg="modSp add del">
        <pc:chgData name="Viet Pham Hoang" userId="daff2273dfcb736e" providerId="LiveId" clId="{7864E128-F8E5-4C3B-B427-8C25E8C185A6}" dt="2025-11-24T09:07:38.419" v="8625" actId="47"/>
        <pc:sldMkLst>
          <pc:docMk/>
          <pc:sldMk cId="1077146522" sldId="403"/>
        </pc:sldMkLst>
        <pc:spChg chg="mod">
          <ac:chgData name="Viet Pham Hoang" userId="daff2273dfcb736e" providerId="LiveId" clId="{7864E128-F8E5-4C3B-B427-8C25E8C185A6}" dt="2025-11-24T08:50:27.070" v="8391"/>
          <ac:spMkLst>
            <pc:docMk/>
            <pc:sldMk cId="1077146522" sldId="403"/>
            <ac:spMk id="31747" creationId="{93B1C497-3F14-E19D-1974-F2402CC77D10}"/>
          </ac:spMkLst>
        </pc:spChg>
      </pc:sldChg>
      <pc:sldChg chg="addSp add del mod ord">
        <pc:chgData name="Viet Pham Hoang" userId="daff2273dfcb736e" providerId="LiveId" clId="{7864E128-F8E5-4C3B-B427-8C25E8C185A6}" dt="2025-11-24T07:54:24.273" v="8084" actId="47"/>
        <pc:sldMkLst>
          <pc:docMk/>
          <pc:sldMk cId="1453103974" sldId="403"/>
        </pc:sldMkLst>
        <pc:picChg chg="add">
          <ac:chgData name="Viet Pham Hoang" userId="daff2273dfcb736e" providerId="LiveId" clId="{7864E128-F8E5-4C3B-B427-8C25E8C185A6}" dt="2025-11-24T07:31:08.461" v="8074" actId="22"/>
          <ac:picMkLst>
            <pc:docMk/>
            <pc:sldMk cId="1453103974" sldId="403"/>
            <ac:picMk id="3" creationId="{A820905F-9A79-24BB-8C10-7E444B31ABDB}"/>
          </ac:picMkLst>
        </pc:picChg>
      </pc:sldChg>
      <pc:sldChg chg="addSp delSp modSp add mod">
        <pc:chgData name="Viet Pham Hoang" userId="daff2273dfcb736e" providerId="LiveId" clId="{7864E128-F8E5-4C3B-B427-8C25E8C185A6}" dt="2025-11-24T09:11:46.639" v="8713" actId="20577"/>
        <pc:sldMkLst>
          <pc:docMk/>
          <pc:sldMk cId="949973320" sldId="404"/>
        </pc:sldMkLst>
        <pc:spChg chg="mod">
          <ac:chgData name="Viet Pham Hoang" userId="daff2273dfcb736e" providerId="LiveId" clId="{7864E128-F8E5-4C3B-B427-8C25E8C185A6}" dt="2025-11-24T09:11:46.639" v="8713" actId="20577"/>
          <ac:spMkLst>
            <pc:docMk/>
            <pc:sldMk cId="949973320" sldId="404"/>
            <ac:spMk id="31747" creationId="{511F1857-B204-C97F-0F87-3EE5647F0297}"/>
          </ac:spMkLst>
        </pc:spChg>
        <pc:picChg chg="add del mod">
          <ac:chgData name="Viet Pham Hoang" userId="daff2273dfcb736e" providerId="LiveId" clId="{7864E128-F8E5-4C3B-B427-8C25E8C185A6}" dt="2025-11-24T09:09:37.769" v="8655" actId="478"/>
          <ac:picMkLst>
            <pc:docMk/>
            <pc:sldMk cId="949973320" sldId="404"/>
            <ac:picMk id="2" creationId="{AF19E99C-1DB9-6EA5-B294-2F00A872B5C1}"/>
          </ac:picMkLst>
        </pc:picChg>
        <pc:picChg chg="del mod ord">
          <ac:chgData name="Viet Pham Hoang" userId="daff2273dfcb736e" providerId="LiveId" clId="{7864E128-F8E5-4C3B-B427-8C25E8C185A6}" dt="2025-11-24T09:09:44.369" v="8667" actId="478"/>
          <ac:picMkLst>
            <pc:docMk/>
            <pc:sldMk cId="949973320" sldId="404"/>
            <ac:picMk id="4" creationId="{AF716EDE-0C72-6D5D-1C4F-FCA8A8D51DA8}"/>
          </ac:picMkLst>
        </pc:picChg>
        <pc:picChg chg="mod ord">
          <ac:chgData name="Viet Pham Hoang" userId="daff2273dfcb736e" providerId="LiveId" clId="{7864E128-F8E5-4C3B-B427-8C25E8C185A6}" dt="2025-11-24T09:09:44.369" v="8669" actId="962"/>
          <ac:picMkLst>
            <pc:docMk/>
            <pc:sldMk cId="949973320" sldId="404"/>
            <ac:picMk id="7" creationId="{790760E6-21D0-C286-AE8B-0E5512D8609C}"/>
          </ac:picMkLst>
        </pc:picChg>
      </pc:sldChg>
      <pc:sldChg chg="addSp delSp modSp add mod">
        <pc:chgData name="Viet Pham Hoang" userId="daff2273dfcb736e" providerId="LiveId" clId="{7864E128-F8E5-4C3B-B427-8C25E8C185A6}" dt="2025-11-24T09:25:40.980" v="8925" actId="1076"/>
        <pc:sldMkLst>
          <pc:docMk/>
          <pc:sldMk cId="1086504620" sldId="405"/>
        </pc:sldMkLst>
        <pc:spChg chg="mod">
          <ac:chgData name="Viet Pham Hoang" userId="daff2273dfcb736e" providerId="LiveId" clId="{7864E128-F8E5-4C3B-B427-8C25E8C185A6}" dt="2025-11-24T09:25:38.154" v="8924" actId="20577"/>
          <ac:spMkLst>
            <pc:docMk/>
            <pc:sldMk cId="1086504620" sldId="405"/>
            <ac:spMk id="31747" creationId="{52F8FA29-FD0B-3113-90A5-E2BE34B87C43}"/>
          </ac:spMkLst>
        </pc:spChg>
        <pc:picChg chg="add del mod">
          <ac:chgData name="Viet Pham Hoang" userId="daff2273dfcb736e" providerId="LiveId" clId="{7864E128-F8E5-4C3B-B427-8C25E8C185A6}" dt="2025-11-24T09:11:29.202" v="8696" actId="478"/>
          <ac:picMkLst>
            <pc:docMk/>
            <pc:sldMk cId="1086504620" sldId="405"/>
            <ac:picMk id="2" creationId="{85E02CF3-7BA6-5092-C94C-349BC62EA379}"/>
          </ac:picMkLst>
        </pc:picChg>
        <pc:picChg chg="del mod ord">
          <ac:chgData name="Viet Pham Hoang" userId="daff2273dfcb736e" providerId="LiveId" clId="{7864E128-F8E5-4C3B-B427-8C25E8C185A6}" dt="2025-11-24T09:11:42.850" v="8710" actId="478"/>
          <ac:picMkLst>
            <pc:docMk/>
            <pc:sldMk cId="1086504620" sldId="405"/>
            <ac:picMk id="4" creationId="{105CBB85-9B78-8147-0853-FDFC019A1ADA}"/>
          </ac:picMkLst>
        </pc:picChg>
        <pc:picChg chg="del">
          <ac:chgData name="Viet Pham Hoang" userId="daff2273dfcb736e" providerId="LiveId" clId="{7864E128-F8E5-4C3B-B427-8C25E8C185A6}" dt="2025-11-24T09:10:47.834" v="8680" actId="478"/>
          <ac:picMkLst>
            <pc:docMk/>
            <pc:sldMk cId="1086504620" sldId="405"/>
            <ac:picMk id="5" creationId="{ED37A134-C1B8-B89B-A36F-8D0A5ACFDBCF}"/>
          </ac:picMkLst>
        </pc:picChg>
        <pc:picChg chg="mod ord">
          <ac:chgData name="Viet Pham Hoang" userId="daff2273dfcb736e" providerId="LiveId" clId="{7864E128-F8E5-4C3B-B427-8C25E8C185A6}" dt="2025-11-24T09:11:42.851" v="8712" actId="962"/>
          <ac:picMkLst>
            <pc:docMk/>
            <pc:sldMk cId="1086504620" sldId="405"/>
            <ac:picMk id="7" creationId="{E78A3513-9CF2-4293-F249-91242220CAC0}"/>
          </ac:picMkLst>
        </pc:picChg>
        <pc:picChg chg="add mod">
          <ac:chgData name="Viet Pham Hoang" userId="daff2273dfcb736e" providerId="LiveId" clId="{7864E128-F8E5-4C3B-B427-8C25E8C185A6}" dt="2025-11-24T09:18:41.050" v="8723"/>
          <ac:picMkLst>
            <pc:docMk/>
            <pc:sldMk cId="1086504620" sldId="405"/>
            <ac:picMk id="8" creationId="{33CCFDF4-8E0A-DD74-BAE1-AC4F8CCBF196}"/>
          </ac:picMkLst>
        </pc:picChg>
        <pc:picChg chg="add del mod">
          <ac:chgData name="Viet Pham Hoang" userId="daff2273dfcb736e" providerId="LiveId" clId="{7864E128-F8E5-4C3B-B427-8C25E8C185A6}" dt="2025-11-24T09:21:01.401" v="8763" actId="478"/>
          <ac:picMkLst>
            <pc:docMk/>
            <pc:sldMk cId="1086504620" sldId="405"/>
            <ac:picMk id="9" creationId="{A87E902D-7FDF-1AEE-B85F-D28FD0129710}"/>
          </ac:picMkLst>
        </pc:picChg>
        <pc:picChg chg="mod ord">
          <ac:chgData name="Viet Pham Hoang" userId="daff2273dfcb736e" providerId="LiveId" clId="{7864E128-F8E5-4C3B-B427-8C25E8C185A6}" dt="2025-11-24T09:21:01.403" v="8765" actId="962"/>
          <ac:picMkLst>
            <pc:docMk/>
            <pc:sldMk cId="1086504620" sldId="405"/>
            <ac:picMk id="11" creationId="{24CA5E75-8DC8-8713-983B-0CF712C1012B}"/>
          </ac:picMkLst>
        </pc:picChg>
        <pc:picChg chg="add del mod">
          <ac:chgData name="Viet Pham Hoang" userId="daff2273dfcb736e" providerId="LiveId" clId="{7864E128-F8E5-4C3B-B427-8C25E8C185A6}" dt="2025-11-24T09:22:24.719" v="8821" actId="478"/>
          <ac:picMkLst>
            <pc:docMk/>
            <pc:sldMk cId="1086504620" sldId="405"/>
            <ac:picMk id="12" creationId="{84A6C322-C28E-D65D-DAAF-48DEEBF10036}"/>
          </ac:picMkLst>
        </pc:picChg>
        <pc:picChg chg="del mod ord">
          <ac:chgData name="Viet Pham Hoang" userId="daff2273dfcb736e" providerId="LiveId" clId="{7864E128-F8E5-4C3B-B427-8C25E8C185A6}" dt="2025-11-24T09:25:31.996" v="8919" actId="478"/>
          <ac:picMkLst>
            <pc:docMk/>
            <pc:sldMk cId="1086504620" sldId="405"/>
            <ac:picMk id="14" creationId="{1427AAAD-1229-6FAC-AFBD-A85F6C44BCA1}"/>
          </ac:picMkLst>
        </pc:picChg>
        <pc:picChg chg="add del mod">
          <ac:chgData name="Viet Pham Hoang" userId="daff2273dfcb736e" providerId="LiveId" clId="{7864E128-F8E5-4C3B-B427-8C25E8C185A6}" dt="2025-11-24T09:25:06.781" v="8902" actId="478"/>
          <ac:picMkLst>
            <pc:docMk/>
            <pc:sldMk cId="1086504620" sldId="405"/>
            <ac:picMk id="15" creationId="{9CF5AEC0-1884-DF71-D4C2-22EFD577A644}"/>
          </ac:picMkLst>
        </pc:picChg>
        <pc:picChg chg="mod ord">
          <ac:chgData name="Viet Pham Hoang" userId="daff2273dfcb736e" providerId="LiveId" clId="{7864E128-F8E5-4C3B-B427-8C25E8C185A6}" dt="2025-11-24T09:25:40.980" v="8925" actId="1076"/>
          <ac:picMkLst>
            <pc:docMk/>
            <pc:sldMk cId="1086504620" sldId="405"/>
            <ac:picMk id="17" creationId="{4D5D81FA-9878-53E3-1880-746B9201B0F6}"/>
          </ac:picMkLst>
        </pc:picChg>
        <pc:picChg chg="mod ord">
          <ac:chgData name="Viet Pham Hoang" userId="daff2273dfcb736e" providerId="LiveId" clId="{7864E128-F8E5-4C3B-B427-8C25E8C185A6}" dt="2025-11-24T09:25:36.106" v="8922" actId="1076"/>
          <ac:picMkLst>
            <pc:docMk/>
            <pc:sldMk cId="1086504620" sldId="405"/>
            <ac:picMk id="19" creationId="{709B1459-50EC-0302-8F4B-9A32F49F51EC}"/>
          </ac:picMkLst>
        </pc:picChg>
      </pc:sldChg>
      <pc:sldChg chg="add del">
        <pc:chgData name="Viet Pham Hoang" userId="daff2273dfcb736e" providerId="LiveId" clId="{7864E128-F8E5-4C3B-B427-8C25E8C185A6}" dt="2025-11-24T09:07:54.945" v="8641"/>
        <pc:sldMkLst>
          <pc:docMk/>
          <pc:sldMk cId="1399432661" sldId="406"/>
        </pc:sldMkLst>
      </pc:sldChg>
      <pc:sldChg chg="addSp delSp modSp add mod ord modNotesTx">
        <pc:chgData name="Viet Pham Hoang" userId="daff2273dfcb736e" providerId="LiveId" clId="{7864E128-F8E5-4C3B-B427-8C25E8C185A6}" dt="2025-11-24T16:45:37.342" v="9291"/>
        <pc:sldMkLst>
          <pc:docMk/>
          <pc:sldMk cId="1493360051" sldId="406"/>
        </pc:sldMkLst>
        <pc:spChg chg="mod">
          <ac:chgData name="Viet Pham Hoang" userId="daff2273dfcb736e" providerId="LiveId" clId="{7864E128-F8E5-4C3B-B427-8C25E8C185A6}" dt="2025-11-24T09:40:17.865" v="9058" actId="20577"/>
          <ac:spMkLst>
            <pc:docMk/>
            <pc:sldMk cId="1493360051" sldId="406"/>
            <ac:spMk id="31747" creationId="{1B528704-D6A1-116B-BB72-13EE8EB572B2}"/>
          </ac:spMkLst>
        </pc:spChg>
        <pc:picChg chg="add del mod">
          <ac:chgData name="Viet Pham Hoang" userId="daff2273dfcb736e" providerId="LiveId" clId="{7864E128-F8E5-4C3B-B427-8C25E8C185A6}" dt="2025-11-24T09:46:59.747" v="9094" actId="478"/>
          <ac:picMkLst>
            <pc:docMk/>
            <pc:sldMk cId="1493360051" sldId="406"/>
            <ac:picMk id="2" creationId="{600E7DE6-5D3F-422D-F515-12096234B7B6}"/>
          </ac:picMkLst>
        </pc:picChg>
        <pc:picChg chg="del">
          <ac:chgData name="Viet Pham Hoang" userId="daff2273dfcb736e" providerId="LiveId" clId="{7864E128-F8E5-4C3B-B427-8C25E8C185A6}" dt="2025-11-24T09:39:21.504" v="8945" actId="478"/>
          <ac:picMkLst>
            <pc:docMk/>
            <pc:sldMk cId="1493360051" sldId="406"/>
            <ac:picMk id="3" creationId="{09DA7CA2-6BDC-63C4-5AFD-FF2C5B0031E5}"/>
          </ac:picMkLst>
        </pc:picChg>
        <pc:picChg chg="add mod">
          <ac:chgData name="Viet Pham Hoang" userId="daff2273dfcb736e" providerId="LiveId" clId="{7864E128-F8E5-4C3B-B427-8C25E8C185A6}" dt="2025-11-24T09:40:29.467" v="9060" actId="1076"/>
          <ac:picMkLst>
            <pc:docMk/>
            <pc:sldMk cId="1493360051" sldId="406"/>
            <ac:picMk id="5" creationId="{6491B028-6988-4406-C83A-1FCAA4D10943}"/>
          </ac:picMkLst>
        </pc:picChg>
        <pc:picChg chg="add mod">
          <ac:chgData name="Viet Pham Hoang" userId="daff2273dfcb736e" providerId="LiveId" clId="{7864E128-F8E5-4C3B-B427-8C25E8C185A6}" dt="2025-11-24T09:44:12.266" v="9062" actId="1076"/>
          <ac:picMkLst>
            <pc:docMk/>
            <pc:sldMk cId="1493360051" sldId="406"/>
            <ac:picMk id="7" creationId="{50855E20-E2B3-89E9-7944-4197DBD99077}"/>
          </ac:picMkLst>
        </pc:picChg>
        <pc:picChg chg="mod ord">
          <ac:chgData name="Viet Pham Hoang" userId="daff2273dfcb736e" providerId="LiveId" clId="{7864E128-F8E5-4C3B-B427-8C25E8C185A6}" dt="2025-11-24T09:46:59.748" v="9096" actId="962"/>
          <ac:picMkLst>
            <pc:docMk/>
            <pc:sldMk cId="1493360051" sldId="406"/>
            <ac:picMk id="9" creationId="{982C1C84-71AC-B73F-9DC0-CEC57E585767}"/>
          </ac:picMkLst>
        </pc:picChg>
        <pc:picChg chg="del">
          <ac:chgData name="Viet Pham Hoang" userId="daff2273dfcb736e" providerId="LiveId" clId="{7864E128-F8E5-4C3B-B427-8C25E8C185A6}" dt="2025-11-24T09:39:24.024" v="8946" actId="478"/>
          <ac:picMkLst>
            <pc:docMk/>
            <pc:sldMk cId="1493360051" sldId="406"/>
            <ac:picMk id="11" creationId="{FE9A9330-6224-CF6A-CDDC-23C93D16F61C}"/>
          </ac:picMkLst>
        </pc:picChg>
      </pc:sldChg>
      <pc:sldChg chg="addSp delSp modSp add mod ord">
        <pc:chgData name="Viet Pham Hoang" userId="daff2273dfcb736e" providerId="LiveId" clId="{7864E128-F8E5-4C3B-B427-8C25E8C185A6}" dt="2025-11-24T17:03:59.736" v="9486"/>
        <pc:sldMkLst>
          <pc:docMk/>
          <pc:sldMk cId="595797269" sldId="407"/>
        </pc:sldMkLst>
        <pc:spChg chg="mod">
          <ac:chgData name="Viet Pham Hoang" userId="daff2273dfcb736e" providerId="LiveId" clId="{7864E128-F8E5-4C3B-B427-8C25E8C185A6}" dt="2025-11-24T09:48:01.298" v="9114" actId="20577"/>
          <ac:spMkLst>
            <pc:docMk/>
            <pc:sldMk cId="595797269" sldId="407"/>
            <ac:spMk id="31747" creationId="{FB472095-E766-C292-2CCD-EC9705B1299E}"/>
          </ac:spMkLst>
        </pc:spChg>
        <pc:picChg chg="del mod">
          <ac:chgData name="Viet Pham Hoang" userId="daff2273dfcb736e" providerId="LiveId" clId="{7864E128-F8E5-4C3B-B427-8C25E8C185A6}" dt="2025-11-24T09:46:44.467" v="9078" actId="478"/>
          <ac:picMkLst>
            <pc:docMk/>
            <pc:sldMk cId="595797269" sldId="407"/>
            <ac:picMk id="2" creationId="{BE7EEE84-BE87-D920-3245-A3466DCC06A0}"/>
          </ac:picMkLst>
        </pc:picChg>
        <pc:picChg chg="del mod ord">
          <ac:chgData name="Viet Pham Hoang" userId="daff2273dfcb736e" providerId="LiveId" clId="{7864E128-F8E5-4C3B-B427-8C25E8C185A6}" dt="2025-11-24T09:47:06.057" v="9097" actId="478"/>
          <ac:picMkLst>
            <pc:docMk/>
            <pc:sldMk cId="595797269" sldId="407"/>
            <ac:picMk id="4" creationId="{5480D146-BE50-DA5C-845B-0072D993BEB8}"/>
          </ac:picMkLst>
        </pc:picChg>
        <pc:picChg chg="mod">
          <ac:chgData name="Viet Pham Hoang" userId="daff2273dfcb736e" providerId="LiveId" clId="{7864E128-F8E5-4C3B-B427-8C25E8C185A6}" dt="2025-11-24T09:47:11.497" v="9099" actId="1076"/>
          <ac:picMkLst>
            <pc:docMk/>
            <pc:sldMk cId="595797269" sldId="407"/>
            <ac:picMk id="5" creationId="{E7101041-DA10-B8AC-2216-6A6C3FBBA273}"/>
          </ac:picMkLst>
        </pc:picChg>
        <pc:picChg chg="del">
          <ac:chgData name="Viet Pham Hoang" userId="daff2273dfcb736e" providerId="LiveId" clId="{7864E128-F8E5-4C3B-B427-8C25E8C185A6}" dt="2025-11-24T09:48:03.340" v="9115" actId="478"/>
          <ac:picMkLst>
            <pc:docMk/>
            <pc:sldMk cId="595797269" sldId="407"/>
            <ac:picMk id="7" creationId="{2B482533-D711-5010-727A-32BAACF8595E}"/>
          </ac:picMkLst>
        </pc:picChg>
        <pc:picChg chg="add mod">
          <ac:chgData name="Viet Pham Hoang" userId="daff2273dfcb736e" providerId="LiveId" clId="{7864E128-F8E5-4C3B-B427-8C25E8C185A6}" dt="2025-11-24T09:48:46.642" v="9117" actId="1076"/>
          <ac:picMkLst>
            <pc:docMk/>
            <pc:sldMk cId="595797269" sldId="407"/>
            <ac:picMk id="8" creationId="{5E8C045D-4FD0-4BFD-BC50-5D69E95746FF}"/>
          </ac:picMkLst>
        </pc:picChg>
      </pc:sldChg>
      <pc:sldChg chg="addSp delSp modSp add mod ord">
        <pc:chgData name="Viet Pham Hoang" userId="daff2273dfcb736e" providerId="LiveId" clId="{7864E128-F8E5-4C3B-B427-8C25E8C185A6}" dt="2025-11-24T17:03:59.736" v="9486"/>
        <pc:sldMkLst>
          <pc:docMk/>
          <pc:sldMk cId="3344823253" sldId="408"/>
        </pc:sldMkLst>
        <pc:spChg chg="mod">
          <ac:chgData name="Viet Pham Hoang" userId="daff2273dfcb736e" providerId="LiveId" clId="{7864E128-F8E5-4C3B-B427-8C25E8C185A6}" dt="2025-11-24T09:50:46.296" v="9124" actId="20577"/>
          <ac:spMkLst>
            <pc:docMk/>
            <pc:sldMk cId="3344823253" sldId="408"/>
            <ac:spMk id="31747" creationId="{FCE72051-7BDE-E1B9-E3A0-240BD671B36B}"/>
          </ac:spMkLst>
        </pc:spChg>
        <pc:picChg chg="add mod">
          <ac:chgData name="Viet Pham Hoang" userId="daff2273dfcb736e" providerId="LiveId" clId="{7864E128-F8E5-4C3B-B427-8C25E8C185A6}" dt="2025-11-24T09:51:06.825" v="9127" actId="1076"/>
          <ac:picMkLst>
            <pc:docMk/>
            <pc:sldMk cId="3344823253" sldId="408"/>
            <ac:picMk id="3" creationId="{1DD5E6A5-65EA-1331-02B8-89E313378CF1}"/>
          </ac:picMkLst>
        </pc:picChg>
        <pc:picChg chg="add mod">
          <ac:chgData name="Viet Pham Hoang" userId="daff2273dfcb736e" providerId="LiveId" clId="{7864E128-F8E5-4C3B-B427-8C25E8C185A6}" dt="2025-11-24T09:51:17.298" v="9129" actId="1076"/>
          <ac:picMkLst>
            <pc:docMk/>
            <pc:sldMk cId="3344823253" sldId="408"/>
            <ac:picMk id="6" creationId="{2C6066B2-E27F-2B13-2F84-7EA74D493528}"/>
          </ac:picMkLst>
        </pc:picChg>
        <pc:picChg chg="del">
          <ac:chgData name="Viet Pham Hoang" userId="daff2273dfcb736e" providerId="LiveId" clId="{7864E128-F8E5-4C3B-B427-8C25E8C185A6}" dt="2025-11-24T09:50:48.248" v="9125" actId="478"/>
          <ac:picMkLst>
            <pc:docMk/>
            <pc:sldMk cId="3344823253" sldId="408"/>
            <ac:picMk id="8" creationId="{F013EAD1-686C-6BD0-5177-3BF479BC8BF7}"/>
          </ac:picMkLst>
        </pc:picChg>
        <pc:picChg chg="add mod">
          <ac:chgData name="Viet Pham Hoang" userId="daff2273dfcb736e" providerId="LiveId" clId="{7864E128-F8E5-4C3B-B427-8C25E8C185A6}" dt="2025-11-24T09:51:41.226" v="9131" actId="1076"/>
          <ac:picMkLst>
            <pc:docMk/>
            <pc:sldMk cId="3344823253" sldId="408"/>
            <ac:picMk id="9" creationId="{18CB86A9-D7E3-8134-5B87-F6F06342CD3C}"/>
          </ac:picMkLst>
        </pc:picChg>
        <pc:picChg chg="add mod">
          <ac:chgData name="Viet Pham Hoang" userId="daff2273dfcb736e" providerId="LiveId" clId="{7864E128-F8E5-4C3B-B427-8C25E8C185A6}" dt="2025-11-24T09:51:54.779" v="9133" actId="1076"/>
          <ac:picMkLst>
            <pc:docMk/>
            <pc:sldMk cId="3344823253" sldId="408"/>
            <ac:picMk id="11" creationId="{F5F5FF1A-B755-0200-CA9C-C6E5E13746B9}"/>
          </ac:picMkLst>
        </pc:picChg>
      </pc:sldChg>
      <pc:sldChg chg="modSp add mod ord">
        <pc:chgData name="Viet Pham Hoang" userId="daff2273dfcb736e" providerId="LiveId" clId="{7864E128-F8E5-4C3B-B427-8C25E8C185A6}" dt="2025-11-24T16:34:27.677" v="9199"/>
        <pc:sldMkLst>
          <pc:docMk/>
          <pc:sldMk cId="2163178470" sldId="409"/>
        </pc:sldMkLst>
        <pc:spChg chg="mod">
          <ac:chgData name="Viet Pham Hoang" userId="daff2273dfcb736e" providerId="LiveId" clId="{7864E128-F8E5-4C3B-B427-8C25E8C185A6}" dt="2025-11-24T16:32:50.994" v="9197" actId="255"/>
          <ac:spMkLst>
            <pc:docMk/>
            <pc:sldMk cId="2163178470" sldId="409"/>
            <ac:spMk id="31747" creationId="{FDC78647-CE6C-1D04-E1D1-5DA09894E0E8}"/>
          </ac:spMkLst>
        </pc:spChg>
      </pc:sldChg>
      <pc:sldChg chg="addSp modSp add mod">
        <pc:chgData name="Viet Pham Hoang" userId="daff2273dfcb736e" providerId="LiveId" clId="{7864E128-F8E5-4C3B-B427-8C25E8C185A6}" dt="2025-11-24T16:54:37.036" v="9455" actId="20577"/>
        <pc:sldMkLst>
          <pc:docMk/>
          <pc:sldMk cId="854365720" sldId="410"/>
        </pc:sldMkLst>
        <pc:spChg chg="mod">
          <ac:chgData name="Viet Pham Hoang" userId="daff2273dfcb736e" providerId="LiveId" clId="{7864E128-F8E5-4C3B-B427-8C25E8C185A6}" dt="2025-11-24T16:54:37.036" v="9455" actId="20577"/>
          <ac:spMkLst>
            <pc:docMk/>
            <pc:sldMk cId="854365720" sldId="410"/>
            <ac:spMk id="31747" creationId="{F99876CF-3AD2-ACBB-9FED-6ED6F8B32B2D}"/>
          </ac:spMkLst>
        </pc:spChg>
        <pc:picChg chg="add mod">
          <ac:chgData name="Viet Pham Hoang" userId="daff2273dfcb736e" providerId="LiveId" clId="{7864E128-F8E5-4C3B-B427-8C25E8C185A6}" dt="2025-11-24T16:47:24.168" v="9303" actId="1076"/>
          <ac:picMkLst>
            <pc:docMk/>
            <pc:sldMk cId="854365720" sldId="410"/>
            <ac:picMk id="3" creationId="{4FD9252A-97DF-77C3-3941-F064316E7238}"/>
          </ac:picMkLst>
        </pc:picChg>
        <pc:picChg chg="add mod">
          <ac:chgData name="Viet Pham Hoang" userId="daff2273dfcb736e" providerId="LiveId" clId="{7864E128-F8E5-4C3B-B427-8C25E8C185A6}" dt="2025-11-24T16:47:56.386" v="9310" actId="1036"/>
          <ac:picMkLst>
            <pc:docMk/>
            <pc:sldMk cId="854365720" sldId="410"/>
            <ac:picMk id="5" creationId="{6E6A733C-44E3-F91E-8149-7A766572E720}"/>
          </ac:picMkLst>
        </pc:picChg>
        <pc:picChg chg="add mod">
          <ac:chgData name="Viet Pham Hoang" userId="daff2273dfcb736e" providerId="LiveId" clId="{7864E128-F8E5-4C3B-B427-8C25E8C185A6}" dt="2025-11-24T16:48:16.511" v="9312" actId="1076"/>
          <ac:picMkLst>
            <pc:docMk/>
            <pc:sldMk cId="854365720" sldId="410"/>
            <ac:picMk id="7" creationId="{01A5714E-F1D5-3789-83E6-BC0F3353ACA7}"/>
          </ac:picMkLst>
        </pc:picChg>
        <pc:picChg chg="add mod">
          <ac:chgData name="Viet Pham Hoang" userId="daff2273dfcb736e" providerId="LiveId" clId="{7864E128-F8E5-4C3B-B427-8C25E8C185A6}" dt="2025-11-24T16:48:34.336" v="9314" actId="1076"/>
          <ac:picMkLst>
            <pc:docMk/>
            <pc:sldMk cId="854365720" sldId="410"/>
            <ac:picMk id="9" creationId="{2D3ED879-FA37-9091-1349-FF07CB375DC9}"/>
          </ac:picMkLst>
        </pc:picChg>
        <pc:picChg chg="add mod">
          <ac:chgData name="Viet Pham Hoang" userId="daff2273dfcb736e" providerId="LiveId" clId="{7864E128-F8E5-4C3B-B427-8C25E8C185A6}" dt="2025-11-24T16:49:04.087" v="9316" actId="1076"/>
          <ac:picMkLst>
            <pc:docMk/>
            <pc:sldMk cId="854365720" sldId="410"/>
            <ac:picMk id="11" creationId="{E1D1F706-982E-8D93-5E28-2749FD48F1CC}"/>
          </ac:picMkLst>
        </pc:picChg>
        <pc:picChg chg="add mod">
          <ac:chgData name="Viet Pham Hoang" userId="daff2273dfcb736e" providerId="LiveId" clId="{7864E128-F8E5-4C3B-B427-8C25E8C185A6}" dt="2025-11-24T16:50:16.712" v="9350" actId="1076"/>
          <ac:picMkLst>
            <pc:docMk/>
            <pc:sldMk cId="854365720" sldId="410"/>
            <ac:picMk id="13" creationId="{8091A8CA-0642-B18C-1D7C-B007DB2C9B8F}"/>
          </ac:picMkLst>
        </pc:picChg>
      </pc:sldChg>
      <pc:sldChg chg="modSp add del mod">
        <pc:chgData name="Viet Pham Hoang" userId="daff2273dfcb736e" providerId="LiveId" clId="{7864E128-F8E5-4C3B-B427-8C25E8C185A6}" dt="2025-11-24T16:45:02.644" v="9289" actId="47"/>
        <pc:sldMkLst>
          <pc:docMk/>
          <pc:sldMk cId="1767223096" sldId="411"/>
        </pc:sldMkLst>
        <pc:spChg chg="mod">
          <ac:chgData name="Viet Pham Hoang" userId="daff2273dfcb736e" providerId="LiveId" clId="{7864E128-F8E5-4C3B-B427-8C25E8C185A6}" dt="2025-11-24T16:39:56.242" v="9254" actId="21"/>
          <ac:spMkLst>
            <pc:docMk/>
            <pc:sldMk cId="1767223096" sldId="411"/>
            <ac:spMk id="31747" creationId="{AD62CF73-2F75-2FF4-E895-8E0011BF5EB6}"/>
          </ac:spMkLst>
        </pc:spChg>
      </pc:sldChg>
      <pc:sldChg chg="modSp add mod">
        <pc:chgData name="Viet Pham Hoang" userId="daff2273dfcb736e" providerId="LiveId" clId="{7864E128-F8E5-4C3B-B427-8C25E8C185A6}" dt="2025-11-24T16:54:31.753" v="9453" actId="20577"/>
        <pc:sldMkLst>
          <pc:docMk/>
          <pc:sldMk cId="4194164337" sldId="412"/>
        </pc:sldMkLst>
        <pc:spChg chg="mod">
          <ac:chgData name="Viet Pham Hoang" userId="daff2273dfcb736e" providerId="LiveId" clId="{7864E128-F8E5-4C3B-B427-8C25E8C185A6}" dt="2025-11-24T16:54:31.753" v="9453" actId="20577"/>
          <ac:spMkLst>
            <pc:docMk/>
            <pc:sldMk cId="4194164337" sldId="412"/>
            <ac:spMk id="31747" creationId="{ADCA666E-1688-279E-5BA0-C1FE1EF949A0}"/>
          </ac:spMkLst>
        </pc:spChg>
      </pc:sldChg>
      <pc:sldChg chg="modSp add mod">
        <pc:chgData name="Viet Pham Hoang" userId="daff2273dfcb736e" providerId="LiveId" clId="{7864E128-F8E5-4C3B-B427-8C25E8C185A6}" dt="2025-11-24T16:54:33.734" v="9454" actId="20577"/>
        <pc:sldMkLst>
          <pc:docMk/>
          <pc:sldMk cId="4127528188" sldId="413"/>
        </pc:sldMkLst>
        <pc:spChg chg="mod">
          <ac:chgData name="Viet Pham Hoang" userId="daff2273dfcb736e" providerId="LiveId" clId="{7864E128-F8E5-4C3B-B427-8C25E8C185A6}" dt="2025-11-24T16:54:33.734" v="9454" actId="20577"/>
          <ac:spMkLst>
            <pc:docMk/>
            <pc:sldMk cId="4127528188" sldId="413"/>
            <ac:spMk id="31747" creationId="{57E97F63-0EC6-D69F-D288-E13705E8B18C}"/>
          </ac:spMkLst>
        </pc:spChg>
      </pc:sldChg>
      <pc:sldChg chg="addSp modSp add mod modNotesTx">
        <pc:chgData name="Viet Pham Hoang" userId="daff2273dfcb736e" providerId="LiveId" clId="{7864E128-F8E5-4C3B-B427-8C25E8C185A6}" dt="2025-11-24T16:54:29.123" v="9452" actId="20577"/>
        <pc:sldMkLst>
          <pc:docMk/>
          <pc:sldMk cId="2859599119" sldId="414"/>
        </pc:sldMkLst>
        <pc:spChg chg="add">
          <ac:chgData name="Viet Pham Hoang" userId="daff2273dfcb736e" providerId="LiveId" clId="{7864E128-F8E5-4C3B-B427-8C25E8C185A6}" dt="2025-11-24T16:52:30.561" v="9401"/>
          <ac:spMkLst>
            <pc:docMk/>
            <pc:sldMk cId="2859599119" sldId="414"/>
            <ac:spMk id="2" creationId="{B369A16D-C02D-E172-8382-E52595122F1B}"/>
          </ac:spMkLst>
        </pc:spChg>
        <pc:spChg chg="mod">
          <ac:chgData name="Viet Pham Hoang" userId="daff2273dfcb736e" providerId="LiveId" clId="{7864E128-F8E5-4C3B-B427-8C25E8C185A6}" dt="2025-11-24T16:54:29.123" v="9452" actId="20577"/>
          <ac:spMkLst>
            <pc:docMk/>
            <pc:sldMk cId="2859599119" sldId="414"/>
            <ac:spMk id="31747" creationId="{AAB2AB64-50C2-D6CE-730B-C39689424C88}"/>
          </ac:spMkLst>
        </pc:spChg>
        <pc:graphicFrameChg chg="add mod">
          <ac:chgData name="Viet Pham Hoang" userId="daff2273dfcb736e" providerId="LiveId" clId="{7864E128-F8E5-4C3B-B427-8C25E8C185A6}" dt="2025-11-24T16:54:04.987" v="9422"/>
          <ac:graphicFrameMkLst>
            <pc:docMk/>
            <pc:sldMk cId="2859599119" sldId="414"/>
            <ac:graphicFrameMk id="3" creationId="{D9A580A9-D4AC-0024-0390-B1E4B4A027BA}"/>
          </ac:graphicFrameMkLst>
        </pc:graphicFrameChg>
      </pc:sldChg>
      <pc:sldChg chg="addSp modSp add mod">
        <pc:chgData name="Viet Pham Hoang" userId="daff2273dfcb736e" providerId="LiveId" clId="{7864E128-F8E5-4C3B-B427-8C25E8C185A6}" dt="2025-11-24T16:57:25.345" v="9483" actId="255"/>
        <pc:sldMkLst>
          <pc:docMk/>
          <pc:sldMk cId="1020579602" sldId="415"/>
        </pc:sldMkLst>
        <pc:spChg chg="mod">
          <ac:chgData name="Viet Pham Hoang" userId="daff2273dfcb736e" providerId="LiveId" clId="{7864E128-F8E5-4C3B-B427-8C25E8C185A6}" dt="2025-11-24T16:57:25.345" v="9483" actId="255"/>
          <ac:spMkLst>
            <pc:docMk/>
            <pc:sldMk cId="1020579602" sldId="415"/>
            <ac:spMk id="31747" creationId="{FECFDD14-9897-36A3-A4F9-78B22E789821}"/>
          </ac:spMkLst>
        </pc:spChg>
        <pc:graphicFrameChg chg="add mod modGraphic">
          <ac:chgData name="Viet Pham Hoang" userId="daff2273dfcb736e" providerId="LiveId" clId="{7864E128-F8E5-4C3B-B427-8C25E8C185A6}" dt="2025-11-24T16:55:25.407" v="9467" actId="14734"/>
          <ac:graphicFrameMkLst>
            <pc:docMk/>
            <pc:sldMk cId="1020579602" sldId="415"/>
            <ac:graphicFrameMk id="2" creationId="{C48F3760-C1D4-0793-15DA-5C7A9130077D}"/>
          </ac:graphicFrameMkLst>
        </pc:graphicFrameChg>
      </pc:sldChg>
      <pc:sldChg chg="add">
        <pc:chgData name="Viet Pham Hoang" userId="daff2273dfcb736e" providerId="LiveId" clId="{7864E128-F8E5-4C3B-B427-8C25E8C185A6}" dt="2025-11-24T16:59:21.038" v="9484"/>
        <pc:sldMkLst>
          <pc:docMk/>
          <pc:sldMk cId="4042740209" sldId="416"/>
        </pc:sldMkLst>
      </pc:sldChg>
      <pc:sldChg chg="addSp delSp modSp add mod">
        <pc:chgData name="Viet Pham Hoang" userId="daff2273dfcb736e" providerId="LiveId" clId="{7864E128-F8E5-4C3B-B427-8C25E8C185A6}" dt="2025-11-24T17:13:40.744" v="9517" actId="1076"/>
        <pc:sldMkLst>
          <pc:docMk/>
          <pc:sldMk cId="2866084771" sldId="417"/>
        </pc:sldMkLst>
        <pc:spChg chg="mod">
          <ac:chgData name="Viet Pham Hoang" userId="daff2273dfcb736e" providerId="LiveId" clId="{7864E128-F8E5-4C3B-B427-8C25E8C185A6}" dt="2025-11-24T17:10:34.761" v="9511" actId="114"/>
          <ac:spMkLst>
            <pc:docMk/>
            <pc:sldMk cId="2866084771" sldId="417"/>
            <ac:spMk id="31747" creationId="{A9412A8F-9239-919C-0CA9-30A5DC72C05F}"/>
          </ac:spMkLst>
        </pc:spChg>
        <pc:picChg chg="add mod">
          <ac:chgData name="Viet Pham Hoang" userId="daff2273dfcb736e" providerId="LiveId" clId="{7864E128-F8E5-4C3B-B427-8C25E8C185A6}" dt="2025-11-24T17:06:06.727" v="9494" actId="1076"/>
          <ac:picMkLst>
            <pc:docMk/>
            <pc:sldMk cId="2866084771" sldId="417"/>
            <ac:picMk id="3" creationId="{2A35A52E-1DBA-C724-7C4E-41A241D32243}"/>
          </ac:picMkLst>
        </pc:picChg>
        <pc:picChg chg="del">
          <ac:chgData name="Viet Pham Hoang" userId="daff2273dfcb736e" providerId="LiveId" clId="{7864E128-F8E5-4C3B-B427-8C25E8C185A6}" dt="2025-11-24T17:05:40.171" v="9491" actId="478"/>
          <ac:picMkLst>
            <pc:docMk/>
            <pc:sldMk cId="2866084771" sldId="417"/>
            <ac:picMk id="5" creationId="{D0CDFEF1-5423-F581-1EC2-9AEF8C83773F}"/>
          </ac:picMkLst>
        </pc:picChg>
        <pc:picChg chg="add mod">
          <ac:chgData name="Viet Pham Hoang" userId="daff2273dfcb736e" providerId="LiveId" clId="{7864E128-F8E5-4C3B-B427-8C25E8C185A6}" dt="2025-11-24T17:09:46.367" v="9502" actId="1076"/>
          <ac:picMkLst>
            <pc:docMk/>
            <pc:sldMk cId="2866084771" sldId="417"/>
            <ac:picMk id="6" creationId="{B64FBB3E-507E-5C73-0706-0255E3B35447}"/>
          </ac:picMkLst>
        </pc:picChg>
        <pc:picChg chg="del">
          <ac:chgData name="Viet Pham Hoang" userId="daff2273dfcb736e" providerId="LiveId" clId="{7864E128-F8E5-4C3B-B427-8C25E8C185A6}" dt="2025-11-24T17:05:40.790" v="9492" actId="478"/>
          <ac:picMkLst>
            <pc:docMk/>
            <pc:sldMk cId="2866084771" sldId="417"/>
            <ac:picMk id="7" creationId="{1946B75E-1B26-61D4-A987-AE8628EDD816}"/>
          </ac:picMkLst>
        </pc:picChg>
        <pc:picChg chg="del">
          <ac:chgData name="Viet Pham Hoang" userId="daff2273dfcb736e" providerId="LiveId" clId="{7864E128-F8E5-4C3B-B427-8C25E8C185A6}" dt="2025-11-24T17:05:39.416" v="9490" actId="478"/>
          <ac:picMkLst>
            <pc:docMk/>
            <pc:sldMk cId="2866084771" sldId="417"/>
            <ac:picMk id="9" creationId="{F93F4939-58E2-2B60-4196-0687E6D9E145}"/>
          </ac:picMkLst>
        </pc:picChg>
        <pc:picChg chg="add mod">
          <ac:chgData name="Viet Pham Hoang" userId="daff2273dfcb736e" providerId="LiveId" clId="{7864E128-F8E5-4C3B-B427-8C25E8C185A6}" dt="2025-11-24T17:12:02.080" v="9513" actId="1076"/>
          <ac:picMkLst>
            <pc:docMk/>
            <pc:sldMk cId="2866084771" sldId="417"/>
            <ac:picMk id="10" creationId="{F8C90D52-835B-41F3-F467-519E84B8117F}"/>
          </ac:picMkLst>
        </pc:picChg>
        <pc:picChg chg="add mod">
          <ac:chgData name="Viet Pham Hoang" userId="daff2273dfcb736e" providerId="LiveId" clId="{7864E128-F8E5-4C3B-B427-8C25E8C185A6}" dt="2025-11-24T17:12:26.791" v="9515" actId="1076"/>
          <ac:picMkLst>
            <pc:docMk/>
            <pc:sldMk cId="2866084771" sldId="417"/>
            <ac:picMk id="12" creationId="{499B08D2-907E-C951-8149-3D95DA589D5E}"/>
          </ac:picMkLst>
        </pc:picChg>
        <pc:picChg chg="add mod">
          <ac:chgData name="Viet Pham Hoang" userId="daff2273dfcb736e" providerId="LiveId" clId="{7864E128-F8E5-4C3B-B427-8C25E8C185A6}" dt="2025-11-24T17:13:40.744" v="9517" actId="1076"/>
          <ac:picMkLst>
            <pc:docMk/>
            <pc:sldMk cId="2866084771" sldId="417"/>
            <ac:picMk id="14" creationId="{B1F96E43-F794-EC46-95EB-8EF6CE9F625B}"/>
          </ac:picMkLst>
        </pc:picChg>
      </pc:sldChg>
      <pc:sldChg chg="addSp delSp modSp add mod">
        <pc:chgData name="Viet Pham Hoang" userId="daff2273dfcb736e" providerId="LiveId" clId="{7864E128-F8E5-4C3B-B427-8C25E8C185A6}" dt="2025-11-24T17:17:10.775" v="9530" actId="1076"/>
        <pc:sldMkLst>
          <pc:docMk/>
          <pc:sldMk cId="2453527204" sldId="418"/>
        </pc:sldMkLst>
        <pc:spChg chg="mod">
          <ac:chgData name="Viet Pham Hoang" userId="daff2273dfcb736e" providerId="LiveId" clId="{7864E128-F8E5-4C3B-B427-8C25E8C185A6}" dt="2025-11-24T17:14:23.896" v="9526" actId="6549"/>
          <ac:spMkLst>
            <pc:docMk/>
            <pc:sldMk cId="2453527204" sldId="418"/>
            <ac:spMk id="31747" creationId="{875A9C57-A4EC-121D-8D16-7D01B4E2E325}"/>
          </ac:spMkLst>
        </pc:spChg>
        <pc:picChg chg="del">
          <ac:chgData name="Viet Pham Hoang" userId="daff2273dfcb736e" providerId="LiveId" clId="{7864E128-F8E5-4C3B-B427-8C25E8C185A6}" dt="2025-11-24T17:14:12.688" v="9519" actId="478"/>
          <ac:picMkLst>
            <pc:docMk/>
            <pc:sldMk cId="2453527204" sldId="418"/>
            <ac:picMk id="3" creationId="{A770CFA5-2343-661C-9B02-3FC983883C22}"/>
          </ac:picMkLst>
        </pc:picChg>
        <pc:picChg chg="add mod">
          <ac:chgData name="Viet Pham Hoang" userId="daff2273dfcb736e" providerId="LiveId" clId="{7864E128-F8E5-4C3B-B427-8C25E8C185A6}" dt="2025-11-24T17:14:18.583" v="9522" actId="1076"/>
          <ac:picMkLst>
            <pc:docMk/>
            <pc:sldMk cId="2453527204" sldId="418"/>
            <ac:picMk id="4" creationId="{11201E0E-BF28-8761-728E-060320B650B1}"/>
          </ac:picMkLst>
        </pc:picChg>
        <pc:picChg chg="del">
          <ac:chgData name="Viet Pham Hoang" userId="daff2273dfcb736e" providerId="LiveId" clId="{7864E128-F8E5-4C3B-B427-8C25E8C185A6}" dt="2025-11-24T17:14:14.378" v="9520" actId="478"/>
          <ac:picMkLst>
            <pc:docMk/>
            <pc:sldMk cId="2453527204" sldId="418"/>
            <ac:picMk id="6" creationId="{6937C1B6-8A5A-6B3D-3D11-BDFDE3805A1E}"/>
          </ac:picMkLst>
        </pc:picChg>
        <pc:picChg chg="add mod">
          <ac:chgData name="Viet Pham Hoang" userId="daff2273dfcb736e" providerId="LiveId" clId="{7864E128-F8E5-4C3B-B427-8C25E8C185A6}" dt="2025-11-24T17:14:54.119" v="9528" actId="1076"/>
          <ac:picMkLst>
            <pc:docMk/>
            <pc:sldMk cId="2453527204" sldId="418"/>
            <ac:picMk id="7" creationId="{813D1533-89A5-0E66-21A6-26597A70AD8F}"/>
          </ac:picMkLst>
        </pc:picChg>
        <pc:picChg chg="add mod">
          <ac:chgData name="Viet Pham Hoang" userId="daff2273dfcb736e" providerId="LiveId" clId="{7864E128-F8E5-4C3B-B427-8C25E8C185A6}" dt="2025-11-24T17:17:10.775" v="9530" actId="1076"/>
          <ac:picMkLst>
            <pc:docMk/>
            <pc:sldMk cId="2453527204" sldId="418"/>
            <ac:picMk id="9" creationId="{F382859F-B55B-3F8C-6E7C-45E11815A9C7}"/>
          </ac:picMkLst>
        </pc:picChg>
        <pc:picChg chg="del">
          <ac:chgData name="Viet Pham Hoang" userId="daff2273dfcb736e" providerId="LiveId" clId="{7864E128-F8E5-4C3B-B427-8C25E8C185A6}" dt="2025-11-24T17:14:21.241" v="9523" actId="478"/>
          <ac:picMkLst>
            <pc:docMk/>
            <pc:sldMk cId="2453527204" sldId="418"/>
            <ac:picMk id="10" creationId="{A0C8178B-3E6F-886E-A693-EC6ED901A960}"/>
          </ac:picMkLst>
        </pc:picChg>
        <pc:picChg chg="del">
          <ac:chgData name="Viet Pham Hoang" userId="daff2273dfcb736e" providerId="LiveId" clId="{7864E128-F8E5-4C3B-B427-8C25E8C185A6}" dt="2025-11-24T17:14:21.683" v="9524" actId="478"/>
          <ac:picMkLst>
            <pc:docMk/>
            <pc:sldMk cId="2453527204" sldId="418"/>
            <ac:picMk id="12" creationId="{4A1701FC-AFB5-6162-E1FD-F2E287304245}"/>
          </ac:picMkLst>
        </pc:picChg>
        <pc:picChg chg="del">
          <ac:chgData name="Viet Pham Hoang" userId="daff2273dfcb736e" providerId="LiveId" clId="{7864E128-F8E5-4C3B-B427-8C25E8C185A6}" dt="2025-11-24T17:14:22.243" v="9525" actId="478"/>
          <ac:picMkLst>
            <pc:docMk/>
            <pc:sldMk cId="2453527204" sldId="418"/>
            <ac:picMk id="14" creationId="{0BFB4226-876E-9452-4DC0-DA8B8080F911}"/>
          </ac:picMkLst>
        </pc:picChg>
      </pc:sldChg>
      <pc:sldChg chg="addSp delSp modSp add mod">
        <pc:chgData name="Viet Pham Hoang" userId="daff2273dfcb736e" providerId="LiveId" clId="{7864E128-F8E5-4C3B-B427-8C25E8C185A6}" dt="2025-11-24T17:20:03.798" v="9545" actId="1076"/>
        <pc:sldMkLst>
          <pc:docMk/>
          <pc:sldMk cId="2937456002" sldId="419"/>
        </pc:sldMkLst>
        <pc:spChg chg="mod">
          <ac:chgData name="Viet Pham Hoang" userId="daff2273dfcb736e" providerId="LiveId" clId="{7864E128-F8E5-4C3B-B427-8C25E8C185A6}" dt="2025-11-24T17:19:11.968" v="9535"/>
          <ac:spMkLst>
            <pc:docMk/>
            <pc:sldMk cId="2937456002" sldId="419"/>
            <ac:spMk id="31747" creationId="{3C16099B-A013-5E03-F288-FD9BEB29ED39}"/>
          </ac:spMkLst>
        </pc:spChg>
        <pc:picChg chg="add mod">
          <ac:chgData name="Viet Pham Hoang" userId="daff2273dfcb736e" providerId="LiveId" clId="{7864E128-F8E5-4C3B-B427-8C25E8C185A6}" dt="2025-11-24T17:19:31.695" v="9540" actId="1076"/>
          <ac:picMkLst>
            <pc:docMk/>
            <pc:sldMk cId="2937456002" sldId="419"/>
            <ac:picMk id="4" creationId="{C8822A89-A24C-8225-C9C7-932990C1444A}"/>
          </ac:picMkLst>
        </pc:picChg>
        <pc:picChg chg="add mod">
          <ac:chgData name="Viet Pham Hoang" userId="daff2273dfcb736e" providerId="LiveId" clId="{7864E128-F8E5-4C3B-B427-8C25E8C185A6}" dt="2025-11-24T17:19:49.031" v="9542" actId="1076"/>
          <ac:picMkLst>
            <pc:docMk/>
            <pc:sldMk cId="2937456002" sldId="419"/>
            <ac:picMk id="7" creationId="{45E54F79-3E24-DE19-9C9E-C98EFEF42052}"/>
          </ac:picMkLst>
        </pc:picChg>
        <pc:picChg chg="add mod">
          <ac:chgData name="Viet Pham Hoang" userId="daff2273dfcb736e" providerId="LiveId" clId="{7864E128-F8E5-4C3B-B427-8C25E8C185A6}" dt="2025-11-24T17:20:03.798" v="9545" actId="1076"/>
          <ac:picMkLst>
            <pc:docMk/>
            <pc:sldMk cId="2937456002" sldId="419"/>
            <ac:picMk id="9" creationId="{F014CAC6-FA71-24C6-62F8-D6A74DC317AA}"/>
          </ac:picMkLst>
        </pc:picChg>
        <pc:picChg chg="del">
          <ac:chgData name="Viet Pham Hoang" userId="daff2273dfcb736e" providerId="LiveId" clId="{7864E128-F8E5-4C3B-B427-8C25E8C185A6}" dt="2025-11-24T17:19:14.331" v="9536" actId="478"/>
          <ac:picMkLst>
            <pc:docMk/>
            <pc:sldMk cId="2937456002" sldId="419"/>
            <ac:picMk id="10" creationId="{F60C0F45-2255-792A-1282-E7C45AE215A5}"/>
          </ac:picMkLst>
        </pc:picChg>
        <pc:picChg chg="del">
          <ac:chgData name="Viet Pham Hoang" userId="daff2273dfcb736e" providerId="LiveId" clId="{7864E128-F8E5-4C3B-B427-8C25E8C185A6}" dt="2025-11-24T17:19:14.962" v="9537" actId="478"/>
          <ac:picMkLst>
            <pc:docMk/>
            <pc:sldMk cId="2937456002" sldId="419"/>
            <ac:picMk id="12" creationId="{3B399EA1-5E1E-CDCA-67D0-F9619BC29FCD}"/>
          </ac:picMkLst>
        </pc:picChg>
        <pc:picChg chg="del">
          <ac:chgData name="Viet Pham Hoang" userId="daff2273dfcb736e" providerId="LiveId" clId="{7864E128-F8E5-4C3B-B427-8C25E8C185A6}" dt="2025-11-24T17:19:15.525" v="9538" actId="478"/>
          <ac:picMkLst>
            <pc:docMk/>
            <pc:sldMk cId="2937456002" sldId="419"/>
            <ac:picMk id="14" creationId="{EC8B4447-31E8-A94A-A8A4-7BEF2AFA8550}"/>
          </ac:picMkLst>
        </pc:picChg>
      </pc:sldChg>
      <pc:sldChg chg="addSp delSp modSp add mod">
        <pc:chgData name="Viet Pham Hoang" userId="daff2273dfcb736e" providerId="LiveId" clId="{7864E128-F8E5-4C3B-B427-8C25E8C185A6}" dt="2025-11-24T17:21:20.632" v="9554" actId="1076"/>
        <pc:sldMkLst>
          <pc:docMk/>
          <pc:sldMk cId="1475679367" sldId="420"/>
        </pc:sldMkLst>
        <pc:picChg chg="add mod">
          <ac:chgData name="Viet Pham Hoang" userId="daff2273dfcb736e" providerId="LiveId" clId="{7864E128-F8E5-4C3B-B427-8C25E8C185A6}" dt="2025-11-24T17:20:40.239" v="9551" actId="1076"/>
          <ac:picMkLst>
            <pc:docMk/>
            <pc:sldMk cId="1475679367" sldId="420"/>
            <ac:picMk id="3" creationId="{8AC1B801-B5CA-45AA-3E6F-5BBFD04D5C43}"/>
          </ac:picMkLst>
        </pc:picChg>
        <pc:picChg chg="del">
          <ac:chgData name="Viet Pham Hoang" userId="daff2273dfcb736e" providerId="LiveId" clId="{7864E128-F8E5-4C3B-B427-8C25E8C185A6}" dt="2025-11-24T17:20:26.863" v="9547" actId="478"/>
          <ac:picMkLst>
            <pc:docMk/>
            <pc:sldMk cId="1475679367" sldId="420"/>
            <ac:picMk id="4" creationId="{ED4E0DB2-BD33-B6C6-11DA-00196FF98B11}"/>
          </ac:picMkLst>
        </pc:picChg>
        <pc:picChg chg="add">
          <ac:chgData name="Viet Pham Hoang" userId="daff2273dfcb736e" providerId="LiveId" clId="{7864E128-F8E5-4C3B-B427-8C25E8C185A6}" dt="2025-11-24T17:20:54.460" v="9552" actId="22"/>
          <ac:picMkLst>
            <pc:docMk/>
            <pc:sldMk cId="1475679367" sldId="420"/>
            <ac:picMk id="6" creationId="{AD27F5E1-0C9E-501C-0DBE-1B80E5A4EF45}"/>
          </ac:picMkLst>
        </pc:picChg>
        <pc:picChg chg="del">
          <ac:chgData name="Viet Pham Hoang" userId="daff2273dfcb736e" providerId="LiveId" clId="{7864E128-F8E5-4C3B-B427-8C25E8C185A6}" dt="2025-11-24T17:20:27.426" v="9548" actId="478"/>
          <ac:picMkLst>
            <pc:docMk/>
            <pc:sldMk cId="1475679367" sldId="420"/>
            <ac:picMk id="7" creationId="{62B0864A-4AB9-4C15-5A03-D6C14E908E28}"/>
          </ac:picMkLst>
        </pc:picChg>
        <pc:picChg chg="del">
          <ac:chgData name="Viet Pham Hoang" userId="daff2273dfcb736e" providerId="LiveId" clId="{7864E128-F8E5-4C3B-B427-8C25E8C185A6}" dt="2025-11-24T17:20:28.033" v="9549" actId="478"/>
          <ac:picMkLst>
            <pc:docMk/>
            <pc:sldMk cId="1475679367" sldId="420"/>
            <ac:picMk id="9" creationId="{76D64272-9FFB-B2F3-AE06-43FD8E20F578}"/>
          </ac:picMkLst>
        </pc:picChg>
        <pc:picChg chg="add mod">
          <ac:chgData name="Viet Pham Hoang" userId="daff2273dfcb736e" providerId="LiveId" clId="{7864E128-F8E5-4C3B-B427-8C25E8C185A6}" dt="2025-11-24T17:21:20.632" v="9554" actId="1076"/>
          <ac:picMkLst>
            <pc:docMk/>
            <pc:sldMk cId="1475679367" sldId="420"/>
            <ac:picMk id="10" creationId="{14D8E517-C936-36F5-B90F-EDCD1FF6313C}"/>
          </ac:picMkLst>
        </pc:picChg>
      </pc:sldChg>
      <pc:sldChg chg="addSp delSp modSp add mod">
        <pc:chgData name="Viet Pham Hoang" userId="daff2273dfcb736e" providerId="LiveId" clId="{7864E128-F8E5-4C3B-B427-8C25E8C185A6}" dt="2025-11-24T17:28:26.601" v="9748" actId="20577"/>
        <pc:sldMkLst>
          <pc:docMk/>
          <pc:sldMk cId="3343750538" sldId="421"/>
        </pc:sldMkLst>
        <pc:spChg chg="mod">
          <ac:chgData name="Viet Pham Hoang" userId="daff2273dfcb736e" providerId="LiveId" clId="{7864E128-F8E5-4C3B-B427-8C25E8C185A6}" dt="2025-11-24T17:28:26.601" v="9748" actId="20577"/>
          <ac:spMkLst>
            <pc:docMk/>
            <pc:sldMk cId="3343750538" sldId="421"/>
            <ac:spMk id="31747" creationId="{9693C6F5-8A9C-AC2D-0551-8E829A5B76D5}"/>
          </ac:spMkLst>
        </pc:spChg>
        <pc:grpChg chg="add mod">
          <ac:chgData name="Viet Pham Hoang" userId="daff2273dfcb736e" providerId="LiveId" clId="{7864E128-F8E5-4C3B-B427-8C25E8C185A6}" dt="2025-11-24T17:25:09.717" v="9651" actId="1035"/>
          <ac:grpSpMkLst>
            <pc:docMk/>
            <pc:sldMk cId="3343750538" sldId="421"/>
            <ac:grpSpMk id="11" creationId="{B76BEC1C-54F1-6E2B-D231-DE342912D29A}"/>
          </ac:grpSpMkLst>
        </pc:grpChg>
        <pc:picChg chg="del">
          <ac:chgData name="Viet Pham Hoang" userId="daff2273dfcb736e" providerId="LiveId" clId="{7864E128-F8E5-4C3B-B427-8C25E8C185A6}" dt="2025-11-24T17:22:32.021" v="9562" actId="478"/>
          <ac:picMkLst>
            <pc:docMk/>
            <pc:sldMk cId="3343750538" sldId="421"/>
            <ac:picMk id="4" creationId="{02852EFA-398C-6888-9445-D5B416B442D0}"/>
          </ac:picMkLst>
        </pc:picChg>
        <pc:picChg chg="add mod">
          <ac:chgData name="Viet Pham Hoang" userId="daff2273dfcb736e" providerId="LiveId" clId="{7864E128-F8E5-4C3B-B427-8C25E8C185A6}" dt="2025-11-24T17:25:07.521" v="9649" actId="164"/>
          <ac:picMkLst>
            <pc:docMk/>
            <pc:sldMk cId="3343750538" sldId="421"/>
            <ac:picMk id="5" creationId="{77798A28-D69E-2CB8-9C6A-56CD93A2C6BE}"/>
          </ac:picMkLst>
        </pc:picChg>
        <pc:picChg chg="del">
          <ac:chgData name="Viet Pham Hoang" userId="daff2273dfcb736e" providerId="LiveId" clId="{7864E128-F8E5-4C3B-B427-8C25E8C185A6}" dt="2025-11-24T17:22:22.350" v="9556" actId="478"/>
          <ac:picMkLst>
            <pc:docMk/>
            <pc:sldMk cId="3343750538" sldId="421"/>
            <ac:picMk id="6" creationId="{411CFF29-6BA6-C884-6848-B792E7F535A0}"/>
          </ac:picMkLst>
        </pc:picChg>
        <pc:picChg chg="del">
          <ac:chgData name="Viet Pham Hoang" userId="daff2273dfcb736e" providerId="LiveId" clId="{7864E128-F8E5-4C3B-B427-8C25E8C185A6}" dt="2025-11-24T17:22:31.437" v="9561" actId="478"/>
          <ac:picMkLst>
            <pc:docMk/>
            <pc:sldMk cId="3343750538" sldId="421"/>
            <ac:picMk id="7" creationId="{463E4D79-31A4-C629-2944-37328BFA214D}"/>
          </ac:picMkLst>
        </pc:picChg>
        <pc:picChg chg="del">
          <ac:chgData name="Viet Pham Hoang" userId="daff2273dfcb736e" providerId="LiveId" clId="{7864E128-F8E5-4C3B-B427-8C25E8C185A6}" dt="2025-11-24T17:22:32.557" v="9563" actId="478"/>
          <ac:picMkLst>
            <pc:docMk/>
            <pc:sldMk cId="3343750538" sldId="421"/>
            <ac:picMk id="9" creationId="{EB04EA8C-5DF1-DED7-F487-FBF1AF6CEE6E}"/>
          </ac:picMkLst>
        </pc:picChg>
        <pc:picChg chg="add mod">
          <ac:chgData name="Viet Pham Hoang" userId="daff2273dfcb736e" providerId="LiveId" clId="{7864E128-F8E5-4C3B-B427-8C25E8C185A6}" dt="2025-11-24T17:25:07.521" v="9649" actId="164"/>
          <ac:picMkLst>
            <pc:docMk/>
            <pc:sldMk cId="3343750538" sldId="421"/>
            <ac:picMk id="10" creationId="{8F2B51F4-3F2E-5881-9DD5-7289167A904D}"/>
          </ac:picMkLst>
        </pc:picChg>
        <pc:picChg chg="add mod">
          <ac:chgData name="Viet Pham Hoang" userId="daff2273dfcb736e" providerId="LiveId" clId="{7864E128-F8E5-4C3B-B427-8C25E8C185A6}" dt="2025-11-24T17:27:47.630" v="9661" actId="1076"/>
          <ac:picMkLst>
            <pc:docMk/>
            <pc:sldMk cId="3343750538" sldId="421"/>
            <ac:picMk id="13" creationId="{0D1B33D5-4C0F-D096-3EC6-D94EDC0D25F8}"/>
          </ac:picMkLst>
        </pc:picChg>
        <pc:picChg chg="add mod">
          <ac:chgData name="Viet Pham Hoang" userId="daff2273dfcb736e" providerId="LiveId" clId="{7864E128-F8E5-4C3B-B427-8C25E8C185A6}" dt="2025-11-24T17:27:49.055" v="9662" actId="1076"/>
          <ac:picMkLst>
            <pc:docMk/>
            <pc:sldMk cId="3343750538" sldId="421"/>
            <ac:picMk id="15" creationId="{2CD11A24-C38F-0C85-2660-AE2AEB5DDD6A}"/>
          </ac:picMkLst>
        </pc:picChg>
        <pc:picChg chg="add mod">
          <ac:chgData name="Viet Pham Hoang" userId="daff2273dfcb736e" providerId="LiveId" clId="{7864E128-F8E5-4C3B-B427-8C25E8C185A6}" dt="2025-11-24T17:27:52.590" v="9664" actId="14100"/>
          <ac:picMkLst>
            <pc:docMk/>
            <pc:sldMk cId="3343750538" sldId="421"/>
            <ac:picMk id="17" creationId="{680FAF0D-058E-E36B-4E02-6A9767DEB02F}"/>
          </ac:picMkLst>
        </pc:picChg>
        <pc:picChg chg="add mod">
          <ac:chgData name="Viet Pham Hoang" userId="daff2273dfcb736e" providerId="LiveId" clId="{7864E128-F8E5-4C3B-B427-8C25E8C185A6}" dt="2025-11-24T17:28:21.591" v="9735" actId="1076"/>
          <ac:picMkLst>
            <pc:docMk/>
            <pc:sldMk cId="3343750538" sldId="421"/>
            <ac:picMk id="19" creationId="{7A5EF07C-03C0-67BE-D9B0-8FA56379F12C}"/>
          </ac:picMkLst>
        </pc:picChg>
      </pc:sldChg>
      <pc:sldChg chg="addSp delSp modSp add mod">
        <pc:chgData name="Viet Pham Hoang" userId="daff2273dfcb736e" providerId="LiveId" clId="{7864E128-F8E5-4C3B-B427-8C25E8C185A6}" dt="2025-11-24T17:34:13.159" v="9790" actId="1076"/>
        <pc:sldMkLst>
          <pc:docMk/>
          <pc:sldMk cId="69425568" sldId="422"/>
        </pc:sldMkLst>
        <pc:spChg chg="mod">
          <ac:chgData name="Viet Pham Hoang" userId="daff2273dfcb736e" providerId="LiveId" clId="{7864E128-F8E5-4C3B-B427-8C25E8C185A6}" dt="2025-11-24T17:32:26.075" v="9780" actId="20577"/>
          <ac:spMkLst>
            <pc:docMk/>
            <pc:sldMk cId="69425568" sldId="422"/>
            <ac:spMk id="31747" creationId="{8D110E9F-B1E1-6D14-1554-3EF8E52B84A8}"/>
          </ac:spMkLst>
        </pc:spChg>
        <pc:grpChg chg="del">
          <ac:chgData name="Viet Pham Hoang" userId="daff2273dfcb736e" providerId="LiveId" clId="{7864E128-F8E5-4C3B-B427-8C25E8C185A6}" dt="2025-11-24T17:29:19.388" v="9754" actId="478"/>
          <ac:grpSpMkLst>
            <pc:docMk/>
            <pc:sldMk cId="69425568" sldId="422"/>
            <ac:grpSpMk id="11" creationId="{E97E24E0-F865-7F48-E716-CB06E50C1514}"/>
          </ac:grpSpMkLst>
        </pc:grpChg>
        <pc:picChg chg="del">
          <ac:chgData name="Viet Pham Hoang" userId="daff2273dfcb736e" providerId="LiveId" clId="{7864E128-F8E5-4C3B-B427-8C25E8C185A6}" dt="2025-11-24T17:32:16.819" v="9761" actId="478"/>
          <ac:picMkLst>
            <pc:docMk/>
            <pc:sldMk cId="69425568" sldId="422"/>
            <ac:picMk id="3" creationId="{5631F4BB-8BA9-0DBF-6424-B373E3C214C9}"/>
          </ac:picMkLst>
        </pc:picChg>
        <pc:picChg chg="add del">
          <ac:chgData name="Viet Pham Hoang" userId="daff2273dfcb736e" providerId="LiveId" clId="{7864E128-F8E5-4C3B-B427-8C25E8C185A6}" dt="2025-11-24T17:32:28.796" v="9781" actId="478"/>
          <ac:picMkLst>
            <pc:docMk/>
            <pc:sldMk cId="69425568" sldId="422"/>
            <ac:picMk id="4" creationId="{47CE0AAA-BA81-0087-9280-F78E389CC572}"/>
          </ac:picMkLst>
        </pc:picChg>
        <pc:picChg chg="add mod">
          <ac:chgData name="Viet Pham Hoang" userId="daff2273dfcb736e" providerId="LiveId" clId="{7864E128-F8E5-4C3B-B427-8C25E8C185A6}" dt="2025-11-24T17:33:06.751" v="9783" actId="1076"/>
          <ac:picMkLst>
            <pc:docMk/>
            <pc:sldMk cId="69425568" sldId="422"/>
            <ac:picMk id="7" creationId="{3524A774-5553-71C9-C7EB-B8B4DC15B9F1}"/>
          </ac:picMkLst>
        </pc:picChg>
        <pc:picChg chg="add mod">
          <ac:chgData name="Viet Pham Hoang" userId="daff2273dfcb736e" providerId="LiveId" clId="{7864E128-F8E5-4C3B-B427-8C25E8C185A6}" dt="2025-11-24T17:33:25.470" v="9785" actId="1076"/>
          <ac:picMkLst>
            <pc:docMk/>
            <pc:sldMk cId="69425568" sldId="422"/>
            <ac:picMk id="9" creationId="{49259B99-F25E-68EA-40E1-7C64972E8E96}"/>
          </ac:picMkLst>
        </pc:picChg>
        <pc:picChg chg="del">
          <ac:chgData name="Viet Pham Hoang" userId="daff2273dfcb736e" providerId="LiveId" clId="{7864E128-F8E5-4C3B-B427-8C25E8C185A6}" dt="2025-11-24T17:29:14.455" v="9750" actId="478"/>
          <ac:picMkLst>
            <pc:docMk/>
            <pc:sldMk cId="69425568" sldId="422"/>
            <ac:picMk id="13" creationId="{B3C7B846-52A0-2124-9CCD-007C968C6260}"/>
          </ac:picMkLst>
        </pc:picChg>
        <pc:picChg chg="add mod">
          <ac:chgData name="Viet Pham Hoang" userId="daff2273dfcb736e" providerId="LiveId" clId="{7864E128-F8E5-4C3B-B427-8C25E8C185A6}" dt="2025-11-24T17:33:44.454" v="9787" actId="1076"/>
          <ac:picMkLst>
            <pc:docMk/>
            <pc:sldMk cId="69425568" sldId="422"/>
            <ac:picMk id="14" creationId="{C6FB7EBF-1D98-7A91-A3C0-47747A36C35A}"/>
          </ac:picMkLst>
        </pc:picChg>
        <pc:picChg chg="del">
          <ac:chgData name="Viet Pham Hoang" userId="daff2273dfcb736e" providerId="LiveId" clId="{7864E128-F8E5-4C3B-B427-8C25E8C185A6}" dt="2025-11-24T17:29:16.600" v="9751" actId="478"/>
          <ac:picMkLst>
            <pc:docMk/>
            <pc:sldMk cId="69425568" sldId="422"/>
            <ac:picMk id="15" creationId="{01CD0ED8-FDBA-4437-C840-B664ADC61020}"/>
          </ac:picMkLst>
        </pc:picChg>
        <pc:picChg chg="del">
          <ac:chgData name="Viet Pham Hoang" userId="daff2273dfcb736e" providerId="LiveId" clId="{7864E128-F8E5-4C3B-B427-8C25E8C185A6}" dt="2025-11-24T17:29:17.229" v="9752" actId="478"/>
          <ac:picMkLst>
            <pc:docMk/>
            <pc:sldMk cId="69425568" sldId="422"/>
            <ac:picMk id="17" creationId="{492285A6-F359-35CF-8E68-EB5ABAFEAE96}"/>
          </ac:picMkLst>
        </pc:picChg>
        <pc:picChg chg="add mod">
          <ac:chgData name="Viet Pham Hoang" userId="daff2273dfcb736e" providerId="LiveId" clId="{7864E128-F8E5-4C3B-B427-8C25E8C185A6}" dt="2025-11-24T17:34:13.159" v="9790" actId="1076"/>
          <ac:picMkLst>
            <pc:docMk/>
            <pc:sldMk cId="69425568" sldId="422"/>
            <ac:picMk id="18" creationId="{7DC98706-099B-8941-B651-012ACFAA1473}"/>
          </ac:picMkLst>
        </pc:picChg>
        <pc:picChg chg="del">
          <ac:chgData name="Viet Pham Hoang" userId="daff2273dfcb736e" providerId="LiveId" clId="{7864E128-F8E5-4C3B-B427-8C25E8C185A6}" dt="2025-11-24T17:29:17.822" v="9753" actId="478"/>
          <ac:picMkLst>
            <pc:docMk/>
            <pc:sldMk cId="69425568" sldId="422"/>
            <ac:picMk id="19" creationId="{81955987-A561-244B-2E6C-C3DBE026575B}"/>
          </ac:picMkLst>
        </pc:picChg>
      </pc:sldChg>
      <pc:sldChg chg="addSp delSp modSp add mod">
        <pc:chgData name="Viet Pham Hoang" userId="daff2273dfcb736e" providerId="LiveId" clId="{7864E128-F8E5-4C3B-B427-8C25E8C185A6}" dt="2025-11-24T17:36:24.398" v="9816" actId="1076"/>
        <pc:sldMkLst>
          <pc:docMk/>
          <pc:sldMk cId="1993157509" sldId="423"/>
        </pc:sldMkLst>
        <pc:spChg chg="mod">
          <ac:chgData name="Viet Pham Hoang" userId="daff2273dfcb736e" providerId="LiveId" clId="{7864E128-F8E5-4C3B-B427-8C25E8C185A6}" dt="2025-11-24T17:35:01.407" v="9804" actId="20577"/>
          <ac:spMkLst>
            <pc:docMk/>
            <pc:sldMk cId="1993157509" sldId="423"/>
            <ac:spMk id="31747" creationId="{17A9D62E-1DEC-4B53-406B-E954B0A80026}"/>
          </ac:spMkLst>
        </pc:spChg>
        <pc:picChg chg="add mod">
          <ac:chgData name="Viet Pham Hoang" userId="daff2273dfcb736e" providerId="LiveId" clId="{7864E128-F8E5-4C3B-B427-8C25E8C185A6}" dt="2025-11-24T17:35:10.054" v="9805"/>
          <ac:picMkLst>
            <pc:docMk/>
            <pc:sldMk cId="1993157509" sldId="423"/>
            <ac:picMk id="2" creationId="{3B0E3B36-E8C1-D0DE-86D4-1E4AAC1A392D}"/>
          </ac:picMkLst>
        </pc:picChg>
        <pc:picChg chg="add mod">
          <ac:chgData name="Viet Pham Hoang" userId="daff2273dfcb736e" providerId="LiveId" clId="{7864E128-F8E5-4C3B-B427-8C25E8C185A6}" dt="2025-11-24T17:35:50.046" v="9810" actId="14100"/>
          <ac:picMkLst>
            <pc:docMk/>
            <pc:sldMk cId="1993157509" sldId="423"/>
            <ac:picMk id="4" creationId="{88209D5D-F42D-C29D-599A-784F5AAAFEFD}"/>
          </ac:picMkLst>
        </pc:picChg>
        <pc:picChg chg="add mod">
          <ac:chgData name="Viet Pham Hoang" userId="daff2273dfcb736e" providerId="LiveId" clId="{7864E128-F8E5-4C3B-B427-8C25E8C185A6}" dt="2025-11-24T17:35:55.934" v="9812" actId="1076"/>
          <ac:picMkLst>
            <pc:docMk/>
            <pc:sldMk cId="1993157509" sldId="423"/>
            <ac:picMk id="6" creationId="{3EBE2223-DBDD-7E93-B3C4-30B1F6B10DEF}"/>
          </ac:picMkLst>
        </pc:picChg>
        <pc:picChg chg="del">
          <ac:chgData name="Viet Pham Hoang" userId="daff2273dfcb736e" providerId="LiveId" clId="{7864E128-F8E5-4C3B-B427-8C25E8C185A6}" dt="2025-11-24T17:34:48.519" v="9792" actId="478"/>
          <ac:picMkLst>
            <pc:docMk/>
            <pc:sldMk cId="1993157509" sldId="423"/>
            <ac:picMk id="7" creationId="{ACD8C3B4-0EEA-E9E4-F8D1-BD7094DBEFCE}"/>
          </ac:picMkLst>
        </pc:picChg>
        <pc:picChg chg="del">
          <ac:chgData name="Viet Pham Hoang" userId="daff2273dfcb736e" providerId="LiveId" clId="{7864E128-F8E5-4C3B-B427-8C25E8C185A6}" dt="2025-11-24T17:34:49.239" v="9793" actId="478"/>
          <ac:picMkLst>
            <pc:docMk/>
            <pc:sldMk cId="1993157509" sldId="423"/>
            <ac:picMk id="9" creationId="{42B760FC-FCD1-2C32-33D7-B05B41826A3F}"/>
          </ac:picMkLst>
        </pc:picChg>
        <pc:picChg chg="add mod">
          <ac:chgData name="Viet Pham Hoang" userId="daff2273dfcb736e" providerId="LiveId" clId="{7864E128-F8E5-4C3B-B427-8C25E8C185A6}" dt="2025-11-24T17:36:24.398" v="9816" actId="1076"/>
          <ac:picMkLst>
            <pc:docMk/>
            <pc:sldMk cId="1993157509" sldId="423"/>
            <ac:picMk id="10" creationId="{2D3E447D-8F67-B2D8-1ACA-6BF165FBBF9D}"/>
          </ac:picMkLst>
        </pc:picChg>
        <pc:picChg chg="del">
          <ac:chgData name="Viet Pham Hoang" userId="daff2273dfcb736e" providerId="LiveId" clId="{7864E128-F8E5-4C3B-B427-8C25E8C185A6}" dt="2025-11-24T17:34:49.790" v="9794" actId="478"/>
          <ac:picMkLst>
            <pc:docMk/>
            <pc:sldMk cId="1993157509" sldId="423"/>
            <ac:picMk id="14" creationId="{996E7B8D-9E78-E554-9611-E965897A1AD5}"/>
          </ac:picMkLst>
        </pc:picChg>
        <pc:picChg chg="del">
          <ac:chgData name="Viet Pham Hoang" userId="daff2273dfcb736e" providerId="LiveId" clId="{7864E128-F8E5-4C3B-B427-8C25E8C185A6}" dt="2025-11-24T17:34:50.582" v="9795" actId="478"/>
          <ac:picMkLst>
            <pc:docMk/>
            <pc:sldMk cId="1993157509" sldId="423"/>
            <ac:picMk id="18" creationId="{046D1A4A-BB7A-1381-2A42-8CDF6128B529}"/>
          </ac:picMkLst>
        </pc:picChg>
      </pc:sldChg>
      <pc:sldChg chg="delSp modSp add mod">
        <pc:chgData name="Viet Pham Hoang" userId="daff2273dfcb736e" providerId="LiveId" clId="{7864E128-F8E5-4C3B-B427-8C25E8C185A6}" dt="2025-11-24T17:42:07.386" v="9871" actId="20577"/>
        <pc:sldMkLst>
          <pc:docMk/>
          <pc:sldMk cId="1919743105" sldId="424"/>
        </pc:sldMkLst>
        <pc:spChg chg="mod">
          <ac:chgData name="Viet Pham Hoang" userId="daff2273dfcb736e" providerId="LiveId" clId="{7864E128-F8E5-4C3B-B427-8C25E8C185A6}" dt="2025-11-24T17:38:29.861" v="9831" actId="20577"/>
          <ac:spMkLst>
            <pc:docMk/>
            <pc:sldMk cId="1919743105" sldId="424"/>
            <ac:spMk id="31746" creationId="{31E127C1-2B2D-533F-C88F-ED717E7B69A2}"/>
          </ac:spMkLst>
        </pc:spChg>
        <pc:spChg chg="mod">
          <ac:chgData name="Viet Pham Hoang" userId="daff2273dfcb736e" providerId="LiveId" clId="{7864E128-F8E5-4C3B-B427-8C25E8C185A6}" dt="2025-11-24T17:42:07.386" v="9871" actId="20577"/>
          <ac:spMkLst>
            <pc:docMk/>
            <pc:sldMk cId="1919743105" sldId="424"/>
            <ac:spMk id="31747" creationId="{FBDE4218-8A60-4DA1-0A0C-4D6651E2D8CE}"/>
          </ac:spMkLst>
        </pc:spChg>
        <pc:picChg chg="del">
          <ac:chgData name="Viet Pham Hoang" userId="daff2273dfcb736e" providerId="LiveId" clId="{7864E128-F8E5-4C3B-B427-8C25E8C185A6}" dt="2025-11-24T17:40:36.149" v="9835" actId="478"/>
          <ac:picMkLst>
            <pc:docMk/>
            <pc:sldMk cId="1919743105" sldId="424"/>
            <ac:picMk id="2" creationId="{1EF5AA68-869F-3C27-EEBD-C9A16D669578}"/>
          </ac:picMkLst>
        </pc:picChg>
        <pc:picChg chg="del">
          <ac:chgData name="Viet Pham Hoang" userId="daff2273dfcb736e" providerId="LiveId" clId="{7864E128-F8E5-4C3B-B427-8C25E8C185A6}" dt="2025-11-24T17:40:35.273" v="9834" actId="478"/>
          <ac:picMkLst>
            <pc:docMk/>
            <pc:sldMk cId="1919743105" sldId="424"/>
            <ac:picMk id="4" creationId="{AA148BC7-4B4F-0C6A-C99E-DE4236C9F238}"/>
          </ac:picMkLst>
        </pc:picChg>
        <pc:picChg chg="del">
          <ac:chgData name="Viet Pham Hoang" userId="daff2273dfcb736e" providerId="LiveId" clId="{7864E128-F8E5-4C3B-B427-8C25E8C185A6}" dt="2025-11-24T17:40:36.933" v="9836" actId="478"/>
          <ac:picMkLst>
            <pc:docMk/>
            <pc:sldMk cId="1919743105" sldId="424"/>
            <ac:picMk id="6" creationId="{D5A8DDD3-6471-5688-EC03-92057A187D55}"/>
          </ac:picMkLst>
        </pc:picChg>
        <pc:picChg chg="del">
          <ac:chgData name="Viet Pham Hoang" userId="daff2273dfcb736e" providerId="LiveId" clId="{7864E128-F8E5-4C3B-B427-8C25E8C185A6}" dt="2025-11-24T17:40:37.522" v="9837" actId="478"/>
          <ac:picMkLst>
            <pc:docMk/>
            <pc:sldMk cId="1919743105" sldId="424"/>
            <ac:picMk id="10" creationId="{952A773A-2078-05A7-879E-EF745E6C7853}"/>
          </ac:picMkLst>
        </pc:picChg>
      </pc:sldChg>
      <pc:sldChg chg="addSp modSp add mod">
        <pc:chgData name="Viet Pham Hoang" userId="daff2273dfcb736e" providerId="LiveId" clId="{7864E128-F8E5-4C3B-B427-8C25E8C185A6}" dt="2025-11-24T17:47:15.798" v="10021" actId="1076"/>
        <pc:sldMkLst>
          <pc:docMk/>
          <pc:sldMk cId="2013572782" sldId="425"/>
        </pc:sldMkLst>
        <pc:spChg chg="mod">
          <ac:chgData name="Viet Pham Hoang" userId="daff2273dfcb736e" providerId="LiveId" clId="{7864E128-F8E5-4C3B-B427-8C25E8C185A6}" dt="2025-11-24T17:46:59.701" v="10019" actId="20577"/>
          <ac:spMkLst>
            <pc:docMk/>
            <pc:sldMk cId="2013572782" sldId="425"/>
            <ac:spMk id="31747" creationId="{066A9BA6-8681-BF93-FDAF-ABDE085CE99D}"/>
          </ac:spMkLst>
        </pc:spChg>
        <pc:picChg chg="add mod">
          <ac:chgData name="Viet Pham Hoang" userId="daff2273dfcb736e" providerId="LiveId" clId="{7864E128-F8E5-4C3B-B427-8C25E8C185A6}" dt="2025-11-24T17:43:34.703" v="9885" actId="1076"/>
          <ac:picMkLst>
            <pc:docMk/>
            <pc:sldMk cId="2013572782" sldId="425"/>
            <ac:picMk id="3" creationId="{89456A17-8CFE-9E20-FE4E-CC4259BA9605}"/>
          </ac:picMkLst>
        </pc:picChg>
        <pc:picChg chg="add mod">
          <ac:chgData name="Viet Pham Hoang" userId="daff2273dfcb736e" providerId="LiveId" clId="{7864E128-F8E5-4C3B-B427-8C25E8C185A6}" dt="2025-11-24T17:45:29.695" v="9905" actId="1076"/>
          <ac:picMkLst>
            <pc:docMk/>
            <pc:sldMk cId="2013572782" sldId="425"/>
            <ac:picMk id="5" creationId="{E11AE04A-E855-633E-2D63-F333E03368BE}"/>
          </ac:picMkLst>
        </pc:picChg>
        <pc:picChg chg="add mod">
          <ac:chgData name="Viet Pham Hoang" userId="daff2273dfcb736e" providerId="LiveId" clId="{7864E128-F8E5-4C3B-B427-8C25E8C185A6}" dt="2025-11-24T17:45:32.408" v="9906" actId="1076"/>
          <ac:picMkLst>
            <pc:docMk/>
            <pc:sldMk cId="2013572782" sldId="425"/>
            <ac:picMk id="7" creationId="{E7E18AD0-0A5E-9160-4626-AB6D9FB34386}"/>
          </ac:picMkLst>
        </pc:picChg>
        <pc:picChg chg="add mod">
          <ac:chgData name="Viet Pham Hoang" userId="daff2273dfcb736e" providerId="LiveId" clId="{7864E128-F8E5-4C3B-B427-8C25E8C185A6}" dt="2025-11-24T17:45:35.256" v="9907" actId="1076"/>
          <ac:picMkLst>
            <pc:docMk/>
            <pc:sldMk cId="2013572782" sldId="425"/>
            <ac:picMk id="9" creationId="{78745DCF-DB4D-85D0-138C-1E0A7BA5D552}"/>
          </ac:picMkLst>
        </pc:picChg>
        <pc:picChg chg="add mod">
          <ac:chgData name="Viet Pham Hoang" userId="daff2273dfcb736e" providerId="LiveId" clId="{7864E128-F8E5-4C3B-B427-8C25E8C185A6}" dt="2025-11-24T17:46:35.632" v="10015" actId="1076"/>
          <ac:picMkLst>
            <pc:docMk/>
            <pc:sldMk cId="2013572782" sldId="425"/>
            <ac:picMk id="11" creationId="{E724ABE5-89BD-7ACC-EE28-4DE1272527BF}"/>
          </ac:picMkLst>
        </pc:picChg>
        <pc:picChg chg="add mod">
          <ac:chgData name="Viet Pham Hoang" userId="daff2273dfcb736e" providerId="LiveId" clId="{7864E128-F8E5-4C3B-B427-8C25E8C185A6}" dt="2025-11-24T17:46:52.696" v="10017" actId="1076"/>
          <ac:picMkLst>
            <pc:docMk/>
            <pc:sldMk cId="2013572782" sldId="425"/>
            <ac:picMk id="13" creationId="{1BFEF5B8-7F66-9FA2-83A4-20F9208C0016}"/>
          </ac:picMkLst>
        </pc:picChg>
        <pc:picChg chg="add mod">
          <ac:chgData name="Viet Pham Hoang" userId="daff2273dfcb736e" providerId="LiveId" clId="{7864E128-F8E5-4C3B-B427-8C25E8C185A6}" dt="2025-11-24T17:47:15.798" v="10021" actId="1076"/>
          <ac:picMkLst>
            <pc:docMk/>
            <pc:sldMk cId="2013572782" sldId="425"/>
            <ac:picMk id="15" creationId="{4D747F2D-4BF9-5527-EC2D-60BA9A0871F2}"/>
          </ac:picMkLst>
        </pc:picChg>
      </pc:sldChg>
      <pc:sldChg chg="addSp delSp modSp add mod">
        <pc:chgData name="Viet Pham Hoang" userId="daff2273dfcb736e" providerId="LiveId" clId="{7864E128-F8E5-4C3B-B427-8C25E8C185A6}" dt="2025-11-24T17:50:51.405" v="10076" actId="20577"/>
        <pc:sldMkLst>
          <pc:docMk/>
          <pc:sldMk cId="1211059832" sldId="426"/>
        </pc:sldMkLst>
        <pc:spChg chg="mod">
          <ac:chgData name="Viet Pham Hoang" userId="daff2273dfcb736e" providerId="LiveId" clId="{7864E128-F8E5-4C3B-B427-8C25E8C185A6}" dt="2025-11-24T17:50:51.405" v="10076" actId="20577"/>
          <ac:spMkLst>
            <pc:docMk/>
            <pc:sldMk cId="1211059832" sldId="426"/>
            <ac:spMk id="31747" creationId="{55AB55B1-4403-2BD9-242A-D718265F3922}"/>
          </ac:spMkLst>
        </pc:spChg>
        <pc:picChg chg="del">
          <ac:chgData name="Viet Pham Hoang" userId="daff2273dfcb736e" providerId="LiveId" clId="{7864E128-F8E5-4C3B-B427-8C25E8C185A6}" dt="2025-11-24T17:47:57.928" v="10033" actId="478"/>
          <ac:picMkLst>
            <pc:docMk/>
            <pc:sldMk cId="1211059832" sldId="426"/>
            <ac:picMk id="3" creationId="{A3D9C961-D25F-567F-0B44-3049F79B69A8}"/>
          </ac:picMkLst>
        </pc:picChg>
        <pc:picChg chg="add mod">
          <ac:chgData name="Viet Pham Hoang" userId="daff2273dfcb736e" providerId="LiveId" clId="{7864E128-F8E5-4C3B-B427-8C25E8C185A6}" dt="2025-11-24T17:48:20.071" v="10041" actId="1076"/>
          <ac:picMkLst>
            <pc:docMk/>
            <pc:sldMk cId="1211059832" sldId="426"/>
            <ac:picMk id="4" creationId="{1B5D54BC-6386-3F32-E847-D554CF98CA54}"/>
          </ac:picMkLst>
        </pc:picChg>
        <pc:picChg chg="del">
          <ac:chgData name="Viet Pham Hoang" userId="daff2273dfcb736e" providerId="LiveId" clId="{7864E128-F8E5-4C3B-B427-8C25E8C185A6}" dt="2025-11-24T17:47:59.049" v="10035" actId="478"/>
          <ac:picMkLst>
            <pc:docMk/>
            <pc:sldMk cId="1211059832" sldId="426"/>
            <ac:picMk id="5" creationId="{69216D6C-B53D-FE43-7D90-B314ABEF5128}"/>
          </ac:picMkLst>
        </pc:picChg>
        <pc:picChg chg="del">
          <ac:chgData name="Viet Pham Hoang" userId="daff2273dfcb736e" providerId="LiveId" clId="{7864E128-F8E5-4C3B-B427-8C25E8C185A6}" dt="2025-11-24T17:47:58.438" v="10034" actId="478"/>
          <ac:picMkLst>
            <pc:docMk/>
            <pc:sldMk cId="1211059832" sldId="426"/>
            <ac:picMk id="7" creationId="{CEA1A364-E401-FC1C-CA4F-C6B9991C1DE9}"/>
          </ac:picMkLst>
        </pc:picChg>
        <pc:picChg chg="add del mod">
          <ac:chgData name="Viet Pham Hoang" userId="daff2273dfcb736e" providerId="LiveId" clId="{7864E128-F8E5-4C3B-B427-8C25E8C185A6}" dt="2025-11-24T17:48:33.461" v="10044" actId="478"/>
          <ac:picMkLst>
            <pc:docMk/>
            <pc:sldMk cId="1211059832" sldId="426"/>
            <ac:picMk id="8" creationId="{4210E02D-454B-8584-B8EB-F8D38F785B2D}"/>
          </ac:picMkLst>
        </pc:picChg>
        <pc:picChg chg="del">
          <ac:chgData name="Viet Pham Hoang" userId="daff2273dfcb736e" providerId="LiveId" clId="{7864E128-F8E5-4C3B-B427-8C25E8C185A6}" dt="2025-11-24T17:47:59.603" v="10036" actId="478"/>
          <ac:picMkLst>
            <pc:docMk/>
            <pc:sldMk cId="1211059832" sldId="426"/>
            <ac:picMk id="9" creationId="{25B2CAEC-621E-20AB-5311-6B9056BF54AD}"/>
          </ac:picMkLst>
        </pc:picChg>
        <pc:picChg chg="del">
          <ac:chgData name="Viet Pham Hoang" userId="daff2273dfcb736e" providerId="LiveId" clId="{7864E128-F8E5-4C3B-B427-8C25E8C185A6}" dt="2025-11-24T17:48:01.625" v="10038" actId="478"/>
          <ac:picMkLst>
            <pc:docMk/>
            <pc:sldMk cId="1211059832" sldId="426"/>
            <ac:picMk id="11" creationId="{1651F13B-5B60-A961-8DAA-863A85EC44DF}"/>
          </ac:picMkLst>
        </pc:picChg>
        <pc:picChg chg="add mod">
          <ac:chgData name="Viet Pham Hoang" userId="daff2273dfcb736e" providerId="LiveId" clId="{7864E128-F8E5-4C3B-B427-8C25E8C185A6}" dt="2025-11-24T17:48:47.623" v="10046" actId="1076"/>
          <ac:picMkLst>
            <pc:docMk/>
            <pc:sldMk cId="1211059832" sldId="426"/>
            <ac:picMk id="12" creationId="{FAED1A0B-414F-4DCC-FF70-3B0D580A663E}"/>
          </ac:picMkLst>
        </pc:picChg>
        <pc:picChg chg="del">
          <ac:chgData name="Viet Pham Hoang" userId="daff2273dfcb736e" providerId="LiveId" clId="{7864E128-F8E5-4C3B-B427-8C25E8C185A6}" dt="2025-11-24T17:48:00.865" v="10037" actId="478"/>
          <ac:picMkLst>
            <pc:docMk/>
            <pc:sldMk cId="1211059832" sldId="426"/>
            <ac:picMk id="13" creationId="{934F680E-1A9D-E558-6AF1-C20ABC20DCD4}"/>
          </ac:picMkLst>
        </pc:picChg>
        <pc:picChg chg="del">
          <ac:chgData name="Viet Pham Hoang" userId="daff2273dfcb736e" providerId="LiveId" clId="{7864E128-F8E5-4C3B-B427-8C25E8C185A6}" dt="2025-11-24T17:48:02.503" v="10039" actId="478"/>
          <ac:picMkLst>
            <pc:docMk/>
            <pc:sldMk cId="1211059832" sldId="426"/>
            <ac:picMk id="15" creationId="{C88F6BC0-6B1F-FA69-F8D2-192E3EBE3850}"/>
          </ac:picMkLst>
        </pc:picChg>
        <pc:picChg chg="add">
          <ac:chgData name="Viet Pham Hoang" userId="daff2273dfcb736e" providerId="LiveId" clId="{7864E128-F8E5-4C3B-B427-8C25E8C185A6}" dt="2025-11-24T17:48:59.269" v="10047" actId="22"/>
          <ac:picMkLst>
            <pc:docMk/>
            <pc:sldMk cId="1211059832" sldId="426"/>
            <ac:picMk id="16" creationId="{4443452D-836D-4B69-F0EF-1FD4ACC08421}"/>
          </ac:picMkLst>
        </pc:picChg>
        <pc:picChg chg="add mod">
          <ac:chgData name="Viet Pham Hoang" userId="daff2273dfcb736e" providerId="LiveId" clId="{7864E128-F8E5-4C3B-B427-8C25E8C185A6}" dt="2025-11-24T17:49:20.102" v="10049" actId="1076"/>
          <ac:picMkLst>
            <pc:docMk/>
            <pc:sldMk cId="1211059832" sldId="426"/>
            <ac:picMk id="18" creationId="{5A3FFB95-5703-5C96-2E1D-C2A5593C159D}"/>
          </ac:picMkLst>
        </pc:picChg>
        <pc:picChg chg="add mod">
          <ac:chgData name="Viet Pham Hoang" userId="daff2273dfcb736e" providerId="LiveId" clId="{7864E128-F8E5-4C3B-B427-8C25E8C185A6}" dt="2025-11-24T17:49:40.607" v="10051" actId="1076"/>
          <ac:picMkLst>
            <pc:docMk/>
            <pc:sldMk cId="1211059832" sldId="426"/>
            <ac:picMk id="20" creationId="{A2443A18-C317-FFE1-990B-5860EA2863C0}"/>
          </ac:picMkLst>
        </pc:picChg>
        <pc:picChg chg="add mod">
          <ac:chgData name="Viet Pham Hoang" userId="daff2273dfcb736e" providerId="LiveId" clId="{7864E128-F8E5-4C3B-B427-8C25E8C185A6}" dt="2025-11-24T17:50:02.320" v="10053" actId="1076"/>
          <ac:picMkLst>
            <pc:docMk/>
            <pc:sldMk cId="1211059832" sldId="426"/>
            <ac:picMk id="22" creationId="{C34E2EFA-F1DB-554A-7D08-D6F38DBE2C8A}"/>
          </ac:picMkLst>
        </pc:picChg>
        <pc:picChg chg="add mod">
          <ac:chgData name="Viet Pham Hoang" userId="daff2273dfcb736e" providerId="LiveId" clId="{7864E128-F8E5-4C3B-B427-8C25E8C185A6}" dt="2025-11-24T17:50:14.837" v="10055" actId="1076"/>
          <ac:picMkLst>
            <pc:docMk/>
            <pc:sldMk cId="1211059832" sldId="426"/>
            <ac:picMk id="24" creationId="{A9F8A153-D883-971B-F1C4-9D80E38EC69E}"/>
          </ac:picMkLst>
        </pc:picChg>
      </pc:sldChg>
      <pc:sldChg chg="delSp modSp add mod">
        <pc:chgData name="Viet Pham Hoang" userId="daff2273dfcb736e" providerId="LiveId" clId="{7864E128-F8E5-4C3B-B427-8C25E8C185A6}" dt="2025-11-25T03:01:10.785" v="10711"/>
        <pc:sldMkLst>
          <pc:docMk/>
          <pc:sldMk cId="402697567" sldId="427"/>
        </pc:sldMkLst>
        <pc:spChg chg="mod">
          <ac:chgData name="Viet Pham Hoang" userId="daff2273dfcb736e" providerId="LiveId" clId="{7864E128-F8E5-4C3B-B427-8C25E8C185A6}" dt="2025-11-24T17:51:34.312" v="10078"/>
          <ac:spMkLst>
            <pc:docMk/>
            <pc:sldMk cId="402697567" sldId="427"/>
            <ac:spMk id="31746" creationId="{B93630CA-A5BB-0D2C-EFFD-6056E5A53A92}"/>
          </ac:spMkLst>
        </pc:spChg>
        <pc:spChg chg="mod">
          <ac:chgData name="Viet Pham Hoang" userId="daff2273dfcb736e" providerId="LiveId" clId="{7864E128-F8E5-4C3B-B427-8C25E8C185A6}" dt="2025-11-25T03:01:10.785" v="10711"/>
          <ac:spMkLst>
            <pc:docMk/>
            <pc:sldMk cId="402697567" sldId="427"/>
            <ac:spMk id="31747" creationId="{CAE81110-51D9-72E2-2F39-23280433D798}"/>
          </ac:spMkLst>
        </pc:spChg>
        <pc:picChg chg="del">
          <ac:chgData name="Viet Pham Hoang" userId="daff2273dfcb736e" providerId="LiveId" clId="{7864E128-F8E5-4C3B-B427-8C25E8C185A6}" dt="2025-11-25T02:11:50.889" v="10080" actId="478"/>
          <ac:picMkLst>
            <pc:docMk/>
            <pc:sldMk cId="402697567" sldId="427"/>
            <ac:picMk id="4" creationId="{5F4B5389-DAAB-41AE-9347-1A05A94911E0}"/>
          </ac:picMkLst>
        </pc:picChg>
        <pc:picChg chg="del">
          <ac:chgData name="Viet Pham Hoang" userId="daff2273dfcb736e" providerId="LiveId" clId="{7864E128-F8E5-4C3B-B427-8C25E8C185A6}" dt="2025-11-25T02:11:52.209" v="10082" actId="478"/>
          <ac:picMkLst>
            <pc:docMk/>
            <pc:sldMk cId="402697567" sldId="427"/>
            <ac:picMk id="12" creationId="{4BB044A3-FA94-40F2-39E6-8868407EC014}"/>
          </ac:picMkLst>
        </pc:picChg>
        <pc:picChg chg="del">
          <ac:chgData name="Viet Pham Hoang" userId="daff2273dfcb736e" providerId="LiveId" clId="{7864E128-F8E5-4C3B-B427-8C25E8C185A6}" dt="2025-11-25T02:11:52.714" v="10083" actId="478"/>
          <ac:picMkLst>
            <pc:docMk/>
            <pc:sldMk cId="402697567" sldId="427"/>
            <ac:picMk id="16" creationId="{794DF19E-19BD-1F54-CA12-65756C750F8A}"/>
          </ac:picMkLst>
        </pc:picChg>
        <pc:picChg chg="del">
          <ac:chgData name="Viet Pham Hoang" userId="daff2273dfcb736e" providerId="LiveId" clId="{7864E128-F8E5-4C3B-B427-8C25E8C185A6}" dt="2025-11-25T02:11:51.524" v="10081" actId="478"/>
          <ac:picMkLst>
            <pc:docMk/>
            <pc:sldMk cId="402697567" sldId="427"/>
            <ac:picMk id="18" creationId="{5018F4AC-8F29-18B1-F0EA-77D57AF7F0D1}"/>
          </ac:picMkLst>
        </pc:picChg>
        <pc:picChg chg="del">
          <ac:chgData name="Viet Pham Hoang" userId="daff2273dfcb736e" providerId="LiveId" clId="{7864E128-F8E5-4C3B-B427-8C25E8C185A6}" dt="2025-11-25T02:11:53.199" v="10084" actId="478"/>
          <ac:picMkLst>
            <pc:docMk/>
            <pc:sldMk cId="402697567" sldId="427"/>
            <ac:picMk id="20" creationId="{C22F1318-B3BD-AC83-D983-43C048153726}"/>
          </ac:picMkLst>
        </pc:picChg>
        <pc:picChg chg="del">
          <ac:chgData name="Viet Pham Hoang" userId="daff2273dfcb736e" providerId="LiveId" clId="{7864E128-F8E5-4C3B-B427-8C25E8C185A6}" dt="2025-11-25T02:11:53.685" v="10085" actId="478"/>
          <ac:picMkLst>
            <pc:docMk/>
            <pc:sldMk cId="402697567" sldId="427"/>
            <ac:picMk id="22" creationId="{1B42FDE3-045F-1D98-6AF6-CF91A8AB0D47}"/>
          </ac:picMkLst>
        </pc:picChg>
        <pc:picChg chg="del">
          <ac:chgData name="Viet Pham Hoang" userId="daff2273dfcb736e" providerId="LiveId" clId="{7864E128-F8E5-4C3B-B427-8C25E8C185A6}" dt="2025-11-25T02:11:54.219" v="10086" actId="478"/>
          <ac:picMkLst>
            <pc:docMk/>
            <pc:sldMk cId="402697567" sldId="427"/>
            <ac:picMk id="24" creationId="{616D8DBE-60BD-A33C-F392-D7E385846538}"/>
          </ac:picMkLst>
        </pc:picChg>
      </pc:sldChg>
      <pc:sldChg chg="addSp modSp add mod">
        <pc:chgData name="Viet Pham Hoang" userId="daff2273dfcb736e" providerId="LiveId" clId="{7864E128-F8E5-4C3B-B427-8C25E8C185A6}" dt="2025-11-25T02:29:45.067" v="10348" actId="20577"/>
        <pc:sldMkLst>
          <pc:docMk/>
          <pc:sldMk cId="2102151681" sldId="428"/>
        </pc:sldMkLst>
        <pc:spChg chg="mod">
          <ac:chgData name="Viet Pham Hoang" userId="daff2273dfcb736e" providerId="LiveId" clId="{7864E128-F8E5-4C3B-B427-8C25E8C185A6}" dt="2025-11-25T02:29:45.067" v="10348" actId="20577"/>
          <ac:spMkLst>
            <pc:docMk/>
            <pc:sldMk cId="2102151681" sldId="428"/>
            <ac:spMk id="31747" creationId="{2A708EE1-3CD0-0542-0DF8-BCCAB9E9135B}"/>
          </ac:spMkLst>
        </pc:spChg>
        <pc:picChg chg="add mod">
          <ac:chgData name="Viet Pham Hoang" userId="daff2273dfcb736e" providerId="LiveId" clId="{7864E128-F8E5-4C3B-B427-8C25E8C185A6}" dt="2025-11-25T02:20:33.259" v="10226" actId="1076"/>
          <ac:picMkLst>
            <pc:docMk/>
            <pc:sldMk cId="2102151681" sldId="428"/>
            <ac:picMk id="3" creationId="{854B390A-AEA4-CB9A-55B7-DBE19001FD6A}"/>
          </ac:picMkLst>
        </pc:picChg>
      </pc:sldChg>
      <pc:sldChg chg="addSp delSp modSp add mod">
        <pc:chgData name="Viet Pham Hoang" userId="daff2273dfcb736e" providerId="LiveId" clId="{7864E128-F8E5-4C3B-B427-8C25E8C185A6}" dt="2025-11-25T02:29:36.623" v="10347" actId="20577"/>
        <pc:sldMkLst>
          <pc:docMk/>
          <pc:sldMk cId="2802486263" sldId="429"/>
        </pc:sldMkLst>
        <pc:spChg chg="mod">
          <ac:chgData name="Viet Pham Hoang" userId="daff2273dfcb736e" providerId="LiveId" clId="{7864E128-F8E5-4C3B-B427-8C25E8C185A6}" dt="2025-11-25T02:29:36.623" v="10347" actId="20577"/>
          <ac:spMkLst>
            <pc:docMk/>
            <pc:sldMk cId="2802486263" sldId="429"/>
            <ac:spMk id="31747" creationId="{78C366FA-BD6E-CAC7-47B1-F34E585942BB}"/>
          </ac:spMkLst>
        </pc:spChg>
        <pc:picChg chg="del">
          <ac:chgData name="Viet Pham Hoang" userId="daff2273dfcb736e" providerId="LiveId" clId="{7864E128-F8E5-4C3B-B427-8C25E8C185A6}" dt="2025-11-25T02:21:42.844" v="10246" actId="478"/>
          <ac:picMkLst>
            <pc:docMk/>
            <pc:sldMk cId="2802486263" sldId="429"/>
            <ac:picMk id="3" creationId="{035F1DCD-1F5C-BC87-42BD-C8C4FF87B137}"/>
          </ac:picMkLst>
        </pc:picChg>
        <pc:picChg chg="add mod">
          <ac:chgData name="Viet Pham Hoang" userId="daff2273dfcb736e" providerId="LiveId" clId="{7864E128-F8E5-4C3B-B427-8C25E8C185A6}" dt="2025-11-25T02:22:36.241" v="10258" actId="1076"/>
          <ac:picMkLst>
            <pc:docMk/>
            <pc:sldMk cId="2802486263" sldId="429"/>
            <ac:picMk id="4" creationId="{AE266D2E-EC24-6A06-1944-A0692EE87E78}"/>
          </ac:picMkLst>
        </pc:picChg>
        <pc:picChg chg="add del mod">
          <ac:chgData name="Viet Pham Hoang" userId="daff2273dfcb736e" providerId="LiveId" clId="{7864E128-F8E5-4C3B-B427-8C25E8C185A6}" dt="2025-11-25T02:23:43.973" v="10276" actId="21"/>
          <ac:picMkLst>
            <pc:docMk/>
            <pc:sldMk cId="2802486263" sldId="429"/>
            <ac:picMk id="6" creationId="{7FBE4202-5101-89EF-54DB-6DAA64D3E06E}"/>
          </ac:picMkLst>
        </pc:picChg>
        <pc:picChg chg="add mod">
          <ac:chgData name="Viet Pham Hoang" userId="daff2273dfcb736e" providerId="LiveId" clId="{7864E128-F8E5-4C3B-B427-8C25E8C185A6}" dt="2025-11-25T02:23:48.638" v="10279" actId="1036"/>
          <ac:picMkLst>
            <pc:docMk/>
            <pc:sldMk cId="2802486263" sldId="429"/>
            <ac:picMk id="8" creationId="{09FE2E31-0AAA-935B-0180-DF6916DF1E3B}"/>
          </ac:picMkLst>
        </pc:picChg>
        <pc:picChg chg="add mod">
          <ac:chgData name="Viet Pham Hoang" userId="daff2273dfcb736e" providerId="LiveId" clId="{7864E128-F8E5-4C3B-B427-8C25E8C185A6}" dt="2025-11-25T02:23:44.389" v="10277"/>
          <ac:picMkLst>
            <pc:docMk/>
            <pc:sldMk cId="2802486263" sldId="429"/>
            <ac:picMk id="9" creationId="{7FBE4202-5101-89EF-54DB-6DAA64D3E06E}"/>
          </ac:picMkLst>
        </pc:picChg>
        <pc:picChg chg="add mod">
          <ac:chgData name="Viet Pham Hoang" userId="daff2273dfcb736e" providerId="LiveId" clId="{7864E128-F8E5-4C3B-B427-8C25E8C185A6}" dt="2025-11-25T02:25:26.786" v="10320" actId="1076"/>
          <ac:picMkLst>
            <pc:docMk/>
            <pc:sldMk cId="2802486263" sldId="429"/>
            <ac:picMk id="11" creationId="{B4B235DA-FD95-EFE2-D779-E51A22FFDFB2}"/>
          </ac:picMkLst>
        </pc:picChg>
        <pc:picChg chg="add mod">
          <ac:chgData name="Viet Pham Hoang" userId="daff2273dfcb736e" providerId="LiveId" clId="{7864E128-F8E5-4C3B-B427-8C25E8C185A6}" dt="2025-11-25T02:25:21.355" v="10318" actId="1076"/>
          <ac:picMkLst>
            <pc:docMk/>
            <pc:sldMk cId="2802486263" sldId="429"/>
            <ac:picMk id="13" creationId="{D4C59A22-AA9F-34D2-017A-61704A5EB84D}"/>
          </ac:picMkLst>
        </pc:picChg>
      </pc:sldChg>
      <pc:sldChg chg="addSp delSp modSp add mod">
        <pc:chgData name="Viet Pham Hoang" userId="daff2273dfcb736e" providerId="LiveId" clId="{7864E128-F8E5-4C3B-B427-8C25E8C185A6}" dt="2025-11-25T02:33:28.400" v="10392"/>
        <pc:sldMkLst>
          <pc:docMk/>
          <pc:sldMk cId="1510240456" sldId="430"/>
        </pc:sldMkLst>
        <pc:spChg chg="add mod">
          <ac:chgData name="Viet Pham Hoang" userId="daff2273dfcb736e" providerId="LiveId" clId="{7864E128-F8E5-4C3B-B427-8C25E8C185A6}" dt="2025-11-25T02:31:17.745" v="10376" actId="1076"/>
          <ac:spMkLst>
            <pc:docMk/>
            <pc:sldMk cId="1510240456" sldId="430"/>
            <ac:spMk id="19" creationId="{33C97657-2F30-8F65-94A9-D089F50B7711}"/>
          </ac:spMkLst>
        </pc:spChg>
        <pc:spChg chg="mod">
          <ac:chgData name="Viet Pham Hoang" userId="daff2273dfcb736e" providerId="LiveId" clId="{7864E128-F8E5-4C3B-B427-8C25E8C185A6}" dt="2025-11-25T02:33:28.400" v="10392"/>
          <ac:spMkLst>
            <pc:docMk/>
            <pc:sldMk cId="1510240456" sldId="430"/>
            <ac:spMk id="31747" creationId="{DA5BB16A-38E9-14C0-5DB6-DC1CCB808608}"/>
          </ac:spMkLst>
        </pc:spChg>
        <pc:picChg chg="add del mod">
          <ac:chgData name="Viet Pham Hoang" userId="daff2273dfcb736e" providerId="LiveId" clId="{7864E128-F8E5-4C3B-B427-8C25E8C185A6}" dt="2025-11-25T02:30:23.081" v="10358" actId="478"/>
          <ac:picMkLst>
            <pc:docMk/>
            <pc:sldMk cId="1510240456" sldId="430"/>
            <ac:picMk id="3" creationId="{5A913617-881F-AFC1-9413-219ABF4060B8}"/>
          </ac:picMkLst>
        </pc:picChg>
        <pc:picChg chg="del">
          <ac:chgData name="Viet Pham Hoang" userId="daff2273dfcb736e" providerId="LiveId" clId="{7864E128-F8E5-4C3B-B427-8C25E8C185A6}" dt="2025-11-25T02:26:13.928" v="10323" actId="478"/>
          <ac:picMkLst>
            <pc:docMk/>
            <pc:sldMk cId="1510240456" sldId="430"/>
            <ac:picMk id="4" creationId="{9F78CC58-19DB-95F8-C942-3A0481708F24}"/>
          </ac:picMkLst>
        </pc:picChg>
        <pc:picChg chg="add del mod">
          <ac:chgData name="Viet Pham Hoang" userId="daff2273dfcb736e" providerId="LiveId" clId="{7864E128-F8E5-4C3B-B427-8C25E8C185A6}" dt="2025-11-25T02:30:23.882" v="10359" actId="478"/>
          <ac:picMkLst>
            <pc:docMk/>
            <pc:sldMk cId="1510240456" sldId="430"/>
            <ac:picMk id="6" creationId="{9530FA68-79EF-B119-AE1F-5D085B61B3D5}"/>
          </ac:picMkLst>
        </pc:picChg>
        <pc:picChg chg="del">
          <ac:chgData name="Viet Pham Hoang" userId="daff2273dfcb736e" providerId="LiveId" clId="{7864E128-F8E5-4C3B-B427-8C25E8C185A6}" dt="2025-11-25T02:26:35.686" v="10332" actId="478"/>
          <ac:picMkLst>
            <pc:docMk/>
            <pc:sldMk cId="1510240456" sldId="430"/>
            <ac:picMk id="8" creationId="{9B256D7B-3A26-6FB0-0EA8-9053C88E0189}"/>
          </ac:picMkLst>
        </pc:picChg>
        <pc:picChg chg="del">
          <ac:chgData name="Viet Pham Hoang" userId="daff2273dfcb736e" providerId="LiveId" clId="{7864E128-F8E5-4C3B-B427-8C25E8C185A6}" dt="2025-11-25T02:26:35.106" v="10331" actId="478"/>
          <ac:picMkLst>
            <pc:docMk/>
            <pc:sldMk cId="1510240456" sldId="430"/>
            <ac:picMk id="9" creationId="{3EF777CF-B925-8FB5-3F1D-82B37CDF657F}"/>
          </ac:picMkLst>
        </pc:picChg>
        <pc:picChg chg="add del mod">
          <ac:chgData name="Viet Pham Hoang" userId="daff2273dfcb736e" providerId="LiveId" clId="{7864E128-F8E5-4C3B-B427-8C25E8C185A6}" dt="2025-11-25T02:30:25.295" v="10361" actId="478"/>
          <ac:picMkLst>
            <pc:docMk/>
            <pc:sldMk cId="1510240456" sldId="430"/>
            <ac:picMk id="10" creationId="{C93C3683-9005-95A0-3CD8-96EBE19B97F0}"/>
          </ac:picMkLst>
        </pc:picChg>
        <pc:picChg chg="del">
          <ac:chgData name="Viet Pham Hoang" userId="daff2273dfcb736e" providerId="LiveId" clId="{7864E128-F8E5-4C3B-B427-8C25E8C185A6}" dt="2025-11-25T02:26:36.354" v="10333" actId="478"/>
          <ac:picMkLst>
            <pc:docMk/>
            <pc:sldMk cId="1510240456" sldId="430"/>
            <ac:picMk id="11" creationId="{BF263945-B3F5-867D-06ED-9A232C791283}"/>
          </ac:picMkLst>
        </pc:picChg>
        <pc:picChg chg="del">
          <ac:chgData name="Viet Pham Hoang" userId="daff2273dfcb736e" providerId="LiveId" clId="{7864E128-F8E5-4C3B-B427-8C25E8C185A6}" dt="2025-11-25T02:26:36.862" v="10334" actId="478"/>
          <ac:picMkLst>
            <pc:docMk/>
            <pc:sldMk cId="1510240456" sldId="430"/>
            <ac:picMk id="13" creationId="{277D3795-3329-45B2-95F8-3278F256695F}"/>
          </ac:picMkLst>
        </pc:picChg>
        <pc:picChg chg="add del mod">
          <ac:chgData name="Viet Pham Hoang" userId="daff2273dfcb736e" providerId="LiveId" clId="{7864E128-F8E5-4C3B-B427-8C25E8C185A6}" dt="2025-11-25T02:30:24.502" v="10360" actId="478"/>
          <ac:picMkLst>
            <pc:docMk/>
            <pc:sldMk cId="1510240456" sldId="430"/>
            <ac:picMk id="14" creationId="{B1A8D2C8-1EEF-8EAC-8EA7-23F9AFFDF56D}"/>
          </ac:picMkLst>
        </pc:picChg>
        <pc:picChg chg="add mod">
          <ac:chgData name="Viet Pham Hoang" userId="daff2273dfcb736e" providerId="LiveId" clId="{7864E128-F8E5-4C3B-B427-8C25E8C185A6}" dt="2025-11-25T02:30:32.701" v="10365" actId="1036"/>
          <ac:picMkLst>
            <pc:docMk/>
            <pc:sldMk cId="1510240456" sldId="430"/>
            <ac:picMk id="16" creationId="{18CB7F6E-C0E1-907B-999D-11AEC5600144}"/>
          </ac:picMkLst>
        </pc:picChg>
        <pc:picChg chg="add mod">
          <ac:chgData name="Viet Pham Hoang" userId="daff2273dfcb736e" providerId="LiveId" clId="{7864E128-F8E5-4C3B-B427-8C25E8C185A6}" dt="2025-11-25T02:31:04.602" v="10373" actId="1076"/>
          <ac:picMkLst>
            <pc:docMk/>
            <pc:sldMk cId="1510240456" sldId="430"/>
            <ac:picMk id="18" creationId="{CAF7CF9E-DF36-3566-2A10-404160152D95}"/>
          </ac:picMkLst>
        </pc:picChg>
        <pc:picChg chg="add mod">
          <ac:chgData name="Viet Pham Hoang" userId="daff2273dfcb736e" providerId="LiveId" clId="{7864E128-F8E5-4C3B-B427-8C25E8C185A6}" dt="2025-11-25T02:31:57.185" v="10384" actId="1076"/>
          <ac:picMkLst>
            <pc:docMk/>
            <pc:sldMk cId="1510240456" sldId="430"/>
            <ac:picMk id="21" creationId="{14A7F9C2-F62A-1E63-993C-304506685B30}"/>
          </ac:picMkLst>
        </pc:picChg>
        <pc:picChg chg="add mod">
          <ac:chgData name="Viet Pham Hoang" userId="daff2273dfcb736e" providerId="LiveId" clId="{7864E128-F8E5-4C3B-B427-8C25E8C185A6}" dt="2025-11-25T02:32:00.426" v="10385" actId="1076"/>
          <ac:picMkLst>
            <pc:docMk/>
            <pc:sldMk cId="1510240456" sldId="430"/>
            <ac:picMk id="23" creationId="{55F81A7A-202F-9921-8948-D9CF45EBBDF3}"/>
          </ac:picMkLst>
        </pc:picChg>
      </pc:sldChg>
      <pc:sldChg chg="addSp delSp modSp add mod">
        <pc:chgData name="Viet Pham Hoang" userId="daff2273dfcb736e" providerId="LiveId" clId="{7864E128-F8E5-4C3B-B427-8C25E8C185A6}" dt="2025-11-25T02:42:38.702" v="10472"/>
        <pc:sldMkLst>
          <pc:docMk/>
          <pc:sldMk cId="3081872235" sldId="431"/>
        </pc:sldMkLst>
        <pc:spChg chg="del">
          <ac:chgData name="Viet Pham Hoang" userId="daff2273dfcb736e" providerId="LiveId" clId="{7864E128-F8E5-4C3B-B427-8C25E8C185A6}" dt="2025-11-25T02:35:57.645" v="10397" actId="478"/>
          <ac:spMkLst>
            <pc:docMk/>
            <pc:sldMk cId="3081872235" sldId="431"/>
            <ac:spMk id="19" creationId="{6AC79D0A-72BD-7EB4-BE5E-0BEC9AF93A7B}"/>
          </ac:spMkLst>
        </pc:spChg>
        <pc:spChg chg="mod">
          <ac:chgData name="Viet Pham Hoang" userId="daff2273dfcb736e" providerId="LiveId" clId="{7864E128-F8E5-4C3B-B427-8C25E8C185A6}" dt="2025-11-25T02:42:38.702" v="10472"/>
          <ac:spMkLst>
            <pc:docMk/>
            <pc:sldMk cId="3081872235" sldId="431"/>
            <ac:spMk id="31747" creationId="{90CDD839-6C84-4109-4A47-D3BE4568A83E}"/>
          </ac:spMkLst>
        </pc:spChg>
        <pc:picChg chg="add mod">
          <ac:chgData name="Viet Pham Hoang" userId="daff2273dfcb736e" providerId="LiveId" clId="{7864E128-F8E5-4C3B-B427-8C25E8C185A6}" dt="2025-11-25T02:38:10.290" v="10427" actId="14100"/>
          <ac:picMkLst>
            <pc:docMk/>
            <pc:sldMk cId="3081872235" sldId="431"/>
            <ac:picMk id="3" creationId="{72A9E4E1-3C93-4DEA-B6F4-99300D21E863}"/>
          </ac:picMkLst>
        </pc:picChg>
        <pc:picChg chg="del">
          <ac:chgData name="Viet Pham Hoang" userId="daff2273dfcb736e" providerId="LiveId" clId="{7864E128-F8E5-4C3B-B427-8C25E8C185A6}" dt="2025-11-25T02:35:56.163" v="10395" actId="478"/>
          <ac:picMkLst>
            <pc:docMk/>
            <pc:sldMk cId="3081872235" sldId="431"/>
            <ac:picMk id="16" creationId="{D60DCEF1-4029-7168-2BD2-1F010FA53FE4}"/>
          </ac:picMkLst>
        </pc:picChg>
        <pc:picChg chg="del">
          <ac:chgData name="Viet Pham Hoang" userId="daff2273dfcb736e" providerId="LiveId" clId="{7864E128-F8E5-4C3B-B427-8C25E8C185A6}" dt="2025-11-25T02:35:57.143" v="10396" actId="478"/>
          <ac:picMkLst>
            <pc:docMk/>
            <pc:sldMk cId="3081872235" sldId="431"/>
            <ac:picMk id="18" creationId="{D99A7CFB-3053-F54C-40D6-6B9CF0006C2F}"/>
          </ac:picMkLst>
        </pc:picChg>
        <pc:picChg chg="del">
          <ac:chgData name="Viet Pham Hoang" userId="daff2273dfcb736e" providerId="LiveId" clId="{7864E128-F8E5-4C3B-B427-8C25E8C185A6}" dt="2025-11-25T02:35:58.125" v="10398" actId="478"/>
          <ac:picMkLst>
            <pc:docMk/>
            <pc:sldMk cId="3081872235" sldId="431"/>
            <ac:picMk id="21" creationId="{62747095-23B6-D94D-D972-8ACF5F06F7E6}"/>
          </ac:picMkLst>
        </pc:picChg>
        <pc:picChg chg="del">
          <ac:chgData name="Viet Pham Hoang" userId="daff2273dfcb736e" providerId="LiveId" clId="{7864E128-F8E5-4C3B-B427-8C25E8C185A6}" dt="2025-11-25T02:35:58.829" v="10399" actId="478"/>
          <ac:picMkLst>
            <pc:docMk/>
            <pc:sldMk cId="3081872235" sldId="431"/>
            <ac:picMk id="23" creationId="{50C8407E-A7B4-64FD-6B82-9E2697A03DA0}"/>
          </ac:picMkLst>
        </pc:picChg>
      </pc:sldChg>
      <pc:sldChg chg="addSp delSp modSp add mod">
        <pc:chgData name="Viet Pham Hoang" userId="daff2273dfcb736e" providerId="LiveId" clId="{7864E128-F8E5-4C3B-B427-8C25E8C185A6}" dt="2025-11-25T02:47:03.828" v="10533" actId="1037"/>
        <pc:sldMkLst>
          <pc:docMk/>
          <pc:sldMk cId="1855267507" sldId="432"/>
        </pc:sldMkLst>
        <pc:spChg chg="mod">
          <ac:chgData name="Viet Pham Hoang" userId="daff2273dfcb736e" providerId="LiveId" clId="{7864E128-F8E5-4C3B-B427-8C25E8C185A6}" dt="2025-11-25T02:46:18.934" v="10524" actId="20577"/>
          <ac:spMkLst>
            <pc:docMk/>
            <pc:sldMk cId="1855267507" sldId="432"/>
            <ac:spMk id="31747" creationId="{B3741602-523F-660E-2DDE-951079415442}"/>
          </ac:spMkLst>
        </pc:spChg>
        <pc:picChg chg="del">
          <ac:chgData name="Viet Pham Hoang" userId="daff2273dfcb736e" providerId="LiveId" clId="{7864E128-F8E5-4C3B-B427-8C25E8C185A6}" dt="2025-11-25T02:40:46.096" v="10457" actId="478"/>
          <ac:picMkLst>
            <pc:docMk/>
            <pc:sldMk cId="1855267507" sldId="432"/>
            <ac:picMk id="3" creationId="{97805A88-0FBF-7E31-28C8-6A166159DC6A}"/>
          </ac:picMkLst>
        </pc:picChg>
        <pc:picChg chg="add mod">
          <ac:chgData name="Viet Pham Hoang" userId="daff2273dfcb736e" providerId="LiveId" clId="{7864E128-F8E5-4C3B-B427-8C25E8C185A6}" dt="2025-11-25T02:40:44.866" v="10456" actId="1076"/>
          <ac:picMkLst>
            <pc:docMk/>
            <pc:sldMk cId="1855267507" sldId="432"/>
            <ac:picMk id="4" creationId="{155123A4-8121-D085-3B06-E84F583CA37A}"/>
          </ac:picMkLst>
        </pc:picChg>
        <pc:picChg chg="add mod">
          <ac:chgData name="Viet Pham Hoang" userId="daff2273dfcb736e" providerId="LiveId" clId="{7864E128-F8E5-4C3B-B427-8C25E8C185A6}" dt="2025-11-25T02:41:16.762" v="10460" actId="1076"/>
          <ac:picMkLst>
            <pc:docMk/>
            <pc:sldMk cId="1855267507" sldId="432"/>
            <ac:picMk id="6" creationId="{254E697B-E68D-48EC-318C-18F176531E28}"/>
          </ac:picMkLst>
        </pc:picChg>
        <pc:picChg chg="add mod">
          <ac:chgData name="Viet Pham Hoang" userId="daff2273dfcb736e" providerId="LiveId" clId="{7864E128-F8E5-4C3B-B427-8C25E8C185A6}" dt="2025-11-25T02:43:02.041" v="10475" actId="14100"/>
          <ac:picMkLst>
            <pc:docMk/>
            <pc:sldMk cId="1855267507" sldId="432"/>
            <ac:picMk id="8" creationId="{CEA217F8-1D0A-0E77-4C88-D957CFD846BE}"/>
          </ac:picMkLst>
        </pc:picChg>
        <pc:picChg chg="add mod">
          <ac:chgData name="Viet Pham Hoang" userId="daff2273dfcb736e" providerId="LiveId" clId="{7864E128-F8E5-4C3B-B427-8C25E8C185A6}" dt="2025-11-25T02:44:05.434" v="10482" actId="14100"/>
          <ac:picMkLst>
            <pc:docMk/>
            <pc:sldMk cId="1855267507" sldId="432"/>
            <ac:picMk id="10" creationId="{D3DA2B68-4F3D-99B8-AEEC-44E49647B7F7}"/>
          </ac:picMkLst>
        </pc:picChg>
        <pc:picChg chg="add mod">
          <ac:chgData name="Viet Pham Hoang" userId="daff2273dfcb736e" providerId="LiveId" clId="{7864E128-F8E5-4C3B-B427-8C25E8C185A6}" dt="2025-11-25T02:45:14.233" v="10488" actId="1076"/>
          <ac:picMkLst>
            <pc:docMk/>
            <pc:sldMk cId="1855267507" sldId="432"/>
            <ac:picMk id="12" creationId="{49BD5332-09CE-2508-03B1-5E715DD08A15}"/>
          </ac:picMkLst>
        </pc:picChg>
        <pc:picChg chg="add mod">
          <ac:chgData name="Viet Pham Hoang" userId="daff2273dfcb736e" providerId="LiveId" clId="{7864E128-F8E5-4C3B-B427-8C25E8C185A6}" dt="2025-11-25T02:46:27.618" v="10526" actId="1076"/>
          <ac:picMkLst>
            <pc:docMk/>
            <pc:sldMk cId="1855267507" sldId="432"/>
            <ac:picMk id="14" creationId="{BB84A829-68C9-FC64-C33E-3A94349B7D07}"/>
          </ac:picMkLst>
        </pc:picChg>
        <pc:picChg chg="add mod">
          <ac:chgData name="Viet Pham Hoang" userId="daff2273dfcb736e" providerId="LiveId" clId="{7864E128-F8E5-4C3B-B427-8C25E8C185A6}" dt="2025-11-25T02:47:03.828" v="10533" actId="1037"/>
          <ac:picMkLst>
            <pc:docMk/>
            <pc:sldMk cId="1855267507" sldId="432"/>
            <ac:picMk id="16" creationId="{FB3845BC-DACA-8E81-ADDA-B2D6439D5FC9}"/>
          </ac:picMkLst>
        </pc:picChg>
      </pc:sldChg>
      <pc:sldChg chg="addSp delSp modSp add mod">
        <pc:chgData name="Viet Pham Hoang" userId="daff2273dfcb736e" providerId="LiveId" clId="{7864E128-F8E5-4C3B-B427-8C25E8C185A6}" dt="2025-11-25T02:50:09.937" v="10570" actId="1076"/>
        <pc:sldMkLst>
          <pc:docMk/>
          <pc:sldMk cId="2677507428" sldId="433"/>
        </pc:sldMkLst>
        <pc:spChg chg="mod">
          <ac:chgData name="Viet Pham Hoang" userId="daff2273dfcb736e" providerId="LiveId" clId="{7864E128-F8E5-4C3B-B427-8C25E8C185A6}" dt="2025-11-25T02:50:07.073" v="10569" actId="20577"/>
          <ac:spMkLst>
            <pc:docMk/>
            <pc:sldMk cId="2677507428" sldId="433"/>
            <ac:spMk id="31747" creationId="{4C813128-8668-1ECE-D11F-98CA2BC6036B}"/>
          </ac:spMkLst>
        </pc:spChg>
        <pc:picChg chg="add mod">
          <ac:chgData name="Viet Pham Hoang" userId="daff2273dfcb736e" providerId="LiveId" clId="{7864E128-F8E5-4C3B-B427-8C25E8C185A6}" dt="2025-11-25T02:48:12.163" v="10550" actId="14100"/>
          <ac:picMkLst>
            <pc:docMk/>
            <pc:sldMk cId="2677507428" sldId="433"/>
            <ac:picMk id="3" creationId="{F499CAD3-62EE-7EA9-AF73-A6DDF231E616}"/>
          </ac:picMkLst>
        </pc:picChg>
        <pc:picChg chg="del">
          <ac:chgData name="Viet Pham Hoang" userId="daff2273dfcb736e" providerId="LiveId" clId="{7864E128-F8E5-4C3B-B427-8C25E8C185A6}" dt="2025-11-25T02:47:50.206" v="10537" actId="478"/>
          <ac:picMkLst>
            <pc:docMk/>
            <pc:sldMk cId="2677507428" sldId="433"/>
            <ac:picMk id="4" creationId="{548D5A81-7B2C-4FE7-1668-11B2D95964DA}"/>
          </ac:picMkLst>
        </pc:picChg>
        <pc:picChg chg="del">
          <ac:chgData name="Viet Pham Hoang" userId="daff2273dfcb736e" providerId="LiveId" clId="{7864E128-F8E5-4C3B-B427-8C25E8C185A6}" dt="2025-11-25T02:47:50.667" v="10538" actId="478"/>
          <ac:picMkLst>
            <pc:docMk/>
            <pc:sldMk cId="2677507428" sldId="433"/>
            <ac:picMk id="6" creationId="{AE957781-293A-F261-6D48-998F39786353}"/>
          </ac:picMkLst>
        </pc:picChg>
        <pc:picChg chg="add mod">
          <ac:chgData name="Viet Pham Hoang" userId="daff2273dfcb736e" providerId="LiveId" clId="{7864E128-F8E5-4C3B-B427-8C25E8C185A6}" dt="2025-11-25T02:49:28.529" v="10563" actId="1036"/>
          <ac:picMkLst>
            <pc:docMk/>
            <pc:sldMk cId="2677507428" sldId="433"/>
            <ac:picMk id="7" creationId="{8623FCB7-2C2B-2478-6E77-D4F66A77456B}"/>
          </ac:picMkLst>
        </pc:picChg>
        <pc:picChg chg="del">
          <ac:chgData name="Viet Pham Hoang" userId="daff2273dfcb736e" providerId="LiveId" clId="{7864E128-F8E5-4C3B-B427-8C25E8C185A6}" dt="2025-11-25T02:47:51.325" v="10539" actId="478"/>
          <ac:picMkLst>
            <pc:docMk/>
            <pc:sldMk cId="2677507428" sldId="433"/>
            <ac:picMk id="8" creationId="{F736131C-8423-F098-F118-8F76C6F12985}"/>
          </ac:picMkLst>
        </pc:picChg>
        <pc:picChg chg="del">
          <ac:chgData name="Viet Pham Hoang" userId="daff2273dfcb736e" providerId="LiveId" clId="{7864E128-F8E5-4C3B-B427-8C25E8C185A6}" dt="2025-11-25T02:47:51.904" v="10540" actId="478"/>
          <ac:picMkLst>
            <pc:docMk/>
            <pc:sldMk cId="2677507428" sldId="433"/>
            <ac:picMk id="10" creationId="{CC610567-13E6-B139-7E66-FCD79160B226}"/>
          </ac:picMkLst>
        </pc:picChg>
        <pc:picChg chg="add mod">
          <ac:chgData name="Viet Pham Hoang" userId="daff2273dfcb736e" providerId="LiveId" clId="{7864E128-F8E5-4C3B-B427-8C25E8C185A6}" dt="2025-11-25T02:50:09.937" v="10570" actId="1076"/>
          <ac:picMkLst>
            <pc:docMk/>
            <pc:sldMk cId="2677507428" sldId="433"/>
            <ac:picMk id="11" creationId="{ADC5DFBE-BAEE-10C1-D716-10CDCA62DD77}"/>
          </ac:picMkLst>
        </pc:picChg>
        <pc:picChg chg="del">
          <ac:chgData name="Viet Pham Hoang" userId="daff2273dfcb736e" providerId="LiveId" clId="{7864E128-F8E5-4C3B-B427-8C25E8C185A6}" dt="2025-11-25T02:47:52.494" v="10541" actId="478"/>
          <ac:picMkLst>
            <pc:docMk/>
            <pc:sldMk cId="2677507428" sldId="433"/>
            <ac:picMk id="12" creationId="{4EC7C7A8-7CDC-E9BF-9BD6-29D2A95FEEBC}"/>
          </ac:picMkLst>
        </pc:picChg>
        <pc:picChg chg="del">
          <ac:chgData name="Viet Pham Hoang" userId="daff2273dfcb736e" providerId="LiveId" clId="{7864E128-F8E5-4C3B-B427-8C25E8C185A6}" dt="2025-11-25T02:47:53.170" v="10542" actId="478"/>
          <ac:picMkLst>
            <pc:docMk/>
            <pc:sldMk cId="2677507428" sldId="433"/>
            <ac:picMk id="14" creationId="{729B688C-CAA4-00D1-35ED-CC16C41BC393}"/>
          </ac:picMkLst>
        </pc:picChg>
        <pc:picChg chg="del">
          <ac:chgData name="Viet Pham Hoang" userId="daff2273dfcb736e" providerId="LiveId" clId="{7864E128-F8E5-4C3B-B427-8C25E8C185A6}" dt="2025-11-25T02:47:53.838" v="10543" actId="478"/>
          <ac:picMkLst>
            <pc:docMk/>
            <pc:sldMk cId="2677507428" sldId="433"/>
            <ac:picMk id="16" creationId="{50DA5109-F05F-58C7-E3AF-4AA39C9E42C4}"/>
          </ac:picMkLst>
        </pc:picChg>
      </pc:sldChg>
      <pc:sldChg chg="addSp delSp modSp add mod">
        <pc:chgData name="Viet Pham Hoang" userId="daff2273dfcb736e" providerId="LiveId" clId="{7864E128-F8E5-4C3B-B427-8C25E8C185A6}" dt="2025-11-25T02:58:18.601" v="10670" actId="1076"/>
        <pc:sldMkLst>
          <pc:docMk/>
          <pc:sldMk cId="1607488981" sldId="434"/>
        </pc:sldMkLst>
        <pc:spChg chg="mod">
          <ac:chgData name="Viet Pham Hoang" userId="daff2273dfcb736e" providerId="LiveId" clId="{7864E128-F8E5-4C3B-B427-8C25E8C185A6}" dt="2025-11-25T02:56:35.595" v="10651" actId="20577"/>
          <ac:spMkLst>
            <pc:docMk/>
            <pc:sldMk cId="1607488981" sldId="434"/>
            <ac:spMk id="31747" creationId="{24961719-FD3A-0AA3-A16C-E38C90037587}"/>
          </ac:spMkLst>
        </pc:spChg>
        <pc:picChg chg="add mod">
          <ac:chgData name="Viet Pham Hoang" userId="daff2273dfcb736e" providerId="LiveId" clId="{7864E128-F8E5-4C3B-B427-8C25E8C185A6}" dt="2025-11-25T02:56:57.570" v="10654" actId="14100"/>
          <ac:picMkLst>
            <pc:docMk/>
            <pc:sldMk cId="1607488981" sldId="434"/>
            <ac:picMk id="3" creationId="{70B6B00F-54B2-4EC8-125C-354584DBD87E}"/>
          </ac:picMkLst>
        </pc:picChg>
        <pc:picChg chg="del">
          <ac:chgData name="Viet Pham Hoang" userId="daff2273dfcb736e" providerId="LiveId" clId="{7864E128-F8E5-4C3B-B427-8C25E8C185A6}" dt="2025-11-25T02:54:18.380" v="10597" actId="478"/>
          <ac:picMkLst>
            <pc:docMk/>
            <pc:sldMk cId="1607488981" sldId="434"/>
            <ac:picMk id="4" creationId="{DF4EEB92-C67B-21BC-CAA0-DFA5779C9A7E}"/>
          </ac:picMkLst>
        </pc:picChg>
        <pc:picChg chg="del">
          <ac:chgData name="Viet Pham Hoang" userId="daff2273dfcb736e" providerId="LiveId" clId="{7864E128-F8E5-4C3B-B427-8C25E8C185A6}" dt="2025-11-25T02:54:19.071" v="10598" actId="478"/>
          <ac:picMkLst>
            <pc:docMk/>
            <pc:sldMk cId="1607488981" sldId="434"/>
            <ac:picMk id="6" creationId="{47974F96-473A-CDEE-8967-DE9DA19C9CD4}"/>
          </ac:picMkLst>
        </pc:picChg>
        <pc:picChg chg="add mod">
          <ac:chgData name="Viet Pham Hoang" userId="daff2273dfcb736e" providerId="LiveId" clId="{7864E128-F8E5-4C3B-B427-8C25E8C185A6}" dt="2025-11-25T02:57:25.137" v="10660" actId="1076"/>
          <ac:picMkLst>
            <pc:docMk/>
            <pc:sldMk cId="1607488981" sldId="434"/>
            <ac:picMk id="7" creationId="{265A5776-1FD3-4B05-FB9B-C88A9B15A90E}"/>
          </ac:picMkLst>
        </pc:picChg>
        <pc:picChg chg="del">
          <ac:chgData name="Viet Pham Hoang" userId="daff2273dfcb736e" providerId="LiveId" clId="{7864E128-F8E5-4C3B-B427-8C25E8C185A6}" dt="2025-11-25T02:54:19.640" v="10599" actId="478"/>
          <ac:picMkLst>
            <pc:docMk/>
            <pc:sldMk cId="1607488981" sldId="434"/>
            <ac:picMk id="8" creationId="{C3228E0E-A0CA-0BBD-F930-A5F0514B444C}"/>
          </ac:picMkLst>
        </pc:picChg>
        <pc:picChg chg="del">
          <ac:chgData name="Viet Pham Hoang" userId="daff2273dfcb736e" providerId="LiveId" clId="{7864E128-F8E5-4C3B-B427-8C25E8C185A6}" dt="2025-11-25T02:54:20.273" v="10600" actId="478"/>
          <ac:picMkLst>
            <pc:docMk/>
            <pc:sldMk cId="1607488981" sldId="434"/>
            <ac:picMk id="10" creationId="{36A817B6-58F3-78CB-6904-F9A4CD3B9DD2}"/>
          </ac:picMkLst>
        </pc:picChg>
        <pc:picChg chg="add mod">
          <ac:chgData name="Viet Pham Hoang" userId="daff2273dfcb736e" providerId="LiveId" clId="{7864E128-F8E5-4C3B-B427-8C25E8C185A6}" dt="2025-11-25T02:57:54.441" v="10664" actId="1076"/>
          <ac:picMkLst>
            <pc:docMk/>
            <pc:sldMk cId="1607488981" sldId="434"/>
            <ac:picMk id="11" creationId="{69D295B5-EC77-5E7F-F1A3-4B0F0BD3FC21}"/>
          </ac:picMkLst>
        </pc:picChg>
        <pc:picChg chg="del">
          <ac:chgData name="Viet Pham Hoang" userId="daff2273dfcb736e" providerId="LiveId" clId="{7864E128-F8E5-4C3B-B427-8C25E8C185A6}" dt="2025-11-25T02:54:20.802" v="10601" actId="478"/>
          <ac:picMkLst>
            <pc:docMk/>
            <pc:sldMk cId="1607488981" sldId="434"/>
            <ac:picMk id="12" creationId="{20AE9AA6-FC8E-DEF4-01FC-221B9FFDE444}"/>
          </ac:picMkLst>
        </pc:picChg>
        <pc:picChg chg="del">
          <ac:chgData name="Viet Pham Hoang" userId="daff2273dfcb736e" providerId="LiveId" clId="{7864E128-F8E5-4C3B-B427-8C25E8C185A6}" dt="2025-11-25T02:54:21.531" v="10602" actId="478"/>
          <ac:picMkLst>
            <pc:docMk/>
            <pc:sldMk cId="1607488981" sldId="434"/>
            <ac:picMk id="14" creationId="{33C941C3-511E-575F-8B20-BA8EEB7ADB46}"/>
          </ac:picMkLst>
        </pc:picChg>
        <pc:picChg chg="add mod">
          <ac:chgData name="Viet Pham Hoang" userId="daff2273dfcb736e" providerId="LiveId" clId="{7864E128-F8E5-4C3B-B427-8C25E8C185A6}" dt="2025-11-25T02:58:18.601" v="10670" actId="1076"/>
          <ac:picMkLst>
            <pc:docMk/>
            <pc:sldMk cId="1607488981" sldId="434"/>
            <ac:picMk id="15" creationId="{7A77054F-1A2C-5E91-BE75-89830654C43C}"/>
          </ac:picMkLst>
        </pc:picChg>
        <pc:picChg chg="del">
          <ac:chgData name="Viet Pham Hoang" userId="daff2273dfcb736e" providerId="LiveId" clId="{7864E128-F8E5-4C3B-B427-8C25E8C185A6}" dt="2025-11-25T02:54:22.054" v="10603" actId="478"/>
          <ac:picMkLst>
            <pc:docMk/>
            <pc:sldMk cId="1607488981" sldId="434"/>
            <ac:picMk id="16" creationId="{EB780440-B522-42EB-D0F6-E3EF7F949E59}"/>
          </ac:picMkLst>
        </pc:picChg>
      </pc:sldChg>
      <pc:sldChg chg="addSp delSp modSp add del mod">
        <pc:chgData name="Viet Pham Hoang" userId="daff2273dfcb736e" providerId="LiveId" clId="{7864E128-F8E5-4C3B-B427-8C25E8C185A6}" dt="2025-11-25T02:53:57.107" v="10594" actId="47"/>
        <pc:sldMkLst>
          <pc:docMk/>
          <pc:sldMk cId="2122529049" sldId="434"/>
        </pc:sldMkLst>
        <pc:spChg chg="mod">
          <ac:chgData name="Viet Pham Hoang" userId="daff2273dfcb736e" providerId="LiveId" clId="{7864E128-F8E5-4C3B-B427-8C25E8C185A6}" dt="2025-11-25T02:51:32.111" v="10590" actId="5793"/>
          <ac:spMkLst>
            <pc:docMk/>
            <pc:sldMk cId="2122529049" sldId="434"/>
            <ac:spMk id="31747" creationId="{F3168B0C-3E5F-4301-F336-A642B16992A3}"/>
          </ac:spMkLst>
        </pc:spChg>
        <pc:picChg chg="del">
          <ac:chgData name="Viet Pham Hoang" userId="daff2273dfcb736e" providerId="LiveId" clId="{7864E128-F8E5-4C3B-B427-8C25E8C185A6}" dt="2025-11-25T02:50:29.811" v="10584" actId="478"/>
          <ac:picMkLst>
            <pc:docMk/>
            <pc:sldMk cId="2122529049" sldId="434"/>
            <ac:picMk id="3" creationId="{D7FD3BC2-5772-D4E0-14B6-76E90AEF1540}"/>
          </ac:picMkLst>
        </pc:picChg>
        <pc:picChg chg="add mod">
          <ac:chgData name="Viet Pham Hoang" userId="daff2273dfcb736e" providerId="LiveId" clId="{7864E128-F8E5-4C3B-B427-8C25E8C185A6}" dt="2025-11-25T02:51:39.370" v="10593" actId="1076"/>
          <ac:picMkLst>
            <pc:docMk/>
            <pc:sldMk cId="2122529049" sldId="434"/>
            <ac:picMk id="4" creationId="{33F8D180-FC18-75CC-B62E-3B5D1AB38792}"/>
          </ac:picMkLst>
        </pc:picChg>
        <pc:picChg chg="del">
          <ac:chgData name="Viet Pham Hoang" userId="daff2273dfcb736e" providerId="LiveId" clId="{7864E128-F8E5-4C3B-B427-8C25E8C185A6}" dt="2025-11-25T02:50:30.375" v="10585" actId="478"/>
          <ac:picMkLst>
            <pc:docMk/>
            <pc:sldMk cId="2122529049" sldId="434"/>
            <ac:picMk id="7" creationId="{E35E7F44-D616-467B-AF6A-2DABABFE34D3}"/>
          </ac:picMkLst>
        </pc:picChg>
        <pc:picChg chg="del">
          <ac:chgData name="Viet Pham Hoang" userId="daff2273dfcb736e" providerId="LiveId" clId="{7864E128-F8E5-4C3B-B427-8C25E8C185A6}" dt="2025-11-25T02:50:31.507" v="10586" actId="478"/>
          <ac:picMkLst>
            <pc:docMk/>
            <pc:sldMk cId="2122529049" sldId="434"/>
            <ac:picMk id="11" creationId="{921D3ECB-3C16-5825-9E2C-4DA7F7A176CD}"/>
          </ac:picMkLst>
        </pc:picChg>
      </pc:sldChg>
      <pc:sldChg chg="addSp delSp modSp add mod">
        <pc:chgData name="Viet Pham Hoang" userId="daff2273dfcb736e" providerId="LiveId" clId="{7864E128-F8E5-4C3B-B427-8C25E8C185A6}" dt="2025-11-25T03:00:38.282" v="10709" actId="14100"/>
        <pc:sldMkLst>
          <pc:docMk/>
          <pc:sldMk cId="2719567664" sldId="435"/>
        </pc:sldMkLst>
        <pc:picChg chg="del">
          <ac:chgData name="Viet Pham Hoang" userId="daff2273dfcb736e" providerId="LiveId" clId="{7864E128-F8E5-4C3B-B427-8C25E8C185A6}" dt="2025-11-25T02:58:53.585" v="10672" actId="478"/>
          <ac:picMkLst>
            <pc:docMk/>
            <pc:sldMk cId="2719567664" sldId="435"/>
            <ac:picMk id="3" creationId="{B73CCAD3-3EA4-134C-6BBA-D2760E1C0589}"/>
          </ac:picMkLst>
        </pc:picChg>
        <pc:picChg chg="add mod">
          <ac:chgData name="Viet Pham Hoang" userId="daff2273dfcb736e" providerId="LiveId" clId="{7864E128-F8E5-4C3B-B427-8C25E8C185A6}" dt="2025-11-25T03:00:12.286" v="10702" actId="1036"/>
          <ac:picMkLst>
            <pc:docMk/>
            <pc:sldMk cId="2719567664" sldId="435"/>
            <ac:picMk id="4" creationId="{5A01A69F-FA73-5FD3-CC2B-A19C46949CA1}"/>
          </ac:picMkLst>
        </pc:picChg>
        <pc:picChg chg="add mod">
          <ac:chgData name="Viet Pham Hoang" userId="daff2273dfcb736e" providerId="LiveId" clId="{7864E128-F8E5-4C3B-B427-8C25E8C185A6}" dt="2025-11-25T03:00:12.286" v="10702" actId="1036"/>
          <ac:picMkLst>
            <pc:docMk/>
            <pc:sldMk cId="2719567664" sldId="435"/>
            <ac:picMk id="6" creationId="{3FB65407-A5A9-FF54-DBA8-836AF360F329}"/>
          </ac:picMkLst>
        </pc:picChg>
        <pc:picChg chg="del">
          <ac:chgData name="Viet Pham Hoang" userId="daff2273dfcb736e" providerId="LiveId" clId="{7864E128-F8E5-4C3B-B427-8C25E8C185A6}" dt="2025-11-25T02:58:54.271" v="10673" actId="478"/>
          <ac:picMkLst>
            <pc:docMk/>
            <pc:sldMk cId="2719567664" sldId="435"/>
            <ac:picMk id="7" creationId="{4CB92094-A8CB-C60B-7231-ABB8F99CC120}"/>
          </ac:picMkLst>
        </pc:picChg>
        <pc:picChg chg="add mod">
          <ac:chgData name="Viet Pham Hoang" userId="daff2273dfcb736e" providerId="LiveId" clId="{7864E128-F8E5-4C3B-B427-8C25E8C185A6}" dt="2025-11-25T03:00:18.801" v="10704" actId="1076"/>
          <ac:picMkLst>
            <pc:docMk/>
            <pc:sldMk cId="2719567664" sldId="435"/>
            <ac:picMk id="9" creationId="{741A2A9F-8F40-CCC7-E36F-FFC9CC5F4177}"/>
          </ac:picMkLst>
        </pc:picChg>
        <pc:picChg chg="del">
          <ac:chgData name="Viet Pham Hoang" userId="daff2273dfcb736e" providerId="LiveId" clId="{7864E128-F8E5-4C3B-B427-8C25E8C185A6}" dt="2025-11-25T02:58:55.125" v="10674" actId="478"/>
          <ac:picMkLst>
            <pc:docMk/>
            <pc:sldMk cId="2719567664" sldId="435"/>
            <ac:picMk id="11" creationId="{987FA2D0-0481-8F8A-F57E-2C2EFBC10E6E}"/>
          </ac:picMkLst>
        </pc:picChg>
        <pc:picChg chg="add mod">
          <ac:chgData name="Viet Pham Hoang" userId="daff2273dfcb736e" providerId="LiveId" clId="{7864E128-F8E5-4C3B-B427-8C25E8C185A6}" dt="2025-11-25T03:00:38.282" v="10709" actId="14100"/>
          <ac:picMkLst>
            <pc:docMk/>
            <pc:sldMk cId="2719567664" sldId="435"/>
            <ac:picMk id="12" creationId="{8F1E0CF1-E528-7963-E2AD-1C11D94B2DA6}"/>
          </ac:picMkLst>
        </pc:picChg>
        <pc:picChg chg="del">
          <ac:chgData name="Viet Pham Hoang" userId="daff2273dfcb736e" providerId="LiveId" clId="{7864E128-F8E5-4C3B-B427-8C25E8C185A6}" dt="2025-11-25T02:58:55.655" v="10675" actId="478"/>
          <ac:picMkLst>
            <pc:docMk/>
            <pc:sldMk cId="2719567664" sldId="435"/>
            <ac:picMk id="15" creationId="{9AE27C90-527F-E927-037A-5203BD00E3FC}"/>
          </ac:picMkLst>
        </pc:picChg>
      </pc:sldChg>
      <pc:sldChg chg="addSp modSp add mod">
        <pc:chgData name="Viet Pham Hoang" userId="daff2273dfcb736e" providerId="LiveId" clId="{7864E128-F8E5-4C3B-B427-8C25E8C185A6}" dt="2025-11-25T03:05:36.224" v="10780" actId="1076"/>
        <pc:sldMkLst>
          <pc:docMk/>
          <pc:sldMk cId="3620753778" sldId="436"/>
        </pc:sldMkLst>
        <pc:spChg chg="mod">
          <ac:chgData name="Viet Pham Hoang" userId="daff2273dfcb736e" providerId="LiveId" clId="{7864E128-F8E5-4C3B-B427-8C25E8C185A6}" dt="2025-11-25T03:04:23.218" v="10777" actId="20577"/>
          <ac:spMkLst>
            <pc:docMk/>
            <pc:sldMk cId="3620753778" sldId="436"/>
            <ac:spMk id="31747" creationId="{87F4E045-5DB7-40B9-DFF3-8153DE17F2F0}"/>
          </ac:spMkLst>
        </pc:spChg>
        <pc:picChg chg="add mod">
          <ac:chgData name="Viet Pham Hoang" userId="daff2273dfcb736e" providerId="LiveId" clId="{7864E128-F8E5-4C3B-B427-8C25E8C185A6}" dt="2025-11-25T03:03:28.697" v="10733" actId="14100"/>
          <ac:picMkLst>
            <pc:docMk/>
            <pc:sldMk cId="3620753778" sldId="436"/>
            <ac:picMk id="3" creationId="{18441185-EBA4-A2BC-5468-F8CB3E3C5059}"/>
          </ac:picMkLst>
        </pc:picChg>
        <pc:picChg chg="add mod">
          <ac:chgData name="Viet Pham Hoang" userId="daff2273dfcb736e" providerId="LiveId" clId="{7864E128-F8E5-4C3B-B427-8C25E8C185A6}" dt="2025-11-25T03:04:05.993" v="10737" actId="1076"/>
          <ac:picMkLst>
            <pc:docMk/>
            <pc:sldMk cId="3620753778" sldId="436"/>
            <ac:picMk id="5" creationId="{EF489231-54DE-5CE2-DE2A-55202F61C079}"/>
          </ac:picMkLst>
        </pc:picChg>
        <pc:picChg chg="add mod">
          <ac:chgData name="Viet Pham Hoang" userId="daff2273dfcb736e" providerId="LiveId" clId="{7864E128-F8E5-4C3B-B427-8C25E8C185A6}" dt="2025-11-25T03:05:36.224" v="10780" actId="1076"/>
          <ac:picMkLst>
            <pc:docMk/>
            <pc:sldMk cId="3620753778" sldId="436"/>
            <ac:picMk id="7" creationId="{43049015-4178-6FC4-B35D-02DAE58F0348}"/>
          </ac:picMkLst>
        </pc:picChg>
      </pc:sldChg>
      <pc:sldChg chg="addSp delSp modSp add mod">
        <pc:chgData name="Viet Pham Hoang" userId="daff2273dfcb736e" providerId="LiveId" clId="{7864E128-F8E5-4C3B-B427-8C25E8C185A6}" dt="2025-11-25T03:10:02.398" v="10834" actId="1037"/>
        <pc:sldMkLst>
          <pc:docMk/>
          <pc:sldMk cId="1779066815" sldId="437"/>
        </pc:sldMkLst>
        <pc:spChg chg="add mod">
          <ac:chgData name="Viet Pham Hoang" userId="daff2273dfcb736e" providerId="LiveId" clId="{7864E128-F8E5-4C3B-B427-8C25E8C185A6}" dt="2025-11-25T03:09:52.645" v="10830" actId="1037"/>
          <ac:spMkLst>
            <pc:docMk/>
            <pc:sldMk cId="1779066815" sldId="437"/>
            <ac:spMk id="15" creationId="{F6C35BB7-E2CD-2827-F38A-18F686CE9AFD}"/>
          </ac:spMkLst>
        </pc:spChg>
        <pc:spChg chg="mod">
          <ac:chgData name="Viet Pham Hoang" userId="daff2273dfcb736e" providerId="LiveId" clId="{7864E128-F8E5-4C3B-B427-8C25E8C185A6}" dt="2025-11-25T03:06:23.978" v="10787" actId="20577"/>
          <ac:spMkLst>
            <pc:docMk/>
            <pc:sldMk cId="1779066815" sldId="437"/>
            <ac:spMk id="31747" creationId="{AFD8F08B-6F38-0CDA-F6AA-9DAE479399B1}"/>
          </ac:spMkLst>
        </pc:spChg>
        <pc:grpChg chg="add mod">
          <ac:chgData name="Viet Pham Hoang" userId="daff2273dfcb736e" providerId="LiveId" clId="{7864E128-F8E5-4C3B-B427-8C25E8C185A6}" dt="2025-11-25T03:09:49.355" v="10828" actId="1037"/>
          <ac:grpSpMkLst>
            <pc:docMk/>
            <pc:sldMk cId="1779066815" sldId="437"/>
            <ac:grpSpMk id="16" creationId="{A5DB3DAF-89D3-DB1B-2F09-8C58DA7A2978}"/>
          </ac:grpSpMkLst>
        </pc:grpChg>
        <pc:picChg chg="del">
          <ac:chgData name="Viet Pham Hoang" userId="daff2273dfcb736e" providerId="LiveId" clId="{7864E128-F8E5-4C3B-B427-8C25E8C185A6}" dt="2025-11-25T03:06:25.893" v="10788" actId="478"/>
          <ac:picMkLst>
            <pc:docMk/>
            <pc:sldMk cId="1779066815" sldId="437"/>
            <ac:picMk id="3" creationId="{3996DBD5-0B99-66A0-6DF5-EFE3F9F47A04}"/>
          </ac:picMkLst>
        </pc:picChg>
        <pc:picChg chg="add mod">
          <ac:chgData name="Viet Pham Hoang" userId="daff2273dfcb736e" providerId="LiveId" clId="{7864E128-F8E5-4C3B-B427-8C25E8C185A6}" dt="2025-11-25T03:08:17.745" v="10805" actId="1036"/>
          <ac:picMkLst>
            <pc:docMk/>
            <pc:sldMk cId="1779066815" sldId="437"/>
            <ac:picMk id="4" creationId="{193DE219-DA5F-4C2D-33CD-EBD25A0C275C}"/>
          </ac:picMkLst>
        </pc:picChg>
        <pc:picChg chg="del">
          <ac:chgData name="Viet Pham Hoang" userId="daff2273dfcb736e" providerId="LiveId" clId="{7864E128-F8E5-4C3B-B427-8C25E8C185A6}" dt="2025-11-25T03:06:27.941" v="10789" actId="478"/>
          <ac:picMkLst>
            <pc:docMk/>
            <pc:sldMk cId="1779066815" sldId="437"/>
            <ac:picMk id="5" creationId="{10DE1364-09BF-75EE-E610-727B574D6F6E}"/>
          </ac:picMkLst>
        </pc:picChg>
        <pc:picChg chg="mod">
          <ac:chgData name="Viet Pham Hoang" userId="daff2273dfcb736e" providerId="LiveId" clId="{7864E128-F8E5-4C3B-B427-8C25E8C185A6}" dt="2025-11-25T03:06:30.466" v="10790" actId="1076"/>
          <ac:picMkLst>
            <pc:docMk/>
            <pc:sldMk cId="1779066815" sldId="437"/>
            <ac:picMk id="7" creationId="{5E3BD89F-7138-DEFA-A7CA-510A7C092CE8}"/>
          </ac:picMkLst>
        </pc:picChg>
        <pc:picChg chg="add mod">
          <ac:chgData name="Viet Pham Hoang" userId="daff2273dfcb736e" providerId="LiveId" clId="{7864E128-F8E5-4C3B-B427-8C25E8C185A6}" dt="2025-11-25T03:08:17.745" v="10805" actId="1036"/>
          <ac:picMkLst>
            <pc:docMk/>
            <pc:sldMk cId="1779066815" sldId="437"/>
            <ac:picMk id="8" creationId="{CFEC15E8-1EBE-83A1-924C-A3A5BC9000FC}"/>
          </ac:picMkLst>
        </pc:picChg>
        <pc:picChg chg="add mod">
          <ac:chgData name="Viet Pham Hoang" userId="daff2273dfcb736e" providerId="LiveId" clId="{7864E128-F8E5-4C3B-B427-8C25E8C185A6}" dt="2025-11-25T03:09:46.120" v="10821" actId="164"/>
          <ac:picMkLst>
            <pc:docMk/>
            <pc:sldMk cId="1779066815" sldId="437"/>
            <ac:picMk id="10" creationId="{663E3142-CC87-AB1C-7A30-1243C3A0ADA4}"/>
          </ac:picMkLst>
        </pc:picChg>
        <pc:picChg chg="add mod">
          <ac:chgData name="Viet Pham Hoang" userId="daff2273dfcb736e" providerId="LiveId" clId="{7864E128-F8E5-4C3B-B427-8C25E8C185A6}" dt="2025-11-25T03:09:46.120" v="10821" actId="164"/>
          <ac:picMkLst>
            <pc:docMk/>
            <pc:sldMk cId="1779066815" sldId="437"/>
            <ac:picMk id="12" creationId="{9171BEC5-99E8-089F-496B-649B520F6DD5}"/>
          </ac:picMkLst>
        </pc:picChg>
        <pc:picChg chg="add mod">
          <ac:chgData name="Viet Pham Hoang" userId="daff2273dfcb736e" providerId="LiveId" clId="{7864E128-F8E5-4C3B-B427-8C25E8C185A6}" dt="2025-11-25T03:10:02.398" v="10834" actId="1037"/>
          <ac:picMkLst>
            <pc:docMk/>
            <pc:sldMk cId="1779066815" sldId="437"/>
            <ac:picMk id="14" creationId="{B754F6D1-19F1-D4EB-0849-AE690DBBC5D8}"/>
          </ac:picMkLst>
        </pc:picChg>
      </pc:sldChg>
      <pc:sldChg chg="addSp delSp modSp add mod">
        <pc:chgData name="Viet Pham Hoang" userId="daff2273dfcb736e" providerId="LiveId" clId="{7864E128-F8E5-4C3B-B427-8C25E8C185A6}" dt="2025-11-25T03:12:17.337" v="10847" actId="14100"/>
        <pc:sldMkLst>
          <pc:docMk/>
          <pc:sldMk cId="1770863257" sldId="438"/>
        </pc:sldMkLst>
        <pc:spChg chg="del">
          <ac:chgData name="Viet Pham Hoang" userId="daff2273dfcb736e" providerId="LiveId" clId="{7864E128-F8E5-4C3B-B427-8C25E8C185A6}" dt="2025-11-25T03:11:51.418" v="10840" actId="478"/>
          <ac:spMkLst>
            <pc:docMk/>
            <pc:sldMk cId="1770863257" sldId="438"/>
            <ac:spMk id="15" creationId="{879B7C4C-E357-94C9-F769-51F061AE7A6D}"/>
          </ac:spMkLst>
        </pc:spChg>
        <pc:grpChg chg="del">
          <ac:chgData name="Viet Pham Hoang" userId="daff2273dfcb736e" providerId="LiveId" clId="{7864E128-F8E5-4C3B-B427-8C25E8C185A6}" dt="2025-11-25T03:11:50.103" v="10838" actId="478"/>
          <ac:grpSpMkLst>
            <pc:docMk/>
            <pc:sldMk cId="1770863257" sldId="438"/>
            <ac:grpSpMk id="16" creationId="{9332EAA6-81D1-B880-787B-6DFDE6A754E7}"/>
          </ac:grpSpMkLst>
        </pc:grpChg>
        <pc:picChg chg="add mod">
          <ac:chgData name="Viet Pham Hoang" userId="daff2273dfcb736e" providerId="LiveId" clId="{7864E128-F8E5-4C3B-B427-8C25E8C185A6}" dt="2025-11-25T03:12:03.145" v="10844" actId="1076"/>
          <ac:picMkLst>
            <pc:docMk/>
            <pc:sldMk cId="1770863257" sldId="438"/>
            <ac:picMk id="3" creationId="{8D4A0F96-31DE-5398-11A6-88460D9A1811}"/>
          </ac:picMkLst>
        </pc:picChg>
        <pc:picChg chg="del">
          <ac:chgData name="Viet Pham Hoang" userId="daff2273dfcb736e" providerId="LiveId" clId="{7864E128-F8E5-4C3B-B427-8C25E8C185A6}" dt="2025-11-25T03:11:48.797" v="10836" actId="478"/>
          <ac:picMkLst>
            <pc:docMk/>
            <pc:sldMk cId="1770863257" sldId="438"/>
            <ac:picMk id="4" creationId="{902F0E31-51AF-CEC9-58C4-D8BC6D0CD7A4}"/>
          </ac:picMkLst>
        </pc:picChg>
        <pc:picChg chg="add mod">
          <ac:chgData name="Viet Pham Hoang" userId="daff2273dfcb736e" providerId="LiveId" clId="{7864E128-F8E5-4C3B-B427-8C25E8C185A6}" dt="2025-11-25T03:12:17.337" v="10847" actId="14100"/>
          <ac:picMkLst>
            <pc:docMk/>
            <pc:sldMk cId="1770863257" sldId="438"/>
            <ac:picMk id="6" creationId="{BE333FFD-7842-2B41-0836-5E038339CBF8}"/>
          </ac:picMkLst>
        </pc:picChg>
        <pc:picChg chg="del">
          <ac:chgData name="Viet Pham Hoang" userId="daff2273dfcb736e" providerId="LiveId" clId="{7864E128-F8E5-4C3B-B427-8C25E8C185A6}" dt="2025-11-25T03:11:49.506" v="10837" actId="478"/>
          <ac:picMkLst>
            <pc:docMk/>
            <pc:sldMk cId="1770863257" sldId="438"/>
            <ac:picMk id="8" creationId="{F5E1D4D5-61CF-998A-815C-54EA55D9B198}"/>
          </ac:picMkLst>
        </pc:picChg>
        <pc:picChg chg="del">
          <ac:chgData name="Viet Pham Hoang" userId="daff2273dfcb736e" providerId="LiveId" clId="{7864E128-F8E5-4C3B-B427-8C25E8C185A6}" dt="2025-11-25T03:11:50.886" v="10839" actId="478"/>
          <ac:picMkLst>
            <pc:docMk/>
            <pc:sldMk cId="1770863257" sldId="438"/>
            <ac:picMk id="14" creationId="{3B2C1E4A-3B45-E9A7-4019-1B4B289E08FA}"/>
          </ac:picMkLst>
        </pc:picChg>
      </pc:sldChg>
      <pc:sldChg chg="addSp delSp modSp add mod">
        <pc:chgData name="Viet Pham Hoang" userId="daff2273dfcb736e" providerId="LiveId" clId="{7864E128-F8E5-4C3B-B427-8C25E8C185A6}" dt="2025-11-25T03:16:10.169" v="10866" actId="1076"/>
        <pc:sldMkLst>
          <pc:docMk/>
          <pc:sldMk cId="2697640210" sldId="439"/>
        </pc:sldMkLst>
        <pc:spChg chg="mod">
          <ac:chgData name="Viet Pham Hoang" userId="daff2273dfcb736e" providerId="LiveId" clId="{7864E128-F8E5-4C3B-B427-8C25E8C185A6}" dt="2025-11-25T03:15:44.299" v="10861" actId="20577"/>
          <ac:spMkLst>
            <pc:docMk/>
            <pc:sldMk cId="2697640210" sldId="439"/>
            <ac:spMk id="31747" creationId="{9F88547A-9BAD-E515-D30C-026304A30F22}"/>
          </ac:spMkLst>
        </pc:spChg>
        <pc:picChg chg="del">
          <ac:chgData name="Viet Pham Hoang" userId="daff2273dfcb736e" providerId="LiveId" clId="{7864E128-F8E5-4C3B-B427-8C25E8C185A6}" dt="2025-11-25T03:13:50.586" v="10851" actId="478"/>
          <ac:picMkLst>
            <pc:docMk/>
            <pc:sldMk cId="2697640210" sldId="439"/>
            <ac:picMk id="3" creationId="{174BCEA6-A7FA-9379-BC6A-6A4EE87BE1E5}"/>
          </ac:picMkLst>
        </pc:picChg>
        <pc:picChg chg="add mod">
          <ac:chgData name="Viet Pham Hoang" userId="daff2273dfcb736e" providerId="LiveId" clId="{7864E128-F8E5-4C3B-B427-8C25E8C185A6}" dt="2025-11-25T03:14:11.409" v="10855" actId="1076"/>
          <ac:picMkLst>
            <pc:docMk/>
            <pc:sldMk cId="2697640210" sldId="439"/>
            <ac:picMk id="4" creationId="{4520D175-12AD-1B99-A7E4-92A4D44504C7}"/>
          </ac:picMkLst>
        </pc:picChg>
        <pc:picChg chg="del">
          <ac:chgData name="Viet Pham Hoang" userId="daff2273dfcb736e" providerId="LiveId" clId="{7864E128-F8E5-4C3B-B427-8C25E8C185A6}" dt="2025-11-25T03:13:51.142" v="10852" actId="478"/>
          <ac:picMkLst>
            <pc:docMk/>
            <pc:sldMk cId="2697640210" sldId="439"/>
            <ac:picMk id="5" creationId="{CC0DF269-0268-4575-D234-B7D79EFF96A4}"/>
          </ac:picMkLst>
        </pc:picChg>
        <pc:picChg chg="del">
          <ac:chgData name="Viet Pham Hoang" userId="daff2273dfcb736e" providerId="LiveId" clId="{7864E128-F8E5-4C3B-B427-8C25E8C185A6}" dt="2025-11-25T03:13:52.408" v="10853" actId="478"/>
          <ac:picMkLst>
            <pc:docMk/>
            <pc:sldMk cId="2697640210" sldId="439"/>
            <ac:picMk id="7" creationId="{B9D25B91-0882-44D7-7C52-6D8B4F3D94AE}"/>
          </ac:picMkLst>
        </pc:picChg>
        <pc:picChg chg="add mod">
          <ac:chgData name="Viet Pham Hoang" userId="daff2273dfcb736e" providerId="LiveId" clId="{7864E128-F8E5-4C3B-B427-8C25E8C185A6}" dt="2025-11-25T03:15:46.832" v="10862" actId="1076"/>
          <ac:picMkLst>
            <pc:docMk/>
            <pc:sldMk cId="2697640210" sldId="439"/>
            <ac:picMk id="8" creationId="{2897F074-063B-F0DB-8AE5-E33FC787DB48}"/>
          </ac:picMkLst>
        </pc:picChg>
        <pc:picChg chg="add mod">
          <ac:chgData name="Viet Pham Hoang" userId="daff2273dfcb736e" providerId="LiveId" clId="{7864E128-F8E5-4C3B-B427-8C25E8C185A6}" dt="2025-11-25T03:16:10.169" v="10866" actId="1076"/>
          <ac:picMkLst>
            <pc:docMk/>
            <pc:sldMk cId="2697640210" sldId="439"/>
            <ac:picMk id="10" creationId="{02140D63-DCC3-59E1-7099-7DFB4E4D0DDF}"/>
          </ac:picMkLst>
        </pc:picChg>
      </pc:sldChg>
      <pc:sldChg chg="delSp modSp add mod">
        <pc:chgData name="Viet Pham Hoang" userId="daff2273dfcb736e" providerId="LiveId" clId="{7864E128-F8E5-4C3B-B427-8C25E8C185A6}" dt="2025-11-25T04:22:33.838" v="11380" actId="20577"/>
        <pc:sldMkLst>
          <pc:docMk/>
          <pc:sldMk cId="1832183090" sldId="440"/>
        </pc:sldMkLst>
        <pc:spChg chg="mod">
          <ac:chgData name="Viet Pham Hoang" userId="daff2273dfcb736e" providerId="LiveId" clId="{7864E128-F8E5-4C3B-B427-8C25E8C185A6}" dt="2025-11-25T03:53:12.045" v="10872" actId="20577"/>
          <ac:spMkLst>
            <pc:docMk/>
            <pc:sldMk cId="1832183090" sldId="440"/>
            <ac:spMk id="31746" creationId="{80BD1A5E-DBA6-BDAA-A753-78A511E61B9F}"/>
          </ac:spMkLst>
        </pc:spChg>
        <pc:spChg chg="mod">
          <ac:chgData name="Viet Pham Hoang" userId="daff2273dfcb736e" providerId="LiveId" clId="{7864E128-F8E5-4C3B-B427-8C25E8C185A6}" dt="2025-11-25T04:22:33.838" v="11380" actId="20577"/>
          <ac:spMkLst>
            <pc:docMk/>
            <pc:sldMk cId="1832183090" sldId="440"/>
            <ac:spMk id="31747" creationId="{9668F3EA-F3E2-64BC-A64B-81677A4A9739}"/>
          </ac:spMkLst>
        </pc:spChg>
        <pc:picChg chg="del">
          <ac:chgData name="Viet Pham Hoang" userId="daff2273dfcb736e" providerId="LiveId" clId="{7864E128-F8E5-4C3B-B427-8C25E8C185A6}" dt="2025-11-25T03:52:26.422" v="10868" actId="478"/>
          <ac:picMkLst>
            <pc:docMk/>
            <pc:sldMk cId="1832183090" sldId="440"/>
            <ac:picMk id="4" creationId="{D204D5CE-6D30-AE22-33B4-B7B225DF6543}"/>
          </ac:picMkLst>
        </pc:picChg>
        <pc:picChg chg="del">
          <ac:chgData name="Viet Pham Hoang" userId="daff2273dfcb736e" providerId="LiveId" clId="{7864E128-F8E5-4C3B-B427-8C25E8C185A6}" dt="2025-11-25T03:52:26.422" v="10868" actId="478"/>
          <ac:picMkLst>
            <pc:docMk/>
            <pc:sldMk cId="1832183090" sldId="440"/>
            <ac:picMk id="8" creationId="{BE039B01-3D68-E811-59C4-8BBA057D763C}"/>
          </ac:picMkLst>
        </pc:picChg>
        <pc:picChg chg="del">
          <ac:chgData name="Viet Pham Hoang" userId="daff2273dfcb736e" providerId="LiveId" clId="{7864E128-F8E5-4C3B-B427-8C25E8C185A6}" dt="2025-11-25T03:52:26.422" v="10868" actId="478"/>
          <ac:picMkLst>
            <pc:docMk/>
            <pc:sldMk cId="1832183090" sldId="440"/>
            <ac:picMk id="10" creationId="{B53F5F33-41B0-38DD-35B9-BE2D2E5E70C8}"/>
          </ac:picMkLst>
        </pc:picChg>
      </pc:sldChg>
      <pc:sldChg chg="modSp add del mod ord">
        <pc:chgData name="Viet Pham Hoang" userId="daff2273dfcb736e" providerId="LiveId" clId="{7864E128-F8E5-4C3B-B427-8C25E8C185A6}" dt="2025-11-25T04:06:55.535" v="10994" actId="47"/>
        <pc:sldMkLst>
          <pc:docMk/>
          <pc:sldMk cId="3448838838" sldId="441"/>
        </pc:sldMkLst>
        <pc:spChg chg="mod">
          <ac:chgData name="Viet Pham Hoang" userId="daff2273dfcb736e" providerId="LiveId" clId="{7864E128-F8E5-4C3B-B427-8C25E8C185A6}" dt="2025-11-25T04:06:42.459" v="10990" actId="21"/>
          <ac:spMkLst>
            <pc:docMk/>
            <pc:sldMk cId="3448838838" sldId="441"/>
            <ac:spMk id="31747" creationId="{DAE4AC8E-7F4F-C44A-8FC4-5EEE03879EFC}"/>
          </ac:spMkLst>
        </pc:spChg>
      </pc:sldChg>
      <pc:sldChg chg="addSp modSp add mod">
        <pc:chgData name="Viet Pham Hoang" userId="daff2273dfcb736e" providerId="LiveId" clId="{7864E128-F8E5-4C3B-B427-8C25E8C185A6}" dt="2025-11-25T04:03:20.085" v="10984" actId="113"/>
        <pc:sldMkLst>
          <pc:docMk/>
          <pc:sldMk cId="1810529617" sldId="442"/>
        </pc:sldMkLst>
        <pc:spChg chg="add mod">
          <ac:chgData name="Viet Pham Hoang" userId="daff2273dfcb736e" providerId="LiveId" clId="{7864E128-F8E5-4C3B-B427-8C25E8C185A6}" dt="2025-11-25T04:01:17.441" v="10941"/>
          <ac:spMkLst>
            <pc:docMk/>
            <pc:sldMk cId="1810529617" sldId="442"/>
            <ac:spMk id="6" creationId="{D813608A-A547-7C1F-3E1B-BA99ACADCADD}"/>
          </ac:spMkLst>
        </pc:spChg>
        <pc:spChg chg="add mod">
          <ac:chgData name="Viet Pham Hoang" userId="daff2273dfcb736e" providerId="LiveId" clId="{7864E128-F8E5-4C3B-B427-8C25E8C185A6}" dt="2025-11-25T04:01:23.328" v="10944"/>
          <ac:spMkLst>
            <pc:docMk/>
            <pc:sldMk cId="1810529617" sldId="442"/>
            <ac:spMk id="11" creationId="{5445CC7B-B399-D6C2-89B3-E8417B9AA568}"/>
          </ac:spMkLst>
        </pc:spChg>
        <pc:spChg chg="mod">
          <ac:chgData name="Viet Pham Hoang" userId="daff2273dfcb736e" providerId="LiveId" clId="{7864E128-F8E5-4C3B-B427-8C25E8C185A6}" dt="2025-11-25T04:03:20.085" v="10984" actId="113"/>
          <ac:spMkLst>
            <pc:docMk/>
            <pc:sldMk cId="1810529617" sldId="442"/>
            <ac:spMk id="31747" creationId="{B42CF7BC-F90B-0AFA-6F01-10A0A4199A5B}"/>
          </ac:spMkLst>
        </pc:spChg>
        <pc:graphicFrameChg chg="add mod">
          <ac:chgData name="Viet Pham Hoang" userId="daff2273dfcb736e" providerId="LiveId" clId="{7864E128-F8E5-4C3B-B427-8C25E8C185A6}" dt="2025-11-25T04:01:12.917" v="10940"/>
          <ac:graphicFrameMkLst>
            <pc:docMk/>
            <pc:sldMk cId="1810529617" sldId="442"/>
            <ac:graphicFrameMk id="2" creationId="{E6E60ED9-D67A-DF8D-59CC-F3829CF5CAF7}"/>
          </ac:graphicFrameMkLst>
        </pc:graphicFrameChg>
        <pc:graphicFrameChg chg="add mod">
          <ac:chgData name="Viet Pham Hoang" userId="daff2273dfcb736e" providerId="LiveId" clId="{7864E128-F8E5-4C3B-B427-8C25E8C185A6}" dt="2025-11-25T04:01:12.917" v="10940"/>
          <ac:graphicFrameMkLst>
            <pc:docMk/>
            <pc:sldMk cId="1810529617" sldId="442"/>
            <ac:graphicFrameMk id="3" creationId="{F7A12C0E-C63C-2324-6CD5-DAD04D6D67B6}"/>
          </ac:graphicFrameMkLst>
        </pc:graphicFrameChg>
        <pc:graphicFrameChg chg="add mod">
          <ac:chgData name="Viet Pham Hoang" userId="daff2273dfcb736e" providerId="LiveId" clId="{7864E128-F8E5-4C3B-B427-8C25E8C185A6}" dt="2025-11-25T04:01:12.917" v="10940"/>
          <ac:graphicFrameMkLst>
            <pc:docMk/>
            <pc:sldMk cId="1810529617" sldId="442"/>
            <ac:graphicFrameMk id="4" creationId="{441B3934-F4D5-4E7B-A83C-25BA57221E98}"/>
          </ac:graphicFrameMkLst>
        </pc:graphicFrameChg>
        <pc:graphicFrameChg chg="add mod">
          <ac:chgData name="Viet Pham Hoang" userId="daff2273dfcb736e" providerId="LiveId" clId="{7864E128-F8E5-4C3B-B427-8C25E8C185A6}" dt="2025-11-25T04:01:12.917" v="10940"/>
          <ac:graphicFrameMkLst>
            <pc:docMk/>
            <pc:sldMk cId="1810529617" sldId="442"/>
            <ac:graphicFrameMk id="5" creationId="{4F22F6B2-AFEA-9029-4678-C5379CFDF127}"/>
          </ac:graphicFrameMkLst>
        </pc:graphicFrameChg>
        <pc:graphicFrameChg chg="add mod">
          <ac:chgData name="Viet Pham Hoang" userId="daff2273dfcb736e" providerId="LiveId" clId="{7864E128-F8E5-4C3B-B427-8C25E8C185A6}" dt="2025-11-25T04:01:21.971" v="10943"/>
          <ac:graphicFrameMkLst>
            <pc:docMk/>
            <pc:sldMk cId="1810529617" sldId="442"/>
            <ac:graphicFrameMk id="7" creationId="{A4DC0176-6D60-AA18-6988-C1EC5C6FD7D0}"/>
          </ac:graphicFrameMkLst>
        </pc:graphicFrameChg>
        <pc:graphicFrameChg chg="add mod">
          <ac:chgData name="Viet Pham Hoang" userId="daff2273dfcb736e" providerId="LiveId" clId="{7864E128-F8E5-4C3B-B427-8C25E8C185A6}" dt="2025-11-25T04:01:21.971" v="10943"/>
          <ac:graphicFrameMkLst>
            <pc:docMk/>
            <pc:sldMk cId="1810529617" sldId="442"/>
            <ac:graphicFrameMk id="8" creationId="{35FBE575-E538-8583-9ECB-8E0D5B9E7E64}"/>
          </ac:graphicFrameMkLst>
        </pc:graphicFrameChg>
        <pc:graphicFrameChg chg="add mod">
          <ac:chgData name="Viet Pham Hoang" userId="daff2273dfcb736e" providerId="LiveId" clId="{7864E128-F8E5-4C3B-B427-8C25E8C185A6}" dt="2025-11-25T04:01:21.971" v="10943"/>
          <ac:graphicFrameMkLst>
            <pc:docMk/>
            <pc:sldMk cId="1810529617" sldId="442"/>
            <ac:graphicFrameMk id="9" creationId="{6F5288FC-53A0-1663-5616-8FEEB11AFD7D}"/>
          </ac:graphicFrameMkLst>
        </pc:graphicFrameChg>
        <pc:graphicFrameChg chg="add mod">
          <ac:chgData name="Viet Pham Hoang" userId="daff2273dfcb736e" providerId="LiveId" clId="{7864E128-F8E5-4C3B-B427-8C25E8C185A6}" dt="2025-11-25T04:01:21.971" v="10943"/>
          <ac:graphicFrameMkLst>
            <pc:docMk/>
            <pc:sldMk cId="1810529617" sldId="442"/>
            <ac:graphicFrameMk id="10" creationId="{BBF5F2C6-649C-D77D-ED6A-BACFD0462B03}"/>
          </ac:graphicFrameMkLst>
        </pc:graphicFrameChg>
      </pc:sldChg>
      <pc:sldChg chg="add del">
        <pc:chgData name="Viet Pham Hoang" userId="daff2273dfcb736e" providerId="LiveId" clId="{7864E128-F8E5-4C3B-B427-8C25E8C185A6}" dt="2025-11-25T04:06:26.593" v="10986" actId="47"/>
        <pc:sldMkLst>
          <pc:docMk/>
          <pc:sldMk cId="1760314505" sldId="443"/>
        </pc:sldMkLst>
      </pc:sldChg>
      <pc:sldChg chg="addSp delSp modSp add mod">
        <pc:chgData name="Viet Pham Hoang" userId="daff2273dfcb736e" providerId="LiveId" clId="{7864E128-F8E5-4C3B-B427-8C25E8C185A6}" dt="2025-11-25T04:23:10.883" v="11386" actId="113"/>
        <pc:sldMkLst>
          <pc:docMk/>
          <pc:sldMk cId="2325745682" sldId="443"/>
        </pc:sldMkLst>
        <pc:spChg chg="mod">
          <ac:chgData name="Viet Pham Hoang" userId="daff2273dfcb736e" providerId="LiveId" clId="{7864E128-F8E5-4C3B-B427-8C25E8C185A6}" dt="2025-11-25T04:23:10.883" v="11386" actId="113"/>
          <ac:spMkLst>
            <pc:docMk/>
            <pc:sldMk cId="2325745682" sldId="443"/>
            <ac:spMk id="31747" creationId="{03DF904F-F10F-49A9-08FA-DFE65C2BECD1}"/>
          </ac:spMkLst>
        </pc:spChg>
        <pc:graphicFrameChg chg="add del mod modGraphic">
          <ac:chgData name="Viet Pham Hoang" userId="daff2273dfcb736e" providerId="LiveId" clId="{7864E128-F8E5-4C3B-B427-8C25E8C185A6}" dt="2025-11-25T04:14:59.663" v="11081" actId="478"/>
          <ac:graphicFrameMkLst>
            <pc:docMk/>
            <pc:sldMk cId="2325745682" sldId="443"/>
            <ac:graphicFrameMk id="2" creationId="{5B81B24D-DA98-6167-16BB-5278517DAD50}"/>
          </ac:graphicFrameMkLst>
        </pc:graphicFrameChg>
      </pc:sldChg>
      <pc:sldChg chg="modSp add mod">
        <pc:chgData name="Viet Pham Hoang" userId="daff2273dfcb736e" providerId="LiveId" clId="{7864E128-F8E5-4C3B-B427-8C25E8C185A6}" dt="2025-11-25T04:21:55.332" v="11379" actId="113"/>
        <pc:sldMkLst>
          <pc:docMk/>
          <pc:sldMk cId="1928407837" sldId="444"/>
        </pc:sldMkLst>
        <pc:spChg chg="mod">
          <ac:chgData name="Viet Pham Hoang" userId="daff2273dfcb736e" providerId="LiveId" clId="{7864E128-F8E5-4C3B-B427-8C25E8C185A6}" dt="2025-11-25T04:21:55.332" v="11379" actId="113"/>
          <ac:spMkLst>
            <pc:docMk/>
            <pc:sldMk cId="1928407837" sldId="444"/>
            <ac:spMk id="31747" creationId="{332A4ACC-7433-6545-902C-F042EBC840FD}"/>
          </ac:spMkLst>
        </pc:spChg>
      </pc:sldChg>
      <pc:sldChg chg="modSp add mod">
        <pc:chgData name="Viet Pham Hoang" userId="daff2273dfcb736e" providerId="LiveId" clId="{7864E128-F8E5-4C3B-B427-8C25E8C185A6}" dt="2025-11-25T04:31:45.009" v="11470"/>
        <pc:sldMkLst>
          <pc:docMk/>
          <pc:sldMk cId="3332277449" sldId="445"/>
        </pc:sldMkLst>
        <pc:spChg chg="mod">
          <ac:chgData name="Viet Pham Hoang" userId="daff2273dfcb736e" providerId="LiveId" clId="{7864E128-F8E5-4C3B-B427-8C25E8C185A6}" dt="2025-11-25T04:31:45.009" v="11470"/>
          <ac:spMkLst>
            <pc:docMk/>
            <pc:sldMk cId="3332277449" sldId="445"/>
            <ac:spMk id="31747" creationId="{8A384CE0-DA7C-07E3-AE85-810C3058F258}"/>
          </ac:spMkLst>
        </pc:spChg>
      </pc:sldChg>
      <pc:sldChg chg="modSp add mod">
        <pc:chgData name="Viet Pham Hoang" userId="daff2273dfcb736e" providerId="LiveId" clId="{7864E128-F8E5-4C3B-B427-8C25E8C185A6}" dt="2025-11-25T04:48:53.082" v="11805" actId="255"/>
        <pc:sldMkLst>
          <pc:docMk/>
          <pc:sldMk cId="3322870669" sldId="446"/>
        </pc:sldMkLst>
        <pc:spChg chg="mod">
          <ac:chgData name="Viet Pham Hoang" userId="daff2273dfcb736e" providerId="LiveId" clId="{7864E128-F8E5-4C3B-B427-8C25E8C185A6}" dt="2025-11-25T04:48:53.082" v="11805" actId="255"/>
          <ac:spMkLst>
            <pc:docMk/>
            <pc:sldMk cId="3322870669" sldId="446"/>
            <ac:spMk id="31747" creationId="{4B8071DC-564C-6D2F-B18B-377D448D806D}"/>
          </ac:spMkLst>
        </pc:spChg>
      </pc:sldChg>
      <pc:sldChg chg="addSp modSp add mod">
        <pc:chgData name="Viet Pham Hoang" userId="daff2273dfcb736e" providerId="LiveId" clId="{7864E128-F8E5-4C3B-B427-8C25E8C185A6}" dt="2025-11-25T04:56:56.769" v="11946" actId="20577"/>
        <pc:sldMkLst>
          <pc:docMk/>
          <pc:sldMk cId="2454700988" sldId="447"/>
        </pc:sldMkLst>
        <pc:spChg chg="add mod">
          <ac:chgData name="Viet Pham Hoang" userId="daff2273dfcb736e" providerId="LiveId" clId="{7864E128-F8E5-4C3B-B427-8C25E8C185A6}" dt="2025-11-25T04:54:42.398" v="11899" actId="1076"/>
          <ac:spMkLst>
            <pc:docMk/>
            <pc:sldMk cId="2454700988" sldId="447"/>
            <ac:spMk id="3" creationId="{A5349B8A-5C80-D488-2B24-443D7EB27DB2}"/>
          </ac:spMkLst>
        </pc:spChg>
        <pc:spChg chg="add mod">
          <ac:chgData name="Viet Pham Hoang" userId="daff2273dfcb736e" providerId="LiveId" clId="{7864E128-F8E5-4C3B-B427-8C25E8C185A6}" dt="2025-11-25T04:54:28.145" v="11895" actId="1076"/>
          <ac:spMkLst>
            <pc:docMk/>
            <pc:sldMk cId="2454700988" sldId="447"/>
            <ac:spMk id="5" creationId="{6C77DA19-695C-1174-A1FB-EDED40EA5A40}"/>
          </ac:spMkLst>
        </pc:spChg>
        <pc:spChg chg="add mod">
          <ac:chgData name="Viet Pham Hoang" userId="daff2273dfcb736e" providerId="LiveId" clId="{7864E128-F8E5-4C3B-B427-8C25E8C185A6}" dt="2025-11-25T04:54:39.286" v="11898" actId="1076"/>
          <ac:spMkLst>
            <pc:docMk/>
            <pc:sldMk cId="2454700988" sldId="447"/>
            <ac:spMk id="6" creationId="{F6F4BCEF-47AC-3936-DD8C-29B2761FC7D4}"/>
          </ac:spMkLst>
        </pc:spChg>
        <pc:spChg chg="mod">
          <ac:chgData name="Viet Pham Hoang" userId="daff2273dfcb736e" providerId="LiveId" clId="{7864E128-F8E5-4C3B-B427-8C25E8C185A6}" dt="2025-11-25T04:56:56.769" v="11946" actId="20577"/>
          <ac:spMkLst>
            <pc:docMk/>
            <pc:sldMk cId="2454700988" sldId="447"/>
            <ac:spMk id="31747" creationId="{4BF7F4AD-C440-B92F-802D-996F861153F0}"/>
          </ac:spMkLst>
        </pc:spChg>
      </pc:sldChg>
      <pc:sldChg chg="delSp modSp add mod modNotesTx">
        <pc:chgData name="Viet Pham Hoang" userId="daff2273dfcb736e" providerId="LiveId" clId="{7864E128-F8E5-4C3B-B427-8C25E8C185A6}" dt="2025-11-25T07:10:13.032" v="12176" actId="255"/>
        <pc:sldMkLst>
          <pc:docMk/>
          <pc:sldMk cId="1833855728" sldId="448"/>
        </pc:sldMkLst>
        <pc:spChg chg="del">
          <ac:chgData name="Viet Pham Hoang" userId="daff2273dfcb736e" providerId="LiveId" clId="{7864E128-F8E5-4C3B-B427-8C25E8C185A6}" dt="2025-11-25T05:12:55.850" v="11950" actId="478"/>
          <ac:spMkLst>
            <pc:docMk/>
            <pc:sldMk cId="1833855728" sldId="448"/>
            <ac:spMk id="3" creationId="{1AB4C489-CECE-85B2-F73B-28D4A339C40C}"/>
          </ac:spMkLst>
        </pc:spChg>
        <pc:spChg chg="del">
          <ac:chgData name="Viet Pham Hoang" userId="daff2273dfcb736e" providerId="LiveId" clId="{7864E128-F8E5-4C3B-B427-8C25E8C185A6}" dt="2025-11-25T05:12:59.282" v="11951" actId="478"/>
          <ac:spMkLst>
            <pc:docMk/>
            <pc:sldMk cId="1833855728" sldId="448"/>
            <ac:spMk id="5" creationId="{69152CF1-3B53-2B2B-40A3-E60670496700}"/>
          </ac:spMkLst>
        </pc:spChg>
        <pc:spChg chg="del">
          <ac:chgData name="Viet Pham Hoang" userId="daff2273dfcb736e" providerId="LiveId" clId="{7864E128-F8E5-4C3B-B427-8C25E8C185A6}" dt="2025-11-25T05:12:52.925" v="11949" actId="478"/>
          <ac:spMkLst>
            <pc:docMk/>
            <pc:sldMk cId="1833855728" sldId="448"/>
            <ac:spMk id="6" creationId="{225CA834-D9C3-003B-9A71-940FA6018BD1}"/>
          </ac:spMkLst>
        </pc:spChg>
        <pc:spChg chg="mod">
          <ac:chgData name="Viet Pham Hoang" userId="daff2273dfcb736e" providerId="LiveId" clId="{7864E128-F8E5-4C3B-B427-8C25E8C185A6}" dt="2025-11-25T05:13:10.144" v="11970" actId="20577"/>
          <ac:spMkLst>
            <pc:docMk/>
            <pc:sldMk cId="1833855728" sldId="448"/>
            <ac:spMk id="31746" creationId="{9CD58133-29BB-AA51-A1C9-412331EF9B04}"/>
          </ac:spMkLst>
        </pc:spChg>
        <pc:spChg chg="mod">
          <ac:chgData name="Viet Pham Hoang" userId="daff2273dfcb736e" providerId="LiveId" clId="{7864E128-F8E5-4C3B-B427-8C25E8C185A6}" dt="2025-11-25T07:10:13.032" v="12176" actId="255"/>
          <ac:spMkLst>
            <pc:docMk/>
            <pc:sldMk cId="1833855728" sldId="448"/>
            <ac:spMk id="31747" creationId="{590F8F17-7C77-C62F-5627-332E3DE56956}"/>
          </ac:spMkLst>
        </pc:spChg>
      </pc:sldChg>
      <pc:sldChg chg="modSp add mod">
        <pc:chgData name="Viet Pham Hoang" userId="daff2273dfcb736e" providerId="LiveId" clId="{7864E128-F8E5-4C3B-B427-8C25E8C185A6}" dt="2025-11-25T06:54:39.801" v="12009" actId="15"/>
        <pc:sldMkLst>
          <pc:docMk/>
          <pc:sldMk cId="3177323233" sldId="449"/>
        </pc:sldMkLst>
        <pc:spChg chg="mod">
          <ac:chgData name="Viet Pham Hoang" userId="daff2273dfcb736e" providerId="LiveId" clId="{7864E128-F8E5-4C3B-B427-8C25E8C185A6}" dt="2025-11-25T06:50:10.687" v="11975" actId="255"/>
          <ac:spMkLst>
            <pc:docMk/>
            <pc:sldMk cId="3177323233" sldId="449"/>
            <ac:spMk id="31746" creationId="{58F73155-2DC5-0200-ED9D-ABE1681D9F05}"/>
          </ac:spMkLst>
        </pc:spChg>
        <pc:spChg chg="mod">
          <ac:chgData name="Viet Pham Hoang" userId="daff2273dfcb736e" providerId="LiveId" clId="{7864E128-F8E5-4C3B-B427-8C25E8C185A6}" dt="2025-11-25T06:54:39.801" v="12009" actId="15"/>
          <ac:spMkLst>
            <pc:docMk/>
            <pc:sldMk cId="3177323233" sldId="449"/>
            <ac:spMk id="31747" creationId="{C9858343-B273-7DFB-2A44-2741F2128176}"/>
          </ac:spMkLst>
        </pc:spChg>
      </pc:sldChg>
      <pc:sldChg chg="modSp add mod">
        <pc:chgData name="Viet Pham Hoang" userId="daff2273dfcb736e" providerId="LiveId" clId="{7864E128-F8E5-4C3B-B427-8C25E8C185A6}" dt="2025-11-25T06:56:15.557" v="12035" actId="12"/>
        <pc:sldMkLst>
          <pc:docMk/>
          <pc:sldMk cId="462830820" sldId="450"/>
        </pc:sldMkLst>
        <pc:spChg chg="mod">
          <ac:chgData name="Viet Pham Hoang" userId="daff2273dfcb736e" providerId="LiveId" clId="{7864E128-F8E5-4C3B-B427-8C25E8C185A6}" dt="2025-11-25T06:56:15.557" v="12035" actId="12"/>
          <ac:spMkLst>
            <pc:docMk/>
            <pc:sldMk cId="462830820" sldId="450"/>
            <ac:spMk id="31747" creationId="{7203ECF8-F1E0-2642-7466-3220A0E99F06}"/>
          </ac:spMkLst>
        </pc:spChg>
      </pc:sldChg>
      <pc:sldChg chg="add ord">
        <pc:chgData name="Viet Pham Hoang" userId="daff2273dfcb736e" providerId="LiveId" clId="{7864E128-F8E5-4C3B-B427-8C25E8C185A6}" dt="2025-11-25T07:02:05.926" v="12059"/>
        <pc:sldMkLst>
          <pc:docMk/>
          <pc:sldMk cId="1488209662" sldId="451"/>
        </pc:sldMkLst>
      </pc:sldChg>
      <pc:sldChg chg="modSp add mod">
        <pc:chgData name="Viet Pham Hoang" userId="daff2273dfcb736e" providerId="LiveId" clId="{7864E128-F8E5-4C3B-B427-8C25E8C185A6}" dt="2025-11-25T07:10:36.477" v="12180"/>
        <pc:sldMkLst>
          <pc:docMk/>
          <pc:sldMk cId="1826997375" sldId="452"/>
        </pc:sldMkLst>
        <pc:spChg chg="mod">
          <ac:chgData name="Viet Pham Hoang" userId="daff2273dfcb736e" providerId="LiveId" clId="{7864E128-F8E5-4C3B-B427-8C25E8C185A6}" dt="2025-11-25T07:10:36.477" v="12180"/>
          <ac:spMkLst>
            <pc:docMk/>
            <pc:sldMk cId="1826997375" sldId="452"/>
            <ac:spMk id="31747" creationId="{9897189A-0E81-AE3F-027E-6E7E2FE8E456}"/>
          </ac:spMkLst>
        </pc:spChg>
      </pc:sldChg>
      <pc:sldChg chg="modSp add mod">
        <pc:chgData name="Viet Pham Hoang" userId="daff2273dfcb736e" providerId="LiveId" clId="{7864E128-F8E5-4C3B-B427-8C25E8C185A6}" dt="2025-11-25T07:45:50.116" v="12513"/>
        <pc:sldMkLst>
          <pc:docMk/>
          <pc:sldMk cId="2280075355" sldId="453"/>
        </pc:sldMkLst>
        <pc:spChg chg="mod">
          <ac:chgData name="Viet Pham Hoang" userId="daff2273dfcb736e" providerId="LiveId" clId="{7864E128-F8E5-4C3B-B427-8C25E8C185A6}" dt="2025-11-25T07:45:50.116" v="12513"/>
          <ac:spMkLst>
            <pc:docMk/>
            <pc:sldMk cId="2280075355" sldId="453"/>
            <ac:spMk id="31747" creationId="{48724095-A67D-B33B-3F71-2AA62BC11400}"/>
          </ac:spMkLst>
        </pc:spChg>
      </pc:sldChg>
      <pc:sldChg chg="modSp add mod">
        <pc:chgData name="Viet Pham Hoang" userId="daff2273dfcb736e" providerId="LiveId" clId="{7864E128-F8E5-4C3B-B427-8C25E8C185A6}" dt="2025-11-25T07:47:13.382" v="12519" actId="6549"/>
        <pc:sldMkLst>
          <pc:docMk/>
          <pc:sldMk cId="1268895825" sldId="454"/>
        </pc:sldMkLst>
        <pc:spChg chg="mod">
          <ac:chgData name="Viet Pham Hoang" userId="daff2273dfcb736e" providerId="LiveId" clId="{7864E128-F8E5-4C3B-B427-8C25E8C185A6}" dt="2025-11-25T07:47:13.382" v="12519" actId="6549"/>
          <ac:spMkLst>
            <pc:docMk/>
            <pc:sldMk cId="1268895825" sldId="454"/>
            <ac:spMk id="31747" creationId="{33559B0A-523C-35B2-4E61-4CC6A642E009}"/>
          </ac:spMkLst>
        </pc:spChg>
      </pc:sldChg>
      <pc:sldChg chg="modSp add mod">
        <pc:chgData name="Viet Pham Hoang" userId="daff2273dfcb736e" providerId="LiveId" clId="{7864E128-F8E5-4C3B-B427-8C25E8C185A6}" dt="2025-11-25T07:24:37.054" v="12328" actId="15"/>
        <pc:sldMkLst>
          <pc:docMk/>
          <pc:sldMk cId="874574490" sldId="455"/>
        </pc:sldMkLst>
        <pc:spChg chg="mod">
          <ac:chgData name="Viet Pham Hoang" userId="daff2273dfcb736e" providerId="LiveId" clId="{7864E128-F8E5-4C3B-B427-8C25E8C185A6}" dt="2025-11-25T07:24:37.054" v="12328" actId="15"/>
          <ac:spMkLst>
            <pc:docMk/>
            <pc:sldMk cId="874574490" sldId="455"/>
            <ac:spMk id="31747" creationId="{69EC2DC1-EE0D-8A6D-9DCC-A29EB2029CA8}"/>
          </ac:spMkLst>
        </pc:spChg>
      </pc:sldChg>
      <pc:sldChg chg="modSp add mod">
        <pc:chgData name="Viet Pham Hoang" userId="daff2273dfcb736e" providerId="LiveId" clId="{7864E128-F8E5-4C3B-B427-8C25E8C185A6}" dt="2025-11-25T07:32:15.590" v="12350"/>
        <pc:sldMkLst>
          <pc:docMk/>
          <pc:sldMk cId="3347616758" sldId="456"/>
        </pc:sldMkLst>
        <pc:spChg chg="mod">
          <ac:chgData name="Viet Pham Hoang" userId="daff2273dfcb736e" providerId="LiveId" clId="{7864E128-F8E5-4C3B-B427-8C25E8C185A6}" dt="2025-11-25T07:32:15.590" v="12350"/>
          <ac:spMkLst>
            <pc:docMk/>
            <pc:sldMk cId="3347616758" sldId="456"/>
            <ac:spMk id="31747" creationId="{9FAB4BC7-0132-8D8E-A46D-10007600C3EE}"/>
          </ac:spMkLst>
        </pc:spChg>
      </pc:sldChg>
      <pc:sldChg chg="modSp add mod modNotesTx">
        <pc:chgData name="Viet Pham Hoang" userId="daff2273dfcb736e" providerId="LiveId" clId="{7864E128-F8E5-4C3B-B427-8C25E8C185A6}" dt="2025-11-25T07:37:26.681" v="12417" actId="15"/>
        <pc:sldMkLst>
          <pc:docMk/>
          <pc:sldMk cId="2008176720" sldId="457"/>
        </pc:sldMkLst>
        <pc:spChg chg="mod">
          <ac:chgData name="Viet Pham Hoang" userId="daff2273dfcb736e" providerId="LiveId" clId="{7864E128-F8E5-4C3B-B427-8C25E8C185A6}" dt="2025-11-25T07:37:26.681" v="12417" actId="15"/>
          <ac:spMkLst>
            <pc:docMk/>
            <pc:sldMk cId="2008176720" sldId="457"/>
            <ac:spMk id="31747" creationId="{1610B006-F0E1-E11A-120C-A25E2D4B391A}"/>
          </ac:spMkLst>
        </pc:spChg>
      </pc:sldChg>
      <pc:sldChg chg="modSp add mod">
        <pc:chgData name="Viet Pham Hoang" userId="daff2273dfcb736e" providerId="LiveId" clId="{7864E128-F8E5-4C3B-B427-8C25E8C185A6}" dt="2025-11-25T07:53:16.644" v="12524" actId="20577"/>
        <pc:sldMkLst>
          <pc:docMk/>
          <pc:sldMk cId="2252500715" sldId="458"/>
        </pc:sldMkLst>
        <pc:spChg chg="mod">
          <ac:chgData name="Viet Pham Hoang" userId="daff2273dfcb736e" providerId="LiveId" clId="{7864E128-F8E5-4C3B-B427-8C25E8C185A6}" dt="2025-11-25T07:53:16.644" v="12524" actId="20577"/>
          <ac:spMkLst>
            <pc:docMk/>
            <pc:sldMk cId="2252500715" sldId="458"/>
            <ac:spMk id="31747" creationId="{6B4D4446-AE7A-4246-E73D-624E8E5BE820}"/>
          </ac:spMkLst>
        </pc:spChg>
      </pc:sldChg>
      <pc:sldChg chg="modSp add mod modNotesTx">
        <pc:chgData name="Viet Pham Hoang" userId="daff2273dfcb736e" providerId="LiveId" clId="{7864E128-F8E5-4C3B-B427-8C25E8C185A6}" dt="2025-11-25T08:39:55.693" v="12589" actId="20577"/>
        <pc:sldMkLst>
          <pc:docMk/>
          <pc:sldMk cId="1507103786" sldId="459"/>
        </pc:sldMkLst>
        <pc:spChg chg="mod">
          <ac:chgData name="Viet Pham Hoang" userId="daff2273dfcb736e" providerId="LiveId" clId="{7864E128-F8E5-4C3B-B427-8C25E8C185A6}" dt="2025-11-25T08:22:30.490" v="12534" actId="255"/>
          <ac:spMkLst>
            <pc:docMk/>
            <pc:sldMk cId="1507103786" sldId="459"/>
            <ac:spMk id="31746" creationId="{0099D6C1-DB39-65D4-1389-0896317217BD}"/>
          </ac:spMkLst>
        </pc:spChg>
        <pc:spChg chg="mod">
          <ac:chgData name="Viet Pham Hoang" userId="daff2273dfcb736e" providerId="LiveId" clId="{7864E128-F8E5-4C3B-B427-8C25E8C185A6}" dt="2025-11-25T08:39:55.693" v="12589" actId="20577"/>
          <ac:spMkLst>
            <pc:docMk/>
            <pc:sldMk cId="1507103786" sldId="459"/>
            <ac:spMk id="31747" creationId="{A2D3D0E2-B284-6DD5-09DE-E74BAFF481F4}"/>
          </ac:spMkLst>
        </pc:spChg>
      </pc:sldChg>
      <pc:sldChg chg="modSp add mod">
        <pc:chgData name="Viet Pham Hoang" userId="daff2273dfcb736e" providerId="LiveId" clId="{7864E128-F8E5-4C3B-B427-8C25E8C185A6}" dt="2025-11-25T08:56:40.066" v="12786" actId="20577"/>
        <pc:sldMkLst>
          <pc:docMk/>
          <pc:sldMk cId="1345946019" sldId="460"/>
        </pc:sldMkLst>
        <pc:spChg chg="mod">
          <ac:chgData name="Viet Pham Hoang" userId="daff2273dfcb736e" providerId="LiveId" clId="{7864E128-F8E5-4C3B-B427-8C25E8C185A6}" dt="2025-11-25T08:56:40.066" v="12786" actId="20577"/>
          <ac:spMkLst>
            <pc:docMk/>
            <pc:sldMk cId="1345946019" sldId="460"/>
            <ac:spMk id="31747" creationId="{31C1C811-EE97-D78D-78B4-17F8D33C8AEB}"/>
          </ac:spMkLst>
        </pc:spChg>
      </pc:sldChg>
      <pc:sldChg chg="modSp add del mod">
        <pc:chgData name="Viet Pham Hoang" userId="daff2273dfcb736e" providerId="LiveId" clId="{7864E128-F8E5-4C3B-B427-8C25E8C185A6}" dt="2025-11-25T08:52:30.853" v="12678" actId="47"/>
        <pc:sldMkLst>
          <pc:docMk/>
          <pc:sldMk cId="416788070" sldId="461"/>
        </pc:sldMkLst>
        <pc:spChg chg="mod">
          <ac:chgData name="Viet Pham Hoang" userId="daff2273dfcb736e" providerId="LiveId" clId="{7864E128-F8E5-4C3B-B427-8C25E8C185A6}" dt="2025-11-25T08:51:01.376" v="12670" actId="21"/>
          <ac:spMkLst>
            <pc:docMk/>
            <pc:sldMk cId="416788070" sldId="461"/>
            <ac:spMk id="31747" creationId="{E175CFD6-D53E-5CB5-E6FE-94DE48009568}"/>
          </ac:spMkLst>
        </pc:spChg>
      </pc:sldChg>
      <pc:sldChg chg="modSp add mod ord">
        <pc:chgData name="Viet Pham Hoang" userId="daff2273dfcb736e" providerId="LiveId" clId="{7864E128-F8E5-4C3B-B427-8C25E8C185A6}" dt="2025-11-25T08:52:53.714" v="12687"/>
        <pc:sldMkLst>
          <pc:docMk/>
          <pc:sldMk cId="599372900" sldId="462"/>
        </pc:sldMkLst>
        <pc:spChg chg="mod">
          <ac:chgData name="Viet Pham Hoang" userId="daff2273dfcb736e" providerId="LiveId" clId="{7864E128-F8E5-4C3B-B427-8C25E8C185A6}" dt="2025-11-25T08:52:53.714" v="12687"/>
          <ac:spMkLst>
            <pc:docMk/>
            <pc:sldMk cId="599372900" sldId="462"/>
            <ac:spMk id="31747" creationId="{59201B6A-CED1-4730-368C-61BC8B4021F3}"/>
          </ac:spMkLst>
        </pc:spChg>
      </pc:sldChg>
      <pc:sldChg chg="modSp add mod">
        <pc:chgData name="Viet Pham Hoang" userId="daff2273dfcb736e" providerId="LiveId" clId="{7864E128-F8E5-4C3B-B427-8C25E8C185A6}" dt="2025-11-25T09:03:34.518" v="12905" actId="12"/>
        <pc:sldMkLst>
          <pc:docMk/>
          <pc:sldMk cId="3385995439" sldId="463"/>
        </pc:sldMkLst>
        <pc:spChg chg="mod">
          <ac:chgData name="Viet Pham Hoang" userId="daff2273dfcb736e" providerId="LiveId" clId="{7864E128-F8E5-4C3B-B427-8C25E8C185A6}" dt="2025-11-25T09:03:34.518" v="12905" actId="12"/>
          <ac:spMkLst>
            <pc:docMk/>
            <pc:sldMk cId="3385995439" sldId="463"/>
            <ac:spMk id="31747" creationId="{AC03216B-EC67-6739-4652-C0A276DE81B2}"/>
          </ac:spMkLst>
        </pc:spChg>
      </pc:sldChg>
      <pc:sldChg chg="modSp add mod">
        <pc:chgData name="Viet Pham Hoang" userId="daff2273dfcb736e" providerId="LiveId" clId="{7864E128-F8E5-4C3B-B427-8C25E8C185A6}" dt="2025-11-25T09:09:46.266" v="12928" actId="113"/>
        <pc:sldMkLst>
          <pc:docMk/>
          <pc:sldMk cId="1003677381" sldId="464"/>
        </pc:sldMkLst>
        <pc:spChg chg="mod">
          <ac:chgData name="Viet Pham Hoang" userId="daff2273dfcb736e" providerId="LiveId" clId="{7864E128-F8E5-4C3B-B427-8C25E8C185A6}" dt="2025-11-25T09:09:46.266" v="12928" actId="113"/>
          <ac:spMkLst>
            <pc:docMk/>
            <pc:sldMk cId="1003677381" sldId="464"/>
            <ac:spMk id="31747" creationId="{CF7464CE-CA26-A683-205B-C0FDEDF7B1CD}"/>
          </ac:spMkLst>
        </pc:spChg>
      </pc:sldChg>
      <pc:sldChg chg="modSp add mod">
        <pc:chgData name="Viet Pham Hoang" userId="daff2273dfcb736e" providerId="LiveId" clId="{7864E128-F8E5-4C3B-B427-8C25E8C185A6}" dt="2025-11-25T09:12:40.664" v="12960" actId="6549"/>
        <pc:sldMkLst>
          <pc:docMk/>
          <pc:sldMk cId="240664219" sldId="465"/>
        </pc:sldMkLst>
        <pc:spChg chg="mod">
          <ac:chgData name="Viet Pham Hoang" userId="daff2273dfcb736e" providerId="LiveId" clId="{7864E128-F8E5-4C3B-B427-8C25E8C185A6}" dt="2025-11-25T09:12:40.664" v="12960" actId="6549"/>
          <ac:spMkLst>
            <pc:docMk/>
            <pc:sldMk cId="240664219" sldId="465"/>
            <ac:spMk id="31747" creationId="{29F8689B-FFC2-4108-9874-AB72E435FA82}"/>
          </ac:spMkLst>
        </pc:spChg>
      </pc:sldChg>
      <pc:sldChg chg="modSp add mod">
        <pc:chgData name="Viet Pham Hoang" userId="daff2273dfcb736e" providerId="LiveId" clId="{7864E128-F8E5-4C3B-B427-8C25E8C185A6}" dt="2025-11-25T09:54:17.408" v="13052" actId="12"/>
        <pc:sldMkLst>
          <pc:docMk/>
          <pc:sldMk cId="3107123102" sldId="466"/>
        </pc:sldMkLst>
        <pc:spChg chg="mod">
          <ac:chgData name="Viet Pham Hoang" userId="daff2273dfcb736e" providerId="LiveId" clId="{7864E128-F8E5-4C3B-B427-8C25E8C185A6}" dt="2025-11-25T09:54:17.408" v="13052" actId="12"/>
          <ac:spMkLst>
            <pc:docMk/>
            <pc:sldMk cId="3107123102" sldId="466"/>
            <ac:spMk id="31747" creationId="{F7AB8A5D-F0D0-07FE-77C4-4081CAF94E2A}"/>
          </ac:spMkLst>
        </pc:spChg>
      </pc:sldChg>
      <pc:sldChg chg="modSp add mod">
        <pc:chgData name="Viet Pham Hoang" userId="daff2273dfcb736e" providerId="LiveId" clId="{7864E128-F8E5-4C3B-B427-8C25E8C185A6}" dt="2025-11-25T13:12:10.496" v="13230"/>
        <pc:sldMkLst>
          <pc:docMk/>
          <pc:sldMk cId="3116873306" sldId="467"/>
        </pc:sldMkLst>
        <pc:spChg chg="mod">
          <ac:chgData name="Viet Pham Hoang" userId="daff2273dfcb736e" providerId="LiveId" clId="{7864E128-F8E5-4C3B-B427-8C25E8C185A6}" dt="2025-11-25T13:12:10.496" v="13230"/>
          <ac:spMkLst>
            <pc:docMk/>
            <pc:sldMk cId="3116873306" sldId="467"/>
            <ac:spMk id="31747" creationId="{E429F0A8-5FFD-DF60-DEA8-07FA8D6DF246}"/>
          </ac:spMkLst>
        </pc:spChg>
      </pc:sldChg>
      <pc:sldChg chg="modSp add mod">
        <pc:chgData name="Viet Pham Hoang" userId="daff2273dfcb736e" providerId="LiveId" clId="{7864E128-F8E5-4C3B-B427-8C25E8C185A6}" dt="2025-11-25T13:27:30.633" v="13431" actId="12"/>
        <pc:sldMkLst>
          <pc:docMk/>
          <pc:sldMk cId="4019523521" sldId="468"/>
        </pc:sldMkLst>
        <pc:spChg chg="mod">
          <ac:chgData name="Viet Pham Hoang" userId="daff2273dfcb736e" providerId="LiveId" clId="{7864E128-F8E5-4C3B-B427-8C25E8C185A6}" dt="2025-11-25T13:27:30.633" v="13431" actId="12"/>
          <ac:spMkLst>
            <pc:docMk/>
            <pc:sldMk cId="4019523521" sldId="468"/>
            <ac:spMk id="31747" creationId="{C1F58CD7-649B-C715-4953-3435A9088B5E}"/>
          </ac:spMkLst>
        </pc:spChg>
      </pc:sldChg>
      <pc:sldChg chg="modSp add mod">
        <pc:chgData name="Viet Pham Hoang" userId="daff2273dfcb736e" providerId="LiveId" clId="{7864E128-F8E5-4C3B-B427-8C25E8C185A6}" dt="2025-11-25T09:57:07.993" v="13090" actId="20577"/>
        <pc:sldMkLst>
          <pc:docMk/>
          <pc:sldMk cId="1309502547" sldId="469"/>
        </pc:sldMkLst>
        <pc:spChg chg="mod">
          <ac:chgData name="Viet Pham Hoang" userId="daff2273dfcb736e" providerId="LiveId" clId="{7864E128-F8E5-4C3B-B427-8C25E8C185A6}" dt="2025-11-25T09:57:07.993" v="13090" actId="20577"/>
          <ac:spMkLst>
            <pc:docMk/>
            <pc:sldMk cId="1309502547" sldId="469"/>
            <ac:spMk id="31747" creationId="{33EC176A-4135-47DC-B74B-EA73A6DAC935}"/>
          </ac:spMkLst>
        </pc:spChg>
      </pc:sldChg>
      <pc:sldChg chg="add del">
        <pc:chgData name="Viet Pham Hoang" userId="daff2273dfcb736e" providerId="LiveId" clId="{7864E128-F8E5-4C3B-B427-8C25E8C185A6}" dt="2025-11-25T09:44:43.012" v="12981" actId="47"/>
        <pc:sldMkLst>
          <pc:docMk/>
          <pc:sldMk cId="1800884682" sldId="469"/>
        </pc:sldMkLst>
      </pc:sldChg>
      <pc:sldChg chg="modSp add mod">
        <pc:chgData name="Viet Pham Hoang" userId="daff2273dfcb736e" providerId="LiveId" clId="{7864E128-F8E5-4C3B-B427-8C25E8C185A6}" dt="2025-11-25T10:00:05.492" v="13141" actId="20577"/>
        <pc:sldMkLst>
          <pc:docMk/>
          <pc:sldMk cId="13623505" sldId="470"/>
        </pc:sldMkLst>
        <pc:spChg chg="mod">
          <ac:chgData name="Viet Pham Hoang" userId="daff2273dfcb736e" providerId="LiveId" clId="{7864E128-F8E5-4C3B-B427-8C25E8C185A6}" dt="2025-11-25T10:00:05.492" v="13141" actId="20577"/>
          <ac:spMkLst>
            <pc:docMk/>
            <pc:sldMk cId="13623505" sldId="470"/>
            <ac:spMk id="31747" creationId="{0A7CF017-1B2E-E00C-C473-5CA44A94AC6D}"/>
          </ac:spMkLst>
        </pc:spChg>
      </pc:sldChg>
      <pc:sldChg chg="modSp add mod">
        <pc:chgData name="Viet Pham Hoang" userId="daff2273dfcb736e" providerId="LiveId" clId="{7864E128-F8E5-4C3B-B427-8C25E8C185A6}" dt="2025-11-25T13:14:08.720" v="13267" actId="20577"/>
        <pc:sldMkLst>
          <pc:docMk/>
          <pc:sldMk cId="2409174360" sldId="471"/>
        </pc:sldMkLst>
        <pc:spChg chg="mod">
          <ac:chgData name="Viet Pham Hoang" userId="daff2273dfcb736e" providerId="LiveId" clId="{7864E128-F8E5-4C3B-B427-8C25E8C185A6}" dt="2025-11-25T13:14:08.720" v="13267" actId="20577"/>
          <ac:spMkLst>
            <pc:docMk/>
            <pc:sldMk cId="2409174360" sldId="471"/>
            <ac:spMk id="31747" creationId="{DB69CE97-512F-549A-2A4E-9EEA7FD5AFEA}"/>
          </ac:spMkLst>
        </pc:spChg>
      </pc:sldChg>
      <pc:sldChg chg="modSp add mod">
        <pc:chgData name="Viet Pham Hoang" userId="daff2273dfcb736e" providerId="LiveId" clId="{7864E128-F8E5-4C3B-B427-8C25E8C185A6}" dt="2025-11-25T13:18:21.564" v="13360"/>
        <pc:sldMkLst>
          <pc:docMk/>
          <pc:sldMk cId="351722126" sldId="472"/>
        </pc:sldMkLst>
        <pc:spChg chg="mod">
          <ac:chgData name="Viet Pham Hoang" userId="daff2273dfcb736e" providerId="LiveId" clId="{7864E128-F8E5-4C3B-B427-8C25E8C185A6}" dt="2025-11-25T13:18:21.564" v="13360"/>
          <ac:spMkLst>
            <pc:docMk/>
            <pc:sldMk cId="351722126" sldId="472"/>
            <ac:spMk id="31747" creationId="{14FDCF44-CB5E-E371-5DC0-19CC30078C01}"/>
          </ac:spMkLst>
        </pc:spChg>
      </pc:sldChg>
      <pc:sldChg chg="modSp add mod">
        <pc:chgData name="Viet Pham Hoang" userId="daff2273dfcb736e" providerId="LiveId" clId="{7864E128-F8E5-4C3B-B427-8C25E8C185A6}" dt="2025-11-25T13:32:05.327" v="13528" actId="20577"/>
        <pc:sldMkLst>
          <pc:docMk/>
          <pc:sldMk cId="1082366767" sldId="473"/>
        </pc:sldMkLst>
        <pc:spChg chg="mod">
          <ac:chgData name="Viet Pham Hoang" userId="daff2273dfcb736e" providerId="LiveId" clId="{7864E128-F8E5-4C3B-B427-8C25E8C185A6}" dt="2025-11-25T13:32:05.327" v="13528" actId="20577"/>
          <ac:spMkLst>
            <pc:docMk/>
            <pc:sldMk cId="1082366767" sldId="473"/>
            <ac:spMk id="31747" creationId="{6C1AF05F-C1E1-D827-BDC2-C1BEBD860CA7}"/>
          </ac:spMkLst>
        </pc:spChg>
      </pc:sldChg>
      <pc:sldChg chg="modSp add mod">
        <pc:chgData name="Viet Pham Hoang" userId="daff2273dfcb736e" providerId="LiveId" clId="{7864E128-F8E5-4C3B-B427-8C25E8C185A6}" dt="2025-11-25T13:35:23.565" v="13653" actId="15"/>
        <pc:sldMkLst>
          <pc:docMk/>
          <pc:sldMk cId="3196713270" sldId="474"/>
        </pc:sldMkLst>
        <pc:spChg chg="mod">
          <ac:chgData name="Viet Pham Hoang" userId="daff2273dfcb736e" providerId="LiveId" clId="{7864E128-F8E5-4C3B-B427-8C25E8C185A6}" dt="2025-11-25T13:35:23.565" v="13653" actId="15"/>
          <ac:spMkLst>
            <pc:docMk/>
            <pc:sldMk cId="3196713270" sldId="474"/>
            <ac:spMk id="31747" creationId="{CD71FED1-6B0E-1F34-D31C-B55F85F34308}"/>
          </ac:spMkLst>
        </pc:spChg>
      </pc:sldChg>
      <pc:sldChg chg="modSp add mod">
        <pc:chgData name="Viet Pham Hoang" userId="daff2273dfcb736e" providerId="LiveId" clId="{7864E128-F8E5-4C3B-B427-8C25E8C185A6}" dt="2025-11-25T14:17:17.030" v="13667" actId="6549"/>
        <pc:sldMkLst>
          <pc:docMk/>
          <pc:sldMk cId="3890591142" sldId="475"/>
        </pc:sldMkLst>
        <pc:spChg chg="mod">
          <ac:chgData name="Viet Pham Hoang" userId="daff2273dfcb736e" providerId="LiveId" clId="{7864E128-F8E5-4C3B-B427-8C25E8C185A6}" dt="2025-11-25T14:15:03.406" v="13656" actId="255"/>
          <ac:spMkLst>
            <pc:docMk/>
            <pc:sldMk cId="3890591142" sldId="475"/>
            <ac:spMk id="31746" creationId="{AF464BA5-F880-89FB-CEDD-25B342E4CF98}"/>
          </ac:spMkLst>
        </pc:spChg>
        <pc:spChg chg="mod">
          <ac:chgData name="Viet Pham Hoang" userId="daff2273dfcb736e" providerId="LiveId" clId="{7864E128-F8E5-4C3B-B427-8C25E8C185A6}" dt="2025-11-25T14:17:17.030" v="13667" actId="6549"/>
          <ac:spMkLst>
            <pc:docMk/>
            <pc:sldMk cId="3890591142" sldId="475"/>
            <ac:spMk id="31747" creationId="{DB0D2540-748C-D556-F7ED-C6A4285DF13A}"/>
          </ac:spMkLst>
        </pc:spChg>
      </pc:sldChg>
      <pc:sldChg chg="modSp add mod">
        <pc:chgData name="Viet Pham Hoang" userId="daff2273dfcb736e" providerId="LiveId" clId="{7864E128-F8E5-4C3B-B427-8C25E8C185A6}" dt="2025-11-25T14:20:47.893" v="13711" actId="255"/>
        <pc:sldMkLst>
          <pc:docMk/>
          <pc:sldMk cId="3479836929" sldId="476"/>
        </pc:sldMkLst>
        <pc:spChg chg="mod">
          <ac:chgData name="Viet Pham Hoang" userId="daff2273dfcb736e" providerId="LiveId" clId="{7864E128-F8E5-4C3B-B427-8C25E8C185A6}" dt="2025-11-25T14:20:47.893" v="13711" actId="255"/>
          <ac:spMkLst>
            <pc:docMk/>
            <pc:sldMk cId="3479836929" sldId="476"/>
            <ac:spMk id="31747" creationId="{A5919061-17B0-697F-7FAA-E0C6DC83F79A}"/>
          </ac:spMkLst>
        </pc:spChg>
      </pc:sldChg>
      <pc:sldChg chg="modSp add mod">
        <pc:chgData name="Viet Pham Hoang" userId="daff2273dfcb736e" providerId="LiveId" clId="{7864E128-F8E5-4C3B-B427-8C25E8C185A6}" dt="2025-11-25T14:23:26.836" v="13778"/>
        <pc:sldMkLst>
          <pc:docMk/>
          <pc:sldMk cId="499511125" sldId="477"/>
        </pc:sldMkLst>
        <pc:spChg chg="mod">
          <ac:chgData name="Viet Pham Hoang" userId="daff2273dfcb736e" providerId="LiveId" clId="{7864E128-F8E5-4C3B-B427-8C25E8C185A6}" dt="2025-11-25T14:23:26.836" v="13778"/>
          <ac:spMkLst>
            <pc:docMk/>
            <pc:sldMk cId="499511125" sldId="477"/>
            <ac:spMk id="31747" creationId="{A8DEAB3C-2E81-0163-EC61-D1FFFC1128ED}"/>
          </ac:spMkLst>
        </pc:spChg>
      </pc:sldChg>
      <pc:sldChg chg="modSp add mod">
        <pc:chgData name="Viet Pham Hoang" userId="daff2273dfcb736e" providerId="LiveId" clId="{7864E128-F8E5-4C3B-B427-8C25E8C185A6}" dt="2025-11-25T14:28:53.004" v="13898" actId="20577"/>
        <pc:sldMkLst>
          <pc:docMk/>
          <pc:sldMk cId="3860730527" sldId="478"/>
        </pc:sldMkLst>
        <pc:spChg chg="mod">
          <ac:chgData name="Viet Pham Hoang" userId="daff2273dfcb736e" providerId="LiveId" clId="{7864E128-F8E5-4C3B-B427-8C25E8C185A6}" dt="2025-11-25T14:28:53.004" v="13898" actId="20577"/>
          <ac:spMkLst>
            <pc:docMk/>
            <pc:sldMk cId="3860730527" sldId="478"/>
            <ac:spMk id="31747" creationId="{9C65CCCB-2E85-88A7-333B-E8A33B0430D3}"/>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B9F93347-9E3B-4D42-B9E0-98FE3BD6FFAD}"/>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hangingPunct="0">
              <a:defRPr sz="1200">
                <a:latin typeface="Arial" charset="0"/>
              </a:defRPr>
            </a:lvl1pPr>
          </a:lstStyle>
          <a:p>
            <a:pPr>
              <a:defRPr/>
            </a:pPr>
            <a:endParaRPr lang="en-US"/>
          </a:p>
        </p:txBody>
      </p:sp>
      <p:sp>
        <p:nvSpPr>
          <p:cNvPr id="56323" name="Rectangle 3">
            <a:extLst>
              <a:ext uri="{FF2B5EF4-FFF2-40B4-BE49-F238E27FC236}">
                <a16:creationId xmlns:a16="http://schemas.microsoft.com/office/drawing/2014/main" id="{46877048-5F8C-435A-9D8C-1D5B0FA9385C}"/>
              </a:ext>
            </a:extLst>
          </p:cNvPr>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200">
                <a:latin typeface="Arial" charset="0"/>
              </a:defRPr>
            </a:lvl1pPr>
          </a:lstStyle>
          <a:p>
            <a:pPr>
              <a:defRPr/>
            </a:pPr>
            <a:fld id="{934D041F-1863-43F5-BB9E-46A9707583B6}" type="datetimeFigureOut">
              <a:rPr lang="en-US"/>
              <a:pPr>
                <a:defRPr/>
              </a:pPr>
              <a:t>3/23/26</a:t>
            </a:fld>
            <a:endParaRPr lang="en-US"/>
          </a:p>
        </p:txBody>
      </p:sp>
      <p:sp>
        <p:nvSpPr>
          <p:cNvPr id="56324" name="Rectangle 4">
            <a:extLst>
              <a:ext uri="{FF2B5EF4-FFF2-40B4-BE49-F238E27FC236}">
                <a16:creationId xmlns:a16="http://schemas.microsoft.com/office/drawing/2014/main" id="{315D30AE-C4DA-46EA-AD7B-F8E3C4FB0C4B}"/>
              </a:ext>
            </a:extLst>
          </p:cNvPr>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0" hangingPunct="0">
              <a:defRPr sz="1200">
                <a:latin typeface="Arial" charset="0"/>
              </a:defRPr>
            </a:lvl1pPr>
          </a:lstStyle>
          <a:p>
            <a:pPr>
              <a:defRPr/>
            </a:pPr>
            <a:endParaRPr lang="en-US"/>
          </a:p>
        </p:txBody>
      </p:sp>
      <p:sp>
        <p:nvSpPr>
          <p:cNvPr id="56325" name="Rectangle 5">
            <a:extLst>
              <a:ext uri="{FF2B5EF4-FFF2-40B4-BE49-F238E27FC236}">
                <a16:creationId xmlns:a16="http://schemas.microsoft.com/office/drawing/2014/main" id="{51A1DB38-68FA-4DDD-85FD-84BA7ADE2C07}"/>
              </a:ext>
            </a:extLst>
          </p:cNvPr>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E2DA930E-B91D-4EBE-97AE-47EE09A4906A}" type="slidenum">
              <a:rPr lang="en-US" altLang="vi-VN"/>
              <a:pPr>
                <a:defRPr/>
              </a:pPr>
              <a:t>‹#›</a:t>
            </a:fld>
            <a:endParaRPr lang="en-US" altLang="vi-V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E8C5133-B1D3-4161-8909-ADBC85C01BAD}"/>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Arial" charset="0"/>
              </a:defRPr>
            </a:lvl1pPr>
          </a:lstStyle>
          <a:p>
            <a:pPr>
              <a:defRPr/>
            </a:pPr>
            <a:endParaRPr lang="en-US"/>
          </a:p>
        </p:txBody>
      </p:sp>
      <p:sp>
        <p:nvSpPr>
          <p:cNvPr id="3" name="Date Placeholder 2">
            <a:extLst>
              <a:ext uri="{FF2B5EF4-FFF2-40B4-BE49-F238E27FC236}">
                <a16:creationId xmlns:a16="http://schemas.microsoft.com/office/drawing/2014/main" id="{7A162CE2-9F45-414A-ACCA-6F2425150BD3}"/>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defRPr sz="1200">
                <a:latin typeface="Arial" charset="0"/>
              </a:defRPr>
            </a:lvl1pPr>
          </a:lstStyle>
          <a:p>
            <a:pPr>
              <a:defRPr/>
            </a:pPr>
            <a:fld id="{4E676FCE-B4B2-46F6-829C-6FEDEDA9B491}" type="datetimeFigureOut">
              <a:rPr lang="en-US"/>
              <a:pPr>
                <a:defRPr/>
              </a:pPr>
              <a:t>3/23/26</a:t>
            </a:fld>
            <a:endParaRPr lang="en-US"/>
          </a:p>
        </p:txBody>
      </p:sp>
      <p:sp>
        <p:nvSpPr>
          <p:cNvPr id="4" name="Slide Image Placeholder 3">
            <a:extLst>
              <a:ext uri="{FF2B5EF4-FFF2-40B4-BE49-F238E27FC236}">
                <a16:creationId xmlns:a16="http://schemas.microsoft.com/office/drawing/2014/main" id="{36E952A6-B07A-482D-8225-C8C8DD8BF60E}"/>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4F549C2D-31F6-4030-AE28-CAF666F54635}"/>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 noProof="0"/>
              <a:t>Click to edit Master text styles</a:t>
            </a:r>
          </a:p>
          <a:p>
            <a:pPr lvl="1"/>
            <a:r>
              <a:rPr lang="en" noProof="0"/>
              <a:t>Second level</a:t>
            </a:r>
          </a:p>
          <a:p>
            <a:pPr lvl="2"/>
            <a:r>
              <a:rPr lang="en" noProof="0"/>
              <a:t>Third level</a:t>
            </a:r>
          </a:p>
          <a:p>
            <a:pPr lvl="3"/>
            <a:r>
              <a:rPr lang="en" noProof="0"/>
              <a:t>Fourth level</a:t>
            </a:r>
          </a:p>
          <a:p>
            <a:pPr lvl="4"/>
            <a:r>
              <a:rPr lang="en" noProof="0"/>
              <a:t>Fifth level</a:t>
            </a:r>
          </a:p>
        </p:txBody>
      </p:sp>
      <p:sp>
        <p:nvSpPr>
          <p:cNvPr id="6" name="Footer Placeholder 5">
            <a:extLst>
              <a:ext uri="{FF2B5EF4-FFF2-40B4-BE49-F238E27FC236}">
                <a16:creationId xmlns:a16="http://schemas.microsoft.com/office/drawing/2014/main" id="{5660B162-01AE-4DC0-A867-AC6CB9492D4E}"/>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defRPr sz="1200">
                <a:latin typeface="Arial" charset="0"/>
              </a:defRPr>
            </a:lvl1pPr>
          </a:lstStyle>
          <a:p>
            <a:pPr>
              <a:defRPr/>
            </a:pPr>
            <a:endParaRPr lang="en-US"/>
          </a:p>
        </p:txBody>
      </p:sp>
      <p:sp>
        <p:nvSpPr>
          <p:cNvPr id="7" name="Slide Number Placeholder 6">
            <a:extLst>
              <a:ext uri="{FF2B5EF4-FFF2-40B4-BE49-F238E27FC236}">
                <a16:creationId xmlns:a16="http://schemas.microsoft.com/office/drawing/2014/main" id="{88E2C3FD-37D0-4023-9ECA-BA70B3E13831}"/>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81C84B2E-CD01-4231-A65F-68AEE333339C}" type="slidenum">
              <a:rPr lang="en-US" altLang="vi-VN"/>
              <a:pPr>
                <a:defRPr/>
              </a:pPr>
              <a:t>‹#›</a:t>
            </a:fld>
            <a:endParaRPr lang="en-US" altLang="vi-V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kern="120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pPr>
              <a:defRPr/>
            </a:pPr>
            <a:fld id="{81C84B2E-CD01-4231-A65F-68AEE333339C}" type="slidenum">
              <a:rPr lang="en-US" altLang="vi-VN" smtClean="0"/>
              <a:pPr>
                <a:defRPr/>
              </a:pPr>
              <a:t>1</a:t>
            </a:fld>
            <a:endParaRPr lang="en-US" altLang="vi-VN"/>
          </a:p>
        </p:txBody>
      </p:sp>
    </p:spTree>
    <p:extLst>
      <p:ext uri="{BB962C8B-B14F-4D97-AF65-F5344CB8AC3E}">
        <p14:creationId xmlns:p14="http://schemas.microsoft.com/office/powerpoint/2010/main" val="4082794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0" kern="1200" dirty="0" err="1">
                <a:solidFill>
                  <a:schemeClr val="tx1"/>
                </a:solidFill>
                <a:effectLst/>
                <a:latin typeface="+mn-lt"/>
                <a:ea typeface="+mn-ea"/>
                <a:cs typeface="+mn-cs"/>
              </a:rPr>
              <a:t>Nội</a:t>
            </a:r>
            <a:r>
              <a:rPr lang="en-US" sz="1200" b="0" kern="1200" dirty="0">
                <a:solidFill>
                  <a:schemeClr val="tx1"/>
                </a:solidFill>
                <a:effectLst/>
                <a:latin typeface="+mn-lt"/>
                <a:ea typeface="+mn-ea"/>
                <a:cs typeface="+mn-cs"/>
              </a:rPr>
              <a:t> dung </a:t>
            </a:r>
            <a:r>
              <a:rPr lang="en-US" sz="1200" b="0" kern="1200" dirty="0" err="1">
                <a:solidFill>
                  <a:schemeClr val="tx1"/>
                </a:solidFill>
                <a:effectLst/>
                <a:latin typeface="+mn-lt"/>
                <a:ea typeface="+mn-ea"/>
                <a:cs typeface="+mn-cs"/>
              </a:rPr>
              <a:t>chính</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là</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các</a:t>
            </a:r>
            <a:r>
              <a:rPr lang="en-US" sz="1200" b="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m</a:t>
            </a:r>
            <a:r>
              <a:rPr lang="vi-VN" sz="1200" b="1" i="0" kern="1200" dirty="0">
                <a:solidFill>
                  <a:schemeClr val="tx1"/>
                </a:solidFill>
                <a:effectLst/>
                <a:latin typeface="+mn-lt"/>
                <a:ea typeface="+mn-ea"/>
                <a:cs typeface="+mn-cs"/>
              </a:rPr>
              <a:t>ô hình thống kê phân tích dữ liệu chuỗi thời gian</a:t>
            </a:r>
            <a:br>
              <a:rPr lang="vi-VN" sz="1200" b="1" i="0" kern="1200" dirty="0">
                <a:solidFill>
                  <a:schemeClr val="tx1"/>
                </a:solidFill>
                <a:effectLst/>
                <a:latin typeface="+mn-lt"/>
                <a:ea typeface="+mn-ea"/>
                <a:cs typeface="+mn-cs"/>
              </a:rPr>
            </a:br>
            <a:r>
              <a:rPr lang="vi-VN" sz="1200" b="0" i="0" kern="1200" dirty="0">
                <a:solidFill>
                  <a:schemeClr val="tx1"/>
                </a:solidFill>
                <a:effectLst/>
                <a:latin typeface="+mn-lt"/>
                <a:ea typeface="+mn-ea"/>
                <a:cs typeface="+mn-cs"/>
              </a:rPr>
              <a:t>Mô hình hồi qui tuyến tính (linear regression)</a:t>
            </a:r>
            <a:br>
              <a:rPr lang="vi-VN" sz="1200" b="0" i="0" kern="1200" dirty="0">
                <a:solidFill>
                  <a:schemeClr val="tx1"/>
                </a:solidFill>
                <a:effectLst/>
                <a:latin typeface="+mn-lt"/>
                <a:ea typeface="+mn-ea"/>
                <a:cs typeface="+mn-cs"/>
              </a:rPr>
            </a:br>
            <a:r>
              <a:rPr lang="vi-VN" sz="1200" b="0" i="0" kern="1200" dirty="0">
                <a:solidFill>
                  <a:schemeClr val="tx1"/>
                </a:solidFill>
                <a:effectLst/>
                <a:latin typeface="+mn-lt"/>
                <a:ea typeface="+mn-ea"/>
                <a:cs typeface="+mn-cs"/>
              </a:rPr>
              <a:t>Mô hình tự hồi qui (Autoregression)</a:t>
            </a:r>
            <a:br>
              <a:rPr lang="vi-VN" sz="1200" b="0" i="0" kern="1200" dirty="0">
                <a:solidFill>
                  <a:schemeClr val="tx1"/>
                </a:solidFill>
                <a:effectLst/>
                <a:latin typeface="+mn-lt"/>
                <a:ea typeface="+mn-ea"/>
                <a:cs typeface="+mn-cs"/>
              </a:rPr>
            </a:br>
            <a:r>
              <a:rPr lang="vi-VN" sz="1200" b="0" i="0" kern="1200" dirty="0">
                <a:solidFill>
                  <a:schemeClr val="tx1"/>
                </a:solidFill>
                <a:effectLst/>
                <a:latin typeface="+mn-lt"/>
                <a:ea typeface="+mn-ea"/>
                <a:cs typeface="+mn-cs"/>
              </a:rPr>
              <a:t>Mộ hình trung bình động (moving average)</a:t>
            </a:r>
            <a:br>
              <a:rPr lang="vi-VN" sz="1200" b="0" i="0" kern="1200" dirty="0">
                <a:solidFill>
                  <a:schemeClr val="tx1"/>
                </a:solidFill>
                <a:effectLst/>
                <a:latin typeface="+mn-lt"/>
                <a:ea typeface="+mn-ea"/>
                <a:cs typeface="+mn-cs"/>
              </a:rPr>
            </a:br>
            <a:r>
              <a:rPr lang="vi-VN" sz="1200" b="0" i="0" kern="1200" dirty="0">
                <a:solidFill>
                  <a:schemeClr val="tx1"/>
                </a:solidFill>
                <a:effectLst/>
                <a:latin typeface="+mn-lt"/>
                <a:ea typeface="+mn-ea"/>
                <a:cs typeface="+mn-cs"/>
              </a:rPr>
              <a:t>Mô hình tự hồi qui véc tơ (vector autoregression)</a:t>
            </a:r>
            <a:br>
              <a:rPr lang="vi-VN" sz="1200" b="0" i="0" kern="1200" dirty="0">
                <a:solidFill>
                  <a:schemeClr val="tx1"/>
                </a:solidFill>
                <a:effectLst/>
                <a:latin typeface="+mn-lt"/>
                <a:ea typeface="+mn-ea"/>
                <a:cs typeface="+mn-cs"/>
              </a:rPr>
            </a:br>
            <a:r>
              <a:rPr lang="en-US" sz="1200" b="0" i="0" kern="1200" dirty="0" err="1">
                <a:solidFill>
                  <a:schemeClr val="tx1"/>
                </a:solidFill>
                <a:effectLst/>
                <a:latin typeface="+mn-lt"/>
                <a:ea typeface="+mn-ea"/>
                <a:cs typeface="+mn-cs"/>
              </a:rPr>
              <a:t>Bộ</a:t>
            </a:r>
            <a:r>
              <a:rPr lang="en-US" sz="1200" b="0" i="0" kern="1200" dirty="0">
                <a:solidFill>
                  <a:schemeClr val="tx1"/>
                </a:solidFill>
                <a:effectLst/>
                <a:latin typeface="+mn-lt"/>
                <a:ea typeface="+mn-ea"/>
                <a:cs typeface="+mn-cs"/>
              </a:rPr>
              <a:t> l</a:t>
            </a:r>
            <a:r>
              <a:rPr lang="vi-VN" sz="1200" b="0" i="0" kern="1200" dirty="0">
                <a:solidFill>
                  <a:schemeClr val="tx1"/>
                </a:solidFill>
                <a:effectLst/>
                <a:latin typeface="+mn-lt"/>
                <a:ea typeface="+mn-ea"/>
                <a:cs typeface="+mn-cs"/>
              </a:rPr>
              <a:t>ọc Kalman</a:t>
            </a:r>
            <a:br>
              <a:rPr lang="vi-VN" sz="1200" b="0" i="0" kern="1200" dirty="0">
                <a:solidFill>
                  <a:schemeClr val="tx1"/>
                </a:solidFill>
                <a:effectLst/>
                <a:latin typeface="+mn-lt"/>
                <a:ea typeface="+mn-ea"/>
                <a:cs typeface="+mn-cs"/>
              </a:rPr>
            </a:br>
            <a:r>
              <a:rPr lang="vi-VN" sz="1200" b="0" i="0" kern="1200" dirty="0">
                <a:solidFill>
                  <a:schemeClr val="tx1"/>
                </a:solidFill>
                <a:effectLst/>
                <a:latin typeface="+mn-lt"/>
                <a:ea typeface="+mn-ea"/>
                <a:cs typeface="+mn-cs"/>
              </a:rPr>
              <a:t>Mô hình Markov ẩn (hidden Markov model)</a:t>
            </a:r>
            <a:br>
              <a:rPr lang="vi-VN" sz="1200" b="0" i="0" kern="1200" dirty="0">
                <a:solidFill>
                  <a:schemeClr val="tx1"/>
                </a:solidFill>
                <a:effectLst/>
                <a:latin typeface="+mn-lt"/>
                <a:ea typeface="+mn-ea"/>
                <a:cs typeface="+mn-cs"/>
              </a:rPr>
            </a:br>
            <a:r>
              <a:rPr lang="vi-VN" sz="1200" b="0" i="0" kern="1200" dirty="0">
                <a:solidFill>
                  <a:schemeClr val="tx1"/>
                </a:solidFill>
                <a:effectLst/>
                <a:latin typeface="+mn-lt"/>
                <a:ea typeface="+mn-ea"/>
                <a:cs typeface="+mn-cs"/>
              </a:rPr>
              <a:t>Mô hình Bayes cho dữ liệu chuỗi thời gian</a:t>
            </a:r>
            <a:r>
              <a:rPr lang="vi-VN" dirty="0"/>
              <a:t> </a:t>
            </a:r>
            <a:br>
              <a:rPr lang="vi-VN" dirty="0"/>
            </a:br>
            <a:br>
              <a:rPr lang="vi-VN" dirty="0"/>
            </a:br>
            <a:endParaRPr lang="en-US" sz="1200" b="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pPr>
              <a:defRPr/>
            </a:pPr>
            <a:fld id="{81C84B2E-CD01-4231-A65F-68AEE333339C}" type="slidenum">
              <a:rPr lang="en-US" altLang="vi-VN" smtClean="0"/>
              <a:pPr>
                <a:defRPr/>
              </a:pPr>
              <a:t>2</a:t>
            </a:fld>
            <a:endParaRPr lang="en-US" altLang="vi-VN"/>
          </a:p>
        </p:txBody>
      </p:sp>
    </p:spTree>
    <p:extLst>
      <p:ext uri="{BB962C8B-B14F-4D97-AF65-F5344CB8AC3E}">
        <p14:creationId xmlns:p14="http://schemas.microsoft.com/office/powerpoint/2010/main" val="10106084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120E97-6695-A398-C03E-72A23DA0CB4A}"/>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A7CB7498-9F8E-32B2-59AC-EAE070AFC75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8CE86EB0-41E9-E2BC-D9BE-409971D5BCA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marL="57150" indent="0">
              <a:buFont typeface="Arial" panose="020B0604020202020204" pitchFamily="34" charset="0"/>
              <a:buNone/>
            </a:pPr>
            <a:r>
              <a:rPr lang="en-US" sz="2800" b="1">
                <a:latin typeface="Times New Roman" panose="02020603050405020304" pitchFamily="18" charset="0"/>
                <a:cs typeface="Times New Roman" panose="02020603050405020304" pitchFamily="18" charset="0"/>
              </a:rPr>
              <a:t>Mục tiêu</a:t>
            </a:r>
            <a:r>
              <a:rPr lang="en-US" sz="2800">
                <a:latin typeface="Times New Roman" panose="02020603050405020304" pitchFamily="18" charset="0"/>
                <a:cs typeface="Times New Roman" panose="02020603050405020304" pitchFamily="18" charset="0"/>
              </a:rPr>
              <a:t>: Hiểu cách áp dụng hồi qui tuyến tính để phân tích và dự báo dữ liệu theo thời gian.</a:t>
            </a:r>
          </a:p>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35205334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C4D393-3AE7-F2DC-EB7B-759F3B06162E}"/>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74F86071-C986-D3FC-74D4-276E02D38AA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0B78D1DC-8CAD-FA2C-72CC-F16D28ECEEE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20077416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FCC411-E320-29DA-9B1F-34B67266BD13}"/>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38ABB573-4DB3-8490-874A-6542DC10F46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0F9A9060-268D-1F38-2501-8276E9366BE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23396518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7A1A13-6387-D454-51B4-C147ED954802}"/>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364A6C8E-F96A-E081-0F3C-77314000945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BCDE2172-9506-8701-FABD-06EB3FACB1A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40060927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94FB9-B5A9-94F7-7A3D-1A8202942148}"/>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CB5790E1-61EC-1363-EA3F-7204E317DA4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17B76ACF-BCD3-E17C-FED9-533AE5DC11D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5503738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D96184-0259-CDCA-AD53-4A14687746C6}"/>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2E8D6DAF-67F2-6F3E-B39D-0F97A297EEC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B53C778F-CDD3-B0BE-736E-4D844B5C818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35759825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8FF361-1174-11E0-D172-E27A807019D9}"/>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4311A2E0-0031-9C6D-39ED-F94F44CEA92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097A2179-52ED-1BAA-87E7-690F4728B74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1327668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385EA5-4B09-750B-63EF-2B4B6599DCA5}"/>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E7102F5B-D4DE-80DA-D082-5BDE00DDEA2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BEA352AA-99D1-FD71-882D-DD482FBAD6A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14713715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29958A-762E-ADAB-F764-3B94FADE5552}"/>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E7E3E8CF-A3E9-873A-B2BC-D0ED98CCF2B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633B4C5D-5F64-0F1C-9164-F161ECC2074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6411995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77BAD7-F360-B49E-DA13-C39E359D63C1}"/>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0D109494-E594-9E45-3687-9FE5A10AC8F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009CEE6C-5845-DE50-BDB4-FEB4F19AC3C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r>
              <a:rPr lang="en-US" sz="1200" b="0" i="0" kern="1200">
                <a:solidFill>
                  <a:schemeClr val="tx1"/>
                </a:solidFill>
                <a:effectLst/>
                <a:latin typeface="+mn-lt"/>
                <a:ea typeface="+mn-ea"/>
                <a:cs typeface="+mn-cs"/>
              </a:rPr>
              <a:t>The Wold Decomposition Theorem</a:t>
            </a:r>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1550596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5AD6B-A57B-62BF-D43E-0B331ABD02FA}"/>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D17A7400-4261-BDD8-A7B2-0A738FDFBC1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B3058DD6-0B04-450D-B159-864134A4EA8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20181950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D01F7D-0C58-C72C-1D74-C07508EC6E4D}"/>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07A418DB-C98F-C5AC-303A-EC57FB86028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E0CF539F-1AFF-5CCA-9ACD-16963A1EBA4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22547109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8D7F2B-B428-2D83-12EC-7ADF229CE628}"/>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05C581ED-1156-C409-9253-94F2D5A34C3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B61CE1E6-67E1-C523-A967-A4B92B540B6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r>
              <a:rPr lang="vi-VN" sz="1200">
                <a:latin typeface="Times New Roman" panose="02020603050405020304" pitchFamily="18" charset="0"/>
                <a:ea typeface="Cambria Math" panose="02040503050406030204" pitchFamily="18" charset="0"/>
                <a:cs typeface="Times New Roman" panose="02020603050405020304" pitchFamily="18" charset="0"/>
              </a:rPr>
              <a:t>một tổng có trọng số của lịch sử quá trình 𝑦𝑡−1. 𝑦𝑡−2. …và giá trị nhiễu loạn hiện tại 𝜀𝑡</a:t>
            </a:r>
            <a:endParaRPr lang="en-US" sz="1200">
              <a:latin typeface="Times New Roman" panose="02020603050405020304" pitchFamily="18" charset="0"/>
              <a:ea typeface="Cambria Math" panose="02040503050406030204" pitchFamily="18" charset="0"/>
              <a:cs typeface="Times New Roman" panose="02020603050405020304" pitchFamily="18" charset="0"/>
            </a:endParaRPr>
          </a:p>
          <a:p>
            <a:r>
              <a:rPr lang="en-US" sz="1200" b="0" i="0" kern="1200">
                <a:solidFill>
                  <a:schemeClr val="tx1"/>
                </a:solidFill>
                <a:effectLst/>
                <a:latin typeface="+mn-lt"/>
                <a:ea typeface="+mn-ea"/>
                <a:cs typeface="+mn-cs"/>
              </a:rPr>
              <a:t>the autoregressive models</a:t>
            </a:r>
            <a:r>
              <a:rPr lang="en-US"/>
              <a:t> </a:t>
            </a:r>
            <a:br>
              <a:rPr lang="en-US"/>
            </a:br>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219416987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192201-26AA-95F8-EFF2-44A5F5729D0A}"/>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DF39641C-2F8B-1DDA-8E5A-E036FA026E2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4FE9270C-33A7-8598-44DB-93FAB6351C6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r>
              <a:rPr lang="vi-VN" sz="1200">
                <a:latin typeface="Times New Roman" panose="02020603050405020304" pitchFamily="18" charset="0"/>
                <a:ea typeface="Cambria Math" panose="02040503050406030204" pitchFamily="18" charset="0"/>
                <a:cs typeface="Times New Roman" panose="02020603050405020304" pitchFamily="18" charset="0"/>
              </a:rPr>
              <a:t>tổng có trọng số của các giá trị hiện tại và quá khứ của nhiễu loạn</a:t>
            </a:r>
            <a:endParaRPr lang="en-US" sz="1200">
              <a:latin typeface="Times New Roman" panose="02020603050405020304" pitchFamily="18" charset="0"/>
              <a:ea typeface="Cambria Math" panose="02040503050406030204" pitchFamily="18" charset="0"/>
              <a:cs typeface="Times New Roman" panose="02020603050405020304" pitchFamily="18" charset="0"/>
            </a:endParaRPr>
          </a:p>
          <a:p>
            <a:r>
              <a:rPr lang="en-US" sz="1200" b="0" i="0" kern="1200">
                <a:solidFill>
                  <a:schemeClr val="tx1"/>
                </a:solidFill>
                <a:effectLst/>
                <a:latin typeface="+mn-lt"/>
                <a:ea typeface="+mn-ea"/>
                <a:cs typeface="+mn-cs"/>
              </a:rPr>
              <a:t>the moving average models</a:t>
            </a:r>
            <a:r>
              <a:rPr lang="en-US"/>
              <a:t> </a:t>
            </a:r>
            <a:br>
              <a:rPr lang="en-US"/>
            </a:br>
            <a:br>
              <a:rPr lang="en-US"/>
            </a:br>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2334436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E802A1-D18A-407A-5D17-1FE76C260810}"/>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A8486E81-CCE8-0B00-5ECE-8315B5BD440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BF5340AB-62FD-72B7-5EB6-96EA4D5CACB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r>
              <a:rPr lang="vi-VN" sz="1200">
                <a:latin typeface="Times New Roman" panose="02020603050405020304" pitchFamily="18" charset="0"/>
                <a:ea typeface="Cambria Math" panose="02040503050406030204" pitchFamily="18" charset="0"/>
                <a:cs typeface="Times New Roman" panose="02020603050405020304" pitchFamily="18" charset="0"/>
              </a:rPr>
              <a:t>tổng có trọng số của các giá trị hiện tại và quá khứ của nhiễu loạn</a:t>
            </a:r>
            <a:endParaRPr lang="en-US" sz="1200">
              <a:latin typeface="Times New Roman" panose="02020603050405020304" pitchFamily="18" charset="0"/>
              <a:ea typeface="Cambria Math" panose="02040503050406030204" pitchFamily="18" charset="0"/>
              <a:cs typeface="Times New Roman" panose="02020603050405020304" pitchFamily="18" charset="0"/>
            </a:endParaRPr>
          </a:p>
          <a:p>
            <a:r>
              <a:rPr lang="en-US" sz="1200" b="0" i="0" kern="1200">
                <a:solidFill>
                  <a:schemeClr val="tx1"/>
                </a:solidFill>
                <a:effectLst/>
                <a:latin typeface="+mn-lt"/>
                <a:ea typeface="+mn-ea"/>
                <a:cs typeface="+mn-cs"/>
              </a:rPr>
              <a:t>the moving average models</a:t>
            </a:r>
            <a:r>
              <a:rPr lang="en-US"/>
              <a:t> </a:t>
            </a:r>
            <a:br>
              <a:rPr lang="en-US"/>
            </a:br>
            <a:br>
              <a:rPr lang="en-US"/>
            </a:br>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100771816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9BAC4D-48F4-C617-5ADD-87DC96B31695}"/>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BD22BEE0-D92D-5CEA-4610-55BE7996FF1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2FA81DF6-EEEA-C4AF-A8E1-B8AD6DCAC32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r>
              <a:rPr lang="vi-VN" sz="1200">
                <a:latin typeface="Times New Roman" panose="02020603050405020304" pitchFamily="18" charset="0"/>
                <a:ea typeface="Cambria Math" panose="02040503050406030204" pitchFamily="18" charset="0"/>
                <a:cs typeface="Times New Roman" panose="02020603050405020304" pitchFamily="18" charset="0"/>
              </a:rPr>
              <a:t>tổng có trọng số của các giá trị hiện tại và quá khứ của nhiễu loạn</a:t>
            </a:r>
            <a:endParaRPr lang="en-US" sz="1200">
              <a:latin typeface="Times New Roman" panose="02020603050405020304" pitchFamily="18" charset="0"/>
              <a:ea typeface="Cambria Math" panose="02040503050406030204" pitchFamily="18" charset="0"/>
              <a:cs typeface="Times New Roman" panose="02020603050405020304" pitchFamily="18" charset="0"/>
            </a:endParaRPr>
          </a:p>
          <a:p>
            <a:r>
              <a:rPr lang="en-US" sz="1200" b="0" i="0" kern="1200">
                <a:solidFill>
                  <a:schemeClr val="tx1"/>
                </a:solidFill>
                <a:effectLst/>
                <a:latin typeface="+mn-lt"/>
                <a:ea typeface="+mn-ea"/>
                <a:cs typeface="+mn-cs"/>
              </a:rPr>
              <a:t>the moving average models</a:t>
            </a:r>
            <a:r>
              <a:rPr lang="en-US"/>
              <a:t> </a:t>
            </a:r>
            <a:br>
              <a:rPr lang="en-US"/>
            </a:br>
            <a:br>
              <a:rPr lang="en-US"/>
            </a:br>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97225644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61BAB2-C90E-C69E-88DA-C3133CDCB035}"/>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7EE88654-B633-3C28-9E91-853F17A995E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D2E3AEEC-BF83-9937-3FF2-502789D235A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b="1" dirty="0">
                <a:latin typeface="Times New Roman" panose="02020603050405020304" pitchFamily="18" charset="0"/>
                <a:cs typeface="Times New Roman" panose="02020603050405020304" pitchFamily="18" charset="0"/>
              </a:rPr>
              <a:t>Mục </a:t>
            </a:r>
            <a:r>
              <a:rPr lang="en-US" sz="1200" b="1" dirty="0" err="1">
                <a:latin typeface="Times New Roman" panose="02020603050405020304" pitchFamily="18" charset="0"/>
                <a:cs typeface="Times New Roman" panose="02020603050405020304" pitchFamily="18" charset="0"/>
              </a:rPr>
              <a:t>tiêu</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Hiểu</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nguyên</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lý</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công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thức</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và</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ứng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dụng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của</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mô</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hình</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tự</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hồi</a:t>
            </a:r>
            <a:r>
              <a:rPr lang="en-US" sz="1200" dirty="0">
                <a:latin typeface="Times New Roman" panose="02020603050405020304" pitchFamily="18" charset="0"/>
                <a:cs typeface="Times New Roman" panose="02020603050405020304" pitchFamily="18" charset="0"/>
              </a:rPr>
              <a:t> qui (Autoregression - AR) </a:t>
            </a:r>
            <a:r>
              <a:rPr lang="en-US" sz="1200" dirty="0" err="1">
                <a:latin typeface="Times New Roman" panose="02020603050405020304" pitchFamily="18" charset="0"/>
                <a:cs typeface="Times New Roman" panose="02020603050405020304" pitchFamily="18" charset="0"/>
              </a:rPr>
              <a:t>trong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phân</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tích</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và</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dự</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báo</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chuỗi</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thời</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gian</a:t>
            </a:r>
            <a:r>
              <a:rPr lang="en-US" sz="1200" dirty="0">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30000"/>
              </a:spcBef>
              <a:spcAft>
                <a:spcPct val="0"/>
              </a:spcAft>
              <a:buClrTx/>
              <a:buSzTx/>
              <a:buFontTx/>
              <a:buNone/>
              <a:tabLst/>
              <a:defRPr/>
            </a:pPr>
            <a:r>
              <a:rPr lang="vi-VN" sz="1200" dirty="0">
                <a:latin typeface="Times New Roman" panose="02020603050405020304" pitchFamily="18" charset="0"/>
                <a:cs typeface="Times New Roman" panose="02020603050405020304" pitchFamily="18" charset="0"/>
              </a:rPr>
              <a:t>Bậc của mô hình tự hồi quy trong hầu hết các ứng dụng không vượt quá 2, tuy nhiên trong một số ứng dụng, chúng ta có thể cần bậc lớn hơn, đặc biệt là trong những ứng dụng mà chúng ta sử dụng mô hình AR làm phép xấp xỉ cho các mô hình khác như mô hình MA.</a:t>
            </a:r>
            <a:endParaRPr lang="en-US" sz="12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dirty="0" err="1">
                <a:latin typeface="Times New Roman" panose="02020603050405020304" pitchFamily="18" charset="0"/>
                <a:cs typeface="Times New Roman" panose="02020603050405020304" pitchFamily="18" charset="0"/>
              </a:rPr>
              <a:t>Vì</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vậy</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trong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khóa</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học</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này</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chúng</a:t>
            </a:r>
            <a:r>
              <a:rPr lang="en-US" sz="1200" dirty="0">
                <a:latin typeface="Times New Roman" panose="02020603050405020304" pitchFamily="18" charset="0"/>
                <a:cs typeface="Times New Roman" panose="02020603050405020304" pitchFamily="18" charset="0"/>
              </a:rPr>
              <a:t> ta </a:t>
            </a:r>
            <a:r>
              <a:rPr lang="en-US" sz="1200" dirty="0" err="1">
                <a:latin typeface="Times New Roman" panose="02020603050405020304" pitchFamily="18" charset="0"/>
                <a:cs typeface="Times New Roman" panose="02020603050405020304" pitchFamily="18" charset="0"/>
              </a:rPr>
              <a:t>sẽ</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tập</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trung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vào</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các</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mô</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hình</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tự</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hồi</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quy</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bậc</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một</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và</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bậc</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hai</a:t>
            </a:r>
            <a:r>
              <a:rPr lang="en-US" sz="1200" dirty="0">
                <a:latin typeface="Times New Roman" panose="02020603050405020304" pitchFamily="18" charset="0"/>
                <a:cs typeface="Times New Roman" panose="02020603050405020304" pitchFamily="18" charset="0"/>
              </a:rPr>
              <a:t> (AR(1), AR(2)), </a:t>
            </a:r>
            <a:r>
              <a:rPr lang="en-US" sz="1200" dirty="0" err="1">
                <a:latin typeface="Times New Roman" panose="02020603050405020304" pitchFamily="18" charset="0"/>
                <a:cs typeface="Times New Roman" panose="02020603050405020304" pitchFamily="18" charset="0"/>
              </a:rPr>
              <a:t>và</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chỉ</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đề</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cập</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một</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số</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nhận</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xét</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chung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về</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mô</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hình</a:t>
            </a:r>
            <a:r>
              <a:rPr lang="en-US" sz="1200" dirty="0">
                <a:latin typeface="Times New Roman" panose="02020603050405020304" pitchFamily="18" charset="0"/>
                <a:cs typeface="Times New Roman" panose="02020603050405020304" pitchFamily="18" charset="0"/>
              </a:rPr>
              <a:t> AR(P).</a:t>
            </a:r>
          </a:p>
          <a:p>
            <a:endParaRPr lang="en-US" sz="12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408476266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6A1C41-5A51-A10D-9EFB-B459AB9574BB}"/>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78A98E09-7BB6-24B0-E88F-62CEBDDF208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36CBAD1E-35AD-D018-65E9-1B951C4A471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403212767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995A7C-CFCE-4223-4BB2-AD6C5529B418}"/>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AF48A465-95F0-D3FF-096B-0F11522A15A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D1F5136E-BF5F-FA83-4EDF-BE8098EA6A8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344085802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21B37C-4A54-9B54-767A-8E0F602D4DEE}"/>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4C56BE2E-312A-924A-23A1-D4F14CED8CF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2BBC49C9-D820-F773-AAC0-2B977DF2116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257027308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BDC8BA-162F-FADF-8C25-0916315DD1D6}"/>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EA752342-D8FD-9B95-053B-7B1C19CFAD1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57393CAE-3017-EDDA-02E5-49356284BB1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11087550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5259D6-638B-EDC2-ACCD-6D1F81022AAF}"/>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6E76EC06-366D-B106-5CF3-9151C071306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E391D9D6-B228-6D49-7C4C-5E3FEE0400D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124469114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A2CF2D-232B-2C75-B942-9B3BA46B537E}"/>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B18A68EB-EBDA-D1A3-0A52-F551B79194A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0FA2F787-F71B-66E9-FB02-B007881D510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r>
              <a:rPr lang="en-US" sz="1200" kern="1200">
                <a:solidFill>
                  <a:schemeClr val="tx1"/>
                </a:solidFill>
                <a:effectLst/>
                <a:latin typeface="+mn-lt"/>
                <a:ea typeface="+mn-ea"/>
                <a:cs typeface="+mn-cs"/>
              </a:rPr>
              <a:t>Điều này cho thấy mô hình này ghi nhớ mọi thứ đã xảy ra trong quá khứ, hoặc chúng ta nói rằng nó có bộ nhớ vô hạn, tuy nhiên chúng ta nhận thấy rằng bộ nhớ này giảm theo cấp số nhân khi độ trễ thời gian giữa quan sát hiện tại và quan sát sau tăng lên.</a:t>
            </a:r>
          </a:p>
          <a:p>
            <a:r>
              <a:rPr lang="vi-VN" sz="1200" kern="1200">
                <a:solidFill>
                  <a:schemeClr val="tx1"/>
                </a:solidFill>
                <a:effectLst/>
                <a:latin typeface="+mn-lt"/>
                <a:ea typeface="+mn-ea"/>
                <a:cs typeface="+mn-cs"/>
              </a:rPr>
              <a:t>Để thể hiện hành vi của hàm tự tương quan cho mô hình AR(1), chúng tôi vẽ đồ thị hàm này cho một số giá trị của 𝜙1.</a:t>
            </a:r>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153656384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021876-C68E-07DA-0883-26F4A3E0FB93}"/>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6AF8AA35-8C3D-D161-E408-734BFC3B1CC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F3D1D607-61DD-DDBD-7F07-8CD2DBBDE48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r>
              <a:rPr lang="vi-VN" sz="1200" kern="1200">
                <a:solidFill>
                  <a:schemeClr val="tx1"/>
                </a:solidFill>
                <a:effectLst/>
                <a:latin typeface="+mn-lt"/>
                <a:ea typeface="+mn-ea"/>
                <a:cs typeface="+mn-cs"/>
              </a:rPr>
              <a:t>Từ hình, chúng ta thấy hệ số tự tương quan có dạng sóng sin giảm dần vì giá trị tham số là âm</a:t>
            </a:r>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414302883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D85177-41C1-B049-66CE-83F046B0A27D}"/>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A41D616E-E7DD-3B14-428C-20F11800B53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3075DA0D-EF50-AAD7-1608-7F4C0D1126F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r>
              <a:rPr lang="vi-VN" sz="1200" kern="1200">
                <a:solidFill>
                  <a:schemeClr val="tx1"/>
                </a:solidFill>
                <a:effectLst/>
                <a:latin typeface="+mn-lt"/>
                <a:ea typeface="+mn-ea"/>
                <a:cs typeface="+mn-cs"/>
              </a:rPr>
              <a:t>hệ số tự tương quan có dạng hàm mũ giảm dần vì giá trị tham số là dương.</a:t>
            </a:r>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197672310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2F2236-1519-EAC4-D2AE-6E0DE3A56F27}"/>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ADDAE1C2-7BBF-49FA-2C63-B0FA61D5CCB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B53B508B-89C5-9174-09D6-9A4A38970CD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r>
              <a:rPr lang="vi-VN" sz="1200" kern="1200">
                <a:solidFill>
                  <a:schemeClr val="tx1"/>
                </a:solidFill>
                <a:effectLst/>
                <a:latin typeface="+mn-lt"/>
                <a:ea typeface="+mn-ea"/>
                <a:cs typeface="+mn-cs"/>
              </a:rPr>
              <a:t>Ngoài ra, chúng ta cũng lưu ý rằng sự suy giảm này sẽ chậm ở các ranh giới không dừng 𝜙1 = ±1, ví dụ tại 𝜙1 = ±0,9,</a:t>
            </a:r>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380440878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29ADB4-246B-74A5-8718-EB516E0C79B2}"/>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E86E6040-33D9-BC07-14F7-0251AA7D220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CA08EBBB-7C6D-C527-9BF0-DD1D95570C6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302671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7ECED1-3406-327F-66D6-7C8162818D8D}"/>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6753BC7B-0406-9DD8-C131-0BEB68275CF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B7E4929B-4AA5-FF70-6C6D-F3AC9EEDE3A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398330342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AF16F-3464-D700-928C-1A9544D6FBB7}"/>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B1599DF8-20FE-195C-0116-017E6CB8B45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B2887E87-23A8-E6B7-4B89-E967C6C94B7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377560115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715EF-8CFA-E6B8-BBA5-E433D6F2165E}"/>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3C6EF87B-7562-1E27-1D12-261154B1624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5F50410F-7396-BA3C-9817-4F75436710A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317615111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87E8DA-588D-103E-2517-18F4CEBA6374}"/>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1FB12243-F5DE-A19C-1F09-5626306F317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A86AF44F-4FB9-E7B6-C2CF-0D4CF6E683F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146527114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773338-F0FA-B1A4-F0BE-CA49B640D061}"/>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684E8952-2D15-0E29-28B0-D8A5C506300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2B4D6627-4704-D958-223A-9B6A07E0051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102344777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FBA329-A3CA-66EE-4A44-AB7F260243E7}"/>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C226233C-14F9-7EE0-53F8-71365301E83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424B86FA-15FA-B457-EA0F-00366C8DDC6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161353304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2B6311-348D-725D-DE59-BA156482E427}"/>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775B7558-9D11-D009-6E57-DEF32D78B86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8984CE58-59B7-1D29-6FD4-492C9B56BDE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427318097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065B64-B619-CEA2-D491-3F8AEA876735}"/>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7E78A535-375A-6E18-1146-E389BD13219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488CC9C0-E347-C5FB-285E-C8BD44D08C3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347868159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761AC9-890B-6310-25C3-E259995AA783}"/>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F35C81D1-A4B0-9B04-9D3C-A02022596FB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B6514E27-4944-F0B3-81BA-DC4B55ADFF3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109444733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D50B5F-76AF-411A-A11D-3DC56E55F63A}"/>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75CC0047-07C9-50ED-874F-1EF1B42AC69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AEC2905F-FEDA-F4B7-3DDE-077EF529DE2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238870399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B87378-ABDB-C95C-72BE-53F90F1B2B71}"/>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FAA10727-82E3-A187-3699-D12F8EEB9F0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3E1E8C9D-87DA-B15B-10B0-156E55EE62A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203107449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F260C6-19E9-7B53-0C54-ABBFA12E4CAC}"/>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47775B35-9827-8B7B-3BC5-8DA244F3817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657BD375-95DE-B088-20B3-B7F101BD845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159827089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D10389-5A39-11EF-760A-357BCFCE2CCB}"/>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1E7A44BE-E1C3-4E80-BB92-E0C0A1AB2A7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D8C6954A-B50A-65F9-8B3A-8611CF9D6CF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420237943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3410F1-106C-8D89-6F55-F8EBCC51E8C6}"/>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04BA6D48-C32F-E3DA-CA4A-362C5AC83B0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34768310-EB71-2938-550C-A177C70BC75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119979649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C0B19F-C755-394A-AE06-6C8703277DB0}"/>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AF8D2B86-568C-430A-4363-47843922896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7806310D-830A-C9BB-4555-B023CFA3808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336469383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C9CF37-0ED2-63F2-656C-E20E2993FA7B}"/>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9DFA2E8F-6CCD-9383-1DA3-89E69842AEA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17788C2E-E519-0D89-79EF-1CD99E652C8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78659453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A40662-9549-2593-20F8-A3F5F8D5F8E4}"/>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2E262AB8-666D-FEED-6841-1AE3DD02974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8403C0C8-93D7-3C7D-F658-9FAB63EF0FF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101160567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DC17F9-3649-2CA2-DD85-A09518677A43}"/>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A7449703-93BA-8170-1E2A-412160015F9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E11F9DAC-3127-9B12-4F1D-9FD94B7D86B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r>
              <a:rPr lang="en-US" sz="1200" kern="1200">
                <a:solidFill>
                  <a:schemeClr val="tx1"/>
                </a:solidFill>
                <a:effectLst/>
                <a:latin typeface="+mn-lt"/>
                <a:ea typeface="+mn-ea"/>
                <a:cs typeface="+mn-cs"/>
              </a:rPr>
              <a:t>PACF chỉ có hai giá trị khác không (𝜙11 và 𝜙22), trong khi các giá trị còn lại đều bằng không.</a:t>
            </a:r>
          </a:p>
        </p:txBody>
      </p:sp>
    </p:spTree>
    <p:extLst>
      <p:ext uri="{BB962C8B-B14F-4D97-AF65-F5344CB8AC3E}">
        <p14:creationId xmlns:p14="http://schemas.microsoft.com/office/powerpoint/2010/main" val="72176982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2568A8-E385-F62C-F5D8-4BC0B2ED284A}"/>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169C886D-2BA5-F996-261A-E15FF3541EA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BA59AB5C-EC9C-DB7B-A4FD-A2B5E7C2EB2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364234814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F387E8-6BE3-4756-8665-30724FB9AF6C}"/>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CF8DCD98-E9BB-3C03-1FA1-C2BDA41A114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036FEF1E-9B74-3CF8-6F7F-87744EBEF96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45073085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D8CDB6-77B3-FF95-CC02-9767701A3F0C}"/>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F392D7AA-4F5E-ED01-F8CC-438A2B63AB0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9283D88D-4E8A-B38D-E629-E653F54340F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246008485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845366-5C4A-05CE-22A0-4ED10439A5B3}"/>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DE59B935-587D-DD39-1BAA-FB6C07C5936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A70FA9DD-38B4-528A-FF44-02468303276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r>
              <a:rPr lang="vi-VN" sz="1200" kern="1200">
                <a:solidFill>
                  <a:schemeClr val="tx1"/>
                </a:solidFill>
                <a:effectLst/>
                <a:latin typeface="+mn-lt"/>
                <a:ea typeface="+mn-ea"/>
                <a:cs typeface="+mn-cs"/>
              </a:rPr>
              <a:t>Tuy nhiên, chúng ta sẽ không tìm ra nghiệm toán học của </a:t>
            </a:r>
            <a:r>
              <a:rPr lang="en-US" sz="1200" kern="1200">
                <a:solidFill>
                  <a:schemeClr val="tx1"/>
                </a:solidFill>
                <a:effectLst/>
                <a:latin typeface="+mn-lt"/>
                <a:ea typeface="+mn-ea"/>
                <a:cs typeface="+mn-cs"/>
              </a:rPr>
              <a:t>phương trình vi phân</a:t>
            </a:r>
            <a:r>
              <a:rPr lang="vi-VN" sz="1200" kern="1200">
                <a:solidFill>
                  <a:schemeClr val="tx1"/>
                </a:solidFill>
                <a:effectLst/>
                <a:latin typeface="+mn-lt"/>
                <a:ea typeface="+mn-ea"/>
                <a:cs typeface="+mn-cs"/>
              </a:rPr>
              <a:t> này,chúng ta sẽ chỉ đề cập đến các dạng hàm này có thể có (rất</a:t>
            </a:r>
            <a:r>
              <a:rPr lang="en-US" sz="1200" kern="1200">
                <a:solidFill>
                  <a:schemeClr val="tx1"/>
                </a:solidFill>
                <a:effectLst/>
                <a:latin typeface="+mn-lt"/>
                <a:ea typeface="+mn-ea"/>
                <a:cs typeface="+mn-cs"/>
              </a:rPr>
              <a:t> </a:t>
            </a:r>
            <a:r>
              <a:rPr lang="vi-VN" sz="1200" kern="1200">
                <a:solidFill>
                  <a:schemeClr val="tx1"/>
                </a:solidFill>
                <a:effectLst/>
                <a:latin typeface="+mn-lt"/>
                <a:ea typeface="+mn-ea"/>
                <a:cs typeface="+mn-cs"/>
              </a:rPr>
              <a:t>tương tự với các dạng của trường hợp AR(1) và AR(2))</a:t>
            </a:r>
            <a:r>
              <a:rPr lang="en-US" sz="1200" kern="1200">
                <a:solidFill>
                  <a:schemeClr val="tx1"/>
                </a:solidFill>
                <a:effectLst/>
                <a:latin typeface="+mn-lt"/>
                <a:ea typeface="+mn-ea"/>
                <a:cs typeface="+mn-cs"/>
              </a:rPr>
              <a:t>.</a:t>
            </a:r>
          </a:p>
        </p:txBody>
      </p:sp>
    </p:spTree>
    <p:extLst>
      <p:ext uri="{BB962C8B-B14F-4D97-AF65-F5344CB8AC3E}">
        <p14:creationId xmlns:p14="http://schemas.microsoft.com/office/powerpoint/2010/main" val="298167162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178A21-303C-C24B-2B77-7C30CFAD148A}"/>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11B1C3F1-3234-C14A-8747-4A26977D6C7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73963231-3709-0BB6-FBED-EEFBB9C55C8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246938356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5F86BA-0088-3E80-D972-B24108B7F2D8}"/>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CC178F78-644F-C9EA-ACB2-5699AC4D138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32B10315-D9CC-F941-1DEA-75A7C9E5301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227445302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F80910-882E-B3C4-7934-A5A73E0E4C6A}"/>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70014781-6772-6ADB-92CD-A66A9D9FB8A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FA88D55C-6EA9-405F-E148-AC2131BA937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351354329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4B4274-AA50-C624-DF2C-52F7B80B5FE4}"/>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1C0E39E0-2F88-1DC9-A33E-360BC2CA64A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CD3AEE0B-9C61-78A0-9782-1E05639A94F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vi-VN" sz="1200" b="0" kern="1200">
                <a:solidFill>
                  <a:schemeClr val="tx1"/>
                </a:solidFill>
                <a:effectLst/>
                <a:latin typeface="+mn-lt"/>
                <a:ea typeface="+mn-ea"/>
                <a:cs typeface="+mn-cs"/>
              </a:rPr>
              <a:t>Trong hầu hết các ứng dụng phát sinh trong kinh tế và quản lý,kỹ thuật, nghiên cứu môi trường, giá trị của 𝑞 thường nhỏ hơn hoặc bằng 2, vì vậy chúng ta sẽ giới hạn trong việc thảo luận vềhai mô hình này và chỉ đề cập đến một số tính chất của mô hìnhMA(q) tổng quát.</a:t>
            </a:r>
            <a:endParaRPr lang="en-US" sz="1200" b="0" kern="1200">
              <a:solidFill>
                <a:schemeClr val="tx1"/>
              </a:solidFill>
              <a:effectLst/>
              <a:latin typeface="+mn-lt"/>
              <a:ea typeface="+mn-ea"/>
              <a:cs typeface="+mn-cs"/>
            </a:endParaRPr>
          </a:p>
        </p:txBody>
      </p:sp>
    </p:spTree>
    <p:extLst>
      <p:ext uri="{BB962C8B-B14F-4D97-AF65-F5344CB8AC3E}">
        <p14:creationId xmlns:p14="http://schemas.microsoft.com/office/powerpoint/2010/main" val="76593390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FA0DD7-B7DA-0A89-6FA6-1BE4805E0881}"/>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B927EF02-CA86-B29D-C3EC-6CF2E92BDAF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941B2A4A-51C8-7879-98E5-EFC7867CD3E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b="0" kern="1200">
              <a:solidFill>
                <a:schemeClr val="tx1"/>
              </a:solidFill>
              <a:effectLst/>
              <a:latin typeface="+mn-lt"/>
              <a:ea typeface="+mn-ea"/>
              <a:cs typeface="+mn-cs"/>
            </a:endParaRPr>
          </a:p>
        </p:txBody>
      </p:sp>
    </p:spTree>
    <p:extLst>
      <p:ext uri="{BB962C8B-B14F-4D97-AF65-F5344CB8AC3E}">
        <p14:creationId xmlns:p14="http://schemas.microsoft.com/office/powerpoint/2010/main" val="40464666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61EAAA-093C-B890-E018-CC66DAF676C1}"/>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2917627F-97DD-3AC4-7A80-B4973CB2C46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0A66B3D3-11CA-4E37-5AF3-1CFABA90285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186875397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5A30E5-6718-65FF-809C-4E7C4F11922A}"/>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43A7F5FE-3AC7-9157-E983-8A421008D4B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03E92EEA-AFEC-D6A0-08AD-90298D81513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376195250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96239E-8208-CB45-601A-279BF996D058}"/>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30B6174F-9CAE-DA90-A102-E241959AE16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0682C66E-4F8F-3ADD-0359-39C64E794F2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48480918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35DAAB-3C3B-F2F3-32DF-0AA764330064}"/>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D86D8701-226D-62D1-7962-C733E74A9B8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8762C6D0-F1E7-7DBF-4BB8-AF46072652A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100305491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A73F3E-43C0-AF64-D0CE-7189F366F21C}"/>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556AE4A9-DE61-8031-B4EB-F2F1001EAFA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4C9F4BCF-3FCE-21C9-43A6-B6F831D71A5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366729883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452D6-1B13-5453-551D-A335366E31DF}"/>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F4FF1456-24B3-1385-8012-6872276E559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4E19FDE2-F8FE-7D54-5454-79B5B757297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361029178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54F737-D528-5FF8-FF5A-0CBC5C5363F2}"/>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2770D90A-1C90-0E89-6D7F-68544E00C9A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B95F3210-A204-2722-6611-8DF18336837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625260467"/>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3079B0-DD10-6276-BF34-09FA905E4AE6}"/>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C55E0A22-5E83-4149-819C-23CA9FE1109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774E5803-FE4D-C18D-A92C-2AAD57A38F3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1262746109"/>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89DF2D-1F6D-5314-E02D-82C8873ADE9A}"/>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51E061DE-C7C6-F8F1-7452-1C8FDF05786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E49114A2-6812-22EA-01B3-F4398B3C008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130455510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A66351-F254-8FB0-E360-596F182923AA}"/>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C8E9D88B-DF9D-DD22-B0A8-2BFDD890173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E5A1DEEC-86E4-7AFA-2FFA-F779F45A523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236353036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C8D5D8-2C52-688A-C969-FAB156A7769E}"/>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08804C42-E9DF-5C23-1C1B-E2B3F693287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2412DAA7-9713-EA42-C0AC-2D27F22D2DA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51031498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24661-A2C1-A723-3829-4B57AB0E85C6}"/>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3190FFCA-B779-F3FD-983B-FB004D2DFAF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172A9601-D063-7EE9-9342-60A397BFC81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2394161674"/>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D5BD03-404D-698C-5755-9242AFA5485B}"/>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C1C30273-0F73-D5FE-83B6-06BDBA860DD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D1165722-0439-EDF8-EC65-86751E374AC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2935477470"/>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15CA25-4702-E0E1-9976-FBFAD27BA4ED}"/>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C2DBBE77-A2A5-9628-AA6E-EBC82738CFA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91B9E659-40A4-536C-31F8-16D55AAEF6A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lvl="0"/>
            <a:r>
              <a:rPr lang="en-US" sz="1200" b="1" kern="1200">
                <a:solidFill>
                  <a:schemeClr val="tx1"/>
                </a:solidFill>
                <a:effectLst/>
                <a:latin typeface="+mn-lt"/>
                <a:ea typeface="+mn-ea"/>
                <a:cs typeface="+mn-cs"/>
              </a:rPr>
              <a:t>Mục tiêu</a:t>
            </a:r>
            <a:r>
              <a:rPr lang="en-US" sz="1200" kern="1200">
                <a:solidFill>
                  <a:schemeClr val="tx1"/>
                </a:solidFill>
                <a:effectLst/>
                <a:latin typeface="+mn-lt"/>
                <a:ea typeface="+mn-ea"/>
                <a:cs typeface="+mn-cs"/>
              </a:rPr>
              <a:t>: Hiểu nguyên lý, công thức, ứng dụng và minh họa của mô hình ARMA trong phân tích chuỗi thời gian.</a:t>
            </a:r>
          </a:p>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1195983980"/>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D734D6-C0EA-66EE-B57E-F863115EFF4C}"/>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2949235C-D696-F0E7-12BF-384160DEEA6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4F75859A-71B3-5A28-2E58-C0DDCAE725C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r>
              <a:rPr lang="en-US" sz="1200" b="0" kern="1200">
                <a:solidFill>
                  <a:schemeClr val="tx1"/>
                </a:solidFill>
                <a:effectLst/>
                <a:latin typeface="+mn-lt"/>
                <a:ea typeface="+mn-ea"/>
                <a:cs typeface="+mn-cs"/>
              </a:rPr>
              <a:t>Ta nói rằng {𝑦𝑡} tuân theo một quá trình trung bình động tự hồi quy bậc (𝑝, 𝑞), viết tắt là mô hình ARMA(𝑝, 𝑞), nếu nó có dạng sau:</a:t>
            </a:r>
          </a:p>
        </p:txBody>
      </p:sp>
    </p:spTree>
    <p:extLst>
      <p:ext uri="{BB962C8B-B14F-4D97-AF65-F5344CB8AC3E}">
        <p14:creationId xmlns:p14="http://schemas.microsoft.com/office/powerpoint/2010/main" val="418067654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6CAB8B-227C-E081-2501-B7982EC9A0C6}"/>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88C0C8CA-3931-5B75-3013-4931F56BA05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6487987F-A3FA-94D3-BC51-2818040E72A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690113877"/>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DB80D3-25E7-7663-BA11-C7622F376BA3}"/>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8358C855-9C1D-82CB-C734-F556B492961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2E3A7371-FC31-28CE-EC16-CEABDD423A0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b="0" kern="1200">
              <a:solidFill>
                <a:schemeClr val="tx1"/>
              </a:solidFill>
              <a:effectLst/>
              <a:latin typeface="+mn-lt"/>
              <a:ea typeface="+mn-ea"/>
              <a:cs typeface="+mn-cs"/>
            </a:endParaRPr>
          </a:p>
        </p:txBody>
      </p:sp>
    </p:spTree>
    <p:extLst>
      <p:ext uri="{BB962C8B-B14F-4D97-AF65-F5344CB8AC3E}">
        <p14:creationId xmlns:p14="http://schemas.microsoft.com/office/powerpoint/2010/main" val="3278500069"/>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96320B-620F-74F5-1BDB-DB9B6FF750D1}"/>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8CB76276-1AAF-B55B-C691-8BD6109FFE4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350DF55B-A770-24BE-B1F7-987A5004037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1013623393"/>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09A55-6007-5EB8-55AE-D959E922D5E7}"/>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972CAF78-6FFC-78FD-573F-06335B1B9AD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0308ACA9-EC7A-0215-156F-A884DF7461F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743559012"/>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DF2F34-C8C3-36E0-A82B-98E9835422A5}"/>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54058C04-19D4-3D28-F4BD-99072AB3984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44AF4373-FA5E-D3C9-4CD8-E891A719A8F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430899789"/>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94807C-AC5E-6427-CB14-7E8F4B6D54C2}"/>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CC919A03-0DA2-1AFE-391E-1E6D038B872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2B305E84-C26D-E57D-BA39-5FA619E5D47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10085491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347E2C-78C2-4E08-2E5D-7A2CF0CEFAF2}"/>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789842D6-7B5D-93C1-E97D-F4BE49C8288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FA320A6D-A8BD-8923-4B1B-5B02C2ECBFA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1055712597"/>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5D56E-68C2-2E18-4D7D-BB185680B773}"/>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6505F754-D75B-B68A-ECCF-7FE8C352209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0282759D-3800-966E-FF9F-E2AE43F7A6E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b="0" kern="1200">
              <a:solidFill>
                <a:schemeClr val="tx1"/>
              </a:solidFill>
              <a:effectLst/>
              <a:latin typeface="+mn-lt"/>
              <a:ea typeface="+mn-ea"/>
              <a:cs typeface="+mn-cs"/>
            </a:endParaRPr>
          </a:p>
        </p:txBody>
      </p:sp>
    </p:spTree>
    <p:extLst>
      <p:ext uri="{BB962C8B-B14F-4D97-AF65-F5344CB8AC3E}">
        <p14:creationId xmlns:p14="http://schemas.microsoft.com/office/powerpoint/2010/main" val="1128993047"/>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50848F-0EA2-FB0A-7D06-7C6DD1380D56}"/>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2A3CF0A7-E284-AC8E-0C36-75299A46D7F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9D5CC23B-6502-A5D9-C9EF-045E1FE3D73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b="0" kern="1200">
              <a:solidFill>
                <a:schemeClr val="tx1"/>
              </a:solidFill>
              <a:effectLst/>
              <a:latin typeface="+mn-lt"/>
              <a:ea typeface="+mn-ea"/>
              <a:cs typeface="+mn-cs"/>
            </a:endParaRPr>
          </a:p>
        </p:txBody>
      </p:sp>
    </p:spTree>
    <p:extLst>
      <p:ext uri="{BB962C8B-B14F-4D97-AF65-F5344CB8AC3E}">
        <p14:creationId xmlns:p14="http://schemas.microsoft.com/office/powerpoint/2010/main" val="2737085807"/>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E938EF-3C49-6E96-D935-29874AB85403}"/>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603EA9E4-F7F0-71B6-00A7-3A66052A3A2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F75C1791-0B29-D6BF-8DC8-2BA7819AEB3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b="0" kern="1200">
              <a:solidFill>
                <a:schemeClr val="tx1"/>
              </a:solidFill>
              <a:effectLst/>
              <a:latin typeface="+mn-lt"/>
              <a:ea typeface="+mn-ea"/>
              <a:cs typeface="+mn-cs"/>
            </a:endParaRPr>
          </a:p>
        </p:txBody>
      </p:sp>
    </p:spTree>
    <p:extLst>
      <p:ext uri="{BB962C8B-B14F-4D97-AF65-F5344CB8AC3E}">
        <p14:creationId xmlns:p14="http://schemas.microsoft.com/office/powerpoint/2010/main" val="3025921323"/>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BBB6A6-1A17-04CC-988C-43911EF433F4}"/>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5F9D8C69-2506-D37B-75AC-C507086C529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AFEDE537-7029-9265-4864-93F872F5876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716375000"/>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04181C-DC02-B4D4-DA21-A4485CB50D44}"/>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988BF945-45E4-E898-39DC-78450B3448B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8418070F-5BD1-F48E-3B73-95DDEF895B5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2973030938"/>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702CCE-272B-AB04-3D54-289D16F096D3}"/>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09DEA062-26EF-5A66-9169-2A499653CD1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0094077C-3AB9-830C-0E42-61B714857D4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b="0" kern="1200">
              <a:solidFill>
                <a:schemeClr val="tx1"/>
              </a:solidFill>
              <a:effectLst/>
              <a:latin typeface="+mn-lt"/>
              <a:ea typeface="+mn-ea"/>
              <a:cs typeface="+mn-cs"/>
            </a:endParaRPr>
          </a:p>
        </p:txBody>
      </p:sp>
    </p:spTree>
    <p:extLst>
      <p:ext uri="{BB962C8B-B14F-4D97-AF65-F5344CB8AC3E}">
        <p14:creationId xmlns:p14="http://schemas.microsoft.com/office/powerpoint/2010/main" val="824246892"/>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AE8DA0-E315-656B-05D7-F5FE5E0C7A6F}"/>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A6D51FE8-3912-051C-ACFE-CD7D95C0E11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8E8CBE6E-5AB4-F2FD-974E-08E0B39E570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b="0" kern="1200">
              <a:solidFill>
                <a:schemeClr val="tx1"/>
              </a:solidFill>
              <a:effectLst/>
              <a:latin typeface="+mn-lt"/>
              <a:ea typeface="+mn-ea"/>
              <a:cs typeface="+mn-cs"/>
            </a:endParaRPr>
          </a:p>
        </p:txBody>
      </p:sp>
    </p:spTree>
    <p:extLst>
      <p:ext uri="{BB962C8B-B14F-4D97-AF65-F5344CB8AC3E}">
        <p14:creationId xmlns:p14="http://schemas.microsoft.com/office/powerpoint/2010/main" val="230841398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80BE85-4349-F91B-3A1D-C4B4617DAB3A}"/>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7448DF45-36FC-76AD-571B-642AA8C429C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82CB9BDA-3551-D332-5351-C0374239EDC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b="0" kern="1200">
              <a:solidFill>
                <a:schemeClr val="tx1"/>
              </a:solidFill>
              <a:effectLst/>
              <a:latin typeface="+mn-lt"/>
              <a:ea typeface="+mn-ea"/>
              <a:cs typeface="+mn-cs"/>
            </a:endParaRPr>
          </a:p>
        </p:txBody>
      </p:sp>
    </p:spTree>
    <p:extLst>
      <p:ext uri="{BB962C8B-B14F-4D97-AF65-F5344CB8AC3E}">
        <p14:creationId xmlns:p14="http://schemas.microsoft.com/office/powerpoint/2010/main" val="227839719"/>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8CA03C-4B3F-1304-45DD-E076ADEBCC21}"/>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1B32E2DD-36C3-E241-C5A0-10B77F3AB17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3622C21A-F511-8FDD-303C-130A334D9DA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b="0" kern="1200">
              <a:solidFill>
                <a:schemeClr val="tx1"/>
              </a:solidFill>
              <a:effectLst/>
              <a:latin typeface="+mn-lt"/>
              <a:ea typeface="+mn-ea"/>
              <a:cs typeface="+mn-cs"/>
            </a:endParaRPr>
          </a:p>
        </p:txBody>
      </p:sp>
    </p:spTree>
    <p:extLst>
      <p:ext uri="{BB962C8B-B14F-4D97-AF65-F5344CB8AC3E}">
        <p14:creationId xmlns:p14="http://schemas.microsoft.com/office/powerpoint/2010/main" val="1285234884"/>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480956-1376-AAB8-754E-2772B97EACEB}"/>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FB89C49C-CDD7-2768-CF8F-F9628D88EF4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5DE76C78-3F82-0CD6-EBC2-F6DC3469177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b="0" kern="1200">
              <a:solidFill>
                <a:schemeClr val="tx1"/>
              </a:solidFill>
              <a:effectLst/>
              <a:latin typeface="+mn-lt"/>
              <a:ea typeface="+mn-ea"/>
              <a:cs typeface="+mn-cs"/>
            </a:endParaRPr>
          </a:p>
        </p:txBody>
      </p:sp>
    </p:spTree>
    <p:extLst>
      <p:ext uri="{BB962C8B-B14F-4D97-AF65-F5344CB8AC3E}">
        <p14:creationId xmlns:p14="http://schemas.microsoft.com/office/powerpoint/2010/main" val="46724770"/>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800122-A568-BA46-14CD-F248EF465202}"/>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A4E27D47-C82E-1E2A-9FD7-771CD7E2E67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7C2A045D-0687-8D87-95F3-1A4BBAA0726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b="0" kern="1200">
              <a:solidFill>
                <a:schemeClr val="tx1"/>
              </a:solidFill>
              <a:effectLst/>
              <a:latin typeface="+mn-lt"/>
              <a:ea typeface="+mn-ea"/>
              <a:cs typeface="+mn-cs"/>
            </a:endParaRPr>
          </a:p>
        </p:txBody>
      </p:sp>
    </p:spTree>
    <p:extLst>
      <p:ext uri="{BB962C8B-B14F-4D97-AF65-F5344CB8AC3E}">
        <p14:creationId xmlns:p14="http://schemas.microsoft.com/office/powerpoint/2010/main" val="2134672028"/>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8B501-230C-EF30-1D05-C48A83210788}"/>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B24CBA4C-B143-B80B-E86A-6E9BBA7D101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7AA89D87-D4C5-005C-FADE-E26BF2B93D3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b="0" kern="1200">
              <a:solidFill>
                <a:schemeClr val="tx1"/>
              </a:solidFill>
              <a:effectLst/>
              <a:latin typeface="+mn-lt"/>
              <a:ea typeface="+mn-ea"/>
              <a:cs typeface="+mn-cs"/>
            </a:endParaRPr>
          </a:p>
        </p:txBody>
      </p:sp>
    </p:spTree>
    <p:extLst>
      <p:ext uri="{BB962C8B-B14F-4D97-AF65-F5344CB8AC3E}">
        <p14:creationId xmlns:p14="http://schemas.microsoft.com/office/powerpoint/2010/main" val="990299065"/>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EF0334-7E84-B054-CBE2-76F1CD8D29C1}"/>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D7B3AD7B-7B1E-3993-C5C7-D1805520479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C5821803-A240-4CB1-E867-89A4F384F93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b="0" kern="1200">
              <a:solidFill>
                <a:schemeClr val="tx1"/>
              </a:solidFill>
              <a:effectLst/>
              <a:latin typeface="+mn-lt"/>
              <a:ea typeface="+mn-ea"/>
              <a:cs typeface="+mn-cs"/>
            </a:endParaRPr>
          </a:p>
        </p:txBody>
      </p:sp>
    </p:spTree>
    <p:extLst>
      <p:ext uri="{BB962C8B-B14F-4D97-AF65-F5344CB8AC3E}">
        <p14:creationId xmlns:p14="http://schemas.microsoft.com/office/powerpoint/2010/main" val="3395678094"/>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A21A14-180B-EB6E-0E16-DCF20ADB1D75}"/>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B6A3D291-6A31-FE11-A54C-E43B0715799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3EC0A632-F36C-95F7-112C-0A60C685E2E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b="0" kern="1200">
              <a:solidFill>
                <a:schemeClr val="tx1"/>
              </a:solidFill>
              <a:effectLst/>
              <a:latin typeface="+mn-lt"/>
              <a:ea typeface="+mn-ea"/>
              <a:cs typeface="+mn-cs"/>
            </a:endParaRPr>
          </a:p>
        </p:txBody>
      </p:sp>
    </p:spTree>
    <p:extLst>
      <p:ext uri="{BB962C8B-B14F-4D97-AF65-F5344CB8AC3E}">
        <p14:creationId xmlns:p14="http://schemas.microsoft.com/office/powerpoint/2010/main" val="1673242925"/>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6EF137-22A0-808D-6CCD-BF0C510AD80C}"/>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334AD094-D58B-BADF-DE36-FFBC188F9C1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2B534A2F-F1FF-878E-041E-E0B5380B5A0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b="0" kern="1200">
              <a:solidFill>
                <a:schemeClr val="tx1"/>
              </a:solidFill>
              <a:effectLst/>
              <a:latin typeface="+mn-lt"/>
              <a:ea typeface="+mn-ea"/>
              <a:cs typeface="+mn-cs"/>
            </a:endParaRPr>
          </a:p>
        </p:txBody>
      </p:sp>
    </p:spTree>
    <p:extLst>
      <p:ext uri="{BB962C8B-B14F-4D97-AF65-F5344CB8AC3E}">
        <p14:creationId xmlns:p14="http://schemas.microsoft.com/office/powerpoint/2010/main" val="3026368323"/>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FD329D-0F6F-DEC1-381E-B8FFA9A897B3}"/>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74312BAD-36E6-6CE5-6CDF-EC60C145B9E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F6EA5FA0-50E1-6355-4F0C-5788C3A71D8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b="0" kern="1200">
              <a:solidFill>
                <a:schemeClr val="tx1"/>
              </a:solidFill>
              <a:effectLst/>
              <a:latin typeface="+mn-lt"/>
              <a:ea typeface="+mn-ea"/>
              <a:cs typeface="+mn-cs"/>
            </a:endParaRPr>
          </a:p>
        </p:txBody>
      </p:sp>
    </p:spTree>
    <p:extLst>
      <p:ext uri="{BB962C8B-B14F-4D97-AF65-F5344CB8AC3E}">
        <p14:creationId xmlns:p14="http://schemas.microsoft.com/office/powerpoint/2010/main" val="2814475320"/>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F56952-4E4B-880D-7C68-4FFB39892949}"/>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5F3F18EE-BBAA-6DC8-40CF-3EF65668971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2A138A1A-DB23-A956-CE11-A4FA72840F0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b="0" kern="1200">
              <a:solidFill>
                <a:schemeClr val="tx1"/>
              </a:solidFill>
              <a:effectLst/>
              <a:latin typeface="+mn-lt"/>
              <a:ea typeface="+mn-ea"/>
              <a:cs typeface="+mn-cs"/>
            </a:endParaRPr>
          </a:p>
        </p:txBody>
      </p:sp>
    </p:spTree>
    <p:extLst>
      <p:ext uri="{BB962C8B-B14F-4D97-AF65-F5344CB8AC3E}">
        <p14:creationId xmlns:p14="http://schemas.microsoft.com/office/powerpoint/2010/main" val="186768300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1AACFB-BB2E-EE9F-013B-9A559BAA702B}"/>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D6AC0EFA-85BB-0945-DB69-CD1A845916E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F44F80D6-11B4-79AC-0506-E90D42D9614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b="0" kern="1200">
              <a:solidFill>
                <a:schemeClr val="tx1"/>
              </a:solidFill>
              <a:effectLst/>
              <a:latin typeface="+mn-lt"/>
              <a:ea typeface="+mn-ea"/>
              <a:cs typeface="+mn-cs"/>
            </a:endParaRPr>
          </a:p>
        </p:txBody>
      </p:sp>
    </p:spTree>
    <p:extLst>
      <p:ext uri="{BB962C8B-B14F-4D97-AF65-F5344CB8AC3E}">
        <p14:creationId xmlns:p14="http://schemas.microsoft.com/office/powerpoint/2010/main" val="3886523952"/>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407678-84C2-B96D-C8A6-9A74FB991105}"/>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2FE26621-FA11-5DBA-07EC-56CF079F926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1AFB21A6-C521-4274-A855-43DABD3EAA3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b="0" kern="1200">
              <a:solidFill>
                <a:schemeClr val="tx1"/>
              </a:solidFill>
              <a:effectLst/>
              <a:latin typeface="+mn-lt"/>
              <a:ea typeface="+mn-ea"/>
              <a:cs typeface="+mn-cs"/>
            </a:endParaRPr>
          </a:p>
        </p:txBody>
      </p:sp>
    </p:spTree>
    <p:extLst>
      <p:ext uri="{BB962C8B-B14F-4D97-AF65-F5344CB8AC3E}">
        <p14:creationId xmlns:p14="http://schemas.microsoft.com/office/powerpoint/2010/main" val="95975530"/>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EC53A0-94DE-CBA0-0CCF-8CF6FD4F26AE}"/>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5781F07C-1021-28B5-95A5-F30822E83F0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12B33EE7-BB23-FFD1-58DF-E2B1D658B11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b="0" kern="1200">
              <a:solidFill>
                <a:schemeClr val="tx1"/>
              </a:solidFill>
              <a:effectLst/>
              <a:latin typeface="+mn-lt"/>
              <a:ea typeface="+mn-ea"/>
              <a:cs typeface="+mn-cs"/>
            </a:endParaRPr>
          </a:p>
        </p:txBody>
      </p:sp>
    </p:spTree>
    <p:extLst>
      <p:ext uri="{BB962C8B-B14F-4D97-AF65-F5344CB8AC3E}">
        <p14:creationId xmlns:p14="http://schemas.microsoft.com/office/powerpoint/2010/main" val="4153162074"/>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08C284-849E-1F76-FEDC-D800C7A2F253}"/>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C8A26CB5-20DE-C55F-545B-14D117F76FA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BC5FF035-1664-85D7-34A0-321604C1159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b="0" kern="1200">
              <a:solidFill>
                <a:schemeClr val="tx1"/>
              </a:solidFill>
              <a:effectLst/>
              <a:latin typeface="+mn-lt"/>
              <a:ea typeface="+mn-ea"/>
              <a:cs typeface="+mn-cs"/>
            </a:endParaRPr>
          </a:p>
        </p:txBody>
      </p:sp>
    </p:spTree>
    <p:extLst>
      <p:ext uri="{BB962C8B-B14F-4D97-AF65-F5344CB8AC3E}">
        <p14:creationId xmlns:p14="http://schemas.microsoft.com/office/powerpoint/2010/main" val="3502431777"/>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245109-42AF-4AC8-312F-8A8B069AC51A}"/>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D3366B3D-C807-8389-FFB6-ECC5D673E4E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4AF985B3-EE8E-82C6-6CF0-40BCB2E7FE3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b="0" kern="1200">
              <a:solidFill>
                <a:schemeClr val="tx1"/>
              </a:solidFill>
              <a:effectLst/>
              <a:latin typeface="+mn-lt"/>
              <a:ea typeface="+mn-ea"/>
              <a:cs typeface="+mn-cs"/>
            </a:endParaRPr>
          </a:p>
        </p:txBody>
      </p:sp>
    </p:spTree>
    <p:extLst>
      <p:ext uri="{BB962C8B-B14F-4D97-AF65-F5344CB8AC3E}">
        <p14:creationId xmlns:p14="http://schemas.microsoft.com/office/powerpoint/2010/main" val="1871194804"/>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BEB9AD-22D8-A1B0-56A4-F8741EC08BD1}"/>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72497E18-BE8E-3DE2-C7D2-76DBCF87732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2E26DB85-6C3A-929B-E17A-CB4D9C9E667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b="0" kern="1200">
              <a:solidFill>
                <a:schemeClr val="tx1"/>
              </a:solidFill>
              <a:effectLst/>
              <a:latin typeface="+mn-lt"/>
              <a:ea typeface="+mn-ea"/>
              <a:cs typeface="+mn-cs"/>
            </a:endParaRPr>
          </a:p>
        </p:txBody>
      </p:sp>
    </p:spTree>
    <p:extLst>
      <p:ext uri="{BB962C8B-B14F-4D97-AF65-F5344CB8AC3E}">
        <p14:creationId xmlns:p14="http://schemas.microsoft.com/office/powerpoint/2010/main" val="2757835280"/>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431BDD-F9A3-A4CB-D47B-508B8A97B3E0}"/>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8238A3A4-8367-A595-1F6D-BB3C0A1F001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7544489C-2F91-847B-1C38-95BE646B7C7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b="0" kern="1200">
              <a:solidFill>
                <a:schemeClr val="tx1"/>
              </a:solidFill>
              <a:effectLst/>
              <a:latin typeface="+mn-lt"/>
              <a:ea typeface="+mn-ea"/>
              <a:cs typeface="+mn-cs"/>
            </a:endParaRPr>
          </a:p>
        </p:txBody>
      </p:sp>
    </p:spTree>
    <p:extLst>
      <p:ext uri="{BB962C8B-B14F-4D97-AF65-F5344CB8AC3E}">
        <p14:creationId xmlns:p14="http://schemas.microsoft.com/office/powerpoint/2010/main" val="34969443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7C2F7C-C676-0B67-67AB-A420A574DF83}"/>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971CBED1-FB10-02C3-30D1-A14C8CCBAD8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5ADE56CF-8239-842D-AA71-B804955D648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b="0" kern="1200">
              <a:solidFill>
                <a:schemeClr val="tx1"/>
              </a:solidFill>
              <a:effectLst/>
              <a:latin typeface="+mn-lt"/>
              <a:ea typeface="+mn-ea"/>
              <a:cs typeface="+mn-cs"/>
            </a:endParaRPr>
          </a:p>
        </p:txBody>
      </p:sp>
    </p:spTree>
    <p:extLst>
      <p:ext uri="{BB962C8B-B14F-4D97-AF65-F5344CB8AC3E}">
        <p14:creationId xmlns:p14="http://schemas.microsoft.com/office/powerpoint/2010/main" val="274139470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2D78DE-4CC7-91D6-EB22-1F611ABABFC7}"/>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5EA81D38-6D80-32B4-8C75-D754115BB71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9311D4E5-9E4B-9211-D2AC-5B33DE2548F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b="0" kern="1200">
              <a:solidFill>
                <a:schemeClr val="tx1"/>
              </a:solidFill>
              <a:effectLst/>
              <a:latin typeface="+mn-lt"/>
              <a:ea typeface="+mn-ea"/>
              <a:cs typeface="+mn-cs"/>
            </a:endParaRPr>
          </a:p>
        </p:txBody>
      </p:sp>
    </p:spTree>
    <p:extLst>
      <p:ext uri="{BB962C8B-B14F-4D97-AF65-F5344CB8AC3E}">
        <p14:creationId xmlns:p14="http://schemas.microsoft.com/office/powerpoint/2010/main" val="1590038308"/>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457C9B-4E8E-BFFB-07DC-D76383D9BD39}"/>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D70A7A01-D322-3939-9DC0-0CFDE8FC39C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712C9299-39ED-6746-B19C-D7706BACF34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b="0" kern="1200">
              <a:solidFill>
                <a:schemeClr val="tx1"/>
              </a:solidFill>
              <a:effectLst/>
              <a:latin typeface="+mn-lt"/>
              <a:ea typeface="+mn-ea"/>
              <a:cs typeface="+mn-cs"/>
            </a:endParaRPr>
          </a:p>
        </p:txBody>
      </p:sp>
    </p:spTree>
    <p:extLst>
      <p:ext uri="{BB962C8B-B14F-4D97-AF65-F5344CB8AC3E}">
        <p14:creationId xmlns:p14="http://schemas.microsoft.com/office/powerpoint/2010/main" val="289429716"/>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FF847A-C263-7976-7D34-C337DD87C404}"/>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30B13C3C-CDC0-3755-05BE-C32E5F1BAB6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DEB69560-2104-EC7E-5340-37DF36F0C77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b="0" kern="1200">
              <a:solidFill>
                <a:schemeClr val="tx1"/>
              </a:solidFill>
              <a:effectLst/>
              <a:latin typeface="+mn-lt"/>
              <a:ea typeface="+mn-ea"/>
              <a:cs typeface="+mn-cs"/>
            </a:endParaRPr>
          </a:p>
        </p:txBody>
      </p:sp>
    </p:spTree>
    <p:extLst>
      <p:ext uri="{BB962C8B-B14F-4D97-AF65-F5344CB8AC3E}">
        <p14:creationId xmlns:p14="http://schemas.microsoft.com/office/powerpoint/2010/main" val="2538287712"/>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FB2C20-F090-5616-E538-BE13B7889D0E}"/>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4BFA8D0C-0494-93FC-2E35-DC94BE432B4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DA688FA2-282B-241B-B9F2-CFC4D1BEB88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b="0" kern="1200">
              <a:solidFill>
                <a:schemeClr val="tx1"/>
              </a:solidFill>
              <a:effectLst/>
              <a:latin typeface="+mn-lt"/>
              <a:ea typeface="+mn-ea"/>
              <a:cs typeface="+mn-cs"/>
            </a:endParaRPr>
          </a:p>
        </p:txBody>
      </p:sp>
    </p:spTree>
    <p:extLst>
      <p:ext uri="{BB962C8B-B14F-4D97-AF65-F5344CB8AC3E}">
        <p14:creationId xmlns:p14="http://schemas.microsoft.com/office/powerpoint/2010/main" val="1015267084"/>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478328-5B9D-99C7-DECD-4D37FD552630}"/>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79E44B9D-76BB-684F-01CA-B956D8F7DB6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DA333260-D0C0-2D5C-0308-D5BD2A2DBC7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b="0" kern="1200">
              <a:solidFill>
                <a:schemeClr val="tx1"/>
              </a:solidFill>
              <a:effectLst/>
              <a:latin typeface="+mn-lt"/>
              <a:ea typeface="+mn-ea"/>
              <a:cs typeface="+mn-cs"/>
            </a:endParaRPr>
          </a:p>
        </p:txBody>
      </p:sp>
    </p:spTree>
    <p:extLst>
      <p:ext uri="{BB962C8B-B14F-4D97-AF65-F5344CB8AC3E}">
        <p14:creationId xmlns:p14="http://schemas.microsoft.com/office/powerpoint/2010/main" val="1801523193"/>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EAA014-572E-0FD3-5FE8-2D7640BD57F9}"/>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DE276176-9F88-1F98-F4B9-1D5E4A26928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32AE57E0-FC63-A910-A716-6072035EB6F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b="0" kern="1200">
              <a:solidFill>
                <a:schemeClr val="tx1"/>
              </a:solidFill>
              <a:effectLst/>
              <a:latin typeface="+mn-lt"/>
              <a:ea typeface="+mn-ea"/>
              <a:cs typeface="+mn-cs"/>
            </a:endParaRPr>
          </a:p>
        </p:txBody>
      </p:sp>
    </p:spTree>
    <p:extLst>
      <p:ext uri="{BB962C8B-B14F-4D97-AF65-F5344CB8AC3E}">
        <p14:creationId xmlns:p14="http://schemas.microsoft.com/office/powerpoint/2010/main" val="2836101847"/>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8B306F-6AC4-8C17-0D10-36A132EB0EB2}"/>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CAD4F59F-143A-F494-4870-D573BB93194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FBEF7CFE-BC32-8D0C-4319-867097038ED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b="0" kern="1200">
              <a:solidFill>
                <a:schemeClr val="tx1"/>
              </a:solidFill>
              <a:effectLst/>
              <a:latin typeface="+mn-lt"/>
              <a:ea typeface="+mn-ea"/>
              <a:cs typeface="+mn-cs"/>
            </a:endParaRPr>
          </a:p>
        </p:txBody>
      </p:sp>
    </p:spTree>
    <p:extLst>
      <p:ext uri="{BB962C8B-B14F-4D97-AF65-F5344CB8AC3E}">
        <p14:creationId xmlns:p14="http://schemas.microsoft.com/office/powerpoint/2010/main" val="1690564119"/>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242FA2-3787-00BB-5482-84FFCE76047C}"/>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CAFE4464-A194-C92B-E7C2-4107F294048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CF3E88EE-5328-9EA1-AA29-13E1D9B0A30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b="0" kern="1200">
              <a:solidFill>
                <a:schemeClr val="tx1"/>
              </a:solidFill>
              <a:effectLst/>
              <a:latin typeface="+mn-lt"/>
              <a:ea typeface="+mn-ea"/>
              <a:cs typeface="+mn-cs"/>
            </a:endParaRPr>
          </a:p>
        </p:txBody>
      </p:sp>
    </p:spTree>
    <p:extLst>
      <p:ext uri="{BB962C8B-B14F-4D97-AF65-F5344CB8AC3E}">
        <p14:creationId xmlns:p14="http://schemas.microsoft.com/office/powerpoint/2010/main" val="578517600"/>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27F015-BC32-96AE-537F-715701A0EA6B}"/>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179E019D-F46F-8892-7A6A-FFD448FCD52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7EB7E9AD-0D23-5B43-6C98-CC13DA783B4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b="0" kern="1200">
              <a:solidFill>
                <a:schemeClr val="tx1"/>
              </a:solidFill>
              <a:effectLst/>
              <a:latin typeface="+mn-lt"/>
              <a:ea typeface="+mn-ea"/>
              <a:cs typeface="+mn-cs"/>
            </a:endParaRPr>
          </a:p>
        </p:txBody>
      </p:sp>
    </p:spTree>
    <p:extLst>
      <p:ext uri="{BB962C8B-B14F-4D97-AF65-F5344CB8AC3E}">
        <p14:creationId xmlns:p14="http://schemas.microsoft.com/office/powerpoint/2010/main" val="3792957734"/>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E24B90-2E91-D1C6-BEC7-7E8777DED604}"/>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73CFF110-E5EA-C5D0-4DA9-FB4F0FAC0CB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034CA057-5711-1402-A670-5F36778CE66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b="0" kern="1200">
              <a:solidFill>
                <a:schemeClr val="tx1"/>
              </a:solidFill>
              <a:effectLst/>
              <a:latin typeface="+mn-lt"/>
              <a:ea typeface="+mn-ea"/>
              <a:cs typeface="+mn-cs"/>
            </a:endParaRPr>
          </a:p>
        </p:txBody>
      </p:sp>
    </p:spTree>
    <p:extLst>
      <p:ext uri="{BB962C8B-B14F-4D97-AF65-F5344CB8AC3E}">
        <p14:creationId xmlns:p14="http://schemas.microsoft.com/office/powerpoint/2010/main" val="1206322123"/>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AD1625-403E-1C0A-9BF7-9AA1B1A4818D}"/>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4C8CA276-F503-1788-E256-BE3B60DF738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4883D0C0-8718-26F1-D17A-6B6CBCA9B1D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b="0" kern="1200">
              <a:solidFill>
                <a:schemeClr val="tx1"/>
              </a:solidFill>
              <a:effectLst/>
              <a:latin typeface="+mn-lt"/>
              <a:ea typeface="+mn-ea"/>
              <a:cs typeface="+mn-cs"/>
            </a:endParaRPr>
          </a:p>
        </p:txBody>
      </p:sp>
    </p:spTree>
    <p:extLst>
      <p:ext uri="{BB962C8B-B14F-4D97-AF65-F5344CB8AC3E}">
        <p14:creationId xmlns:p14="http://schemas.microsoft.com/office/powerpoint/2010/main" val="1749173459"/>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64A6D-C6EC-A6FD-E073-B591C500BBAB}"/>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C7CAB1C1-8DC6-7814-DA04-0520928EEBB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8C0C3D6D-E47B-8A0A-54CC-405EE62CC27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b="0" kern="1200">
              <a:solidFill>
                <a:schemeClr val="tx1"/>
              </a:solidFill>
              <a:effectLst/>
              <a:latin typeface="+mn-lt"/>
              <a:ea typeface="+mn-ea"/>
              <a:cs typeface="+mn-cs"/>
            </a:endParaRPr>
          </a:p>
        </p:txBody>
      </p:sp>
    </p:spTree>
    <p:extLst>
      <p:ext uri="{BB962C8B-B14F-4D97-AF65-F5344CB8AC3E}">
        <p14:creationId xmlns:p14="http://schemas.microsoft.com/office/powerpoint/2010/main" val="3402994422"/>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753471-D84D-ADD0-05BF-7AFAF9816496}"/>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F2FD451C-DD1C-41A1-E020-5E5F38B2C0C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C20CC122-B049-E182-0710-4AFF931C1D3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b="0" kern="1200">
              <a:solidFill>
                <a:schemeClr val="tx1"/>
              </a:solidFill>
              <a:effectLst/>
              <a:latin typeface="+mn-lt"/>
              <a:ea typeface="+mn-ea"/>
              <a:cs typeface="+mn-cs"/>
            </a:endParaRPr>
          </a:p>
        </p:txBody>
      </p:sp>
    </p:spTree>
    <p:extLst>
      <p:ext uri="{BB962C8B-B14F-4D97-AF65-F5344CB8AC3E}">
        <p14:creationId xmlns:p14="http://schemas.microsoft.com/office/powerpoint/2010/main" val="2173969496"/>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77FD9B-73AE-8CE8-F817-CC1573A1DCD8}"/>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32DA2C41-44B5-C59E-ABC3-67BD7D393C2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F4BC2AEA-1388-B823-BE66-0C776BEFED4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b="0" kern="1200">
              <a:solidFill>
                <a:schemeClr val="tx1"/>
              </a:solidFill>
              <a:effectLst/>
              <a:latin typeface="+mn-lt"/>
              <a:ea typeface="+mn-ea"/>
              <a:cs typeface="+mn-cs"/>
            </a:endParaRPr>
          </a:p>
        </p:txBody>
      </p:sp>
    </p:spTree>
    <p:extLst>
      <p:ext uri="{BB962C8B-B14F-4D97-AF65-F5344CB8AC3E}">
        <p14:creationId xmlns:p14="http://schemas.microsoft.com/office/powerpoint/2010/main" val="4065077543"/>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99A969-C388-5130-29E1-6ED7BDCC7742}"/>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6385DF8A-C0B9-5A87-DADB-7E345FB851D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65DF2979-1E08-0932-356D-FCBD1FB8BB4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b="0" kern="1200">
              <a:solidFill>
                <a:schemeClr val="tx1"/>
              </a:solidFill>
              <a:effectLst/>
              <a:latin typeface="+mn-lt"/>
              <a:ea typeface="+mn-ea"/>
              <a:cs typeface="+mn-cs"/>
            </a:endParaRPr>
          </a:p>
        </p:txBody>
      </p:sp>
    </p:spTree>
    <p:extLst>
      <p:ext uri="{BB962C8B-B14F-4D97-AF65-F5344CB8AC3E}">
        <p14:creationId xmlns:p14="http://schemas.microsoft.com/office/powerpoint/2010/main" val="1536430340"/>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EB4255-EF65-F127-214B-2A462197F7E8}"/>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9ED7F2DB-913E-76D9-003D-4BAE53A318A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33526A77-8574-4FB1-1275-1EB31ACAAE7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b="0" kern="1200">
              <a:solidFill>
                <a:schemeClr val="tx1"/>
              </a:solidFill>
              <a:effectLst/>
              <a:latin typeface="+mn-lt"/>
              <a:ea typeface="+mn-ea"/>
              <a:cs typeface="+mn-cs"/>
            </a:endParaRPr>
          </a:p>
        </p:txBody>
      </p:sp>
    </p:spTree>
    <p:extLst>
      <p:ext uri="{BB962C8B-B14F-4D97-AF65-F5344CB8AC3E}">
        <p14:creationId xmlns:p14="http://schemas.microsoft.com/office/powerpoint/2010/main" val="991887733"/>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C37766-B035-BD1E-945B-178537D8E485}"/>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829A8173-FA0D-A642-9373-D089A9F6D97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F3DF5A92-E959-CC17-7508-EF07A9590A8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b="0" kern="1200">
              <a:solidFill>
                <a:schemeClr val="tx1"/>
              </a:solidFill>
              <a:effectLst/>
              <a:latin typeface="+mn-lt"/>
              <a:ea typeface="+mn-ea"/>
              <a:cs typeface="+mn-cs"/>
            </a:endParaRPr>
          </a:p>
        </p:txBody>
      </p:sp>
    </p:spTree>
    <p:extLst>
      <p:ext uri="{BB962C8B-B14F-4D97-AF65-F5344CB8AC3E}">
        <p14:creationId xmlns:p14="http://schemas.microsoft.com/office/powerpoint/2010/main" val="4272107839"/>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1A85C6-B272-FE3E-6AFD-65FEA7EBC9CD}"/>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B2DFA69F-FF00-2CB8-7D2B-ABFE16CD715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0852BF9C-BB83-A99C-644F-5CCAB0F497D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b="0" kern="1200">
              <a:solidFill>
                <a:schemeClr val="tx1"/>
              </a:solidFill>
              <a:effectLst/>
              <a:latin typeface="+mn-lt"/>
              <a:ea typeface="+mn-ea"/>
              <a:cs typeface="+mn-cs"/>
            </a:endParaRPr>
          </a:p>
        </p:txBody>
      </p:sp>
    </p:spTree>
    <p:extLst>
      <p:ext uri="{BB962C8B-B14F-4D97-AF65-F5344CB8AC3E}">
        <p14:creationId xmlns:p14="http://schemas.microsoft.com/office/powerpoint/2010/main" val="85155215"/>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C3D1C8-FC4A-E753-2898-127203FD60F6}"/>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B56C0449-3E92-ADB9-BE2D-02BE6F0A9F0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EE2D8CB7-62EB-B64C-1E68-32DD1E98347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b="0" kern="1200">
              <a:solidFill>
                <a:schemeClr val="tx1"/>
              </a:solidFill>
              <a:effectLst/>
              <a:latin typeface="+mn-lt"/>
              <a:ea typeface="+mn-ea"/>
              <a:cs typeface="+mn-cs"/>
            </a:endParaRPr>
          </a:p>
        </p:txBody>
      </p:sp>
    </p:spTree>
    <p:extLst>
      <p:ext uri="{BB962C8B-B14F-4D97-AF65-F5344CB8AC3E}">
        <p14:creationId xmlns:p14="http://schemas.microsoft.com/office/powerpoint/2010/main" val="4189175833"/>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3A240C-7FAD-1B39-0216-B3A66AC0ED00}"/>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0CC306FD-B4E8-5C6E-5416-4559B6E4F6E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996A7688-637A-7C24-091D-86D8D4D2000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r>
              <a:rPr lang="en-US" sz="1200" kern="1200">
                <a:solidFill>
                  <a:schemeClr val="tx1"/>
                </a:solidFill>
                <a:effectLst/>
                <a:latin typeface="+mn-lt"/>
                <a:ea typeface="+mn-ea"/>
                <a:cs typeface="+mn-cs"/>
              </a:rPr>
              <a:t>Vậy AR(1) là một hệ thống: trạng thái đi theo AR(1), quan sát chính là trạng thái.</a:t>
            </a:r>
          </a:p>
          <a:p>
            <a:endParaRPr lang="en-US" sz="1200" b="0" kern="1200">
              <a:solidFill>
                <a:schemeClr val="tx1"/>
              </a:solidFill>
              <a:effectLst/>
              <a:latin typeface="+mn-lt"/>
              <a:ea typeface="+mn-ea"/>
              <a:cs typeface="+mn-cs"/>
            </a:endParaRPr>
          </a:p>
        </p:txBody>
      </p:sp>
    </p:spTree>
    <p:extLst>
      <p:ext uri="{BB962C8B-B14F-4D97-AF65-F5344CB8AC3E}">
        <p14:creationId xmlns:p14="http://schemas.microsoft.com/office/powerpoint/2010/main" val="4096248818"/>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EC0848-55B2-1D6E-CB5C-78A27BF75A64}"/>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F58AA404-3C78-E291-B490-E828B9B112A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0B904966-F166-A7C0-5D1E-E8EEA9F0E18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r>
              <a:rPr lang="en-US" sz="1200" kern="1200">
                <a:solidFill>
                  <a:schemeClr val="tx1"/>
                </a:solidFill>
                <a:effectLst/>
                <a:latin typeface="+mn-lt"/>
                <a:ea typeface="+mn-ea"/>
                <a:cs typeface="+mn-cs"/>
              </a:rPr>
              <a:t>Vậy AR(1) là một hệ thống: trạng thái đi theo AR(1), quan sát chính là trạng thái.</a:t>
            </a:r>
          </a:p>
          <a:p>
            <a:endParaRPr lang="en-US" sz="1200" b="0" kern="1200">
              <a:solidFill>
                <a:schemeClr val="tx1"/>
              </a:solidFill>
              <a:effectLst/>
              <a:latin typeface="+mn-lt"/>
              <a:ea typeface="+mn-ea"/>
              <a:cs typeface="+mn-cs"/>
            </a:endParaRPr>
          </a:p>
        </p:txBody>
      </p:sp>
    </p:spTree>
    <p:extLst>
      <p:ext uri="{BB962C8B-B14F-4D97-AF65-F5344CB8AC3E}">
        <p14:creationId xmlns:p14="http://schemas.microsoft.com/office/powerpoint/2010/main" val="1330964677"/>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B3F9E9-667B-FB23-06F7-F621F0C51CEB}"/>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17B01E75-6B81-3820-2E4B-A89B04EA46D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7BC3E130-9F75-0578-069A-87AB7A6CDF2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b="0" kern="1200">
              <a:solidFill>
                <a:schemeClr val="tx1"/>
              </a:solidFill>
              <a:effectLst/>
              <a:latin typeface="+mn-lt"/>
              <a:ea typeface="+mn-ea"/>
              <a:cs typeface="+mn-cs"/>
            </a:endParaRPr>
          </a:p>
        </p:txBody>
      </p:sp>
    </p:spTree>
    <p:extLst>
      <p:ext uri="{BB962C8B-B14F-4D97-AF65-F5344CB8AC3E}">
        <p14:creationId xmlns:p14="http://schemas.microsoft.com/office/powerpoint/2010/main" val="350343629"/>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94C28B-87CA-006E-5B24-9E63A9350ED5}"/>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D09A7240-C502-37FF-4BC1-C9749DB25C5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7C20ABA6-B6B4-DED9-E8DB-54C6B298A74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b="0" kern="1200">
              <a:solidFill>
                <a:schemeClr val="tx1"/>
              </a:solidFill>
              <a:effectLst/>
              <a:latin typeface="+mn-lt"/>
              <a:ea typeface="+mn-ea"/>
              <a:cs typeface="+mn-cs"/>
            </a:endParaRPr>
          </a:p>
        </p:txBody>
      </p:sp>
    </p:spTree>
    <p:extLst>
      <p:ext uri="{BB962C8B-B14F-4D97-AF65-F5344CB8AC3E}">
        <p14:creationId xmlns:p14="http://schemas.microsoft.com/office/powerpoint/2010/main" val="1069161672"/>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C90242-D15D-1524-29F5-04F3CA055661}"/>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BCDC14D3-D07E-7426-9569-8AEB7CFEA38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99464FEB-AA26-E253-5011-BF082D1BE2B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b="0" kern="1200">
              <a:solidFill>
                <a:schemeClr val="tx1"/>
              </a:solidFill>
              <a:effectLst/>
              <a:latin typeface="+mn-lt"/>
              <a:ea typeface="+mn-ea"/>
              <a:cs typeface="+mn-cs"/>
            </a:endParaRPr>
          </a:p>
        </p:txBody>
      </p:sp>
    </p:spTree>
    <p:extLst>
      <p:ext uri="{BB962C8B-B14F-4D97-AF65-F5344CB8AC3E}">
        <p14:creationId xmlns:p14="http://schemas.microsoft.com/office/powerpoint/2010/main" val="3662206215"/>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9801C0-5722-A58C-190A-61205296B084}"/>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D61872E9-D4BC-CD3B-CDEE-0C21E6397F5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18C13DE9-BEBD-72F1-95A6-C8F41DAC9FA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b="0" kern="1200">
              <a:solidFill>
                <a:schemeClr val="tx1"/>
              </a:solidFill>
              <a:effectLst/>
              <a:latin typeface="+mn-lt"/>
              <a:ea typeface="+mn-ea"/>
              <a:cs typeface="+mn-cs"/>
            </a:endParaRPr>
          </a:p>
        </p:txBody>
      </p:sp>
    </p:spTree>
    <p:extLst>
      <p:ext uri="{BB962C8B-B14F-4D97-AF65-F5344CB8AC3E}">
        <p14:creationId xmlns:p14="http://schemas.microsoft.com/office/powerpoint/2010/main" val="1545152127"/>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E6D46E-1B25-97FA-5CFC-5D01972764FF}"/>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4E2540B9-A90F-D9E8-00AF-BA9627492D5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9CDC62F1-EA1C-CE69-0CF3-1521BB2AAFE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b="0" kern="1200">
              <a:solidFill>
                <a:schemeClr val="tx1"/>
              </a:solidFill>
              <a:effectLst/>
              <a:latin typeface="+mn-lt"/>
              <a:ea typeface="+mn-ea"/>
              <a:cs typeface="+mn-cs"/>
            </a:endParaRPr>
          </a:p>
        </p:txBody>
      </p:sp>
    </p:spTree>
    <p:extLst>
      <p:ext uri="{BB962C8B-B14F-4D97-AF65-F5344CB8AC3E}">
        <p14:creationId xmlns:p14="http://schemas.microsoft.com/office/powerpoint/2010/main" val="135136995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E3F184-064D-EDB4-00AF-880B67406158}"/>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0D8A1800-515C-71FA-40AA-50B0E840688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DCD7BE21-97EC-2B26-2D10-46E5AB30D5E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b="0" kern="1200">
              <a:solidFill>
                <a:schemeClr val="tx1"/>
              </a:solidFill>
              <a:effectLst/>
              <a:latin typeface="+mn-lt"/>
              <a:ea typeface="+mn-ea"/>
              <a:cs typeface="+mn-cs"/>
            </a:endParaRPr>
          </a:p>
        </p:txBody>
      </p:sp>
    </p:spTree>
    <p:extLst>
      <p:ext uri="{BB962C8B-B14F-4D97-AF65-F5344CB8AC3E}">
        <p14:creationId xmlns:p14="http://schemas.microsoft.com/office/powerpoint/2010/main" val="4083934735"/>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34A4E5-6833-87BD-C5F6-58311C6F039C}"/>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24B58FE1-D7F9-32FC-1F82-71CE8469112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8273FE07-901F-E699-2495-32383BB4FFE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b="0" kern="1200">
              <a:solidFill>
                <a:schemeClr val="tx1"/>
              </a:solidFill>
              <a:effectLst/>
              <a:latin typeface="+mn-lt"/>
              <a:ea typeface="+mn-ea"/>
              <a:cs typeface="+mn-cs"/>
            </a:endParaRPr>
          </a:p>
        </p:txBody>
      </p:sp>
    </p:spTree>
    <p:extLst>
      <p:ext uri="{BB962C8B-B14F-4D97-AF65-F5344CB8AC3E}">
        <p14:creationId xmlns:p14="http://schemas.microsoft.com/office/powerpoint/2010/main" val="613067815"/>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3C7C34-BD37-5A27-D3BE-749D2814F823}"/>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FB160190-4FB3-C114-1FF4-403B597D465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353A7488-6BBF-01B2-9DBD-BCB50DDDBA1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b="0" kern="1200">
              <a:solidFill>
                <a:schemeClr val="tx1"/>
              </a:solidFill>
              <a:effectLst/>
              <a:latin typeface="+mn-lt"/>
              <a:ea typeface="+mn-ea"/>
              <a:cs typeface="+mn-cs"/>
            </a:endParaRPr>
          </a:p>
        </p:txBody>
      </p:sp>
    </p:spTree>
    <p:extLst>
      <p:ext uri="{BB962C8B-B14F-4D97-AF65-F5344CB8AC3E}">
        <p14:creationId xmlns:p14="http://schemas.microsoft.com/office/powerpoint/2010/main" val="1077371795"/>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9F0341-42D8-45EC-F6B2-8EF65628655E}"/>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E85D9930-31C3-A6D0-3FDF-8F30C605A44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A0EB6809-61A4-07EA-EE26-23F6CFEC896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b="0" kern="1200">
              <a:solidFill>
                <a:schemeClr val="tx1"/>
              </a:solidFill>
              <a:effectLst/>
              <a:latin typeface="+mn-lt"/>
              <a:ea typeface="+mn-ea"/>
              <a:cs typeface="+mn-cs"/>
            </a:endParaRPr>
          </a:p>
        </p:txBody>
      </p:sp>
    </p:spTree>
    <p:extLst>
      <p:ext uri="{BB962C8B-B14F-4D97-AF65-F5344CB8AC3E}">
        <p14:creationId xmlns:p14="http://schemas.microsoft.com/office/powerpoint/2010/main" val="834663008"/>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711A22-816E-1ED3-A3DF-6EB46984DE5A}"/>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695E0FF7-4AF8-FE8C-3B4B-EACED536EB0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A223F341-7D38-28EC-9B66-306143A14AF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b="0" kern="1200">
              <a:solidFill>
                <a:schemeClr val="tx1"/>
              </a:solidFill>
              <a:effectLst/>
              <a:latin typeface="+mn-lt"/>
              <a:ea typeface="+mn-ea"/>
              <a:cs typeface="+mn-cs"/>
            </a:endParaRPr>
          </a:p>
        </p:txBody>
      </p:sp>
    </p:spTree>
    <p:extLst>
      <p:ext uri="{BB962C8B-B14F-4D97-AF65-F5344CB8AC3E}">
        <p14:creationId xmlns:p14="http://schemas.microsoft.com/office/powerpoint/2010/main" val="2198299516"/>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402234-7569-0D5A-0DB2-8916F32B3534}"/>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CB1FC8A8-776E-D58E-80B8-11E21B58235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302121A1-1EE0-AEC2-8C7D-B3BDEC19FFA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b="0" kern="1200">
              <a:solidFill>
                <a:schemeClr val="tx1"/>
              </a:solidFill>
              <a:effectLst/>
              <a:latin typeface="+mn-lt"/>
              <a:ea typeface="+mn-ea"/>
              <a:cs typeface="+mn-cs"/>
            </a:endParaRPr>
          </a:p>
        </p:txBody>
      </p:sp>
    </p:spTree>
    <p:extLst>
      <p:ext uri="{BB962C8B-B14F-4D97-AF65-F5344CB8AC3E}">
        <p14:creationId xmlns:p14="http://schemas.microsoft.com/office/powerpoint/2010/main" val="3663394069"/>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AF1EF0-5056-E33C-E23B-E467D12FC8E4}"/>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A1F77212-08C4-628F-E3D6-25A3E760C0E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F0CE9A63-AFF9-F33C-5C5A-3CA5B9EDF31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b="0" kern="1200">
              <a:solidFill>
                <a:schemeClr val="tx1"/>
              </a:solidFill>
              <a:effectLst/>
              <a:latin typeface="+mn-lt"/>
              <a:ea typeface="+mn-ea"/>
              <a:cs typeface="+mn-cs"/>
            </a:endParaRPr>
          </a:p>
        </p:txBody>
      </p:sp>
    </p:spTree>
    <p:extLst>
      <p:ext uri="{BB962C8B-B14F-4D97-AF65-F5344CB8AC3E}">
        <p14:creationId xmlns:p14="http://schemas.microsoft.com/office/powerpoint/2010/main" val="3711640037"/>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91F8E3-D740-72AD-FFE6-34C5BDB1F0B7}"/>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8FD25638-95BE-1A32-84AE-F968DECCC01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DA7A56C6-E270-987F-7EE5-EF3C5527582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b="0" kern="1200">
              <a:solidFill>
                <a:schemeClr val="tx1"/>
              </a:solidFill>
              <a:effectLst/>
              <a:latin typeface="+mn-lt"/>
              <a:ea typeface="+mn-ea"/>
              <a:cs typeface="+mn-cs"/>
            </a:endParaRPr>
          </a:p>
        </p:txBody>
      </p:sp>
    </p:spTree>
    <p:extLst>
      <p:ext uri="{BB962C8B-B14F-4D97-AF65-F5344CB8AC3E}">
        <p14:creationId xmlns:p14="http://schemas.microsoft.com/office/powerpoint/2010/main" val="852434666"/>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007261-28CE-BEF2-139F-A851B0C04E64}"/>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74AEACC9-F122-EB72-6533-86B84A21857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7CD4FEA5-866C-3EA6-0E69-5B542D71CF6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b="0" kern="1200">
              <a:solidFill>
                <a:schemeClr val="tx1"/>
              </a:solidFill>
              <a:effectLst/>
              <a:latin typeface="+mn-lt"/>
              <a:ea typeface="+mn-ea"/>
              <a:cs typeface="+mn-cs"/>
            </a:endParaRPr>
          </a:p>
        </p:txBody>
      </p:sp>
    </p:spTree>
    <p:extLst>
      <p:ext uri="{BB962C8B-B14F-4D97-AF65-F5344CB8AC3E}">
        <p14:creationId xmlns:p14="http://schemas.microsoft.com/office/powerpoint/2010/main" val="229823644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5AD403-84DC-4B9B-BAA4-AFEEAC6D2C58}"/>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7C58F441-8167-D911-FB23-CA17EFD9D3B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06E89C8D-766F-D98A-D85C-BA6ABA2B03E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b="0" kern="1200">
              <a:solidFill>
                <a:schemeClr val="tx1"/>
              </a:solidFill>
              <a:effectLst/>
              <a:latin typeface="+mn-lt"/>
              <a:ea typeface="+mn-ea"/>
              <a:cs typeface="+mn-cs"/>
            </a:endParaRPr>
          </a:p>
        </p:txBody>
      </p:sp>
    </p:spTree>
    <p:extLst>
      <p:ext uri="{BB962C8B-B14F-4D97-AF65-F5344CB8AC3E}">
        <p14:creationId xmlns:p14="http://schemas.microsoft.com/office/powerpoint/2010/main" val="2289892136"/>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57B367-1D5D-19A0-6807-7AEACBB07CE0}"/>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2D246DF2-DB72-0F0C-5427-9E20E20C91E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976AC5F7-A71D-FEAF-E122-B858BC37FF8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b="0" kern="1200">
              <a:solidFill>
                <a:schemeClr val="tx1"/>
              </a:solidFill>
              <a:effectLst/>
              <a:latin typeface="+mn-lt"/>
              <a:ea typeface="+mn-ea"/>
              <a:cs typeface="+mn-cs"/>
            </a:endParaRPr>
          </a:p>
        </p:txBody>
      </p:sp>
    </p:spTree>
    <p:extLst>
      <p:ext uri="{BB962C8B-B14F-4D97-AF65-F5344CB8AC3E}">
        <p14:creationId xmlns:p14="http://schemas.microsoft.com/office/powerpoint/2010/main" val="2141922807"/>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766A86-95BE-064A-79BF-A79F5D15057A}"/>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59B1A602-0FE5-88FE-3B0D-3AD5AD3A514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1F7DDAA0-DB40-8487-9063-BFC26EE577B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b="0" kern="1200">
              <a:solidFill>
                <a:schemeClr val="tx1"/>
              </a:solidFill>
              <a:effectLst/>
              <a:latin typeface="+mn-lt"/>
              <a:ea typeface="+mn-ea"/>
              <a:cs typeface="+mn-cs"/>
            </a:endParaRPr>
          </a:p>
        </p:txBody>
      </p:sp>
    </p:spTree>
    <p:extLst>
      <p:ext uri="{BB962C8B-B14F-4D97-AF65-F5344CB8AC3E}">
        <p14:creationId xmlns:p14="http://schemas.microsoft.com/office/powerpoint/2010/main" val="2886694355"/>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DDF88F-554C-E9B6-8051-3F3FC439D0F0}"/>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9C50C534-5AB3-FFD3-E5B8-8AE3842BDE4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5DE9EBDA-D00B-E230-6324-9CC42513710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b="0" kern="1200">
              <a:solidFill>
                <a:schemeClr val="tx1"/>
              </a:solidFill>
              <a:effectLst/>
              <a:latin typeface="+mn-lt"/>
              <a:ea typeface="+mn-ea"/>
              <a:cs typeface="+mn-cs"/>
            </a:endParaRPr>
          </a:p>
        </p:txBody>
      </p:sp>
    </p:spTree>
    <p:extLst>
      <p:ext uri="{BB962C8B-B14F-4D97-AF65-F5344CB8AC3E}">
        <p14:creationId xmlns:p14="http://schemas.microsoft.com/office/powerpoint/2010/main" val="2772041395"/>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A95EDB-7D1B-9E34-B75F-3DA8F02B5901}"/>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58413497-6100-4743-97AF-2E39C1670CC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0C909243-8519-392F-A3B0-E372762A5E6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b="0" kern="1200">
              <a:solidFill>
                <a:schemeClr val="tx1"/>
              </a:solidFill>
              <a:effectLst/>
              <a:latin typeface="+mn-lt"/>
              <a:ea typeface="+mn-ea"/>
              <a:cs typeface="+mn-cs"/>
            </a:endParaRPr>
          </a:p>
        </p:txBody>
      </p:sp>
    </p:spTree>
    <p:extLst>
      <p:ext uri="{BB962C8B-B14F-4D97-AF65-F5344CB8AC3E}">
        <p14:creationId xmlns:p14="http://schemas.microsoft.com/office/powerpoint/2010/main" val="309517186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rang bìa">
    <p:spTree>
      <p:nvGrpSpPr>
        <p:cNvPr id="1" name=""/>
        <p:cNvGrpSpPr/>
        <p:nvPr/>
      </p:nvGrpSpPr>
      <p:grpSpPr>
        <a:xfrm>
          <a:off x="0" y="0"/>
          <a:ext cx="0" cy="0"/>
          <a:chOff x="0" y="0"/>
          <a:chExt cx="0" cy="0"/>
        </a:xfrm>
      </p:grpSpPr>
      <p:pic>
        <p:nvPicPr>
          <p:cNvPr id="5" name="Picture 5">
            <a:extLst>
              <a:ext uri="{FF2B5EF4-FFF2-40B4-BE49-F238E27FC236}">
                <a16:creationId xmlns:a16="http://schemas.microsoft.com/office/drawing/2014/main" id="{F1C9AE8D-2638-44D9-A41A-6AB555737DC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1060495" y="2078018"/>
            <a:ext cx="5732807" cy="2181139"/>
          </a:xfrm>
        </p:spPr>
        <p:txBody>
          <a:bodyPr anchor="b">
            <a:normAutofit/>
          </a:bodyPr>
          <a:lstStyle>
            <a:lvl1pPr algn="l">
              <a:lnSpc>
                <a:spcPct val="100000"/>
              </a:lnSpc>
              <a:defRPr sz="3300" b="1">
                <a:solidFill>
                  <a:schemeClr val="bg1"/>
                </a:solidFill>
                <a:latin typeface="Arial" panose="020B0604020202090204" pitchFamily="34" charset="0"/>
                <a:cs typeface="Arial" panose="020B0604020202090204" pitchFamily="34" charset="0"/>
              </a:defRPr>
            </a:lvl1pPr>
          </a:lstStyle>
          <a:p>
            <a:r>
              <a:rPr lang="en-US"/>
              <a:t>Click to edit Master title style</a:t>
            </a:r>
            <a:endParaRPr lang="en-US" dirty="0"/>
          </a:p>
        </p:txBody>
      </p:sp>
      <p:sp>
        <p:nvSpPr>
          <p:cNvPr id="3" name="Subtitle 2"/>
          <p:cNvSpPr>
            <a:spLocks noGrp="1"/>
          </p:cNvSpPr>
          <p:nvPr>
            <p:ph type="subTitle" idx="1"/>
          </p:nvPr>
        </p:nvSpPr>
        <p:spPr>
          <a:xfrm>
            <a:off x="1060496" y="4535992"/>
            <a:ext cx="3830682" cy="1278213"/>
          </a:xfrm>
        </p:spPr>
        <p:txBody>
          <a:bodyPr>
            <a:normAutofit/>
          </a:bodyPr>
          <a:lstStyle>
            <a:lvl1pPr marL="0" indent="0" algn="l">
              <a:buNone/>
              <a:defRPr sz="1200">
                <a:solidFill>
                  <a:srgbClr val="F9E3E6"/>
                </a:solidFill>
                <a:latin typeface="Arial" panose="020B0604020202090204" pitchFamily="34" charset="0"/>
                <a:cs typeface="Arial" panose="020B060402020209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12" name="Text Placeholder 11"/>
          <p:cNvSpPr>
            <a:spLocks noGrp="1"/>
          </p:cNvSpPr>
          <p:nvPr>
            <p:ph type="body" sz="quarter" idx="10"/>
          </p:nvPr>
        </p:nvSpPr>
        <p:spPr>
          <a:xfrm>
            <a:off x="1060847" y="1569800"/>
            <a:ext cx="5732859" cy="431800"/>
          </a:xfrm>
        </p:spPr>
        <p:txBody>
          <a:bodyPr anchor="ctr">
            <a:normAutofit/>
          </a:bodyPr>
          <a:lstStyle>
            <a:lvl1pPr marL="0" indent="0">
              <a:buNone/>
              <a:defRPr sz="1350" b="1">
                <a:solidFill>
                  <a:schemeClr val="bg1"/>
                </a:solidFill>
                <a:latin typeface="Arial" panose="020B0604020202090204" pitchFamily="34" charset="0"/>
                <a:cs typeface="Arial" panose="020B0604020202090204" pitchFamily="34" charset="0"/>
              </a:defRPr>
            </a:lvl1pPr>
          </a:lstStyle>
          <a:p>
            <a:pPr lvl="0"/>
            <a:r>
              <a:rPr lang="en-US"/>
              <a:t>Edit Master text styles</a:t>
            </a:r>
          </a:p>
        </p:txBody>
      </p:sp>
    </p:spTree>
    <p:extLst>
      <p:ext uri="{BB962C8B-B14F-4D97-AF65-F5344CB8AC3E}">
        <p14:creationId xmlns:p14="http://schemas.microsoft.com/office/powerpoint/2010/main" val="7526138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rang nội dung">
    <p:spTree>
      <p:nvGrpSpPr>
        <p:cNvPr id="1" name=""/>
        <p:cNvGrpSpPr/>
        <p:nvPr/>
      </p:nvGrpSpPr>
      <p:grpSpPr>
        <a:xfrm>
          <a:off x="0" y="0"/>
          <a:ext cx="0" cy="0"/>
          <a:chOff x="0" y="0"/>
          <a:chExt cx="0" cy="0"/>
        </a:xfrm>
      </p:grpSpPr>
      <p:pic>
        <p:nvPicPr>
          <p:cNvPr id="4" name="Picture 4">
            <a:extLst>
              <a:ext uri="{FF2B5EF4-FFF2-40B4-BE49-F238E27FC236}">
                <a16:creationId xmlns:a16="http://schemas.microsoft.com/office/drawing/2014/main" id="{54B3C802-7423-4A1F-BD0B-137F23A6603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33425" y="455613"/>
            <a:ext cx="384175" cy="509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1220589" y="365126"/>
            <a:ext cx="7294762" cy="747683"/>
          </a:xfrm>
        </p:spPr>
        <p:txBody>
          <a:bodyPr>
            <a:normAutofit/>
          </a:bodyPr>
          <a:lstStyle>
            <a:lvl1pPr>
              <a:defRPr sz="2400" b="1">
                <a:solidFill>
                  <a:srgbClr val="CF2941"/>
                </a:solidFill>
                <a:latin typeface="Arial" panose="020B0604020202090204" pitchFamily="34" charset="0"/>
                <a:cs typeface="Arial" panose="020B0604020202090204" pitchFamily="34" charset="0"/>
              </a:defRPr>
            </a:lvl1pPr>
          </a:lstStyle>
          <a:p>
            <a:r>
              <a:rPr lang="en-US"/>
              <a:t>Click to edit Master title style</a:t>
            </a:r>
          </a:p>
        </p:txBody>
      </p:sp>
      <p:sp>
        <p:nvSpPr>
          <p:cNvPr id="12" name="Content Placeholder 11"/>
          <p:cNvSpPr>
            <a:spLocks noGrp="1"/>
          </p:cNvSpPr>
          <p:nvPr>
            <p:ph sz="quarter" idx="10"/>
          </p:nvPr>
        </p:nvSpPr>
        <p:spPr>
          <a:xfrm>
            <a:off x="659920" y="1285875"/>
            <a:ext cx="7855430" cy="4692650"/>
          </a:xfrm>
        </p:spPr>
        <p:txBody>
          <a:bodyPr>
            <a:normAutofit/>
          </a:bodyPr>
          <a:lstStyle>
            <a:lvl1pPr>
              <a:lnSpc>
                <a:spcPct val="120000"/>
              </a:lnSpc>
              <a:spcBef>
                <a:spcPts val="0"/>
              </a:spcBef>
              <a:defRPr sz="1500">
                <a:latin typeface="Arial" panose="020B0604020202090204" pitchFamily="34" charset="0"/>
                <a:cs typeface="Arial" panose="020B0604020202090204" pitchFamily="34" charset="0"/>
              </a:defRPr>
            </a:lvl1pPr>
          </a:lstStyle>
          <a:p>
            <a:pPr lvl="0"/>
            <a:r>
              <a:rPr lang="en-US"/>
              <a:t>Edit Master text styles</a:t>
            </a:r>
          </a:p>
        </p:txBody>
      </p:sp>
    </p:spTree>
    <p:extLst>
      <p:ext uri="{BB962C8B-B14F-4D97-AF65-F5344CB8AC3E}">
        <p14:creationId xmlns:p14="http://schemas.microsoft.com/office/powerpoint/2010/main" val="11702171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Rectangle 6">
            <a:extLst>
              <a:ext uri="{FF2B5EF4-FFF2-40B4-BE49-F238E27FC236}">
                <a16:creationId xmlns:a16="http://schemas.microsoft.com/office/drawing/2014/main" id="{C7531975-1476-46CA-A0D7-F6D360A54CA6}"/>
              </a:ext>
            </a:extLst>
          </p:cNvPr>
          <p:cNvSpPr txBox="1">
            <a:spLocks noChangeArrowheads="1"/>
          </p:cNvSpPr>
          <p:nvPr userDrawn="1"/>
        </p:nvSpPr>
        <p:spPr bwMode="auto">
          <a:xfrm>
            <a:off x="8305800" y="6324600"/>
            <a:ext cx="457200" cy="381000"/>
          </a:xfrm>
          <a:prstGeom prst="rect">
            <a:avLst/>
          </a:prstGeom>
          <a:noFill/>
          <a:ln w="9525">
            <a:noFill/>
            <a:miter lim="800000"/>
            <a:headEnd/>
            <a:tailEnd/>
          </a:ln>
          <a:effec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fld id="{A7A78D7E-716A-4B23-A617-CEDC2BF7E50B}" type="slidenum">
              <a:rPr lang="en-US" altLang="vi-VN" smtClean="0">
                <a:solidFill>
                  <a:schemeClr val="bg1"/>
                </a:solidFill>
                <a:latin typeface="Corbel" panose="020B0503020204020204" pitchFamily="34" charset="0"/>
              </a:rPr>
              <a:pPr algn="ctr" eaLnBrk="1" hangingPunct="1">
                <a:defRPr/>
              </a:pPr>
              <a:t>‹#›</a:t>
            </a:fld>
            <a:endParaRPr lang="en-US" altLang="vi-VN">
              <a:solidFill>
                <a:schemeClr val="bg1"/>
              </a:solidFill>
              <a:latin typeface="Corbel" panose="020B0503020204020204" pitchFamily="34" charset="0"/>
            </a:endParaRPr>
          </a:p>
        </p:txBody>
      </p:sp>
      <p:sp>
        <p:nvSpPr>
          <p:cNvPr id="5" name="Text Box 18">
            <a:extLst>
              <a:ext uri="{FF2B5EF4-FFF2-40B4-BE49-F238E27FC236}">
                <a16:creationId xmlns:a16="http://schemas.microsoft.com/office/drawing/2014/main" id="{5579B3D1-716B-4603-8D54-99E812286E60}"/>
              </a:ext>
            </a:extLst>
          </p:cNvPr>
          <p:cNvSpPr txBox="1">
            <a:spLocks noChangeArrowheads="1"/>
          </p:cNvSpPr>
          <p:nvPr userDrawn="1"/>
        </p:nvSpPr>
        <p:spPr bwMode="auto">
          <a:xfrm>
            <a:off x="5562600" y="6324600"/>
            <a:ext cx="2819400" cy="366713"/>
          </a:xfrm>
          <a:prstGeom prst="rect">
            <a:avLst/>
          </a:prstGeom>
          <a:noFill/>
          <a:ln>
            <a:noFill/>
          </a:ln>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defRPr/>
            </a:pPr>
            <a:endParaRPr lang="en-US"/>
          </a:p>
        </p:txBody>
      </p:sp>
      <p:sp>
        <p:nvSpPr>
          <p:cNvPr id="3" name="Content Placeholder 2"/>
          <p:cNvSpPr>
            <a:spLocks noGrp="1"/>
          </p:cNvSpPr>
          <p:nvPr>
            <p:ph idx="1"/>
          </p:nvPr>
        </p:nvSpPr>
        <p:spPr>
          <a:xfrm>
            <a:off x="457200" y="1524000"/>
            <a:ext cx="8229600" cy="4800600"/>
          </a:xfrm>
        </p:spPr>
        <p:txBody>
          <a:bodyPr/>
          <a:lstStyle>
            <a:lvl1pPr>
              <a:defRPr b="0">
                <a:latin typeface="Arial" pitchFamily="34" charset="0"/>
                <a:cs typeface="Arial" pitchFamily="34" charset="0"/>
              </a:defRPr>
            </a:lvl1pPr>
            <a:lvl2pPr>
              <a:defRPr>
                <a:latin typeface="Arial" pitchFamily="34" charset="0"/>
                <a:cs typeface="Arial" pitchFamily="34" charset="0"/>
              </a:defRPr>
            </a:lvl2pPr>
            <a:lvl3pPr>
              <a:defRPr>
                <a:latin typeface="Arial" pitchFamily="34" charset="0"/>
                <a:cs typeface="Arial" pitchFamily="34" charset="0"/>
              </a:defRPr>
            </a:lvl3pPr>
            <a:lvl4pPr>
              <a:defRPr>
                <a:latin typeface="Arial" pitchFamily="34" charset="0"/>
                <a:cs typeface="Arial" pitchFamily="34" charset="0"/>
              </a:defRPr>
            </a:lvl4pPr>
            <a:lvl5pPr>
              <a:defRPr>
                <a:latin typeface="Arial" pitchFamily="34" charset="0"/>
                <a:cs typeface="Arial"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6"/>
          <p:cNvSpPr>
            <a:spLocks noGrp="1"/>
          </p:cNvSpPr>
          <p:nvPr>
            <p:ph type="title"/>
          </p:nvPr>
        </p:nvSpPr>
        <p:spPr/>
        <p:txBody>
          <a:bodyPr/>
          <a:lstStyle/>
          <a:p>
            <a:r>
              <a:rPr lang="en-US"/>
              <a:t>Click to edit Master title style</a:t>
            </a:r>
            <a:endParaRPr lang="vi-VN"/>
          </a:p>
        </p:txBody>
      </p:sp>
      <p:sp>
        <p:nvSpPr>
          <p:cNvPr id="6" name="Date Placeholder 3">
            <a:extLst>
              <a:ext uri="{FF2B5EF4-FFF2-40B4-BE49-F238E27FC236}">
                <a16:creationId xmlns:a16="http://schemas.microsoft.com/office/drawing/2014/main" id="{21C2D723-900F-44AC-AD35-DD16A620BD26}"/>
              </a:ext>
            </a:extLst>
          </p:cNvPr>
          <p:cNvSpPr>
            <a:spLocks noGrp="1"/>
          </p:cNvSpPr>
          <p:nvPr>
            <p:ph type="dt" sz="half" idx="10"/>
          </p:nvPr>
        </p:nvSpPr>
        <p:spPr>
          <a:xfrm>
            <a:off x="0" y="0"/>
            <a:ext cx="0" cy="0"/>
          </a:xfrm>
        </p:spPr>
        <p:txBody>
          <a:bodyPr/>
          <a:lstStyle>
            <a:lvl1pPr eaLnBrk="1" fontAlgn="auto" hangingPunct="1">
              <a:spcBef>
                <a:spcPts val="0"/>
              </a:spcBef>
              <a:spcAft>
                <a:spcPts val="0"/>
              </a:spcAft>
              <a:defRPr>
                <a:latin typeface="+mn-lt"/>
              </a:defRPr>
            </a:lvl1pPr>
          </a:lstStyle>
          <a:p>
            <a:pPr>
              <a:defRPr/>
            </a:pPr>
            <a:endParaRPr lang="en-US"/>
          </a:p>
        </p:txBody>
      </p:sp>
    </p:spTree>
    <p:extLst>
      <p:ext uri="{BB962C8B-B14F-4D97-AF65-F5344CB8AC3E}">
        <p14:creationId xmlns:p14="http://schemas.microsoft.com/office/powerpoint/2010/main" val="3664177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FBA1F89-E299-4B1D-BB7A-60A8A0039099}"/>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F4FB0403-2387-45B2-80DC-D656960D82D1}"/>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10C5E3F6-8AEA-4737-9BC3-097CFC93B04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58D7BF53-DA4D-49B2-A41D-A59F9E62EE48}"/>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51C6C8E5-8661-4805-99AA-2F7920504AED}" type="datetimeFigureOut">
              <a:rPr lang="en-US"/>
              <a:pPr>
                <a:defRPr/>
              </a:pPr>
              <a:t>3/23/26</a:t>
            </a:fld>
            <a:endParaRPr lang="en-US" dirty="0"/>
          </a:p>
        </p:txBody>
      </p:sp>
      <p:sp>
        <p:nvSpPr>
          <p:cNvPr id="9" name="Footer Placeholder 4">
            <a:extLst>
              <a:ext uri="{FF2B5EF4-FFF2-40B4-BE49-F238E27FC236}">
                <a16:creationId xmlns:a16="http://schemas.microsoft.com/office/drawing/2014/main" id="{75C9FE92-E6E4-401B-8862-E4C3A20F9831}"/>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7106E2ED-AD73-43BF-8945-297E8C72EED1}"/>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0EC1B67C-906F-4054-9F8E-B864D8B1C543}" type="slidenum">
              <a:rPr lang="en-US" altLang="vi-VN"/>
              <a:pPr>
                <a:defRPr/>
              </a:pPr>
              <a:t>‹#›</a:t>
            </a:fld>
            <a:endParaRPr lang="en-US" altLang="vi-VN"/>
          </a:p>
        </p:txBody>
      </p:sp>
    </p:spTree>
    <p:extLst>
      <p:ext uri="{BB962C8B-B14F-4D97-AF65-F5344CB8AC3E}">
        <p14:creationId xmlns:p14="http://schemas.microsoft.com/office/powerpoint/2010/main" val="7793087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5FAF032-90B2-4B8E-9ACD-DDA273CA24C1}"/>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906C4709-E8D5-427E-BF3A-1E643D3B6037}"/>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E657772F-81DA-46BC-B666-D417A4F95A20}"/>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307F0F47-345E-453A-B4C5-FD215F86959C}"/>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6C32B8EC-82E6-47E2-A74E-2F5B09F0B4EB}" type="datetimeFigureOut">
              <a:rPr lang="en-US"/>
              <a:pPr>
                <a:defRPr/>
              </a:pPr>
              <a:t>3/23/26</a:t>
            </a:fld>
            <a:endParaRPr lang="en-US" dirty="0"/>
          </a:p>
        </p:txBody>
      </p:sp>
      <p:sp>
        <p:nvSpPr>
          <p:cNvPr id="9" name="Footer Placeholder 4">
            <a:extLst>
              <a:ext uri="{FF2B5EF4-FFF2-40B4-BE49-F238E27FC236}">
                <a16:creationId xmlns:a16="http://schemas.microsoft.com/office/drawing/2014/main" id="{FD316BA4-8F67-4644-BDF7-69BE1D03FDBD}"/>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04EAC6E0-B658-45F7-8FDB-6613C3F1CE10}"/>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04F5E71D-EFB4-41ED-90D2-35ACED0C11EB}" type="slidenum">
              <a:rPr lang="en-US" altLang="vi-VN"/>
              <a:pPr>
                <a:defRPr/>
              </a:pPr>
              <a:t>‹#›</a:t>
            </a:fld>
            <a:endParaRPr lang="en-US" altLang="vi-VN"/>
          </a:p>
        </p:txBody>
      </p:sp>
    </p:spTree>
    <p:extLst>
      <p:ext uri="{BB962C8B-B14F-4D97-AF65-F5344CB8AC3E}">
        <p14:creationId xmlns:p14="http://schemas.microsoft.com/office/powerpoint/2010/main" val="24759141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A75BEFD-7CD3-44FD-84E2-FA3960F9BAC7}"/>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D1069F7F-4E9F-4D91-AACA-9D6664EFA1FA}"/>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27A70FC1-9CC1-44A8-BA33-D54531265B65}"/>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4BAD04ED-BCC5-4FB7-9E25-D8EE09833A7C}"/>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AB946182-61C8-4AFB-AC8B-6D1BC44F2BD6}" type="datetimeFigureOut">
              <a:rPr lang="en-US"/>
              <a:pPr>
                <a:defRPr/>
              </a:pPr>
              <a:t>3/23/26</a:t>
            </a:fld>
            <a:endParaRPr lang="en-US" dirty="0"/>
          </a:p>
        </p:txBody>
      </p:sp>
      <p:sp>
        <p:nvSpPr>
          <p:cNvPr id="9" name="Footer Placeholder 4">
            <a:extLst>
              <a:ext uri="{FF2B5EF4-FFF2-40B4-BE49-F238E27FC236}">
                <a16:creationId xmlns:a16="http://schemas.microsoft.com/office/drawing/2014/main" id="{9E4D792D-E7DE-45F6-9831-0C8E7E2069B8}"/>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419A06E2-1CAC-4358-A3E2-4DD9E70B8380}"/>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E8D656AC-B607-4727-BA23-CA3D8E9EC72A}" type="slidenum">
              <a:rPr lang="en-US" altLang="vi-VN"/>
              <a:pPr>
                <a:defRPr/>
              </a:pPr>
              <a:t>‹#›</a:t>
            </a:fld>
            <a:endParaRPr lang="en-US" altLang="vi-VN"/>
          </a:p>
        </p:txBody>
      </p:sp>
    </p:spTree>
    <p:extLst>
      <p:ext uri="{BB962C8B-B14F-4D97-AF65-F5344CB8AC3E}">
        <p14:creationId xmlns:p14="http://schemas.microsoft.com/office/powerpoint/2010/main" val="13583614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E7D9A56-5387-4CA7-A86F-0C323E11B33E}"/>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02932FDC-3591-4688-B334-3E3A2E5F12BA}"/>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EB2AB2B1-3206-4046-89D7-E3973521800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63C5D5F8-85B9-4D6F-8C99-E14E44E59753}"/>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4DFE6F9F-DC30-44B2-84B6-95AE16A0C81A}" type="datetimeFigureOut">
              <a:rPr lang="en-US"/>
              <a:pPr>
                <a:defRPr/>
              </a:pPr>
              <a:t>3/23/26</a:t>
            </a:fld>
            <a:endParaRPr lang="en-US" dirty="0"/>
          </a:p>
        </p:txBody>
      </p:sp>
      <p:sp>
        <p:nvSpPr>
          <p:cNvPr id="9" name="Footer Placeholder 4">
            <a:extLst>
              <a:ext uri="{FF2B5EF4-FFF2-40B4-BE49-F238E27FC236}">
                <a16:creationId xmlns:a16="http://schemas.microsoft.com/office/drawing/2014/main" id="{7FD26208-5C0C-4155-B085-BA82177BAEF1}"/>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6E4EA8E2-9291-4CC1-8716-AF4DAFD17D14}"/>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24268B3F-CEFD-4AD9-A174-031E68694F66}" type="slidenum">
              <a:rPr lang="en-US" altLang="vi-VN"/>
              <a:pPr>
                <a:defRPr/>
              </a:pPr>
              <a:t>‹#›</a:t>
            </a:fld>
            <a:endParaRPr lang="en-US" altLang="vi-VN"/>
          </a:p>
        </p:txBody>
      </p:sp>
    </p:spTree>
    <p:extLst>
      <p:ext uri="{BB962C8B-B14F-4D97-AF65-F5344CB8AC3E}">
        <p14:creationId xmlns:p14="http://schemas.microsoft.com/office/powerpoint/2010/main" val="8192595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5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2D0565B-280D-4031-AF93-6C981E355A5A}"/>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7580B2EC-2016-4996-A0F7-6ADEA3F96324}"/>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497D2569-10A5-4C9C-9880-1C10F028AF0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42A765E8-769C-44FB-B4F6-04CB1240AF58}"/>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DB9A50C9-E674-46A5-912B-3A9C7DCBE90D}" type="datetimeFigureOut">
              <a:rPr lang="en-US"/>
              <a:pPr>
                <a:defRPr/>
              </a:pPr>
              <a:t>3/23/26</a:t>
            </a:fld>
            <a:endParaRPr lang="en-US" dirty="0"/>
          </a:p>
        </p:txBody>
      </p:sp>
      <p:sp>
        <p:nvSpPr>
          <p:cNvPr id="9" name="Footer Placeholder 4">
            <a:extLst>
              <a:ext uri="{FF2B5EF4-FFF2-40B4-BE49-F238E27FC236}">
                <a16:creationId xmlns:a16="http://schemas.microsoft.com/office/drawing/2014/main" id="{57A4D466-B12E-4935-99B7-B637468E748B}"/>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5B7E83A5-3050-4D3F-9E15-6BB950A93A6A}"/>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E0D003E0-2DD2-48A3-AD0D-BCAC5D3333FD}" type="slidenum">
              <a:rPr lang="en-US" altLang="vi-VN"/>
              <a:pPr>
                <a:defRPr/>
              </a:pPr>
              <a:t>‹#›</a:t>
            </a:fld>
            <a:endParaRPr lang="en-US" altLang="vi-VN"/>
          </a:p>
        </p:txBody>
      </p:sp>
    </p:spTree>
    <p:extLst>
      <p:ext uri="{BB962C8B-B14F-4D97-AF65-F5344CB8AC3E}">
        <p14:creationId xmlns:p14="http://schemas.microsoft.com/office/powerpoint/2010/main" val="26107487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6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9D169F8-9A82-4FC8-9A1A-3CB1A248775D}"/>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EDECC5E3-7B3D-4114-8750-670D1191E2C6}"/>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D9E6FA6F-8A53-4A3F-89E7-1F4055F493E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1F123A92-A68C-44EB-B368-64998F6E7914}"/>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560B01A7-AE41-4611-B796-230FE9AED7F3}" type="datetimeFigureOut">
              <a:rPr lang="en-US"/>
              <a:pPr>
                <a:defRPr/>
              </a:pPr>
              <a:t>3/23/26</a:t>
            </a:fld>
            <a:endParaRPr lang="en-US" dirty="0"/>
          </a:p>
        </p:txBody>
      </p:sp>
      <p:sp>
        <p:nvSpPr>
          <p:cNvPr id="9" name="Footer Placeholder 4">
            <a:extLst>
              <a:ext uri="{FF2B5EF4-FFF2-40B4-BE49-F238E27FC236}">
                <a16:creationId xmlns:a16="http://schemas.microsoft.com/office/drawing/2014/main" id="{B384BF3E-063C-4705-9F60-68035C377398}"/>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E4A7BCAC-F442-4F34-818B-3C4F07F15783}"/>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50E115F8-3F6B-4E9B-AC3A-6183C1DF0966}" type="slidenum">
              <a:rPr lang="en-US" altLang="vi-VN"/>
              <a:pPr>
                <a:defRPr/>
              </a:pPr>
              <a:t>‹#›</a:t>
            </a:fld>
            <a:endParaRPr lang="en-US" altLang="vi-VN"/>
          </a:p>
        </p:txBody>
      </p:sp>
    </p:spTree>
    <p:extLst>
      <p:ext uri="{BB962C8B-B14F-4D97-AF65-F5344CB8AC3E}">
        <p14:creationId xmlns:p14="http://schemas.microsoft.com/office/powerpoint/2010/main" val="41177539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7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8B52D11E-766A-46AD-9755-50C64E35D1E4}"/>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392C1444-9F34-40C9-8B11-AD3E6D3F55F1}"/>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7B0A6DA7-CC92-4E40-AB68-02A4DAB0CB5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4325A412-E800-4776-876A-16172D63C2FF}"/>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84A84A57-FC9C-4062-99DB-2409A0289843}" type="datetimeFigureOut">
              <a:rPr lang="en-US"/>
              <a:pPr>
                <a:defRPr/>
              </a:pPr>
              <a:t>3/23/26</a:t>
            </a:fld>
            <a:endParaRPr lang="en-US" dirty="0"/>
          </a:p>
        </p:txBody>
      </p:sp>
      <p:sp>
        <p:nvSpPr>
          <p:cNvPr id="9" name="Footer Placeholder 4">
            <a:extLst>
              <a:ext uri="{FF2B5EF4-FFF2-40B4-BE49-F238E27FC236}">
                <a16:creationId xmlns:a16="http://schemas.microsoft.com/office/drawing/2014/main" id="{28FF0F9F-865B-413E-AB26-26D2043B0632}"/>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EBD610D4-9C54-49A5-A9AA-B43D5712AE37}"/>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8F0FCFC5-63BF-4C03-AD30-1FBA13972EB1}" type="slidenum">
              <a:rPr lang="en-US" altLang="vi-VN"/>
              <a:pPr>
                <a:defRPr/>
              </a:pPr>
              <a:t>‹#›</a:t>
            </a:fld>
            <a:endParaRPr lang="en-US" altLang="vi-VN"/>
          </a:p>
        </p:txBody>
      </p:sp>
    </p:spTree>
    <p:extLst>
      <p:ext uri="{BB962C8B-B14F-4D97-AF65-F5344CB8AC3E}">
        <p14:creationId xmlns:p14="http://schemas.microsoft.com/office/powerpoint/2010/main" val="24010914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8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57E580A-B2B1-4BAD-97FE-E1DBBAB65A0F}"/>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FBA5F9B4-6DC8-495C-9570-A418D99D8DD9}"/>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8AC7B323-31B4-49CE-B05E-D28C4DC4B33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301B5917-E5E6-43B6-B5EC-4EEC059DB4EF}"/>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28E7A1A4-B1D6-4288-B79D-8848D5313B81}" type="datetimeFigureOut">
              <a:rPr lang="en-US"/>
              <a:pPr>
                <a:defRPr/>
              </a:pPr>
              <a:t>3/23/26</a:t>
            </a:fld>
            <a:endParaRPr lang="en-US" dirty="0"/>
          </a:p>
        </p:txBody>
      </p:sp>
      <p:sp>
        <p:nvSpPr>
          <p:cNvPr id="9" name="Footer Placeholder 4">
            <a:extLst>
              <a:ext uri="{FF2B5EF4-FFF2-40B4-BE49-F238E27FC236}">
                <a16:creationId xmlns:a16="http://schemas.microsoft.com/office/drawing/2014/main" id="{01F1DC93-09E7-4A5D-9F5B-499349846F36}"/>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16C5BA19-E34C-4F20-BA02-940779B7B6EC}"/>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A3D8925D-920C-4E38-B8EB-58A42D14F104}" type="slidenum">
              <a:rPr lang="en-US" altLang="vi-VN"/>
              <a:pPr>
                <a:defRPr/>
              </a:pPr>
              <a:t>‹#›</a:t>
            </a:fld>
            <a:endParaRPr lang="en-US" altLang="vi-VN"/>
          </a:p>
        </p:txBody>
      </p:sp>
    </p:spTree>
    <p:extLst>
      <p:ext uri="{BB962C8B-B14F-4D97-AF65-F5344CB8AC3E}">
        <p14:creationId xmlns:p14="http://schemas.microsoft.com/office/powerpoint/2010/main" val="12082670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9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97097AA-337A-483E-935C-82C70A1F952B}"/>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885AEBDE-FD2A-4B13-A6A9-ACCAFD920A53}"/>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021FC847-46A6-4FE4-8AF8-C086260F59AB}"/>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2C48EABF-C205-41CD-91FA-873B5D63AD9D}"/>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14CE82E1-64DF-42CB-BEDD-AACBA67A4420}" type="datetimeFigureOut">
              <a:rPr lang="en-US"/>
              <a:pPr>
                <a:defRPr/>
              </a:pPr>
              <a:t>3/23/26</a:t>
            </a:fld>
            <a:endParaRPr lang="en-US" dirty="0"/>
          </a:p>
        </p:txBody>
      </p:sp>
      <p:sp>
        <p:nvSpPr>
          <p:cNvPr id="9" name="Footer Placeholder 4">
            <a:extLst>
              <a:ext uri="{FF2B5EF4-FFF2-40B4-BE49-F238E27FC236}">
                <a16:creationId xmlns:a16="http://schemas.microsoft.com/office/drawing/2014/main" id="{2F695D52-7B99-462B-A3E1-92290BEAEF40}"/>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5841650B-B511-4CBB-B463-A71B79432DD2}"/>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CC2123C6-52BA-45DF-97B7-3F81DD9A3ECE}" type="slidenum">
              <a:rPr lang="en-US" altLang="vi-VN"/>
              <a:pPr>
                <a:defRPr/>
              </a:pPr>
              <a:t>‹#›</a:t>
            </a:fld>
            <a:endParaRPr lang="en-US" altLang="vi-VN"/>
          </a:p>
        </p:txBody>
      </p:sp>
    </p:spTree>
    <p:extLst>
      <p:ext uri="{BB962C8B-B14F-4D97-AF65-F5344CB8AC3E}">
        <p14:creationId xmlns:p14="http://schemas.microsoft.com/office/powerpoint/2010/main" val="20867886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0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65E0483-A792-4045-8864-41463734F395}"/>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879038D5-0CCB-4EDF-83E8-3D8C27244E96}"/>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8EBFFFDB-BD6C-41F9-A8CE-2A529FB7BEB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75B9F4AB-A506-416E-B422-C16F7056F09E}"/>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7BF12630-CBF9-4D21-8ACC-C4A683052FB3}" type="datetimeFigureOut">
              <a:rPr lang="en-US"/>
              <a:pPr>
                <a:defRPr/>
              </a:pPr>
              <a:t>3/23/26</a:t>
            </a:fld>
            <a:endParaRPr lang="en-US" dirty="0"/>
          </a:p>
        </p:txBody>
      </p:sp>
      <p:sp>
        <p:nvSpPr>
          <p:cNvPr id="9" name="Footer Placeholder 4">
            <a:extLst>
              <a:ext uri="{FF2B5EF4-FFF2-40B4-BE49-F238E27FC236}">
                <a16:creationId xmlns:a16="http://schemas.microsoft.com/office/drawing/2014/main" id="{DE26882A-32B8-4114-A8B4-3AFAFB2DEFBF}"/>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64E2B516-B639-44D7-B5B8-4018461BB618}"/>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7C2FF69C-060C-4204-AA34-532950E70272}" type="slidenum">
              <a:rPr lang="en-US" altLang="vi-VN"/>
              <a:pPr>
                <a:defRPr/>
              </a:pPr>
              <a:t>‹#›</a:t>
            </a:fld>
            <a:endParaRPr lang="en-US" altLang="vi-VN"/>
          </a:p>
        </p:txBody>
      </p:sp>
    </p:spTree>
    <p:extLst>
      <p:ext uri="{BB962C8B-B14F-4D97-AF65-F5344CB8AC3E}">
        <p14:creationId xmlns:p14="http://schemas.microsoft.com/office/powerpoint/2010/main" val="229850643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1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53806BD-CB89-4F90-A178-026A4FF82004}"/>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CD5BD9E0-DD1D-4C67-885A-F63AFAC806BD}"/>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5ECCFFBC-391D-48D3-8D2F-AE86EAB2320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3266F053-D4CF-45E3-AB0C-F857D395C6A7}"/>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4E2603BB-6633-4A30-AEA4-55053CCAA452}" type="datetimeFigureOut">
              <a:rPr lang="en-US"/>
              <a:pPr>
                <a:defRPr/>
              </a:pPr>
              <a:t>3/23/26</a:t>
            </a:fld>
            <a:endParaRPr lang="en-US" dirty="0"/>
          </a:p>
        </p:txBody>
      </p:sp>
      <p:sp>
        <p:nvSpPr>
          <p:cNvPr id="9" name="Footer Placeholder 4">
            <a:extLst>
              <a:ext uri="{FF2B5EF4-FFF2-40B4-BE49-F238E27FC236}">
                <a16:creationId xmlns:a16="http://schemas.microsoft.com/office/drawing/2014/main" id="{DDDD5B70-5FED-4037-B2FD-CC1DD5CDF393}"/>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BD4A7811-E123-46D3-8001-368C2915F7FF}"/>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16F35A6E-579E-4754-8433-8E0CA9545382}" type="slidenum">
              <a:rPr lang="en-US" altLang="vi-VN"/>
              <a:pPr>
                <a:defRPr/>
              </a:pPr>
              <a:t>‹#›</a:t>
            </a:fld>
            <a:endParaRPr lang="en-US" altLang="vi-VN"/>
          </a:p>
        </p:txBody>
      </p:sp>
    </p:spTree>
    <p:extLst>
      <p:ext uri="{BB962C8B-B14F-4D97-AF65-F5344CB8AC3E}">
        <p14:creationId xmlns:p14="http://schemas.microsoft.com/office/powerpoint/2010/main" val="30728070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2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E32DDC6-18C2-4C20-AA7A-EF7A2C79AB11}"/>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BCF590FC-8F4F-46BA-A3B1-3804A3782525}"/>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AFBFEB91-3895-4ED2-94A4-302A74572282}"/>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FCE8E6FC-62D9-425C-B2AD-40BFD193ED43}"/>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ADFAFB6A-D74D-4B17-9EE7-AAD2D35942C7}" type="datetimeFigureOut">
              <a:rPr lang="en-US"/>
              <a:pPr>
                <a:defRPr/>
              </a:pPr>
              <a:t>3/23/26</a:t>
            </a:fld>
            <a:endParaRPr lang="en-US" dirty="0"/>
          </a:p>
        </p:txBody>
      </p:sp>
      <p:sp>
        <p:nvSpPr>
          <p:cNvPr id="9" name="Footer Placeholder 4">
            <a:extLst>
              <a:ext uri="{FF2B5EF4-FFF2-40B4-BE49-F238E27FC236}">
                <a16:creationId xmlns:a16="http://schemas.microsoft.com/office/drawing/2014/main" id="{D2CAE64E-04AE-4F36-A297-28C2562FCFB8}"/>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3D1268C6-738E-4EA2-812D-68E9EB5D8312}"/>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661264F9-6DCD-4656-ADEA-DC63670494D6}" type="slidenum">
              <a:rPr lang="en-US" altLang="vi-VN"/>
              <a:pPr>
                <a:defRPr/>
              </a:pPr>
              <a:t>‹#›</a:t>
            </a:fld>
            <a:endParaRPr lang="en-US" altLang="vi-VN"/>
          </a:p>
        </p:txBody>
      </p:sp>
    </p:spTree>
    <p:extLst>
      <p:ext uri="{BB962C8B-B14F-4D97-AF65-F5344CB8AC3E}">
        <p14:creationId xmlns:p14="http://schemas.microsoft.com/office/powerpoint/2010/main" val="365785228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3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EFBFD43-81E5-4003-A04E-3158F8BCAE10}"/>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C0358DB0-9F74-46AB-B557-1F00733C1F7D}"/>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AD821A2F-4E79-4C98-A87F-1C5853359B75}"/>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70E9BB2A-BF45-43BE-B309-64F5A59F6AC0}"/>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33626FDE-F99E-438E-A715-6DBAB9DB5D35}" type="datetimeFigureOut">
              <a:rPr lang="en-US"/>
              <a:pPr>
                <a:defRPr/>
              </a:pPr>
              <a:t>3/23/26</a:t>
            </a:fld>
            <a:endParaRPr lang="en-US" dirty="0"/>
          </a:p>
        </p:txBody>
      </p:sp>
      <p:sp>
        <p:nvSpPr>
          <p:cNvPr id="9" name="Footer Placeholder 4">
            <a:extLst>
              <a:ext uri="{FF2B5EF4-FFF2-40B4-BE49-F238E27FC236}">
                <a16:creationId xmlns:a16="http://schemas.microsoft.com/office/drawing/2014/main" id="{49C9B3C0-E24C-4D1C-8CB6-E4D26BCE8C9C}"/>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ABB5B596-C1D5-4335-A312-AE43AD7E4434}"/>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053B18FC-0F7B-4898-BA4E-B8324D107C01}" type="slidenum">
              <a:rPr lang="en-US" altLang="vi-VN"/>
              <a:pPr>
                <a:defRPr/>
              </a:pPr>
              <a:t>‹#›</a:t>
            </a:fld>
            <a:endParaRPr lang="en-US" altLang="vi-VN"/>
          </a:p>
        </p:txBody>
      </p:sp>
    </p:spTree>
    <p:extLst>
      <p:ext uri="{BB962C8B-B14F-4D97-AF65-F5344CB8AC3E}">
        <p14:creationId xmlns:p14="http://schemas.microsoft.com/office/powerpoint/2010/main" val="15841231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4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C5DBE904-0096-4FA3-B654-A045C375BAD4}"/>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26496644-0C9E-4953-8D62-EE37D147E333}"/>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CD004611-F84A-4D9D-B620-5F563EB6AAF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89D5E299-2FBC-47DE-AAD3-3206A10F00C7}"/>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EC6098F7-DDBA-41E4-97EC-C2CDF4D58FA8}" type="datetimeFigureOut">
              <a:rPr lang="en-US"/>
              <a:pPr>
                <a:defRPr/>
              </a:pPr>
              <a:t>3/23/26</a:t>
            </a:fld>
            <a:endParaRPr lang="en-US" dirty="0"/>
          </a:p>
        </p:txBody>
      </p:sp>
      <p:sp>
        <p:nvSpPr>
          <p:cNvPr id="9" name="Footer Placeholder 4">
            <a:extLst>
              <a:ext uri="{FF2B5EF4-FFF2-40B4-BE49-F238E27FC236}">
                <a16:creationId xmlns:a16="http://schemas.microsoft.com/office/drawing/2014/main" id="{98971909-C816-42E9-A593-9587A524E5E7}"/>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2E3B5EF1-AFD1-4246-9334-072899BAD7B3}"/>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3DFCB6FA-4ACE-4F43-88FD-0DBEB43AEBC2}" type="slidenum">
              <a:rPr lang="en-US" altLang="vi-VN"/>
              <a:pPr>
                <a:defRPr/>
              </a:pPr>
              <a:t>‹#›</a:t>
            </a:fld>
            <a:endParaRPr lang="en-US" altLang="vi-VN"/>
          </a:p>
        </p:txBody>
      </p:sp>
    </p:spTree>
    <p:extLst>
      <p:ext uri="{BB962C8B-B14F-4D97-AF65-F5344CB8AC3E}">
        <p14:creationId xmlns:p14="http://schemas.microsoft.com/office/powerpoint/2010/main" val="422570139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5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894197CD-D473-4D30-8231-D3263AFBC56E}"/>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BFEEBDCA-0FED-4FE2-A647-996C8B2BC77E}"/>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E460438B-94C4-41DE-AAB3-35F546166D2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7D554F4B-7598-4FC3-B163-2D5A98A8891F}"/>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59AAD9F3-1855-4FA8-ADC6-154B05C16C21}" type="datetimeFigureOut">
              <a:rPr lang="en-US"/>
              <a:pPr>
                <a:defRPr/>
              </a:pPr>
              <a:t>3/23/26</a:t>
            </a:fld>
            <a:endParaRPr lang="en-US" dirty="0"/>
          </a:p>
        </p:txBody>
      </p:sp>
      <p:sp>
        <p:nvSpPr>
          <p:cNvPr id="9" name="Footer Placeholder 4">
            <a:extLst>
              <a:ext uri="{FF2B5EF4-FFF2-40B4-BE49-F238E27FC236}">
                <a16:creationId xmlns:a16="http://schemas.microsoft.com/office/drawing/2014/main" id="{C824F11B-0064-48B1-913C-759270C5846E}"/>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0F93F799-BB59-4DE7-AAD5-BB58D91122E6}"/>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5209B9CD-4B15-4114-B848-E69213AE6228}" type="slidenum">
              <a:rPr lang="en-US" altLang="vi-VN"/>
              <a:pPr>
                <a:defRPr/>
              </a:pPr>
              <a:t>‹#›</a:t>
            </a:fld>
            <a:endParaRPr lang="en-US" altLang="vi-VN"/>
          </a:p>
        </p:txBody>
      </p:sp>
    </p:spTree>
    <p:extLst>
      <p:ext uri="{BB962C8B-B14F-4D97-AF65-F5344CB8AC3E}">
        <p14:creationId xmlns:p14="http://schemas.microsoft.com/office/powerpoint/2010/main" val="128381126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6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6944DDE-B883-4EDE-AFAC-BA5ED6C522A3}"/>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3D9BF648-F089-4AC5-A606-DE1D413BEC20}"/>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31903521-DE98-46E6-A1AE-AA4D624811D0}"/>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C191FAFE-840B-4F0B-BC16-78BFE530A2A9}"/>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B371D067-861B-4D46-9B97-43F9ABA4AE90}" type="datetimeFigureOut">
              <a:rPr lang="en-US"/>
              <a:pPr>
                <a:defRPr/>
              </a:pPr>
              <a:t>3/23/26</a:t>
            </a:fld>
            <a:endParaRPr lang="en-US" dirty="0"/>
          </a:p>
        </p:txBody>
      </p:sp>
      <p:sp>
        <p:nvSpPr>
          <p:cNvPr id="9" name="Footer Placeholder 4">
            <a:extLst>
              <a:ext uri="{FF2B5EF4-FFF2-40B4-BE49-F238E27FC236}">
                <a16:creationId xmlns:a16="http://schemas.microsoft.com/office/drawing/2014/main" id="{8E33FD78-31A9-48B2-ACE6-D4222642D220}"/>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14BE48B6-84DD-4DF1-A68E-E3F6A19D5F50}"/>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82EDCB40-A02C-4F1D-861C-A7FB852F50D8}" type="slidenum">
              <a:rPr lang="en-US" altLang="vi-VN"/>
              <a:pPr>
                <a:defRPr/>
              </a:pPr>
              <a:t>‹#›</a:t>
            </a:fld>
            <a:endParaRPr lang="en-US" altLang="vi-VN"/>
          </a:p>
        </p:txBody>
      </p:sp>
    </p:spTree>
    <p:extLst>
      <p:ext uri="{BB962C8B-B14F-4D97-AF65-F5344CB8AC3E}">
        <p14:creationId xmlns:p14="http://schemas.microsoft.com/office/powerpoint/2010/main" val="22059224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7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57F1D13-6FE5-46BD-A832-06EF3CA0DD32}"/>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5BF4578F-4B51-40FB-A67F-EA768F07FF4A}"/>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8EC65DC6-8187-4087-853A-39DA50786F22}"/>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74E702C8-B6AA-4D8A-AD1C-84B87C2F7B5F}"/>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0DBB05ED-92DC-4CDD-9C86-AC4378CB198E}" type="datetimeFigureOut">
              <a:rPr lang="en-US"/>
              <a:pPr>
                <a:defRPr/>
              </a:pPr>
              <a:t>3/23/26</a:t>
            </a:fld>
            <a:endParaRPr lang="en-US" dirty="0"/>
          </a:p>
        </p:txBody>
      </p:sp>
      <p:sp>
        <p:nvSpPr>
          <p:cNvPr id="9" name="Footer Placeholder 4">
            <a:extLst>
              <a:ext uri="{FF2B5EF4-FFF2-40B4-BE49-F238E27FC236}">
                <a16:creationId xmlns:a16="http://schemas.microsoft.com/office/drawing/2014/main" id="{3078BEDF-0F6F-44B8-91D8-934F19D4CEEC}"/>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12A5D93B-905D-46CD-B21F-C8DCE2504EB8}"/>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42E95E38-2CB4-4BB1-B5FC-15E3AB4DF361}" type="slidenum">
              <a:rPr lang="en-US" altLang="vi-VN"/>
              <a:pPr>
                <a:defRPr/>
              </a:pPr>
              <a:t>‹#›</a:t>
            </a:fld>
            <a:endParaRPr lang="en-US" altLang="vi-VN"/>
          </a:p>
        </p:txBody>
      </p:sp>
    </p:spTree>
    <p:extLst>
      <p:ext uri="{BB962C8B-B14F-4D97-AF65-F5344CB8AC3E}">
        <p14:creationId xmlns:p14="http://schemas.microsoft.com/office/powerpoint/2010/main" val="359413452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8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C342AC1E-BD5A-4458-A301-0A546299D0EE}"/>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B8D785F6-6DAC-40AF-B5C3-D0AAAF46804B}"/>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C0CD954B-16ED-4151-A8BD-030522D25ED6}"/>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7B955C83-CC2A-4F9B-BADC-0DD72B3A0D0A}"/>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8A3D1C37-917A-48F6-B80B-19F73F2F46BF}" type="datetimeFigureOut">
              <a:rPr lang="en-US"/>
              <a:pPr>
                <a:defRPr/>
              </a:pPr>
              <a:t>3/23/26</a:t>
            </a:fld>
            <a:endParaRPr lang="en-US" dirty="0"/>
          </a:p>
        </p:txBody>
      </p:sp>
      <p:sp>
        <p:nvSpPr>
          <p:cNvPr id="9" name="Footer Placeholder 4">
            <a:extLst>
              <a:ext uri="{FF2B5EF4-FFF2-40B4-BE49-F238E27FC236}">
                <a16:creationId xmlns:a16="http://schemas.microsoft.com/office/drawing/2014/main" id="{6E7096A4-2987-4C51-BAC3-6CE431EB17AF}"/>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BBD2D74C-241B-4BEA-9DC7-10006A0169C3}"/>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AA36A90D-91C7-4180-8A5C-72EE2C0EB5BA}" type="slidenum">
              <a:rPr lang="en-US" altLang="vi-VN"/>
              <a:pPr>
                <a:defRPr/>
              </a:pPr>
              <a:t>‹#›</a:t>
            </a:fld>
            <a:endParaRPr lang="en-US" altLang="vi-VN"/>
          </a:p>
        </p:txBody>
      </p:sp>
    </p:spTree>
    <p:extLst>
      <p:ext uri="{BB962C8B-B14F-4D97-AF65-F5344CB8AC3E}">
        <p14:creationId xmlns:p14="http://schemas.microsoft.com/office/powerpoint/2010/main" val="288234840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9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9F74DA8-4E70-4826-8215-146673FB24DE}"/>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119C42FF-DB5D-4D93-865E-0EE761283B05}"/>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37717D83-BCFB-446B-81AC-AA1B646545D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D8255BDC-E3FB-4F77-93F6-EB036B47E033}"/>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8DB0C0EF-89C2-44BF-83A8-F99C50B4D8FC}" type="datetimeFigureOut">
              <a:rPr lang="en-US"/>
              <a:pPr>
                <a:defRPr/>
              </a:pPr>
              <a:t>3/23/26</a:t>
            </a:fld>
            <a:endParaRPr lang="en-US" dirty="0"/>
          </a:p>
        </p:txBody>
      </p:sp>
      <p:sp>
        <p:nvSpPr>
          <p:cNvPr id="9" name="Footer Placeholder 4">
            <a:extLst>
              <a:ext uri="{FF2B5EF4-FFF2-40B4-BE49-F238E27FC236}">
                <a16:creationId xmlns:a16="http://schemas.microsoft.com/office/drawing/2014/main" id="{7F9FEFC2-E665-44B8-B36C-EFE498D8386F}"/>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C88689AA-4273-4B45-9DA9-E66DDB74009B}"/>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8709521B-32F6-43CF-9AD2-D05C32575577}" type="slidenum">
              <a:rPr lang="en-US" altLang="vi-VN"/>
              <a:pPr>
                <a:defRPr/>
              </a:pPr>
              <a:t>‹#›</a:t>
            </a:fld>
            <a:endParaRPr lang="en-US" altLang="vi-VN"/>
          </a:p>
        </p:txBody>
      </p:sp>
    </p:spTree>
    <p:extLst>
      <p:ext uri="{BB962C8B-B14F-4D97-AF65-F5344CB8AC3E}">
        <p14:creationId xmlns:p14="http://schemas.microsoft.com/office/powerpoint/2010/main" val="122754432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20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81AFCF1-B795-43D3-872B-C7E07A99DF7F}"/>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8FF8D792-3E97-452A-9CEF-905EBF3DD28D}"/>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440E8D81-43DB-4E2F-976A-A2264665453B}"/>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F4BC771B-15E6-4B53-90E7-1D8AFB643F17}"/>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224268A3-F6E8-42FF-A634-50A0F186C576}" type="datetimeFigureOut">
              <a:rPr lang="en-US"/>
              <a:pPr>
                <a:defRPr/>
              </a:pPr>
              <a:t>3/23/26</a:t>
            </a:fld>
            <a:endParaRPr lang="en-US" dirty="0"/>
          </a:p>
        </p:txBody>
      </p:sp>
      <p:sp>
        <p:nvSpPr>
          <p:cNvPr id="9" name="Footer Placeholder 4">
            <a:extLst>
              <a:ext uri="{FF2B5EF4-FFF2-40B4-BE49-F238E27FC236}">
                <a16:creationId xmlns:a16="http://schemas.microsoft.com/office/drawing/2014/main" id="{6E9F9C85-3DBD-4777-9A66-32F84BE67175}"/>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B979CB39-C844-423B-A6ED-AF025CD7BD77}"/>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1496DC31-492E-42C4-998F-FA4853586612}" type="slidenum">
              <a:rPr lang="en-US" altLang="vi-VN"/>
              <a:pPr>
                <a:defRPr/>
              </a:pPr>
              <a:t>‹#›</a:t>
            </a:fld>
            <a:endParaRPr lang="en-US" altLang="vi-VN"/>
          </a:p>
        </p:txBody>
      </p:sp>
    </p:spTree>
    <p:extLst>
      <p:ext uri="{BB962C8B-B14F-4D97-AF65-F5344CB8AC3E}">
        <p14:creationId xmlns:p14="http://schemas.microsoft.com/office/powerpoint/2010/main" val="274936093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21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61F4494-5EAE-4544-BF4F-C4B04779B5EE}"/>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27D43672-E425-4DED-A1F3-C670ECA705AD}"/>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761D9410-21D7-4E81-A510-71D8D5F83A9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DE25E23B-CD7D-4746-9592-7F545D2C82D3}"/>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CC41BE0F-F3DB-4B21-824D-06624EFAF839}" type="datetimeFigureOut">
              <a:rPr lang="en-US"/>
              <a:pPr>
                <a:defRPr/>
              </a:pPr>
              <a:t>3/23/26</a:t>
            </a:fld>
            <a:endParaRPr lang="en-US" dirty="0"/>
          </a:p>
        </p:txBody>
      </p:sp>
      <p:sp>
        <p:nvSpPr>
          <p:cNvPr id="9" name="Footer Placeholder 4">
            <a:extLst>
              <a:ext uri="{FF2B5EF4-FFF2-40B4-BE49-F238E27FC236}">
                <a16:creationId xmlns:a16="http://schemas.microsoft.com/office/drawing/2014/main" id="{8EDB3F6E-7DD5-493C-BEBC-DF0DFD3D46FA}"/>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705057DB-759B-459B-8272-7898220D3E67}"/>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1EEE310B-8E8E-426A-8255-73C45EB43C41}" type="slidenum">
              <a:rPr lang="en-US" altLang="vi-VN"/>
              <a:pPr>
                <a:defRPr/>
              </a:pPr>
              <a:t>‹#›</a:t>
            </a:fld>
            <a:endParaRPr lang="en-US" altLang="vi-VN"/>
          </a:p>
        </p:txBody>
      </p:sp>
    </p:spTree>
    <p:extLst>
      <p:ext uri="{BB962C8B-B14F-4D97-AF65-F5344CB8AC3E}">
        <p14:creationId xmlns:p14="http://schemas.microsoft.com/office/powerpoint/2010/main" val="410151229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22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E69A4A2-751E-48A8-AB77-3C75A548FAD4}"/>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475CB137-907C-44B1-A27B-2A5AAAE55D98}"/>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551C9603-3F91-4122-B56F-AF9713EE67BB}"/>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0795BC1A-6AD2-4E31-A0B2-7C99CEBE1487}"/>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A0322FA5-C25C-4690-A9AF-321A2A32C9A0}" type="datetimeFigureOut">
              <a:rPr lang="en-US"/>
              <a:pPr>
                <a:defRPr/>
              </a:pPr>
              <a:t>3/23/26</a:t>
            </a:fld>
            <a:endParaRPr lang="en-US" dirty="0"/>
          </a:p>
        </p:txBody>
      </p:sp>
      <p:sp>
        <p:nvSpPr>
          <p:cNvPr id="9" name="Footer Placeholder 4">
            <a:extLst>
              <a:ext uri="{FF2B5EF4-FFF2-40B4-BE49-F238E27FC236}">
                <a16:creationId xmlns:a16="http://schemas.microsoft.com/office/drawing/2014/main" id="{0CDF5E1D-8B9D-4089-BE2E-45FF49F62A1A}"/>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9FA3FE1E-18CD-4F63-9EA4-CD19FCBB0DA2}"/>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10FE793C-A753-472A-9712-FF3C4AF54013}" type="slidenum">
              <a:rPr lang="en-US" altLang="vi-VN"/>
              <a:pPr>
                <a:defRPr/>
              </a:pPr>
              <a:t>‹#›</a:t>
            </a:fld>
            <a:endParaRPr lang="en-US" altLang="vi-VN"/>
          </a:p>
        </p:txBody>
      </p:sp>
    </p:spTree>
    <p:extLst>
      <p:ext uri="{BB962C8B-B14F-4D97-AF65-F5344CB8AC3E}">
        <p14:creationId xmlns:p14="http://schemas.microsoft.com/office/powerpoint/2010/main" val="16460666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23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83021B01-5852-46FC-9CEE-536DA9643EED}"/>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5AA05113-72A7-4465-B59C-7B18690B232A}"/>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DB657C75-3BBB-4F7F-ADEE-7F0750F64640}"/>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6766CE78-4C5D-4444-961A-510573A6530E}"/>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44D4CF33-30C4-4A25-AD9D-674363988958}" type="datetimeFigureOut">
              <a:rPr lang="en-US"/>
              <a:pPr>
                <a:defRPr/>
              </a:pPr>
              <a:t>3/23/26</a:t>
            </a:fld>
            <a:endParaRPr lang="en-US" dirty="0"/>
          </a:p>
        </p:txBody>
      </p:sp>
      <p:sp>
        <p:nvSpPr>
          <p:cNvPr id="9" name="Footer Placeholder 4">
            <a:extLst>
              <a:ext uri="{FF2B5EF4-FFF2-40B4-BE49-F238E27FC236}">
                <a16:creationId xmlns:a16="http://schemas.microsoft.com/office/drawing/2014/main" id="{972ED7C8-3B45-45AC-BFC5-82F97DD25451}"/>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2EA79228-DFD9-4D31-8B7D-B7C8102A239D}"/>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24A8DB52-396C-4BFA-B409-5B4AD0D428F9}" type="slidenum">
              <a:rPr lang="en-US" altLang="vi-VN"/>
              <a:pPr>
                <a:defRPr/>
              </a:pPr>
              <a:t>‹#›</a:t>
            </a:fld>
            <a:endParaRPr lang="en-US" altLang="vi-VN"/>
          </a:p>
        </p:txBody>
      </p:sp>
    </p:spTree>
    <p:extLst>
      <p:ext uri="{BB962C8B-B14F-4D97-AF65-F5344CB8AC3E}">
        <p14:creationId xmlns:p14="http://schemas.microsoft.com/office/powerpoint/2010/main" val="22447124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1.jpe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28"/>
          <a:srcRect/>
          <a:stretch>
            <a:fillRect/>
          </a:stretch>
        </a:blip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5B1FADD2-9AEF-4112-A008-13435246E7AD}"/>
              </a:ext>
            </a:extLst>
          </p:cNvPr>
          <p:cNvSpPr>
            <a:spLocks noGrp="1"/>
          </p:cNvSpPr>
          <p:nvPr>
            <p:ph type="title"/>
          </p:nvPr>
        </p:nvSpPr>
        <p:spPr bwMode="auto">
          <a:xfrm>
            <a:off x="628650" y="365125"/>
            <a:ext cx="78867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endParaRPr lang="vi-VN" altLang="vi-VN"/>
          </a:p>
        </p:txBody>
      </p:sp>
      <p:sp>
        <p:nvSpPr>
          <p:cNvPr id="1027" name="Text Placeholder 2">
            <a:extLst>
              <a:ext uri="{FF2B5EF4-FFF2-40B4-BE49-F238E27FC236}">
                <a16:creationId xmlns:a16="http://schemas.microsoft.com/office/drawing/2014/main" id="{73695798-0E77-4D09-BDB3-11EDA758EC0C}"/>
              </a:ext>
            </a:extLst>
          </p:cNvPr>
          <p:cNvSpPr>
            <a:spLocks noGrp="1"/>
          </p:cNvSpPr>
          <p:nvPr>
            <p:ph type="body" idx="1"/>
          </p:nvPr>
        </p:nvSpPr>
        <p:spPr bwMode="auto">
          <a:xfrm>
            <a:off x="628650" y="1825625"/>
            <a:ext cx="78867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endParaRPr lang="vi-VN" altLang="vi-VN"/>
          </a:p>
        </p:txBody>
      </p:sp>
      <p:sp>
        <p:nvSpPr>
          <p:cNvPr id="7" name="TextBox 6">
            <a:extLst>
              <a:ext uri="{FF2B5EF4-FFF2-40B4-BE49-F238E27FC236}">
                <a16:creationId xmlns:a16="http://schemas.microsoft.com/office/drawing/2014/main" id="{1F22D2C2-2174-4EC5-BF12-42B65A60AB3D}"/>
              </a:ext>
            </a:extLst>
          </p:cNvPr>
          <p:cNvSpPr txBox="1"/>
          <p:nvPr/>
        </p:nvSpPr>
        <p:spPr>
          <a:xfrm>
            <a:off x="7862888" y="6311900"/>
            <a:ext cx="1101725" cy="254000"/>
          </a:xfrm>
          <a:prstGeom prst="rect">
            <a:avLst/>
          </a:prstGeom>
          <a:noFill/>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r>
              <a:rPr lang="en" altLang="vi-VN" sz="1000">
                <a:solidFill>
                  <a:srgbClr val="CF2941"/>
                </a:solidFill>
                <a:ea typeface="Roboto" panose="02000000000000000000" pitchFamily="2" charset="0"/>
                <a:cs typeface="Arial" panose="020B0604020202020204" pitchFamily="34" charset="0"/>
              </a:rPr>
              <a:t>Page</a:t>
            </a:r>
            <a:fld id="{8758EBCD-83FD-4789-A0AE-CA69175CA752}" type="slidenum">
              <a:rPr lang="en-US" altLang="vi-VN" sz="1000" smtClean="0">
                <a:solidFill>
                  <a:srgbClr val="CF2941"/>
                </a:solidFill>
                <a:ea typeface="Roboto" panose="02000000000000000000" pitchFamily="2" charset="0"/>
                <a:cs typeface="Arial" panose="020B0604020202020204" pitchFamily="34" charset="0"/>
              </a:rPr>
              <a:pPr eaLnBrk="1" hangingPunct="1">
                <a:defRPr/>
              </a:pPr>
              <a:t>‹#›</a:t>
            </a:fld>
            <a:endParaRPr lang="en-US" altLang="vi-VN" sz="1000">
              <a:solidFill>
                <a:srgbClr val="CF2941"/>
              </a:solidFill>
              <a:ea typeface="Roboto" panose="02000000000000000000" pitchFamily="2" charset="0"/>
              <a:cs typeface="Arial" panose="020B0604020202020204" pitchFamily="34" charset="0"/>
            </a:endParaRPr>
          </a:p>
        </p:txBody>
      </p:sp>
      <p:sp>
        <p:nvSpPr>
          <p:cNvPr id="9" name="Rectangle 6">
            <a:extLst>
              <a:ext uri="{FF2B5EF4-FFF2-40B4-BE49-F238E27FC236}">
                <a16:creationId xmlns:a16="http://schemas.microsoft.com/office/drawing/2014/main" id="{DBC91B36-E970-401E-B9A6-82822345988C}"/>
              </a:ext>
            </a:extLst>
          </p:cNvPr>
          <p:cNvSpPr txBox="1">
            <a:spLocks noChangeArrowheads="1"/>
          </p:cNvSpPr>
          <p:nvPr userDrawn="1"/>
        </p:nvSpPr>
        <p:spPr bwMode="auto">
          <a:xfrm>
            <a:off x="8305800" y="6324600"/>
            <a:ext cx="457200" cy="381000"/>
          </a:xfrm>
          <a:prstGeom prst="rect">
            <a:avLst/>
          </a:prstGeom>
          <a:noFill/>
          <a:ln w="9525">
            <a:noFill/>
            <a:miter lim="800000"/>
            <a:headEnd/>
            <a:tailEnd/>
          </a:ln>
          <a:effec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fld id="{811270A4-66D7-42EB-8F6A-9261B83C2708}" type="slidenum">
              <a:rPr lang="en-US" altLang="vi-VN" smtClean="0">
                <a:solidFill>
                  <a:schemeClr val="bg1"/>
                </a:solidFill>
                <a:latin typeface="Corbel" panose="020B0503020204020204" pitchFamily="34" charset="0"/>
              </a:rPr>
              <a:pPr algn="ctr" eaLnBrk="1" hangingPunct="1">
                <a:defRPr/>
              </a:pPr>
              <a:t>‹#›</a:t>
            </a:fld>
            <a:endParaRPr lang="en-US" altLang="vi-VN">
              <a:solidFill>
                <a:schemeClr val="bg1"/>
              </a:solidFill>
              <a:latin typeface="Corbel" panose="020B0503020204020204" pitchFamily="34" charset="0"/>
            </a:endParaRPr>
          </a:p>
        </p:txBody>
      </p:sp>
    </p:spTree>
  </p:cSld>
  <p:clrMap bg1="lt1" tx1="dk1" bg2="lt2" tx2="dk2" accent1="accent1" accent2="accent2" accent3="accent3" accent4="accent4" accent5="accent5" accent6="accent6" hlink="hlink" folHlink="folHlink"/>
  <p:sldLayoutIdLst>
    <p:sldLayoutId id="2147484773" r:id="rId1"/>
    <p:sldLayoutId id="2147484774" r:id="rId2"/>
    <p:sldLayoutId id="2147484775" r:id="rId3"/>
    <p:sldLayoutId id="2147484776" r:id="rId4"/>
    <p:sldLayoutId id="2147484777" r:id="rId5"/>
    <p:sldLayoutId id="2147484778" r:id="rId6"/>
    <p:sldLayoutId id="2147484779" r:id="rId7"/>
    <p:sldLayoutId id="2147484780" r:id="rId8"/>
    <p:sldLayoutId id="2147484781" r:id="rId9"/>
    <p:sldLayoutId id="2147484782" r:id="rId10"/>
    <p:sldLayoutId id="2147484783" r:id="rId11"/>
    <p:sldLayoutId id="2147484784" r:id="rId12"/>
    <p:sldLayoutId id="2147484785" r:id="rId13"/>
    <p:sldLayoutId id="2147484786" r:id="rId14"/>
    <p:sldLayoutId id="2147484787" r:id="rId15"/>
    <p:sldLayoutId id="2147484788" r:id="rId16"/>
    <p:sldLayoutId id="2147484789" r:id="rId17"/>
    <p:sldLayoutId id="2147484790" r:id="rId18"/>
    <p:sldLayoutId id="2147484791" r:id="rId19"/>
    <p:sldLayoutId id="2147484792" r:id="rId20"/>
    <p:sldLayoutId id="2147484793" r:id="rId21"/>
    <p:sldLayoutId id="2147484794" r:id="rId22"/>
    <p:sldLayoutId id="2147484795" r:id="rId23"/>
    <p:sldLayoutId id="2147484796" r:id="rId24"/>
    <p:sldLayoutId id="2147484797" r:id="rId25"/>
    <p:sldLayoutId id="2147484798" r:id="rId26"/>
  </p:sldLayoutIdLst>
  <p:hf sldNum="0" hd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Arial" panose="020B0604020202020204" pitchFamily="34" charset="0"/>
        </a:defRPr>
      </a:lvl2pPr>
      <a:lvl3pPr algn="l" defTabSz="685800" rtl="0" eaLnBrk="0" fontAlgn="base" hangingPunct="0">
        <a:lnSpc>
          <a:spcPct val="90000"/>
        </a:lnSpc>
        <a:spcBef>
          <a:spcPct val="0"/>
        </a:spcBef>
        <a:spcAft>
          <a:spcPct val="0"/>
        </a:spcAft>
        <a:defRPr sz="3300">
          <a:solidFill>
            <a:schemeClr val="tx1"/>
          </a:solidFill>
          <a:latin typeface="Arial" panose="020B0604020202020204" pitchFamily="34" charset="0"/>
        </a:defRPr>
      </a:lvl3pPr>
      <a:lvl4pPr algn="l" defTabSz="685800" rtl="0" eaLnBrk="0" fontAlgn="base" hangingPunct="0">
        <a:lnSpc>
          <a:spcPct val="90000"/>
        </a:lnSpc>
        <a:spcBef>
          <a:spcPct val="0"/>
        </a:spcBef>
        <a:spcAft>
          <a:spcPct val="0"/>
        </a:spcAft>
        <a:defRPr sz="3300">
          <a:solidFill>
            <a:schemeClr val="tx1"/>
          </a:solidFill>
          <a:latin typeface="Arial" panose="020B0604020202020204" pitchFamily="34" charset="0"/>
        </a:defRPr>
      </a:lvl4pPr>
      <a:lvl5pPr algn="l" defTabSz="685800" rtl="0" eaLnBrk="0" fontAlgn="base" hangingPunct="0">
        <a:lnSpc>
          <a:spcPct val="90000"/>
        </a:lnSpc>
        <a:spcBef>
          <a:spcPct val="0"/>
        </a:spcBef>
        <a:spcAft>
          <a:spcPct val="0"/>
        </a:spcAft>
        <a:defRPr sz="3300">
          <a:solidFill>
            <a:schemeClr val="tx1"/>
          </a:solidFill>
          <a:latin typeface="Arial" panose="020B0604020202020204" pitchFamily="34" charset="0"/>
        </a:defRPr>
      </a:lvl5pPr>
      <a:lvl6pPr marL="457200" algn="l" defTabSz="685800" rtl="0" eaLnBrk="1" fontAlgn="base" hangingPunct="1">
        <a:lnSpc>
          <a:spcPct val="90000"/>
        </a:lnSpc>
        <a:spcBef>
          <a:spcPct val="0"/>
        </a:spcBef>
        <a:spcAft>
          <a:spcPct val="0"/>
        </a:spcAft>
        <a:defRPr sz="3300">
          <a:solidFill>
            <a:schemeClr val="tx1"/>
          </a:solidFill>
          <a:latin typeface="Arial" panose="020B0604020202020204" pitchFamily="34" charset="0"/>
        </a:defRPr>
      </a:lvl6pPr>
      <a:lvl7pPr marL="914400" algn="l" defTabSz="685800" rtl="0" eaLnBrk="1" fontAlgn="base" hangingPunct="1">
        <a:lnSpc>
          <a:spcPct val="90000"/>
        </a:lnSpc>
        <a:spcBef>
          <a:spcPct val="0"/>
        </a:spcBef>
        <a:spcAft>
          <a:spcPct val="0"/>
        </a:spcAft>
        <a:defRPr sz="3300">
          <a:solidFill>
            <a:schemeClr val="tx1"/>
          </a:solidFill>
          <a:latin typeface="Arial" panose="020B0604020202020204" pitchFamily="34" charset="0"/>
        </a:defRPr>
      </a:lvl7pPr>
      <a:lvl8pPr marL="1371600" algn="l" defTabSz="685800" rtl="0" eaLnBrk="1" fontAlgn="base" hangingPunct="1">
        <a:lnSpc>
          <a:spcPct val="90000"/>
        </a:lnSpc>
        <a:spcBef>
          <a:spcPct val="0"/>
        </a:spcBef>
        <a:spcAft>
          <a:spcPct val="0"/>
        </a:spcAft>
        <a:defRPr sz="3300">
          <a:solidFill>
            <a:schemeClr val="tx1"/>
          </a:solidFill>
          <a:latin typeface="Arial" panose="020B0604020202020204" pitchFamily="34" charset="0"/>
        </a:defRPr>
      </a:lvl8pPr>
      <a:lvl9pPr marL="1828800" algn="l" defTabSz="685800" rtl="0" eaLnBrk="1" fontAlgn="base" hangingPunct="1">
        <a:lnSpc>
          <a:spcPct val="90000"/>
        </a:lnSpc>
        <a:spcBef>
          <a:spcPct val="0"/>
        </a:spcBef>
        <a:spcAft>
          <a:spcPct val="0"/>
        </a:spcAft>
        <a:defRPr sz="3300">
          <a:solidFill>
            <a:schemeClr val="tx1"/>
          </a:solidFill>
          <a:latin typeface="Arial" panose="020B0604020202020204" pitchFamily="34" charset="0"/>
        </a:defRPr>
      </a:lvl9pPr>
    </p:titleStyle>
    <p:bodyStyle>
      <a:lvl1pPr algn="l" defTabSz="685800" rtl="0" eaLnBrk="0" fontAlgn="base" hangingPunct="0">
        <a:lnSpc>
          <a:spcPct val="90000"/>
        </a:lnSpc>
        <a:spcBef>
          <a:spcPts val="750"/>
        </a:spcBef>
        <a:spcAft>
          <a:spcPct val="0"/>
        </a:spcAft>
        <a:buFont typeface="Arial" panose="020B0604020202020204" pitchFamily="34" charset="0"/>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7.png"/><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7.png"/><Relationship Id="rId2" Type="http://schemas.openxmlformats.org/officeDocument/2006/relationships/tags" Target="../tags/tag7.xml"/><Relationship Id="rId1" Type="http://schemas.openxmlformats.org/officeDocument/2006/relationships/tags" Target="../tags/tag6.xml"/><Relationship Id="rId6" Type="http://schemas.openxmlformats.org/officeDocument/2006/relationships/image" Target="../media/image6.png"/><Relationship Id="rId5" Type="http://schemas.openxmlformats.org/officeDocument/2006/relationships/image" Target="../media/image510.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41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5.png"/><Relationship Id="rId7" Type="http://schemas.openxmlformats.org/officeDocument/2006/relationships/image" Target="../media/image28.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1.png"/><Relationship Id="rId9" Type="http://schemas.openxmlformats.org/officeDocument/2006/relationships/image" Target="../media/image30.png"/></Relationships>
</file>

<file path=ppt/slides/_rels/slide16.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5.png"/><Relationship Id="rId7" Type="http://schemas.openxmlformats.org/officeDocument/2006/relationships/image" Target="../media/image33.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38.png"/><Relationship Id="rId11" Type="http://schemas.openxmlformats.org/officeDocument/2006/relationships/image" Target="../media/image43.png"/><Relationship Id="rId5" Type="http://schemas.openxmlformats.org/officeDocument/2006/relationships/image" Target="../media/image37.png"/><Relationship Id="rId10" Type="http://schemas.openxmlformats.org/officeDocument/2006/relationships/image" Target="../media/image42.png"/><Relationship Id="rId4" Type="http://schemas.openxmlformats.org/officeDocument/2006/relationships/image" Target="../media/image36.png"/><Relationship Id="rId9" Type="http://schemas.openxmlformats.org/officeDocument/2006/relationships/image" Target="../media/image41.png"/></Relationships>
</file>

<file path=ppt/slides/_rels/slide18.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4.png"/><Relationship Id="rId7" Type="http://schemas.openxmlformats.org/officeDocument/2006/relationships/image" Target="../media/image48.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png"/><Relationship Id="rId10" Type="http://schemas.openxmlformats.org/officeDocument/2006/relationships/image" Target="../media/image51.png"/><Relationship Id="rId4" Type="http://schemas.openxmlformats.org/officeDocument/2006/relationships/image" Target="../media/image45.png"/><Relationship Id="rId9" Type="http://schemas.openxmlformats.org/officeDocument/2006/relationships/image" Target="../media/image50.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55.png"/><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tags" Target="../tags/tag14.xml"/><Relationship Id="rId5" Type="http://schemas.openxmlformats.org/officeDocument/2006/relationships/image" Target="../media/image58.png"/><Relationship Id="rId4" Type="http://schemas.openxmlformats.org/officeDocument/2006/relationships/image" Target="../media/image56.png"/></Relationships>
</file>

<file path=ppt/slides/_rels/slide22.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notesSlide" Target="../notesSlides/notesSlide22.xml"/><Relationship Id="rId7" Type="http://schemas.openxmlformats.org/officeDocument/2006/relationships/image" Target="../media/image61.png"/><Relationship Id="rId2" Type="http://schemas.openxmlformats.org/officeDocument/2006/relationships/slideLayout" Target="../slideLayouts/slideLayout2.xml"/><Relationship Id="rId1" Type="http://schemas.openxmlformats.org/officeDocument/2006/relationships/tags" Target="../tags/tag15.xml"/><Relationship Id="rId6" Type="http://schemas.openxmlformats.org/officeDocument/2006/relationships/image" Target="../media/image60.png"/><Relationship Id="rId5" Type="http://schemas.openxmlformats.org/officeDocument/2006/relationships/image" Target="../media/image59.png"/><Relationship Id="rId10" Type="http://schemas.openxmlformats.org/officeDocument/2006/relationships/image" Target="../media/image64.png"/><Relationship Id="rId4" Type="http://schemas.openxmlformats.org/officeDocument/2006/relationships/image" Target="../media/image56.png"/><Relationship Id="rId9" Type="http://schemas.openxmlformats.org/officeDocument/2006/relationships/image" Target="../media/image63.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7" Type="http://schemas.openxmlformats.org/officeDocument/2006/relationships/image" Target="../media/image56.png"/><Relationship Id="rId2" Type="http://schemas.openxmlformats.org/officeDocument/2006/relationships/slideLayout" Target="../slideLayouts/slideLayout2.xml"/><Relationship Id="rId1" Type="http://schemas.openxmlformats.org/officeDocument/2006/relationships/tags" Target="../tags/tag16.xml"/><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65.png"/></Relationships>
</file>

<file path=ppt/slides/_rels/slide24.xml.rels><?xml version="1.0" encoding="UTF-8" standalone="yes"?>
<Relationships xmlns="http://schemas.openxmlformats.org/package/2006/relationships"><Relationship Id="rId8" Type="http://schemas.openxmlformats.org/officeDocument/2006/relationships/image" Target="../media/image71.png"/><Relationship Id="rId3" Type="http://schemas.openxmlformats.org/officeDocument/2006/relationships/notesSlide" Target="../notesSlides/notesSlide24.xml"/><Relationship Id="rId7" Type="http://schemas.openxmlformats.org/officeDocument/2006/relationships/image" Target="../media/image70.png"/><Relationship Id="rId2" Type="http://schemas.openxmlformats.org/officeDocument/2006/relationships/slideLayout" Target="../slideLayouts/slideLayout2.xml"/><Relationship Id="rId1" Type="http://schemas.openxmlformats.org/officeDocument/2006/relationships/tags" Target="../tags/tag17.xml"/><Relationship Id="rId6" Type="http://schemas.openxmlformats.org/officeDocument/2006/relationships/image" Target="../media/image69.png"/><Relationship Id="rId5" Type="http://schemas.openxmlformats.org/officeDocument/2006/relationships/image" Target="../media/image56.png"/><Relationship Id="rId10" Type="http://schemas.openxmlformats.org/officeDocument/2006/relationships/image" Target="../media/image73.png"/><Relationship Id="rId4" Type="http://schemas.openxmlformats.org/officeDocument/2006/relationships/image" Target="../media/image68.png"/><Relationship Id="rId9" Type="http://schemas.openxmlformats.org/officeDocument/2006/relationships/image" Target="../media/image72.png"/></Relationships>
</file>

<file path=ppt/slides/_rels/slide25.xml.rels><?xml version="1.0" encoding="UTF-8" standalone="yes"?>
<Relationships xmlns="http://schemas.openxmlformats.org/package/2006/relationships"><Relationship Id="rId8" Type="http://schemas.openxmlformats.org/officeDocument/2006/relationships/image" Target="../media/image77.png"/><Relationship Id="rId3" Type="http://schemas.openxmlformats.org/officeDocument/2006/relationships/notesSlide" Target="../notesSlides/notesSlide25.xml"/><Relationship Id="rId7" Type="http://schemas.openxmlformats.org/officeDocument/2006/relationships/image" Target="../media/image76.png"/><Relationship Id="rId2" Type="http://schemas.openxmlformats.org/officeDocument/2006/relationships/slideLayout" Target="../slideLayouts/slideLayout2.xml"/><Relationship Id="rId1" Type="http://schemas.openxmlformats.org/officeDocument/2006/relationships/tags" Target="../tags/tag18.xml"/><Relationship Id="rId6" Type="http://schemas.openxmlformats.org/officeDocument/2006/relationships/image" Target="../media/image75.png"/><Relationship Id="rId5" Type="http://schemas.openxmlformats.org/officeDocument/2006/relationships/image" Target="../media/image56.png"/><Relationship Id="rId4" Type="http://schemas.openxmlformats.org/officeDocument/2006/relationships/image" Target="../media/image74.png"/><Relationship Id="rId9" Type="http://schemas.openxmlformats.org/officeDocument/2006/relationships/image" Target="../media/image78.png"/></Relationships>
</file>

<file path=ppt/slides/_rels/slide26.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84.png"/></Relationships>
</file>

<file path=ppt/slides/_rels/slide31.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image" Target="../media/image91.png"/><Relationship Id="rId5" Type="http://schemas.openxmlformats.org/officeDocument/2006/relationships/image" Target="../media/image90.png"/><Relationship Id="rId4" Type="http://schemas.openxmlformats.org/officeDocument/2006/relationships/image" Target="../media/image89.png"/></Relationships>
</file>

<file path=ppt/slides/_rels/slide35.xml.rels><?xml version="1.0" encoding="UTF-8" standalone="yes"?>
<Relationships xmlns="http://schemas.openxmlformats.org/package/2006/relationships"><Relationship Id="rId8" Type="http://schemas.openxmlformats.org/officeDocument/2006/relationships/image" Target="../media/image97.png"/><Relationship Id="rId3" Type="http://schemas.openxmlformats.org/officeDocument/2006/relationships/image" Target="../media/image92.png"/><Relationship Id="rId7" Type="http://schemas.openxmlformats.org/officeDocument/2006/relationships/image" Target="../media/image96.png"/><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image" Target="../media/image95.png"/><Relationship Id="rId5" Type="http://schemas.openxmlformats.org/officeDocument/2006/relationships/image" Target="../media/image94.png"/><Relationship Id="rId4" Type="http://schemas.openxmlformats.org/officeDocument/2006/relationships/image" Target="../media/image93.png"/></Relationships>
</file>

<file path=ppt/slides/_rels/slide36.xml.rels><?xml version="1.0" encoding="UTF-8" standalone="yes"?>
<Relationships xmlns="http://schemas.openxmlformats.org/package/2006/relationships"><Relationship Id="rId8" Type="http://schemas.openxmlformats.org/officeDocument/2006/relationships/image" Target="../media/image100.png"/><Relationship Id="rId3" Type="http://schemas.openxmlformats.org/officeDocument/2006/relationships/image" Target="../media/image92.png"/><Relationship Id="rId7" Type="http://schemas.openxmlformats.org/officeDocument/2006/relationships/image" Target="../media/image99.png"/><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image" Target="../media/image98.png"/><Relationship Id="rId5" Type="http://schemas.openxmlformats.org/officeDocument/2006/relationships/image" Target="../media/image97.png"/><Relationship Id="rId4" Type="http://schemas.openxmlformats.org/officeDocument/2006/relationships/image" Target="../media/image96.png"/></Relationships>
</file>

<file path=ppt/slides/_rels/slide37.xml.rels><?xml version="1.0" encoding="UTF-8" standalone="yes"?>
<Relationships xmlns="http://schemas.openxmlformats.org/package/2006/relationships"><Relationship Id="rId8" Type="http://schemas.openxmlformats.org/officeDocument/2006/relationships/image" Target="../media/image105.png"/><Relationship Id="rId3" Type="http://schemas.openxmlformats.org/officeDocument/2006/relationships/image" Target="../media/image101.png"/><Relationship Id="rId7" Type="http://schemas.openxmlformats.org/officeDocument/2006/relationships/image" Target="../media/image104.png"/><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image" Target="../media/image103.png"/><Relationship Id="rId11" Type="http://schemas.openxmlformats.org/officeDocument/2006/relationships/image" Target="../media/image108.png"/><Relationship Id="rId5" Type="http://schemas.openxmlformats.org/officeDocument/2006/relationships/image" Target="../media/image102.png"/><Relationship Id="rId10" Type="http://schemas.openxmlformats.org/officeDocument/2006/relationships/image" Target="../media/image107.png"/><Relationship Id="rId4" Type="http://schemas.openxmlformats.org/officeDocument/2006/relationships/image" Target="../media/image92.png"/><Relationship Id="rId9" Type="http://schemas.openxmlformats.org/officeDocument/2006/relationships/image" Target="../media/image106.png"/></Relationships>
</file>

<file path=ppt/slides/_rels/slide38.xml.rels><?xml version="1.0" encoding="UTF-8" standalone="yes"?>
<Relationships xmlns="http://schemas.openxmlformats.org/package/2006/relationships"><Relationship Id="rId8" Type="http://schemas.openxmlformats.org/officeDocument/2006/relationships/image" Target="../media/image113.png"/><Relationship Id="rId3" Type="http://schemas.openxmlformats.org/officeDocument/2006/relationships/notesSlide" Target="../notesSlides/notesSlide38.xml"/><Relationship Id="rId7" Type="http://schemas.openxmlformats.org/officeDocument/2006/relationships/image" Target="../media/image112.png"/><Relationship Id="rId2" Type="http://schemas.openxmlformats.org/officeDocument/2006/relationships/slideLayout" Target="../slideLayouts/slideLayout2.xml"/><Relationship Id="rId1" Type="http://schemas.openxmlformats.org/officeDocument/2006/relationships/tags" Target="../tags/tag19.xml"/><Relationship Id="rId6" Type="http://schemas.openxmlformats.org/officeDocument/2006/relationships/image" Target="../media/image111.png"/><Relationship Id="rId5" Type="http://schemas.openxmlformats.org/officeDocument/2006/relationships/image" Target="../media/image110.png"/><Relationship Id="rId4" Type="http://schemas.openxmlformats.org/officeDocument/2006/relationships/image" Target="../media/image109.png"/></Relationships>
</file>

<file path=ppt/slides/_rels/slide39.xml.rels><?xml version="1.0" encoding="UTF-8" standalone="yes"?>
<Relationships xmlns="http://schemas.openxmlformats.org/package/2006/relationships"><Relationship Id="rId8" Type="http://schemas.openxmlformats.org/officeDocument/2006/relationships/image" Target="../media/image117.png"/><Relationship Id="rId3" Type="http://schemas.openxmlformats.org/officeDocument/2006/relationships/notesSlide" Target="../notesSlides/notesSlide39.xml"/><Relationship Id="rId7" Type="http://schemas.openxmlformats.org/officeDocument/2006/relationships/image" Target="../media/image116.png"/><Relationship Id="rId2" Type="http://schemas.openxmlformats.org/officeDocument/2006/relationships/slideLayout" Target="../slideLayouts/slideLayout2.xml"/><Relationship Id="rId1" Type="http://schemas.openxmlformats.org/officeDocument/2006/relationships/tags" Target="../tags/tag20.xml"/><Relationship Id="rId6" Type="http://schemas.openxmlformats.org/officeDocument/2006/relationships/image" Target="../media/image115.png"/><Relationship Id="rId5" Type="http://schemas.openxmlformats.org/officeDocument/2006/relationships/image" Target="../media/image113.png"/><Relationship Id="rId4" Type="http://schemas.openxmlformats.org/officeDocument/2006/relationships/image" Target="../media/image114.png"/></Relationships>
</file>

<file path=ppt/slides/_rels/slide40.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40.xml"/><Relationship Id="rId1" Type="http://schemas.openxmlformats.org/officeDocument/2006/relationships/slideLayout" Target="../slideLayouts/slideLayout2.xml"/><Relationship Id="rId5" Type="http://schemas.openxmlformats.org/officeDocument/2006/relationships/image" Target="../media/image118.png"/><Relationship Id="rId4" Type="http://schemas.openxmlformats.org/officeDocument/2006/relationships/image" Target="../media/image102.png"/></Relationships>
</file>

<file path=ppt/slides/_rels/slide41.xml.rels><?xml version="1.0" encoding="UTF-8" standalone="yes"?>
<Relationships xmlns="http://schemas.openxmlformats.org/package/2006/relationships"><Relationship Id="rId8" Type="http://schemas.openxmlformats.org/officeDocument/2006/relationships/image" Target="../media/image123.png"/><Relationship Id="rId3" Type="http://schemas.openxmlformats.org/officeDocument/2006/relationships/image" Target="../media/image92.png"/><Relationship Id="rId7" Type="http://schemas.openxmlformats.org/officeDocument/2006/relationships/image" Target="../media/image122.png"/><Relationship Id="rId2" Type="http://schemas.openxmlformats.org/officeDocument/2006/relationships/notesSlide" Target="../notesSlides/notesSlide41.xml"/><Relationship Id="rId1" Type="http://schemas.openxmlformats.org/officeDocument/2006/relationships/slideLayout" Target="../slideLayouts/slideLayout2.xml"/><Relationship Id="rId6" Type="http://schemas.openxmlformats.org/officeDocument/2006/relationships/image" Target="../media/image121.png"/><Relationship Id="rId5" Type="http://schemas.openxmlformats.org/officeDocument/2006/relationships/image" Target="../media/image120.png"/><Relationship Id="rId4" Type="http://schemas.openxmlformats.org/officeDocument/2006/relationships/image" Target="../media/image119.png"/><Relationship Id="rId9" Type="http://schemas.openxmlformats.org/officeDocument/2006/relationships/image" Target="../media/image124.png"/></Relationships>
</file>

<file path=ppt/slides/_rels/slide42.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42.xml"/><Relationship Id="rId1" Type="http://schemas.openxmlformats.org/officeDocument/2006/relationships/slideLayout" Target="../slideLayouts/slideLayout2.xml"/><Relationship Id="rId5" Type="http://schemas.openxmlformats.org/officeDocument/2006/relationships/image" Target="../media/image125.png"/><Relationship Id="rId4" Type="http://schemas.openxmlformats.org/officeDocument/2006/relationships/image" Target="../media/image124.png"/></Relationships>
</file>

<file path=ppt/slides/_rels/slide43.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openxmlformats.org/officeDocument/2006/relationships/image" Target="../media/image127.png"/><Relationship Id="rId5" Type="http://schemas.openxmlformats.org/officeDocument/2006/relationships/image" Target="../media/image126.png"/><Relationship Id="rId4" Type="http://schemas.openxmlformats.org/officeDocument/2006/relationships/image" Target="../media/image124.png"/></Relationships>
</file>

<file path=ppt/slides/_rels/slide44.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28.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29.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47.xml"/><Relationship Id="rId1" Type="http://schemas.openxmlformats.org/officeDocument/2006/relationships/slideLayout" Target="../slideLayouts/slideLayout2.xml"/><Relationship Id="rId5" Type="http://schemas.openxmlformats.org/officeDocument/2006/relationships/image" Target="../media/image131.png"/><Relationship Id="rId4" Type="http://schemas.openxmlformats.org/officeDocument/2006/relationships/image" Target="../media/image130.png"/></Relationships>
</file>

<file path=ppt/slides/_rels/slide48.xml.rels><?xml version="1.0" encoding="UTF-8" standalone="yes"?>
<Relationships xmlns="http://schemas.openxmlformats.org/package/2006/relationships"><Relationship Id="rId3" Type="http://schemas.openxmlformats.org/officeDocument/2006/relationships/image" Target="../media/image132.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33.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2.xml"/><Relationship Id="rId1" Type="http://schemas.openxmlformats.org/officeDocument/2006/relationships/tags" Target="../tags/tag21.xml"/><Relationship Id="rId6" Type="http://schemas.openxmlformats.org/officeDocument/2006/relationships/image" Target="../media/image136.png"/><Relationship Id="rId5" Type="http://schemas.openxmlformats.org/officeDocument/2006/relationships/image" Target="../media/image135.png"/><Relationship Id="rId4" Type="http://schemas.openxmlformats.org/officeDocument/2006/relationships/image" Target="../media/image134.png"/></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2.xml"/><Relationship Id="rId1" Type="http://schemas.openxmlformats.org/officeDocument/2006/relationships/tags" Target="../tags/tag22.xml"/><Relationship Id="rId5" Type="http://schemas.openxmlformats.org/officeDocument/2006/relationships/image" Target="../media/image137.png"/><Relationship Id="rId4" Type="http://schemas.openxmlformats.org/officeDocument/2006/relationships/image" Target="../media/image134.png"/></Relationships>
</file>

<file path=ppt/slides/_rels/slide52.xml.rels><?xml version="1.0" encoding="UTF-8" standalone="yes"?>
<Relationships xmlns="http://schemas.openxmlformats.org/package/2006/relationships"><Relationship Id="rId8" Type="http://schemas.openxmlformats.org/officeDocument/2006/relationships/image" Target="../media/image138.png"/><Relationship Id="rId3" Type="http://schemas.openxmlformats.org/officeDocument/2006/relationships/tags" Target="../tags/tag25.xml"/><Relationship Id="rId7" Type="http://schemas.openxmlformats.org/officeDocument/2006/relationships/image" Target="../media/image54.png"/><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notesSlide" Target="../notesSlides/notesSlide52.xml"/><Relationship Id="rId5" Type="http://schemas.openxmlformats.org/officeDocument/2006/relationships/slideLayout" Target="../slideLayouts/slideLayout2.xml"/><Relationship Id="rId10" Type="http://schemas.openxmlformats.org/officeDocument/2006/relationships/image" Target="../media/image140.png"/><Relationship Id="rId4" Type="http://schemas.openxmlformats.org/officeDocument/2006/relationships/tags" Target="../tags/tag26.xml"/><Relationship Id="rId9" Type="http://schemas.openxmlformats.org/officeDocument/2006/relationships/image" Target="../media/image139.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8.xml"/><Relationship Id="rId1" Type="http://schemas.openxmlformats.org/officeDocument/2006/relationships/tags" Target="../tags/tag27.xml"/><Relationship Id="rId6" Type="http://schemas.openxmlformats.org/officeDocument/2006/relationships/image" Target="../media/image142.png"/><Relationship Id="rId5" Type="http://schemas.openxmlformats.org/officeDocument/2006/relationships/image" Target="../media/image141.png"/><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3" Type="http://schemas.openxmlformats.org/officeDocument/2006/relationships/image" Target="../media/image143.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44.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145.png"/><Relationship Id="rId2" Type="http://schemas.openxmlformats.org/officeDocument/2006/relationships/notesSlide" Target="../notesSlides/notesSlide58.xml"/><Relationship Id="rId1" Type="http://schemas.openxmlformats.org/officeDocument/2006/relationships/slideLayout" Target="../slideLayouts/slideLayout2.xml"/><Relationship Id="rId5" Type="http://schemas.openxmlformats.org/officeDocument/2006/relationships/image" Target="../media/image144.png"/><Relationship Id="rId4" Type="http://schemas.openxmlformats.org/officeDocument/2006/relationships/image" Target="../media/image146.png"/></Relationships>
</file>

<file path=ppt/slides/_rels/slide59.xml.rels><?xml version="1.0" encoding="UTF-8" standalone="yes"?>
<Relationships xmlns="http://schemas.openxmlformats.org/package/2006/relationships"><Relationship Id="rId3" Type="http://schemas.openxmlformats.org/officeDocument/2006/relationships/image" Target="../media/image144.png"/><Relationship Id="rId2" Type="http://schemas.openxmlformats.org/officeDocument/2006/relationships/notesSlide" Target="../notesSlides/notesSlide59.xml"/><Relationship Id="rId1" Type="http://schemas.openxmlformats.org/officeDocument/2006/relationships/slideLayout" Target="../slideLayouts/slideLayout2.xml"/><Relationship Id="rId5" Type="http://schemas.openxmlformats.org/officeDocument/2006/relationships/image" Target="../media/image148.png"/><Relationship Id="rId4" Type="http://schemas.openxmlformats.org/officeDocument/2006/relationships/image" Target="../media/image147.png"/></Relationships>
</file>

<file path=ppt/slides/_rels/slide60.xml.rels><?xml version="1.0" encoding="UTF-8" standalone="yes"?>
<Relationships xmlns="http://schemas.openxmlformats.org/package/2006/relationships"><Relationship Id="rId3" Type="http://schemas.openxmlformats.org/officeDocument/2006/relationships/image" Target="../media/image144.png"/><Relationship Id="rId2" Type="http://schemas.openxmlformats.org/officeDocument/2006/relationships/notesSlide" Target="../notesSlides/notesSlide60.xml"/><Relationship Id="rId1" Type="http://schemas.openxmlformats.org/officeDocument/2006/relationships/slideLayout" Target="../slideLayouts/slideLayout2.xml"/><Relationship Id="rId6" Type="http://schemas.openxmlformats.org/officeDocument/2006/relationships/image" Target="../media/image151.png"/><Relationship Id="rId5" Type="http://schemas.openxmlformats.org/officeDocument/2006/relationships/image" Target="../media/image150.png"/><Relationship Id="rId4" Type="http://schemas.openxmlformats.org/officeDocument/2006/relationships/image" Target="../media/image149.png"/></Relationships>
</file>

<file path=ppt/slides/_rels/slide61.xml.rels><?xml version="1.0" encoding="UTF-8" standalone="yes"?>
<Relationships xmlns="http://schemas.openxmlformats.org/package/2006/relationships"><Relationship Id="rId3" Type="http://schemas.openxmlformats.org/officeDocument/2006/relationships/image" Target="../media/image144.png"/><Relationship Id="rId2" Type="http://schemas.openxmlformats.org/officeDocument/2006/relationships/notesSlide" Target="../notesSlides/notesSlide61.xml"/><Relationship Id="rId1" Type="http://schemas.openxmlformats.org/officeDocument/2006/relationships/slideLayout" Target="../slideLayouts/slideLayout2.xml"/><Relationship Id="rId4" Type="http://schemas.openxmlformats.org/officeDocument/2006/relationships/image" Target="../media/image152.png"/></Relationships>
</file>

<file path=ppt/slides/_rels/slide62.xml.rels><?xml version="1.0" encoding="UTF-8" standalone="yes"?>
<Relationships xmlns="http://schemas.openxmlformats.org/package/2006/relationships"><Relationship Id="rId3" Type="http://schemas.openxmlformats.org/officeDocument/2006/relationships/image" Target="../media/image144.png"/><Relationship Id="rId2" Type="http://schemas.openxmlformats.org/officeDocument/2006/relationships/notesSlide" Target="../notesSlides/notesSlide62.xml"/><Relationship Id="rId1" Type="http://schemas.openxmlformats.org/officeDocument/2006/relationships/slideLayout" Target="../slideLayouts/slideLayout2.xml"/><Relationship Id="rId6" Type="http://schemas.openxmlformats.org/officeDocument/2006/relationships/image" Target="../media/image155.png"/><Relationship Id="rId5" Type="http://schemas.openxmlformats.org/officeDocument/2006/relationships/image" Target="../media/image154.png"/><Relationship Id="rId4" Type="http://schemas.openxmlformats.org/officeDocument/2006/relationships/image" Target="../media/image153.png"/></Relationships>
</file>

<file path=ppt/slides/_rels/slide63.xml.rels><?xml version="1.0" encoding="UTF-8" standalone="yes"?>
<Relationships xmlns="http://schemas.openxmlformats.org/package/2006/relationships"><Relationship Id="rId8" Type="http://schemas.openxmlformats.org/officeDocument/2006/relationships/image" Target="../media/image158.png"/><Relationship Id="rId3" Type="http://schemas.openxmlformats.org/officeDocument/2006/relationships/tags" Target="../tags/tag31.xml"/><Relationship Id="rId7" Type="http://schemas.openxmlformats.org/officeDocument/2006/relationships/image" Target="../media/image157.png"/><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image" Target="../media/image156.png"/><Relationship Id="rId5" Type="http://schemas.openxmlformats.org/officeDocument/2006/relationships/notesSlide" Target="../notesSlides/notesSlide63.xml"/><Relationship Id="rId4" Type="http://schemas.openxmlformats.org/officeDocument/2006/relationships/slideLayout" Target="../slideLayouts/slideLayout2.xml"/><Relationship Id="rId9" Type="http://schemas.openxmlformats.org/officeDocument/2006/relationships/image" Target="../media/image159.png"/></Relationships>
</file>

<file path=ppt/slides/_rels/slide64.xml.rels><?xml version="1.0" encoding="UTF-8" standalone="yes"?>
<Relationships xmlns="http://schemas.openxmlformats.org/package/2006/relationships"><Relationship Id="rId8" Type="http://schemas.openxmlformats.org/officeDocument/2006/relationships/image" Target="../media/image160.png"/><Relationship Id="rId3" Type="http://schemas.openxmlformats.org/officeDocument/2006/relationships/tags" Target="../tags/tag34.xml"/><Relationship Id="rId7" Type="http://schemas.openxmlformats.org/officeDocument/2006/relationships/image" Target="../media/image157.png"/><Relationship Id="rId2" Type="http://schemas.openxmlformats.org/officeDocument/2006/relationships/tags" Target="../tags/tag33.xml"/><Relationship Id="rId1" Type="http://schemas.openxmlformats.org/officeDocument/2006/relationships/tags" Target="../tags/tag32.xml"/><Relationship Id="rId6" Type="http://schemas.openxmlformats.org/officeDocument/2006/relationships/notesSlide" Target="../notesSlides/notesSlide64.xml"/><Relationship Id="rId5" Type="http://schemas.openxmlformats.org/officeDocument/2006/relationships/slideLayout" Target="../slideLayouts/slideLayout2.xml"/><Relationship Id="rId10" Type="http://schemas.openxmlformats.org/officeDocument/2006/relationships/image" Target="../media/image162.png"/><Relationship Id="rId4" Type="http://schemas.openxmlformats.org/officeDocument/2006/relationships/tags" Target="../tags/tag35.xml"/><Relationship Id="rId9" Type="http://schemas.openxmlformats.org/officeDocument/2006/relationships/image" Target="../media/image161.png"/></Relationships>
</file>

<file path=ppt/slides/_rels/slide6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7.xml"/><Relationship Id="rId1" Type="http://schemas.openxmlformats.org/officeDocument/2006/relationships/tags" Target="../tags/tag36.xml"/><Relationship Id="rId6" Type="http://schemas.openxmlformats.org/officeDocument/2006/relationships/image" Target="../media/image163.png"/><Relationship Id="rId5" Type="http://schemas.openxmlformats.org/officeDocument/2006/relationships/image" Target="../media/image157.png"/><Relationship Id="rId4"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8" Type="http://schemas.openxmlformats.org/officeDocument/2006/relationships/image" Target="../media/image164.png"/><Relationship Id="rId13" Type="http://schemas.openxmlformats.org/officeDocument/2006/relationships/image" Target="../media/image168.png"/><Relationship Id="rId3" Type="http://schemas.openxmlformats.org/officeDocument/2006/relationships/tags" Target="../tags/tag40.xml"/><Relationship Id="rId7" Type="http://schemas.openxmlformats.org/officeDocument/2006/relationships/notesSlide" Target="../notesSlides/notesSlide66.xml"/><Relationship Id="rId12" Type="http://schemas.openxmlformats.org/officeDocument/2006/relationships/image" Target="../media/image167.png"/><Relationship Id="rId2" Type="http://schemas.openxmlformats.org/officeDocument/2006/relationships/tags" Target="../tags/tag39.xml"/><Relationship Id="rId1" Type="http://schemas.openxmlformats.org/officeDocument/2006/relationships/tags" Target="../tags/tag38.xml"/><Relationship Id="rId6" Type="http://schemas.openxmlformats.org/officeDocument/2006/relationships/slideLayout" Target="../slideLayouts/slideLayout2.xml"/><Relationship Id="rId11" Type="http://schemas.openxmlformats.org/officeDocument/2006/relationships/image" Target="../media/image166.png"/><Relationship Id="rId5" Type="http://schemas.openxmlformats.org/officeDocument/2006/relationships/tags" Target="../tags/tag42.xml"/><Relationship Id="rId10" Type="http://schemas.openxmlformats.org/officeDocument/2006/relationships/image" Target="../media/image159.png"/><Relationship Id="rId4" Type="http://schemas.openxmlformats.org/officeDocument/2006/relationships/tags" Target="../tags/tag41.xml"/><Relationship Id="rId9" Type="http://schemas.openxmlformats.org/officeDocument/2006/relationships/image" Target="../media/image165.png"/></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image" Target="../media/image170.png"/><Relationship Id="rId5" Type="http://schemas.openxmlformats.org/officeDocument/2006/relationships/image" Target="../media/image169.png"/><Relationship Id="rId4"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notesSlide" Target="../notesSlides/notesSlide73.xml"/><Relationship Id="rId2" Type="http://schemas.openxmlformats.org/officeDocument/2006/relationships/slideLayout" Target="../slideLayouts/slideLayout2.xml"/><Relationship Id="rId1" Type="http://schemas.openxmlformats.org/officeDocument/2006/relationships/tags" Target="../tags/tag45.xml"/><Relationship Id="rId6" Type="http://schemas.openxmlformats.org/officeDocument/2006/relationships/image" Target="../media/image173.png"/><Relationship Id="rId5" Type="http://schemas.openxmlformats.org/officeDocument/2006/relationships/image" Target="../media/image172.png"/><Relationship Id="rId4" Type="http://schemas.openxmlformats.org/officeDocument/2006/relationships/image" Target="../media/image171.png"/></Relationships>
</file>

<file path=ppt/slides/_rels/slide74.xml.rels><?xml version="1.0" encoding="UTF-8" standalone="yes"?>
<Relationships xmlns="http://schemas.openxmlformats.org/package/2006/relationships"><Relationship Id="rId8" Type="http://schemas.openxmlformats.org/officeDocument/2006/relationships/image" Target="../media/image179.png"/><Relationship Id="rId3" Type="http://schemas.openxmlformats.org/officeDocument/2006/relationships/image" Target="../media/image174.png"/><Relationship Id="rId7" Type="http://schemas.openxmlformats.org/officeDocument/2006/relationships/image" Target="../media/image178.png"/><Relationship Id="rId2" Type="http://schemas.openxmlformats.org/officeDocument/2006/relationships/notesSlide" Target="../notesSlides/notesSlide74.xml"/><Relationship Id="rId1" Type="http://schemas.openxmlformats.org/officeDocument/2006/relationships/slideLayout" Target="../slideLayouts/slideLayout2.xml"/><Relationship Id="rId6" Type="http://schemas.openxmlformats.org/officeDocument/2006/relationships/image" Target="../media/image177.png"/><Relationship Id="rId5" Type="http://schemas.openxmlformats.org/officeDocument/2006/relationships/image" Target="../media/image176.png"/><Relationship Id="rId4" Type="http://schemas.openxmlformats.org/officeDocument/2006/relationships/image" Target="../media/image175.png"/><Relationship Id="rId9" Type="http://schemas.openxmlformats.org/officeDocument/2006/relationships/image" Target="../media/image180.png"/></Relationships>
</file>

<file path=ppt/slides/_rels/slide75.xml.rels><?xml version="1.0" encoding="UTF-8" standalone="yes"?>
<Relationships xmlns="http://schemas.openxmlformats.org/package/2006/relationships"><Relationship Id="rId3" Type="http://schemas.openxmlformats.org/officeDocument/2006/relationships/image" Target="../media/image181.pn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182.pn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183.pn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notesSlide" Target="../notesSlides/notesSlide79.xml"/><Relationship Id="rId2" Type="http://schemas.openxmlformats.org/officeDocument/2006/relationships/slideLayout" Target="../slideLayouts/slideLayout2.xml"/><Relationship Id="rId1" Type="http://schemas.openxmlformats.org/officeDocument/2006/relationships/tags" Target="../tags/tag46.xml"/><Relationship Id="rId6" Type="http://schemas.openxmlformats.org/officeDocument/2006/relationships/image" Target="../media/image173.png"/><Relationship Id="rId5" Type="http://schemas.openxmlformats.org/officeDocument/2006/relationships/image" Target="../media/image172.png"/><Relationship Id="rId4" Type="http://schemas.openxmlformats.org/officeDocument/2006/relationships/image" Target="../media/image171.png"/></Relationships>
</file>

<file path=ppt/slides/_rels/slide80.xml.rels><?xml version="1.0" encoding="UTF-8" standalone="yes"?>
<Relationships xmlns="http://schemas.openxmlformats.org/package/2006/relationships"><Relationship Id="rId3" Type="http://schemas.openxmlformats.org/officeDocument/2006/relationships/image" Target="../media/image1740.png"/><Relationship Id="rId2" Type="http://schemas.openxmlformats.org/officeDocument/2006/relationships/notesSlide" Target="../notesSlides/notesSlide80.xml"/><Relationship Id="rId1" Type="http://schemas.openxmlformats.org/officeDocument/2006/relationships/slideLayout" Target="../slideLayouts/slideLayout2.xml"/><Relationship Id="rId5" Type="http://schemas.openxmlformats.org/officeDocument/2006/relationships/image" Target="../media/image184.png"/><Relationship Id="rId4" Type="http://schemas.openxmlformats.org/officeDocument/2006/relationships/image" Target="../media/image172.png"/></Relationships>
</file>

<file path=ppt/slides/_rels/slide81.xml.rels><?xml version="1.0" encoding="UTF-8" standalone="yes"?>
<Relationships xmlns="http://schemas.openxmlformats.org/package/2006/relationships"><Relationship Id="rId8" Type="http://schemas.openxmlformats.org/officeDocument/2006/relationships/image" Target="../media/image188.png"/><Relationship Id="rId3" Type="http://schemas.openxmlformats.org/officeDocument/2006/relationships/image" Target="../media/image1760.png"/><Relationship Id="rId7" Type="http://schemas.openxmlformats.org/officeDocument/2006/relationships/image" Target="../media/image187.png"/><Relationship Id="rId2" Type="http://schemas.openxmlformats.org/officeDocument/2006/relationships/notesSlide" Target="../notesSlides/notesSlide81.xml"/><Relationship Id="rId1" Type="http://schemas.openxmlformats.org/officeDocument/2006/relationships/slideLayout" Target="../slideLayouts/slideLayout2.xml"/><Relationship Id="rId6" Type="http://schemas.openxmlformats.org/officeDocument/2006/relationships/image" Target="../media/image186.png"/><Relationship Id="rId5" Type="http://schemas.openxmlformats.org/officeDocument/2006/relationships/image" Target="../media/image185.png"/><Relationship Id="rId4" Type="http://schemas.openxmlformats.org/officeDocument/2006/relationships/image" Target="../media/image172.png"/></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8" Type="http://schemas.openxmlformats.org/officeDocument/2006/relationships/image" Target="../media/image194.png"/><Relationship Id="rId3" Type="http://schemas.openxmlformats.org/officeDocument/2006/relationships/image" Target="../media/image189.png"/><Relationship Id="rId7" Type="http://schemas.openxmlformats.org/officeDocument/2006/relationships/image" Target="../media/image193.png"/><Relationship Id="rId2" Type="http://schemas.openxmlformats.org/officeDocument/2006/relationships/notesSlide" Target="../notesSlides/notesSlide84.xml"/><Relationship Id="rId1" Type="http://schemas.openxmlformats.org/officeDocument/2006/relationships/slideLayout" Target="../slideLayouts/slideLayout2.xml"/><Relationship Id="rId6" Type="http://schemas.openxmlformats.org/officeDocument/2006/relationships/image" Target="../media/image192.png"/><Relationship Id="rId5" Type="http://schemas.openxmlformats.org/officeDocument/2006/relationships/image" Target="../media/image191.png"/><Relationship Id="rId4" Type="http://schemas.openxmlformats.org/officeDocument/2006/relationships/image" Target="../media/image190.png"/></Relationships>
</file>

<file path=ppt/slides/_rels/slide85.xml.rels><?xml version="1.0" encoding="UTF-8" standalone="yes"?>
<Relationships xmlns="http://schemas.openxmlformats.org/package/2006/relationships"><Relationship Id="rId3" Type="http://schemas.openxmlformats.org/officeDocument/2006/relationships/image" Target="../media/image195.png"/><Relationship Id="rId2" Type="http://schemas.openxmlformats.org/officeDocument/2006/relationships/notesSlide" Target="../notesSlides/notesSlide85.xml"/><Relationship Id="rId1" Type="http://schemas.openxmlformats.org/officeDocument/2006/relationships/slideLayout" Target="../slideLayouts/slideLayout2.xml"/><Relationship Id="rId5" Type="http://schemas.openxmlformats.org/officeDocument/2006/relationships/image" Target="../media/image197.png"/><Relationship Id="rId4" Type="http://schemas.openxmlformats.org/officeDocument/2006/relationships/image" Target="../media/image196.png"/></Relationships>
</file>

<file path=ppt/slides/_rels/slide86.xml.rels><?xml version="1.0" encoding="UTF-8" standalone="yes"?>
<Relationships xmlns="http://schemas.openxmlformats.org/package/2006/relationships"><Relationship Id="rId8" Type="http://schemas.openxmlformats.org/officeDocument/2006/relationships/image" Target="../media/image201.png"/><Relationship Id="rId3" Type="http://schemas.openxmlformats.org/officeDocument/2006/relationships/image" Target="../media/image198.png"/><Relationship Id="rId7" Type="http://schemas.openxmlformats.org/officeDocument/2006/relationships/image" Target="../media/image200.png"/><Relationship Id="rId2" Type="http://schemas.openxmlformats.org/officeDocument/2006/relationships/notesSlide" Target="../notesSlides/notesSlide86.xml"/><Relationship Id="rId1" Type="http://schemas.openxmlformats.org/officeDocument/2006/relationships/slideLayout" Target="../slideLayouts/slideLayout2.xml"/><Relationship Id="rId6" Type="http://schemas.openxmlformats.org/officeDocument/2006/relationships/image" Target="../media/image199.png"/><Relationship Id="rId5" Type="http://schemas.openxmlformats.org/officeDocument/2006/relationships/image" Target="../media/image191.png"/><Relationship Id="rId4" Type="http://schemas.openxmlformats.org/officeDocument/2006/relationships/image" Target="../media/image190.png"/></Relationships>
</file>

<file path=ppt/slides/_rels/slide87.xml.rels><?xml version="1.0" encoding="UTF-8" standalone="yes"?>
<Relationships xmlns="http://schemas.openxmlformats.org/package/2006/relationships"><Relationship Id="rId3" Type="http://schemas.openxmlformats.org/officeDocument/2006/relationships/image" Target="../media/image202.png"/><Relationship Id="rId2" Type="http://schemas.openxmlformats.org/officeDocument/2006/relationships/notesSlide" Target="../notesSlides/notesSlide87.xml"/><Relationship Id="rId1" Type="http://schemas.openxmlformats.org/officeDocument/2006/relationships/slideLayout" Target="../slideLayouts/slideLayout2.xml"/><Relationship Id="rId5" Type="http://schemas.openxmlformats.org/officeDocument/2006/relationships/image" Target="../media/image204.png"/><Relationship Id="rId4" Type="http://schemas.openxmlformats.org/officeDocument/2006/relationships/image" Target="../media/image203.png"/></Relationships>
</file>

<file path=ppt/slides/_rels/slide88.xml.rels><?xml version="1.0" encoding="UTF-8" standalone="yes"?>
<Relationships xmlns="http://schemas.openxmlformats.org/package/2006/relationships"><Relationship Id="rId8" Type="http://schemas.openxmlformats.org/officeDocument/2006/relationships/image" Target="../media/image209.png"/><Relationship Id="rId3" Type="http://schemas.openxmlformats.org/officeDocument/2006/relationships/image" Target="../media/image190.png"/><Relationship Id="rId7" Type="http://schemas.openxmlformats.org/officeDocument/2006/relationships/image" Target="../media/image208.png"/><Relationship Id="rId2" Type="http://schemas.openxmlformats.org/officeDocument/2006/relationships/notesSlide" Target="../notesSlides/notesSlide88.xml"/><Relationship Id="rId1" Type="http://schemas.openxmlformats.org/officeDocument/2006/relationships/slideLayout" Target="../slideLayouts/slideLayout2.xml"/><Relationship Id="rId6" Type="http://schemas.openxmlformats.org/officeDocument/2006/relationships/image" Target="../media/image207.png"/><Relationship Id="rId5" Type="http://schemas.openxmlformats.org/officeDocument/2006/relationships/image" Target="../media/image206.png"/><Relationship Id="rId4" Type="http://schemas.openxmlformats.org/officeDocument/2006/relationships/image" Target="../media/image205.png"/><Relationship Id="rId9" Type="http://schemas.openxmlformats.org/officeDocument/2006/relationships/image" Target="../media/image210.png"/></Relationships>
</file>

<file path=ppt/slides/_rels/slide89.xml.rels><?xml version="1.0" encoding="UTF-8" standalone="yes"?>
<Relationships xmlns="http://schemas.openxmlformats.org/package/2006/relationships"><Relationship Id="rId3" Type="http://schemas.openxmlformats.org/officeDocument/2006/relationships/image" Target="../media/image211.png"/><Relationship Id="rId2" Type="http://schemas.openxmlformats.org/officeDocument/2006/relationships/notesSlide" Target="../notesSlides/notesSlide89.xml"/><Relationship Id="rId1" Type="http://schemas.openxmlformats.org/officeDocument/2006/relationships/slideLayout" Target="../slideLayouts/slideLayout2.xml"/><Relationship Id="rId6" Type="http://schemas.openxmlformats.org/officeDocument/2006/relationships/image" Target="../media/image214.png"/><Relationship Id="rId5" Type="http://schemas.openxmlformats.org/officeDocument/2006/relationships/image" Target="../media/image213.png"/><Relationship Id="rId4" Type="http://schemas.openxmlformats.org/officeDocument/2006/relationships/image" Target="../media/image212.png"/></Relationships>
</file>

<file path=ppt/slides/_rels/slide90.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90.xml"/><Relationship Id="rId1" Type="http://schemas.openxmlformats.org/officeDocument/2006/relationships/slideLayout" Target="../slideLayouts/slideLayout2.xml"/><Relationship Id="rId6" Type="http://schemas.openxmlformats.org/officeDocument/2006/relationships/image" Target="../media/image217.png"/><Relationship Id="rId5" Type="http://schemas.openxmlformats.org/officeDocument/2006/relationships/image" Target="../media/image216.png"/><Relationship Id="rId4" Type="http://schemas.openxmlformats.org/officeDocument/2006/relationships/image" Target="../media/image215.png"/></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8" Type="http://schemas.openxmlformats.org/officeDocument/2006/relationships/image" Target="../media/image223.png"/><Relationship Id="rId3" Type="http://schemas.openxmlformats.org/officeDocument/2006/relationships/image" Target="../media/image218.png"/><Relationship Id="rId7" Type="http://schemas.openxmlformats.org/officeDocument/2006/relationships/image" Target="../media/image222.png"/><Relationship Id="rId2" Type="http://schemas.openxmlformats.org/officeDocument/2006/relationships/notesSlide" Target="../notesSlides/notesSlide92.xml"/><Relationship Id="rId1" Type="http://schemas.openxmlformats.org/officeDocument/2006/relationships/slideLayout" Target="../slideLayouts/slideLayout2.xml"/><Relationship Id="rId6" Type="http://schemas.openxmlformats.org/officeDocument/2006/relationships/image" Target="../media/image221.png"/><Relationship Id="rId5" Type="http://schemas.openxmlformats.org/officeDocument/2006/relationships/image" Target="../media/image220.png"/><Relationship Id="rId10" Type="http://schemas.openxmlformats.org/officeDocument/2006/relationships/image" Target="../media/image225.png"/><Relationship Id="rId4" Type="http://schemas.openxmlformats.org/officeDocument/2006/relationships/image" Target="../media/image219.png"/><Relationship Id="rId9" Type="http://schemas.openxmlformats.org/officeDocument/2006/relationships/image" Target="../media/image224.png"/></Relationships>
</file>

<file path=ppt/slides/_rels/slide93.xml.rels><?xml version="1.0" encoding="UTF-8" standalone="yes"?>
<Relationships xmlns="http://schemas.openxmlformats.org/package/2006/relationships"><Relationship Id="rId8" Type="http://schemas.openxmlformats.org/officeDocument/2006/relationships/image" Target="../media/image231.png"/><Relationship Id="rId3" Type="http://schemas.openxmlformats.org/officeDocument/2006/relationships/image" Target="../media/image226.png"/><Relationship Id="rId7" Type="http://schemas.openxmlformats.org/officeDocument/2006/relationships/image" Target="../media/image230.png"/><Relationship Id="rId2" Type="http://schemas.openxmlformats.org/officeDocument/2006/relationships/notesSlide" Target="../notesSlides/notesSlide93.xml"/><Relationship Id="rId1" Type="http://schemas.openxmlformats.org/officeDocument/2006/relationships/slideLayout" Target="../slideLayouts/slideLayout2.xml"/><Relationship Id="rId6" Type="http://schemas.openxmlformats.org/officeDocument/2006/relationships/image" Target="../media/image229.png"/><Relationship Id="rId5" Type="http://schemas.openxmlformats.org/officeDocument/2006/relationships/image" Target="../media/image228.png"/><Relationship Id="rId4" Type="http://schemas.openxmlformats.org/officeDocument/2006/relationships/image" Target="../media/image227.png"/><Relationship Id="rId9" Type="http://schemas.openxmlformats.org/officeDocument/2006/relationships/image" Target="../media/image232.png"/></Relationships>
</file>

<file path=ppt/slides/_rels/slide94.xml.rels><?xml version="1.0" encoding="UTF-8" standalone="yes"?>
<Relationships xmlns="http://schemas.openxmlformats.org/package/2006/relationships"><Relationship Id="rId3" Type="http://schemas.openxmlformats.org/officeDocument/2006/relationships/image" Target="../media/image233.png"/><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234.png"/><Relationship Id="rId2" Type="http://schemas.openxmlformats.org/officeDocument/2006/relationships/notesSlide" Target="../notesSlides/notesSlide95.xml"/><Relationship Id="rId1" Type="http://schemas.openxmlformats.org/officeDocument/2006/relationships/slideLayout" Target="../slideLayouts/slideLayout2.xml"/><Relationship Id="rId4" Type="http://schemas.openxmlformats.org/officeDocument/2006/relationships/image" Target="../media/image235.png"/></Relationships>
</file>

<file path=ppt/slides/_rels/slide96.xml.rels><?xml version="1.0" encoding="UTF-8" standalone="yes"?>
<Relationships xmlns="http://schemas.openxmlformats.org/package/2006/relationships"><Relationship Id="rId8" Type="http://schemas.openxmlformats.org/officeDocument/2006/relationships/image" Target="../media/image241.png"/><Relationship Id="rId3" Type="http://schemas.openxmlformats.org/officeDocument/2006/relationships/image" Target="../media/image236.png"/><Relationship Id="rId7" Type="http://schemas.openxmlformats.org/officeDocument/2006/relationships/image" Target="../media/image240.png"/><Relationship Id="rId2" Type="http://schemas.openxmlformats.org/officeDocument/2006/relationships/notesSlide" Target="../notesSlides/notesSlide96.xml"/><Relationship Id="rId1" Type="http://schemas.openxmlformats.org/officeDocument/2006/relationships/slideLayout" Target="../slideLayouts/slideLayout2.xml"/><Relationship Id="rId6" Type="http://schemas.openxmlformats.org/officeDocument/2006/relationships/image" Target="../media/image239.png"/><Relationship Id="rId5" Type="http://schemas.openxmlformats.org/officeDocument/2006/relationships/image" Target="../media/image238.png"/><Relationship Id="rId4" Type="http://schemas.openxmlformats.org/officeDocument/2006/relationships/image" Target="../media/image237.png"/></Relationships>
</file>

<file path=ppt/slides/_rels/slide97.xml.rels><?xml version="1.0" encoding="UTF-8" standalone="yes"?>
<Relationships xmlns="http://schemas.openxmlformats.org/package/2006/relationships"><Relationship Id="rId3" Type="http://schemas.openxmlformats.org/officeDocument/2006/relationships/image" Target="../media/image242.png"/><Relationship Id="rId7" Type="http://schemas.openxmlformats.org/officeDocument/2006/relationships/image" Target="../media/image246.png"/><Relationship Id="rId2" Type="http://schemas.openxmlformats.org/officeDocument/2006/relationships/notesSlide" Target="../notesSlides/notesSlide97.xml"/><Relationship Id="rId1" Type="http://schemas.openxmlformats.org/officeDocument/2006/relationships/slideLayout" Target="../slideLayouts/slideLayout2.xml"/><Relationship Id="rId6" Type="http://schemas.openxmlformats.org/officeDocument/2006/relationships/image" Target="../media/image245.png"/><Relationship Id="rId5" Type="http://schemas.openxmlformats.org/officeDocument/2006/relationships/image" Target="../media/image244.png"/><Relationship Id="rId4" Type="http://schemas.openxmlformats.org/officeDocument/2006/relationships/image" Target="../media/image243.png"/></Relationships>
</file>

<file path=ppt/slides/_rels/slide98.xml.rels><?xml version="1.0" encoding="UTF-8" standalone="yes"?>
<Relationships xmlns="http://schemas.openxmlformats.org/package/2006/relationships"><Relationship Id="rId3" Type="http://schemas.openxmlformats.org/officeDocument/2006/relationships/image" Target="../media/image247.png"/><Relationship Id="rId2" Type="http://schemas.openxmlformats.org/officeDocument/2006/relationships/notesSlide" Target="../notesSlides/notesSlide98.xml"/><Relationship Id="rId1" Type="http://schemas.openxmlformats.org/officeDocument/2006/relationships/slideLayout" Target="../slideLayouts/slideLayout2.xml"/><Relationship Id="rId4" Type="http://schemas.openxmlformats.org/officeDocument/2006/relationships/image" Target="../media/image248.png"/></Relationships>
</file>

<file path=ppt/slides/_rels/slide99.xml.rels><?xml version="1.0" encoding="UTF-8" standalone="yes"?>
<Relationships xmlns="http://schemas.openxmlformats.org/package/2006/relationships"><Relationship Id="rId8" Type="http://schemas.openxmlformats.org/officeDocument/2006/relationships/image" Target="../media/image254.png"/><Relationship Id="rId3" Type="http://schemas.openxmlformats.org/officeDocument/2006/relationships/image" Target="../media/image249.png"/><Relationship Id="rId7" Type="http://schemas.openxmlformats.org/officeDocument/2006/relationships/image" Target="../media/image253.png"/><Relationship Id="rId2" Type="http://schemas.openxmlformats.org/officeDocument/2006/relationships/notesSlide" Target="../notesSlides/notesSlide99.xml"/><Relationship Id="rId1" Type="http://schemas.openxmlformats.org/officeDocument/2006/relationships/slideLayout" Target="../slideLayouts/slideLayout2.xml"/><Relationship Id="rId6" Type="http://schemas.openxmlformats.org/officeDocument/2006/relationships/image" Target="../media/image252.png"/><Relationship Id="rId5" Type="http://schemas.openxmlformats.org/officeDocument/2006/relationships/image" Target="../media/image251.png"/><Relationship Id="rId4" Type="http://schemas.openxmlformats.org/officeDocument/2006/relationships/image" Target="../media/image250.png"/><Relationship Id="rId9" Type="http://schemas.openxmlformats.org/officeDocument/2006/relationships/image" Target="../media/image255.png"/></Relationships>
</file>

<file path=ppt/slides/_rels/slide100.xml.rels><?xml version="1.0" encoding="UTF-8" standalone="yes"?>
<Relationships xmlns="http://schemas.openxmlformats.org/package/2006/relationships"><Relationship Id="rId3" Type="http://schemas.openxmlformats.org/officeDocument/2006/relationships/image" Target="../media/image256.png"/><Relationship Id="rId7" Type="http://schemas.openxmlformats.org/officeDocument/2006/relationships/image" Target="../media/image260.png"/><Relationship Id="rId2" Type="http://schemas.openxmlformats.org/officeDocument/2006/relationships/notesSlide" Target="../notesSlides/notesSlide100.xml"/><Relationship Id="rId1" Type="http://schemas.openxmlformats.org/officeDocument/2006/relationships/slideLayout" Target="../slideLayouts/slideLayout2.xml"/><Relationship Id="rId6" Type="http://schemas.openxmlformats.org/officeDocument/2006/relationships/image" Target="../media/image259.png"/><Relationship Id="rId5" Type="http://schemas.openxmlformats.org/officeDocument/2006/relationships/image" Target="../media/image258.png"/><Relationship Id="rId4" Type="http://schemas.openxmlformats.org/officeDocument/2006/relationships/image" Target="../media/image257.png"/></Relationships>
</file>

<file path=ppt/slides/_rels/slide101.xml.rels><?xml version="1.0" encoding="UTF-8" standalone="yes"?>
<Relationships xmlns="http://schemas.openxmlformats.org/package/2006/relationships"><Relationship Id="rId3" Type="http://schemas.openxmlformats.org/officeDocument/2006/relationships/image" Target="../media/image256.png"/><Relationship Id="rId7" Type="http://schemas.openxmlformats.org/officeDocument/2006/relationships/image" Target="../media/image264.png"/><Relationship Id="rId2" Type="http://schemas.openxmlformats.org/officeDocument/2006/relationships/notesSlide" Target="../notesSlides/notesSlide101.xml"/><Relationship Id="rId1" Type="http://schemas.openxmlformats.org/officeDocument/2006/relationships/slideLayout" Target="../slideLayouts/slideLayout2.xml"/><Relationship Id="rId6" Type="http://schemas.openxmlformats.org/officeDocument/2006/relationships/image" Target="../media/image263.png"/><Relationship Id="rId5" Type="http://schemas.openxmlformats.org/officeDocument/2006/relationships/image" Target="../media/image262.png"/><Relationship Id="rId4" Type="http://schemas.openxmlformats.org/officeDocument/2006/relationships/image" Target="../media/image261.png"/></Relationships>
</file>

<file path=ppt/slides/_rels/slide102.xml.rels><?xml version="1.0" encoding="UTF-8" standalone="yes"?>
<Relationships xmlns="http://schemas.openxmlformats.org/package/2006/relationships"><Relationship Id="rId3" Type="http://schemas.openxmlformats.org/officeDocument/2006/relationships/image" Target="../media/image265.png"/><Relationship Id="rId2" Type="http://schemas.openxmlformats.org/officeDocument/2006/relationships/notesSlide" Target="../notesSlides/notesSlide102.xml"/><Relationship Id="rId1" Type="http://schemas.openxmlformats.org/officeDocument/2006/relationships/slideLayout" Target="../slideLayouts/slideLayout2.xml"/><Relationship Id="rId5" Type="http://schemas.openxmlformats.org/officeDocument/2006/relationships/image" Target="../media/image267.png"/><Relationship Id="rId4" Type="http://schemas.openxmlformats.org/officeDocument/2006/relationships/image" Target="../media/image266.png"/></Relationships>
</file>

<file path=ppt/slides/_rels/slide103.xml.rels><?xml version="1.0" encoding="UTF-8" standalone="yes"?>
<Relationships xmlns="http://schemas.openxmlformats.org/package/2006/relationships"><Relationship Id="rId3" Type="http://schemas.openxmlformats.org/officeDocument/2006/relationships/image" Target="../media/image268.png"/><Relationship Id="rId2" Type="http://schemas.openxmlformats.org/officeDocument/2006/relationships/notesSlide" Target="../notesSlides/notesSlide103.xml"/><Relationship Id="rId1" Type="http://schemas.openxmlformats.org/officeDocument/2006/relationships/slideLayout" Target="../slideLayouts/slideLayout2.xml"/><Relationship Id="rId5" Type="http://schemas.openxmlformats.org/officeDocument/2006/relationships/image" Target="../media/image270.png"/><Relationship Id="rId4" Type="http://schemas.openxmlformats.org/officeDocument/2006/relationships/image" Target="../media/image269.png"/></Relationships>
</file>

<file path=ppt/slides/_rels/slide104.xml.rels><?xml version="1.0" encoding="UTF-8" standalone="yes"?>
<Relationships xmlns="http://schemas.openxmlformats.org/package/2006/relationships"><Relationship Id="rId8" Type="http://schemas.openxmlformats.org/officeDocument/2006/relationships/image" Target="../media/image275.png"/><Relationship Id="rId3" Type="http://schemas.openxmlformats.org/officeDocument/2006/relationships/image" Target="../media/image270.png"/><Relationship Id="rId7" Type="http://schemas.openxmlformats.org/officeDocument/2006/relationships/image" Target="../media/image274.png"/><Relationship Id="rId2" Type="http://schemas.openxmlformats.org/officeDocument/2006/relationships/notesSlide" Target="../notesSlides/notesSlide104.xml"/><Relationship Id="rId1" Type="http://schemas.openxmlformats.org/officeDocument/2006/relationships/slideLayout" Target="../slideLayouts/slideLayout2.xml"/><Relationship Id="rId6" Type="http://schemas.openxmlformats.org/officeDocument/2006/relationships/image" Target="../media/image273.png"/><Relationship Id="rId5" Type="http://schemas.openxmlformats.org/officeDocument/2006/relationships/image" Target="../media/image272.png"/><Relationship Id="rId4" Type="http://schemas.openxmlformats.org/officeDocument/2006/relationships/image" Target="../media/image271.png"/></Relationships>
</file>

<file path=ppt/slides/_rels/slide105.xml.rels><?xml version="1.0" encoding="UTF-8" standalone="yes"?>
<Relationships xmlns="http://schemas.openxmlformats.org/package/2006/relationships"><Relationship Id="rId3" Type="http://schemas.openxmlformats.org/officeDocument/2006/relationships/image" Target="../media/image270.png"/><Relationship Id="rId2" Type="http://schemas.openxmlformats.org/officeDocument/2006/relationships/notesSlide" Target="../notesSlides/notesSlide105.xml"/><Relationship Id="rId1" Type="http://schemas.openxmlformats.org/officeDocument/2006/relationships/slideLayout" Target="../slideLayouts/slideLayout2.xml"/><Relationship Id="rId5" Type="http://schemas.openxmlformats.org/officeDocument/2006/relationships/image" Target="../media/image277.png"/><Relationship Id="rId4" Type="http://schemas.openxmlformats.org/officeDocument/2006/relationships/image" Target="../media/image276.png"/></Relationships>
</file>

<file path=ppt/slides/_rels/slide106.xml.rels><?xml version="1.0" encoding="UTF-8" standalone="yes"?>
<Relationships xmlns="http://schemas.openxmlformats.org/package/2006/relationships"><Relationship Id="rId3" Type="http://schemas.openxmlformats.org/officeDocument/2006/relationships/image" Target="../media/image278.png"/><Relationship Id="rId2" Type="http://schemas.openxmlformats.org/officeDocument/2006/relationships/notesSlide" Target="../notesSlides/notesSlide106.xml"/><Relationship Id="rId1" Type="http://schemas.openxmlformats.org/officeDocument/2006/relationships/slideLayout" Target="../slideLayouts/slideLayout2.xml"/><Relationship Id="rId5" Type="http://schemas.openxmlformats.org/officeDocument/2006/relationships/image" Target="../media/image280.png"/><Relationship Id="rId4" Type="http://schemas.openxmlformats.org/officeDocument/2006/relationships/image" Target="../media/image279.png"/></Relationships>
</file>

<file path=ppt/slides/_rels/slide107.xml.rels><?xml version="1.0" encoding="UTF-8" standalone="yes"?>
<Relationships xmlns="http://schemas.openxmlformats.org/package/2006/relationships"><Relationship Id="rId3" Type="http://schemas.openxmlformats.org/officeDocument/2006/relationships/image" Target="../media/image281.png"/><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282.png"/><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283.png"/><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284.png"/><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285.png"/><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286.png"/><Relationship Id="rId2" Type="http://schemas.openxmlformats.org/officeDocument/2006/relationships/notesSlide" Target="../notesSlides/notesSlide113.xml"/><Relationship Id="rId1" Type="http://schemas.openxmlformats.org/officeDocument/2006/relationships/slideLayout" Target="../slideLayouts/slideLayout2.xml"/><Relationship Id="rId5" Type="http://schemas.openxmlformats.org/officeDocument/2006/relationships/image" Target="../media/image288.png"/><Relationship Id="rId4" Type="http://schemas.openxmlformats.org/officeDocument/2006/relationships/image" Target="../media/image287.png"/></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289.png"/><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290.png"/><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291.png"/><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292.png"/><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293.png"/><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294.png"/><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295.png"/><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296.png"/><Relationship Id="rId2" Type="http://schemas.openxmlformats.org/officeDocument/2006/relationships/notesSlide" Target="../notesSlides/notesSlide126.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image" Target="../media/image297.png"/><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image" Target="../media/image298.png"/><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image" Target="../media/image299.png"/><Relationship Id="rId2" Type="http://schemas.openxmlformats.org/officeDocument/2006/relationships/notesSlide" Target="../notesSlides/notesSlide129.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image" Target="../media/image300.png"/><Relationship Id="rId2" Type="http://schemas.openxmlformats.org/officeDocument/2006/relationships/notesSlide" Target="../notesSlides/notesSlide130.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3" Type="http://schemas.openxmlformats.org/officeDocument/2006/relationships/image" Target="../media/image301.png"/><Relationship Id="rId2" Type="http://schemas.openxmlformats.org/officeDocument/2006/relationships/notesSlide" Target="../notesSlides/notesSlide131.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3" Type="http://schemas.openxmlformats.org/officeDocument/2006/relationships/image" Target="../media/image302.png"/><Relationship Id="rId2" Type="http://schemas.openxmlformats.org/officeDocument/2006/relationships/notesSlide" Target="../notesSlides/notesSlide132.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3" Type="http://schemas.openxmlformats.org/officeDocument/2006/relationships/image" Target="../media/image303.png"/><Relationship Id="rId2" Type="http://schemas.openxmlformats.org/officeDocument/2006/relationships/notesSlide" Target="../notesSlides/notesSlide133.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3" Type="http://schemas.openxmlformats.org/officeDocument/2006/relationships/image" Target="../media/image304.png"/><Relationship Id="rId2" Type="http://schemas.openxmlformats.org/officeDocument/2006/relationships/notesSlide" Target="../notesSlides/notesSlide134.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3" Type="http://schemas.openxmlformats.org/officeDocument/2006/relationships/image" Target="../media/image305.png"/><Relationship Id="rId2" Type="http://schemas.openxmlformats.org/officeDocument/2006/relationships/notesSlide" Target="../notesSlides/notesSlide136.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3" Type="http://schemas.openxmlformats.org/officeDocument/2006/relationships/image" Target="../media/image306.png"/><Relationship Id="rId2" Type="http://schemas.openxmlformats.org/officeDocument/2006/relationships/notesSlide" Target="../notesSlides/notesSlide138.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3" Type="http://schemas.openxmlformats.org/officeDocument/2006/relationships/image" Target="../media/image307.png"/><Relationship Id="rId2" Type="http://schemas.openxmlformats.org/officeDocument/2006/relationships/notesSlide" Target="../notesSlides/notesSlide139.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3" Type="http://schemas.openxmlformats.org/officeDocument/2006/relationships/image" Target="../media/image308.png"/><Relationship Id="rId2" Type="http://schemas.openxmlformats.org/officeDocument/2006/relationships/notesSlide" Target="../notesSlides/notesSlide142.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4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a:extLst>
              <a:ext uri="{FF2B5EF4-FFF2-40B4-BE49-F238E27FC236}">
                <a16:creationId xmlns:a16="http://schemas.microsoft.com/office/drawing/2014/main" id="{1F1D606E-D653-45CB-95A5-529D67CA7274}"/>
              </a:ext>
            </a:extLst>
          </p:cNvPr>
          <p:cNvSpPr>
            <a:spLocks noGrp="1"/>
          </p:cNvSpPr>
          <p:nvPr>
            <p:ph type="ctrTitle"/>
          </p:nvPr>
        </p:nvSpPr>
        <p:spPr>
          <a:xfrm>
            <a:off x="0" y="1143000"/>
            <a:ext cx="9144000" cy="906463"/>
          </a:xfrm>
        </p:spPr>
        <p:txBody>
          <a:bodyPr/>
          <a:lstStyle/>
          <a:p>
            <a:pPr algn="ctr" eaLnBrk="1" hangingPunct="1"/>
            <a:r>
              <a:rPr lang="en-US" altLang="vi-VN" sz="2800" cap="all">
                <a:latin typeface="Times New Roman" panose="02020603050405020304" pitchFamily="18" charset="0"/>
                <a:cs typeface="Times New Roman" panose="02020603050405020304" pitchFamily="18" charset="0"/>
              </a:rPr>
              <a:t>P</a:t>
            </a:r>
            <a:r>
              <a:rPr lang="en" altLang="vi-VN" sz="2800" cap="all">
                <a:latin typeface="Times New Roman" panose="02020603050405020304" pitchFamily="18" charset="0"/>
                <a:cs typeface="Times New Roman" panose="02020603050405020304" pitchFamily="18" charset="0"/>
              </a:rPr>
              <a:t>hân tích dữ liệu chuỗi thời gian</a:t>
            </a:r>
            <a:endParaRPr lang="en" altLang="vi-VN" sz="2800" cap="all"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16EA7369-B7A3-44EE-9408-C24AA67B81B7}"/>
              </a:ext>
            </a:extLst>
          </p:cNvPr>
          <p:cNvSpPr txBox="1"/>
          <p:nvPr/>
        </p:nvSpPr>
        <p:spPr>
          <a:xfrm>
            <a:off x="0" y="3276600"/>
            <a:ext cx="9144000" cy="1508125"/>
          </a:xfrm>
          <a:prstGeom prst="rect">
            <a:avLst/>
          </a:prstGeom>
          <a:noFill/>
        </p:spPr>
        <p:txBody>
          <a:bodyPr wrap="square">
            <a:spAutoFit/>
          </a:bodyPr>
          <a:lstStyle/>
          <a:p>
            <a:pPr algn="ctr" eaLnBrk="1" hangingPunct="1">
              <a:defRPr/>
            </a:pPr>
            <a:r>
              <a:rPr lang="en" sz="4400" b="1">
                <a:solidFill>
                  <a:srgbClr val="FFCC66"/>
                </a:solidFill>
                <a:latin typeface="Times New Roman" panose="02020603050405020304" pitchFamily="18" charset="0"/>
                <a:cs typeface="Times New Roman" panose="02020603050405020304" pitchFamily="18" charset="0"/>
              </a:rPr>
              <a:t>Mô hình thống kê</a:t>
            </a:r>
            <a:endParaRPr lang="en" sz="4400" b="1" dirty="0">
              <a:solidFill>
                <a:srgbClr val="FFCC66"/>
              </a:solidFill>
              <a:latin typeface="Times New Roman" panose="02020603050405020304" pitchFamily="18" charset="0"/>
              <a:cs typeface="Times New Roman" panose="02020603050405020304" pitchFamily="18" charset="0"/>
            </a:endParaRPr>
          </a:p>
          <a:p>
            <a:pPr algn="ctr" eaLnBrk="1" hangingPunct="1">
              <a:defRPr/>
            </a:pPr>
            <a:endParaRPr lang="en-US" sz="4800" b="1" dirty="0">
              <a:solidFill>
                <a:schemeClr val="accent1">
                  <a:lumMod val="50000"/>
                </a:schemeClr>
              </a:solidFill>
              <a:latin typeface="Arial"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D2578-D553-1E2B-585A-73E40B0758F2}"/>
              </a:ext>
            </a:extLst>
          </p:cNvPr>
          <p:cNvSpPr>
            <a:spLocks noGrp="1"/>
          </p:cNvSpPr>
          <p:nvPr>
            <p:ph type="title"/>
          </p:nvPr>
        </p:nvSpPr>
        <p:spPr/>
        <p:txBody>
          <a:bodyPr>
            <a:normAutofit/>
          </a:bodyPr>
          <a:lstStyle/>
          <a:p>
            <a:r>
              <a:rPr lang="en-US" sz="4000" b="1">
                <a:latin typeface="Times New Roman" panose="02020603050405020304" pitchFamily="18" charset="0"/>
                <a:cs typeface="Times New Roman" panose="02020603050405020304" pitchFamily="18" charset="0"/>
              </a:rPr>
              <a:t>Nội dung</a:t>
            </a:r>
          </a:p>
        </p:txBody>
      </p:sp>
      <p:sp>
        <p:nvSpPr>
          <p:cNvPr id="5" name="Content Placeholder 2">
            <a:extLst>
              <a:ext uri="{FF2B5EF4-FFF2-40B4-BE49-F238E27FC236}">
                <a16:creationId xmlns:a16="http://schemas.microsoft.com/office/drawing/2014/main" id="{BB1D7740-926A-3DCE-3F06-3714AC5C4E65}"/>
              </a:ext>
            </a:extLst>
          </p:cNvPr>
          <p:cNvSpPr txBox="1">
            <a:spLocks/>
          </p:cNvSpPr>
          <p:nvPr/>
        </p:nvSpPr>
        <p:spPr bwMode="auto">
          <a:xfrm>
            <a:off x="228600" y="1219200"/>
            <a:ext cx="8912492" cy="5486400"/>
          </a:xfrm>
          <a:prstGeom prst="rect">
            <a:avLst/>
          </a:prstGeom>
          <a:noFill/>
          <a:ln>
            <a:noFill/>
          </a:ln>
        </p:spPr>
        <p:txBody>
          <a:bodyPr/>
          <a:lstStyle>
            <a:lvl1pPr marL="342900" indent="-342900" algn="r" rtl="0" eaLnBrk="0" fontAlgn="base" hangingPunct="0">
              <a:spcBef>
                <a:spcPct val="20000"/>
              </a:spcBef>
              <a:spcAft>
                <a:spcPct val="0"/>
              </a:spcAft>
              <a:buChar char="•"/>
              <a:defRPr sz="3200">
                <a:solidFill>
                  <a:schemeClr val="tx1"/>
                </a:solidFill>
                <a:latin typeface="+mn-lt"/>
                <a:ea typeface="ＭＳ Ｐゴシック" pitchFamily="-110" charset="-128"/>
                <a:cs typeface="ＭＳ Ｐゴシック" pitchFamily="-110" charset="-128"/>
              </a:defRPr>
            </a:lvl1pPr>
            <a:lvl2pPr marL="827088" indent="-285750" algn="l" rtl="0" eaLnBrk="0" fontAlgn="base" hangingPunct="0">
              <a:spcBef>
                <a:spcPct val="20000"/>
              </a:spcBef>
              <a:spcAft>
                <a:spcPct val="0"/>
              </a:spcAft>
              <a:buChar char="–"/>
              <a:defRPr sz="2800">
                <a:solidFill>
                  <a:schemeClr val="tx1"/>
                </a:solidFill>
                <a:latin typeface="+mn-lt"/>
                <a:ea typeface="ＭＳ Ｐゴシック" pitchFamily="-107" charset="-128"/>
              </a:defRPr>
            </a:lvl2pPr>
            <a:lvl3pPr marL="1235075" indent="-228600" algn="l" rtl="0" eaLnBrk="0" fontAlgn="base" hangingPunct="0">
              <a:spcBef>
                <a:spcPct val="20000"/>
              </a:spcBef>
              <a:spcAft>
                <a:spcPct val="0"/>
              </a:spcAft>
              <a:buChar char="•"/>
              <a:defRPr sz="2400">
                <a:solidFill>
                  <a:schemeClr val="tx1"/>
                </a:solidFill>
                <a:latin typeface="+mn-lt"/>
                <a:ea typeface="ＭＳ Ｐゴシック" pitchFamily="-107" charset="-128"/>
              </a:defRPr>
            </a:lvl3pPr>
            <a:lvl4pPr marL="1643063" indent="-228600" algn="l" rtl="0" eaLnBrk="0" fontAlgn="base" hangingPunct="0">
              <a:spcBef>
                <a:spcPct val="20000"/>
              </a:spcBef>
              <a:spcAft>
                <a:spcPct val="0"/>
              </a:spcAft>
              <a:buChar char="–"/>
              <a:defRPr sz="2000">
                <a:solidFill>
                  <a:schemeClr val="tx1"/>
                </a:solidFill>
                <a:latin typeface="+mn-lt"/>
                <a:ea typeface="ＭＳ Ｐゴシック" pitchFamily="-107" charset="-128"/>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pitchFamily="-107" charset="-128"/>
              </a:defRPr>
            </a:lvl5pPr>
            <a:lvl6pPr marL="2514600" indent="-228600" algn="l" rtl="0" fontAlgn="base">
              <a:spcBef>
                <a:spcPct val="20000"/>
              </a:spcBef>
              <a:spcAft>
                <a:spcPct val="0"/>
              </a:spcAft>
              <a:buChar char="»"/>
              <a:defRPr sz="2000">
                <a:solidFill>
                  <a:schemeClr val="tx1"/>
                </a:solidFill>
                <a:latin typeface="+mn-lt"/>
                <a:ea typeface="ＭＳ Ｐゴシック" pitchFamily="-107" charset="-128"/>
              </a:defRPr>
            </a:lvl6pPr>
            <a:lvl7pPr marL="2971800" indent="-228600" algn="l" rtl="0" fontAlgn="base">
              <a:spcBef>
                <a:spcPct val="20000"/>
              </a:spcBef>
              <a:spcAft>
                <a:spcPct val="0"/>
              </a:spcAft>
              <a:buChar char="»"/>
              <a:defRPr sz="2000">
                <a:solidFill>
                  <a:schemeClr val="tx1"/>
                </a:solidFill>
                <a:latin typeface="+mn-lt"/>
                <a:ea typeface="ＭＳ Ｐゴシック" pitchFamily="-107" charset="-128"/>
              </a:defRPr>
            </a:lvl7pPr>
            <a:lvl8pPr marL="3429000" indent="-228600" algn="l" rtl="0" fontAlgn="base">
              <a:spcBef>
                <a:spcPct val="20000"/>
              </a:spcBef>
              <a:spcAft>
                <a:spcPct val="0"/>
              </a:spcAft>
              <a:buChar char="»"/>
              <a:defRPr sz="2000">
                <a:solidFill>
                  <a:schemeClr val="tx1"/>
                </a:solidFill>
                <a:latin typeface="+mn-lt"/>
                <a:ea typeface="ＭＳ Ｐゴシック" pitchFamily="-107" charset="-128"/>
              </a:defRPr>
            </a:lvl8pPr>
            <a:lvl9pPr marL="3886200" indent="-228600" algn="l" rtl="0" fontAlgn="base">
              <a:spcBef>
                <a:spcPct val="20000"/>
              </a:spcBef>
              <a:spcAft>
                <a:spcPct val="0"/>
              </a:spcAft>
              <a:buChar char="»"/>
              <a:defRPr sz="2000">
                <a:solidFill>
                  <a:schemeClr val="tx1"/>
                </a:solidFill>
                <a:latin typeface="+mn-lt"/>
                <a:ea typeface="ＭＳ Ｐゴシック" pitchFamily="-107" charset="-128"/>
              </a:defRPr>
            </a:lvl9pPr>
          </a:lstStyle>
          <a:p>
            <a:pPr marL="628650" indent="-571500" algn="l">
              <a:buFont typeface="Wingdings" panose="05000000000000000000" pitchFamily="2" charset="2"/>
              <a:buChar char="v"/>
              <a:defRPr/>
            </a:pPr>
            <a:r>
              <a:rPr lang="vi-VN">
                <a:latin typeface="Times New Roman" panose="02020603050405020304" pitchFamily="18" charset="0"/>
                <a:cs typeface="Times New Roman" panose="02020603050405020304" pitchFamily="18" charset="0"/>
              </a:rPr>
              <a:t>Mô hình hồi qui tuyến tính (linear regression)</a:t>
            </a:r>
            <a:endParaRPr lang="en-US">
              <a:latin typeface="Times New Roman" panose="02020603050405020304" pitchFamily="18" charset="0"/>
              <a:cs typeface="Times New Roman" panose="02020603050405020304" pitchFamily="18" charset="0"/>
            </a:endParaRPr>
          </a:p>
          <a:p>
            <a:pPr marL="628650" indent="-571500" algn="l">
              <a:buFont typeface="Wingdings" panose="05000000000000000000" pitchFamily="2" charset="2"/>
              <a:buChar char="v"/>
              <a:defRPr/>
            </a:pPr>
            <a:r>
              <a:rPr lang="vi-VN">
                <a:latin typeface="Times New Roman" panose="02020603050405020304" pitchFamily="18" charset="0"/>
                <a:cs typeface="Times New Roman" panose="02020603050405020304" pitchFamily="18" charset="0"/>
              </a:rPr>
              <a:t>Mô hình tự hồi qui (</a:t>
            </a:r>
            <a:r>
              <a:rPr lang="en-US">
                <a:latin typeface="Times New Roman" panose="02020603050405020304" pitchFamily="18" charset="0"/>
                <a:cs typeface="Times New Roman" panose="02020603050405020304" pitchFamily="18" charset="0"/>
              </a:rPr>
              <a:t>a</a:t>
            </a:r>
            <a:r>
              <a:rPr lang="vi-VN">
                <a:latin typeface="Times New Roman" panose="02020603050405020304" pitchFamily="18" charset="0"/>
                <a:cs typeface="Times New Roman" panose="02020603050405020304" pitchFamily="18" charset="0"/>
              </a:rPr>
              <a:t>utoregression)</a:t>
            </a:r>
            <a:endParaRPr lang="en-US">
              <a:latin typeface="Times New Roman" panose="02020603050405020304" pitchFamily="18" charset="0"/>
              <a:cs typeface="Times New Roman" panose="02020603050405020304" pitchFamily="18" charset="0"/>
            </a:endParaRPr>
          </a:p>
          <a:p>
            <a:pPr marL="628650" indent="-571500" algn="l">
              <a:buFont typeface="Wingdings" panose="05000000000000000000" pitchFamily="2" charset="2"/>
              <a:buChar char="v"/>
              <a:defRPr/>
            </a:pPr>
            <a:r>
              <a:rPr lang="vi-VN">
                <a:latin typeface="Times New Roman" panose="02020603050405020304" pitchFamily="18" charset="0"/>
                <a:cs typeface="Times New Roman" panose="02020603050405020304" pitchFamily="18" charset="0"/>
              </a:rPr>
              <a:t>Mộ hình trung bình động (moving average)</a:t>
            </a:r>
            <a:endParaRPr lang="en-US">
              <a:latin typeface="Times New Roman" panose="02020603050405020304" pitchFamily="18" charset="0"/>
              <a:cs typeface="Times New Roman" panose="02020603050405020304" pitchFamily="18" charset="0"/>
            </a:endParaRPr>
          </a:p>
          <a:p>
            <a:pPr marL="628650" indent="-571500" algn="l">
              <a:buFont typeface="Wingdings" panose="05000000000000000000" pitchFamily="2" charset="2"/>
              <a:buChar char="v"/>
              <a:defRPr/>
            </a:pPr>
            <a:r>
              <a:rPr lang="vi-VN">
                <a:latin typeface="Times New Roman" panose="02020603050405020304" pitchFamily="18" charset="0"/>
                <a:cs typeface="Times New Roman" panose="02020603050405020304" pitchFamily="18" charset="0"/>
              </a:rPr>
              <a:t>Mô hình tự hồi qui véc tơ (vector autoregression)</a:t>
            </a:r>
            <a:endParaRPr lang="en-US">
              <a:latin typeface="Times New Roman" panose="02020603050405020304" pitchFamily="18" charset="0"/>
              <a:cs typeface="Times New Roman" panose="02020603050405020304" pitchFamily="18" charset="0"/>
            </a:endParaRPr>
          </a:p>
          <a:p>
            <a:pPr marL="628650" indent="-571500" algn="l">
              <a:buFont typeface="Wingdings" panose="05000000000000000000" pitchFamily="2" charset="2"/>
              <a:buChar char="v"/>
              <a:defRPr/>
            </a:pPr>
            <a:r>
              <a:rPr lang="en-US">
                <a:latin typeface="Times New Roman" panose="02020603050405020304" pitchFamily="18" charset="0"/>
                <a:cs typeface="Times New Roman" panose="02020603050405020304" pitchFamily="18" charset="0"/>
              </a:rPr>
              <a:t>Bộ l</a:t>
            </a:r>
            <a:r>
              <a:rPr lang="vi-VN">
                <a:latin typeface="Times New Roman" panose="02020603050405020304" pitchFamily="18" charset="0"/>
                <a:cs typeface="Times New Roman" panose="02020603050405020304" pitchFamily="18" charset="0"/>
              </a:rPr>
              <a:t>ọc Kalman</a:t>
            </a:r>
            <a:endParaRPr lang="en-US">
              <a:latin typeface="Times New Roman" panose="02020603050405020304" pitchFamily="18" charset="0"/>
              <a:cs typeface="Times New Roman" panose="02020603050405020304" pitchFamily="18" charset="0"/>
            </a:endParaRPr>
          </a:p>
          <a:p>
            <a:pPr marL="628650" indent="-571500" algn="l">
              <a:buFont typeface="Wingdings" panose="05000000000000000000" pitchFamily="2" charset="2"/>
              <a:buChar char="v"/>
              <a:defRPr/>
            </a:pPr>
            <a:r>
              <a:rPr lang="vi-VN">
                <a:latin typeface="Times New Roman" panose="02020603050405020304" pitchFamily="18" charset="0"/>
                <a:cs typeface="Times New Roman" panose="02020603050405020304" pitchFamily="18" charset="0"/>
              </a:rPr>
              <a:t>Mô hình Markov ẩn (hidden Markov model)</a:t>
            </a:r>
            <a:endParaRPr lang="en-US">
              <a:latin typeface="Times New Roman" panose="02020603050405020304" pitchFamily="18" charset="0"/>
              <a:cs typeface="Times New Roman" panose="02020603050405020304" pitchFamily="18" charset="0"/>
            </a:endParaRPr>
          </a:p>
          <a:p>
            <a:pPr marL="628650" indent="-571500" algn="l">
              <a:buFont typeface="Wingdings" panose="05000000000000000000" pitchFamily="2" charset="2"/>
              <a:buChar char="v"/>
              <a:defRPr/>
            </a:pPr>
            <a:r>
              <a:rPr lang="vi-VN">
                <a:latin typeface="Times New Roman" panose="02020603050405020304" pitchFamily="18" charset="0"/>
                <a:cs typeface="Times New Roman" panose="02020603050405020304" pitchFamily="18" charset="0"/>
              </a:rPr>
              <a:t>Mô hình Bayes cho dữ liệu chuỗi thời gian </a:t>
            </a:r>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105638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8E65D-10BB-E211-5278-39336E3C810D}"/>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104BE82C-8E1B-82BE-DC17-58FB55F896CA}"/>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Mô hình hồi qui tuyến tính</a:t>
            </a:r>
          </a:p>
        </p:txBody>
      </p:sp>
      <mc:AlternateContent xmlns:mc="http://schemas.openxmlformats.org/markup-compatibility/2006" xmlns:a14="http://schemas.microsoft.com/office/drawing/2010/main">
        <mc:Choice Requires="a14">
          <p:sp>
            <p:nvSpPr>
              <p:cNvPr id="31747" name="Rectangle 3">
                <a:extLst>
                  <a:ext uri="{FF2B5EF4-FFF2-40B4-BE49-F238E27FC236}">
                    <a16:creationId xmlns:a16="http://schemas.microsoft.com/office/drawing/2014/main" id="{0AEB5ED5-FC72-98C1-1931-A9C003BFA425}"/>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lvl="0" indent="-457200">
                  <a:buFont typeface="Wingdings" panose="05000000000000000000" pitchFamily="2" charset="2"/>
                  <a:buChar char="Ø"/>
                </a:pPr>
                <a:r>
                  <a:rPr lang="en-US" sz="2400" b="1">
                    <a:latin typeface="Times New Roman" panose="02020603050405020304" pitchFamily="18" charset="0"/>
                    <a:cs typeface="Times New Roman" panose="02020603050405020304" pitchFamily="18" charset="0"/>
                  </a:rPr>
                  <a:t>Hồi qui tuyến tính (linear regression)</a:t>
                </a:r>
                <a:r>
                  <a:rPr lang="en-US" sz="2400">
                    <a:latin typeface="Times New Roman" panose="02020603050405020304" pitchFamily="18" charset="0"/>
                    <a:cs typeface="Times New Roman" panose="02020603050405020304" pitchFamily="18" charset="0"/>
                  </a:rPr>
                  <a:t>: mô hình hoá mối quan hệ giữa biến phụ thuộc (</a:t>
                </a:r>
                <a14:m>
                  <m:oMath xmlns:m="http://schemas.openxmlformats.org/officeDocument/2006/math">
                    <m:sSub>
                      <m:sSubPr>
                        <m:ctrlPr>
                          <a:rPr lang="en-US" sz="240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𝑌</m:t>
                        </m:r>
                      </m:e>
                      <m:sub>
                        <m:r>
                          <a:rPr lang="en-US" sz="2400" b="0" i="1" smtClean="0">
                            <a:latin typeface="Cambria Math" panose="02040503050406030204" pitchFamily="18" charset="0"/>
                            <a:cs typeface="Times New Roman" panose="02020603050405020304" pitchFamily="18" charset="0"/>
                          </a:rPr>
                          <m:t>𝑡</m:t>
                        </m:r>
                      </m:sub>
                    </m:sSub>
                  </m:oMath>
                </a14:m>
                <a:r>
                  <a:rPr lang="en-US" sz="2400">
                    <a:latin typeface="Times New Roman" panose="02020603050405020304" pitchFamily="18" charset="0"/>
                    <a:cs typeface="Times New Roman" panose="02020603050405020304" pitchFamily="18" charset="0"/>
                  </a:rPr>
                  <a:t>) và một/tập hợp biến độc lập (</a:t>
                </a:r>
                <a:r>
                  <a:rPr lang="en-US" sz="2400" i="1">
                    <a:latin typeface="Times New Roman" panose="02020603050405020304" pitchFamily="18" charset="0"/>
                    <a:cs typeface="Times New Roman" panose="02020603050405020304" pitchFamily="18" charset="0"/>
                  </a:rPr>
                  <a:t>X</a:t>
                </a:r>
                <a:r>
                  <a:rPr lang="en-US" sz="2400">
                    <a:latin typeface="Times New Roman" panose="02020603050405020304" pitchFamily="18" charset="0"/>
                    <a:cs typeface="Times New Roman" panose="02020603050405020304" pitchFamily="18" charset="0"/>
                  </a:rPr>
                  <a:t>).</a:t>
                </a:r>
              </a:p>
              <a:p>
                <a:pPr marL="857250" lvl="1" indent="-4572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Công thức tổng quát:</a:t>
                </a:r>
              </a:p>
              <a:p>
                <a:pPr lvl="1"/>
                <a:endParaRPr lang="en-US" sz="2400">
                  <a:latin typeface="Times New Roman" panose="02020603050405020304" pitchFamily="18" charset="0"/>
                  <a:cs typeface="Times New Roman" panose="02020603050405020304" pitchFamily="18" charset="0"/>
                </a:endParaRPr>
              </a:p>
              <a:p>
                <a:pPr lvl="1"/>
                <a:endParaRPr lang="en-US" sz="2400">
                  <a:latin typeface="Times New Roman" panose="02020603050405020304" pitchFamily="18" charset="0"/>
                  <a:cs typeface="Times New Roman" panose="02020603050405020304" pitchFamily="18" charset="0"/>
                </a:endParaRPr>
              </a:p>
              <a:p>
                <a:pPr marL="1257300" lvl="2" indent="-4572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   : hệ số hồi qui.</a:t>
                </a:r>
              </a:p>
              <a:p>
                <a:pPr marL="1257300" lvl="2" indent="-4572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   : nhiễu (sai số).</a:t>
                </a:r>
              </a:p>
              <a:p>
                <a:pPr marL="857250" lvl="1" indent="-4572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Hồi qui tuyến tính là công cụ cơ bản để phân tích chuỗi thời gian.</a:t>
                </a:r>
              </a:p>
              <a:p>
                <a:pPr marL="857250" lvl="1" indent="-4572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Thích hợp để:</a:t>
                </a:r>
              </a:p>
              <a:p>
                <a:pPr marL="1314450" lvl="2" indent="-4572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Dự báo xu hướng, </a:t>
                </a:r>
              </a:p>
              <a:p>
                <a:pPr marL="1314450" lvl="2" indent="-4572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mùa vụ, </a:t>
                </a:r>
              </a:p>
              <a:p>
                <a:pPr marL="1314450" lvl="2" indent="-4572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ảnh hưởng biến ngoài.</a:t>
                </a:r>
              </a:p>
              <a:p>
                <a:pPr lvl="1">
                  <a:buFont typeface="Arial" panose="020B0604020202020204" pitchFamily="34" charset="0"/>
                  <a:buChar char="•"/>
                </a:pPr>
                <a:endParaRPr lang="en-US" sz="2400">
                  <a:latin typeface="Times New Roman" panose="02020603050405020304" pitchFamily="18" charset="0"/>
                  <a:cs typeface="Times New Roman" panose="02020603050405020304" pitchFamily="18" charset="0"/>
                </a:endParaRPr>
              </a:p>
              <a:p>
                <a:endParaRPr lang="en-US" sz="2800">
                  <a:latin typeface="Times New Roman" panose="02020603050405020304" pitchFamily="18" charset="0"/>
                  <a:cs typeface="Times New Roman" panose="02020603050405020304" pitchFamily="18" charset="0"/>
                </a:endParaRPr>
              </a:p>
            </p:txBody>
          </p:sp>
        </mc:Choice>
        <mc:Fallback xmlns="">
          <p:sp>
            <p:nvSpPr>
              <p:cNvPr id="31747" name="Rectangle 3">
                <a:extLst>
                  <a:ext uri="{FF2B5EF4-FFF2-40B4-BE49-F238E27FC236}">
                    <a16:creationId xmlns:a16="http://schemas.microsoft.com/office/drawing/2014/main" id="{0AEB5ED5-FC72-98C1-1931-A9C003BFA425}"/>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5"/>
                <a:stretch>
                  <a:fillRect l="-868" t="-98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pic>
        <p:nvPicPr>
          <p:cNvPr id="5" name="Picture 4" descr="\documentclass{article}&#10;\usepackage{amsmath}&#10;\pagestyle{empty}&#10;\begin{document}&#10;&#10;$Y_t = \beta_0 + \beta_1 X_{1,t} + \beta_2 X_{2,t} + \dots + \beta_k X_{k,t} + \epsilon_t$&#10;&#10;&#10;\end{document}" title="IguanaTex Bitmap Display">
            <a:extLst>
              <a:ext uri="{FF2B5EF4-FFF2-40B4-BE49-F238E27FC236}">
                <a16:creationId xmlns:a16="http://schemas.microsoft.com/office/drawing/2014/main" id="{A56E4761-453A-0FFF-8C1D-16E699AEA947}"/>
              </a:ext>
            </a:extLst>
          </p:cNvPr>
          <p:cNvPicPr>
            <a:picLocks noChangeAspect="1"/>
          </p:cNvPicPr>
          <p:nvPr>
            <p:custDataLst>
              <p:tags r:id="rId1"/>
            </p:custDataLst>
          </p:nvPr>
        </p:nvPicPr>
        <p:blipFill>
          <a:blip r:embed="rId6">
            <a:extLst>
              <a:ext uri="{28A0092B-C50C-407E-A947-70E740481C1C}">
                <a14:useLocalDpi xmlns:a14="http://schemas.microsoft.com/office/drawing/2010/main" val="0"/>
              </a:ext>
            </a:extLst>
          </a:blip>
          <a:stretch>
            <a:fillRect/>
          </a:stretch>
        </p:blipFill>
        <p:spPr>
          <a:xfrm>
            <a:off x="1193676" y="2514600"/>
            <a:ext cx="7005865" cy="354133"/>
          </a:xfrm>
          <a:prstGeom prst="rect">
            <a:avLst/>
          </a:prstGeom>
        </p:spPr>
      </p:pic>
      <p:pic>
        <p:nvPicPr>
          <p:cNvPr id="9" name="Picture 8" descr="\documentclass{article}&#10;\usepackage{amsmath}&#10;\pagestyle{empty}&#10;\begin{document}&#10;&#10;$\beta_i$&#10;&#10;$\epsilon_t$&#10;&#10;&#10;\end{document}" title="IguanaTex Bitmap Display">
            <a:extLst>
              <a:ext uri="{FF2B5EF4-FFF2-40B4-BE49-F238E27FC236}">
                <a16:creationId xmlns:a16="http://schemas.microsoft.com/office/drawing/2014/main" id="{348AFBBB-6A4B-B3F0-B989-5F97D8072B98}"/>
              </a:ext>
            </a:extLst>
          </p:cNvPr>
          <p:cNvPicPr>
            <a:picLocks noChangeAspect="1"/>
          </p:cNvPicPr>
          <p:nvPr>
            <p:custDataLst>
              <p:tags r:id="rId2"/>
            </p:custDataLst>
          </p:nvPr>
        </p:nvPicPr>
        <p:blipFill>
          <a:blip r:embed="rId7">
            <a:extLst>
              <a:ext uri="{28A0092B-C50C-407E-A947-70E740481C1C}">
                <a14:useLocalDpi xmlns:a14="http://schemas.microsoft.com/office/drawing/2010/main" val="0"/>
              </a:ext>
            </a:extLst>
          </a:blip>
          <a:stretch>
            <a:fillRect/>
          </a:stretch>
        </p:blipFill>
        <p:spPr>
          <a:xfrm>
            <a:off x="1208257" y="3182800"/>
            <a:ext cx="239543" cy="627200"/>
          </a:xfrm>
          <a:prstGeom prst="rect">
            <a:avLst/>
          </a:prstGeom>
        </p:spPr>
      </p:pic>
    </p:spTree>
    <p:extLst>
      <p:ext uri="{BB962C8B-B14F-4D97-AF65-F5344CB8AC3E}">
        <p14:creationId xmlns:p14="http://schemas.microsoft.com/office/powerpoint/2010/main" val="37081783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7B1D39-D0CE-F7A8-BCDB-DB1C7A0891C5}"/>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82987C80-07C5-D463-1D3C-61427801E286}"/>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Mô hình hồi qui tuyến tính </a:t>
            </a:r>
          </a:p>
        </p:txBody>
      </p:sp>
      <p:sp>
        <p:nvSpPr>
          <p:cNvPr id="31747" name="Rectangle 3">
            <a:extLst>
              <a:ext uri="{FF2B5EF4-FFF2-40B4-BE49-F238E27FC236}">
                <a16:creationId xmlns:a16="http://schemas.microsoft.com/office/drawing/2014/main" id="{E06A3218-CE0F-5DC1-0EE8-D02EDC41DC05}"/>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Hồi qui tuyến tính cho Chuỗi thời gian</a:t>
            </a:r>
          </a:p>
          <a:p>
            <a:pPr lvl="1">
              <a:buFont typeface="Arial" panose="020B0604020202020204" pitchFamily="34" charset="0"/>
              <a:buChar char="•"/>
            </a:pPr>
            <a:r>
              <a:rPr lang="en-US" sz="2800" b="1">
                <a:latin typeface="Times New Roman" panose="02020603050405020304" pitchFamily="18" charset="0"/>
                <a:cs typeface="Times New Roman" panose="02020603050405020304" pitchFamily="18" charset="0"/>
              </a:rPr>
              <a:t>Ví dụ minh họa – </a:t>
            </a:r>
            <a:r>
              <a:rPr lang="en-US" sz="2800">
                <a:latin typeface="Times New Roman" panose="02020603050405020304" pitchFamily="18" charset="0"/>
                <a:cs typeface="Times New Roman" panose="02020603050405020304" pitchFamily="18" charset="0"/>
              </a:rPr>
              <a:t>Dự báo doanh số bán hàng theo thời gian.</a:t>
            </a:r>
          </a:p>
          <a:p>
            <a:pPr lvl="2">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Dữ liệu: Doanh số tháng (Y), chi tiêu quảng cáo (X), và chỉ số thời gian (t).</a:t>
            </a:r>
          </a:p>
          <a:p>
            <a:pPr marL="1085850" lvl="2">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Mô hình hồi qui:</a:t>
            </a:r>
            <a:br>
              <a:rPr lang="en-US" sz="2800">
                <a:latin typeface="Times New Roman" panose="02020603050405020304" pitchFamily="18" charset="0"/>
                <a:cs typeface="Times New Roman" panose="02020603050405020304" pitchFamily="18" charset="0"/>
              </a:rPr>
            </a:br>
            <a:endParaRPr lang="en-US" sz="2800">
              <a:latin typeface="Times New Roman" panose="02020603050405020304" pitchFamily="18" charset="0"/>
              <a:cs typeface="Times New Roman" panose="02020603050405020304" pitchFamily="18" charset="0"/>
            </a:endParaRPr>
          </a:p>
          <a:p>
            <a:pPr lvl="0"/>
            <a:endParaRPr lang="en-US" sz="2800">
              <a:latin typeface="Times New Roman" panose="02020603050405020304" pitchFamily="18" charset="0"/>
              <a:cs typeface="Times New Roman" panose="02020603050405020304" pitchFamily="18" charset="0"/>
            </a:endParaRPr>
          </a:p>
          <a:p>
            <a:pPr lvl="2">
              <a:buFont typeface="Wingdings" panose="05000000000000000000" pitchFamily="2" charset="2"/>
              <a:buChar char="§"/>
            </a:pPr>
            <a:r>
              <a:rPr lang="en-US" sz="2800">
                <a:latin typeface="Times New Roman" panose="02020603050405020304" pitchFamily="18" charset="0"/>
                <a:cs typeface="Times New Roman" panose="02020603050405020304" pitchFamily="18" charset="0"/>
              </a:rPr>
              <a:t>Nếu             : xu hướng tăng theo thời gian.</a:t>
            </a:r>
          </a:p>
          <a:p>
            <a:pPr lvl="2">
              <a:buFont typeface="Wingdings" panose="05000000000000000000" pitchFamily="2" charset="2"/>
              <a:buChar char="§"/>
            </a:pPr>
            <a:r>
              <a:rPr lang="en-US" sz="2800">
                <a:latin typeface="Times New Roman" panose="02020603050405020304" pitchFamily="18" charset="0"/>
                <a:cs typeface="Times New Roman" panose="02020603050405020304" pitchFamily="18" charset="0"/>
              </a:rPr>
              <a:t>Nếu             : chi tiêu quảng cáo làm tăng doanh số.</a:t>
            </a:r>
          </a:p>
          <a:p>
            <a:pPr marL="457200" lvl="0" indent="-457200">
              <a:buFont typeface="Wingdings" panose="05000000000000000000" pitchFamily="2" charset="2"/>
              <a:buChar char="Ø"/>
            </a:pPr>
            <a:endParaRPr lang="en-US" sz="2800">
              <a:latin typeface="Times New Roman" panose="02020603050405020304" pitchFamily="18" charset="0"/>
              <a:cs typeface="Times New Roman" panose="02020603050405020304" pitchFamily="18" charset="0"/>
            </a:endParaRPr>
          </a:p>
        </p:txBody>
      </p:sp>
      <p:pic>
        <p:nvPicPr>
          <p:cNvPr id="4" name="Picture 3" descr="\documentclass{article}&#10;\usepackage{amsmath}&#10;\pagestyle{empty}&#10;\begin{document}&#10;&#10;$Sales_t = \beta_0 + \beta_1 t + \beta_2 Advertising_t + \epsilon_t$&#10;&#10;&#10;\end{document}" title="IguanaTex Bitmap Display">
            <a:extLst>
              <a:ext uri="{FF2B5EF4-FFF2-40B4-BE49-F238E27FC236}">
                <a16:creationId xmlns:a16="http://schemas.microsoft.com/office/drawing/2014/main" id="{9247A8A8-0931-2456-1438-6A0D408988FE}"/>
              </a:ext>
            </a:extLst>
          </p:cNvPr>
          <p:cNvPicPr>
            <a:picLocks noChangeAspect="1"/>
          </p:cNvPicPr>
          <p:nvPr>
            <p:custDataLst>
              <p:tags r:id="rId1"/>
            </p:custDataLst>
          </p:nvPr>
        </p:nvPicPr>
        <p:blipFill>
          <a:blip r:embed="rId5">
            <a:extLst>
              <a:ext uri="{28A0092B-C50C-407E-A947-70E740481C1C}">
                <a14:useLocalDpi xmlns:a14="http://schemas.microsoft.com/office/drawing/2010/main" val="0"/>
              </a:ext>
            </a:extLst>
          </a:blip>
          <a:stretch>
            <a:fillRect/>
          </a:stretch>
        </p:blipFill>
        <p:spPr>
          <a:xfrm>
            <a:off x="1524000" y="3962400"/>
            <a:ext cx="6203732" cy="326400"/>
          </a:xfrm>
          <a:prstGeom prst="rect">
            <a:avLst/>
          </a:prstGeom>
        </p:spPr>
      </p:pic>
      <p:pic>
        <p:nvPicPr>
          <p:cNvPr id="7" name="Picture 6" descr="\documentclass{article}&#10;\usepackage{amsmath}&#10;\pagestyle{empty}&#10;\begin{document}&#10;&#10;$\beta_1 &gt; 0$&#10;&#10;$\beta_2 &gt; 0$&#10;&#10;&#10;\end{document}" title="IguanaTex Bitmap Display">
            <a:extLst>
              <a:ext uri="{FF2B5EF4-FFF2-40B4-BE49-F238E27FC236}">
                <a16:creationId xmlns:a16="http://schemas.microsoft.com/office/drawing/2014/main" id="{78CF422F-80FA-CA1F-5011-8C49B2678588}"/>
              </a:ext>
            </a:extLst>
          </p:cNvPr>
          <p:cNvPicPr>
            <a:picLocks noChangeAspect="1"/>
          </p:cNvPicPr>
          <p:nvPr>
            <p:custDataLst>
              <p:tags r:id="rId2"/>
            </p:custDataLst>
          </p:nvPr>
        </p:nvPicPr>
        <p:blipFill>
          <a:blip r:embed="rId6">
            <a:extLst>
              <a:ext uri="{28A0092B-C50C-407E-A947-70E740481C1C}">
                <a14:useLocalDpi xmlns:a14="http://schemas.microsoft.com/office/drawing/2010/main" val="0"/>
              </a:ext>
            </a:extLst>
          </a:blip>
          <a:stretch>
            <a:fillRect/>
          </a:stretch>
        </p:blipFill>
        <p:spPr>
          <a:xfrm>
            <a:off x="1905000" y="4741867"/>
            <a:ext cx="987735" cy="744533"/>
          </a:xfrm>
          <a:prstGeom prst="rect">
            <a:avLst/>
          </a:prstGeom>
        </p:spPr>
      </p:pic>
    </p:spTree>
    <p:extLst>
      <p:ext uri="{BB962C8B-B14F-4D97-AF65-F5344CB8AC3E}">
        <p14:creationId xmlns:p14="http://schemas.microsoft.com/office/powerpoint/2010/main" val="17728782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0C68B6-D535-35F7-0C52-204A3260C2CD}"/>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43D55B0D-16D0-7A4F-99A1-17426CC5592B}"/>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Mô hình hồi qui tuyến tính </a:t>
            </a:r>
          </a:p>
        </p:txBody>
      </p:sp>
      <p:sp>
        <p:nvSpPr>
          <p:cNvPr id="31747" name="Rectangle 3">
            <a:extLst>
              <a:ext uri="{FF2B5EF4-FFF2-40B4-BE49-F238E27FC236}">
                <a16:creationId xmlns:a16="http://schemas.microsoft.com/office/drawing/2014/main" id="{B86F10E6-6E3C-519F-1BD6-6217B2EEE68C}"/>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Hồi qui tuyến tính cho Chuỗi thời gian</a:t>
            </a:r>
          </a:p>
          <a:p>
            <a:pPr lvl="1">
              <a:buFont typeface="Arial" panose="020B0604020202020204" pitchFamily="34" charset="0"/>
              <a:buChar char="•"/>
            </a:pPr>
            <a:r>
              <a:rPr lang="en-US" sz="2800" b="1">
                <a:latin typeface="Times New Roman" panose="02020603050405020304" pitchFamily="18" charset="0"/>
                <a:cs typeface="Times New Roman" panose="02020603050405020304" pitchFamily="18" charset="0"/>
              </a:rPr>
              <a:t>Ví dụ minh họa </a:t>
            </a:r>
            <a:r>
              <a:rPr lang="en-US" sz="2800">
                <a:latin typeface="Times New Roman" panose="02020603050405020304" pitchFamily="18" charset="0"/>
                <a:cs typeface="Times New Roman" panose="02020603050405020304" pitchFamily="18" charset="0"/>
              </a:rPr>
              <a:t>– Dự báo doanh số</a:t>
            </a:r>
          </a:p>
          <a:p>
            <a:pPr lvl="2">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Dữ liệu giả định:</a:t>
            </a:r>
            <a:br>
              <a:rPr lang="en-US" sz="2800">
                <a:latin typeface="Times New Roman" panose="02020603050405020304" pitchFamily="18" charset="0"/>
                <a:cs typeface="Times New Roman" panose="02020603050405020304" pitchFamily="18" charset="0"/>
              </a:rPr>
            </a:br>
            <a:endParaRPr lang="en-US" sz="2800">
              <a:latin typeface="Times New Roman" panose="02020603050405020304" pitchFamily="18" charset="0"/>
              <a:cs typeface="Times New Roman" panose="02020603050405020304" pitchFamily="18" charset="0"/>
            </a:endParaRPr>
          </a:p>
          <a:p>
            <a:pPr lvl="0"/>
            <a:endParaRPr lang="en-US" sz="2800">
              <a:latin typeface="Times New Roman" panose="02020603050405020304" pitchFamily="18" charset="0"/>
              <a:cs typeface="Times New Roman" panose="02020603050405020304" pitchFamily="18" charset="0"/>
            </a:endParaRPr>
          </a:p>
          <a:p>
            <a:pPr marL="457200" lvl="0" indent="-457200">
              <a:buFont typeface="Wingdings" panose="05000000000000000000" pitchFamily="2" charset="2"/>
              <a:buChar char="Ø"/>
            </a:pPr>
            <a:endParaRPr lang="en-US" sz="2800">
              <a:latin typeface="Times New Roman" panose="02020603050405020304" pitchFamily="18" charset="0"/>
              <a:cs typeface="Times New Roman" panose="02020603050405020304" pitchFamily="18" charset="0"/>
            </a:endParaRPr>
          </a:p>
        </p:txBody>
      </p:sp>
      <p:graphicFrame>
        <p:nvGraphicFramePr>
          <p:cNvPr id="2" name="Table 1">
            <a:extLst>
              <a:ext uri="{FF2B5EF4-FFF2-40B4-BE49-F238E27FC236}">
                <a16:creationId xmlns:a16="http://schemas.microsoft.com/office/drawing/2014/main" id="{BBF29335-505E-F674-5D5B-01B7918A5FDC}"/>
              </a:ext>
            </a:extLst>
          </p:cNvPr>
          <p:cNvGraphicFramePr>
            <a:graphicFrameLocks noGrp="1"/>
          </p:cNvGraphicFramePr>
          <p:nvPr>
            <p:extLst>
              <p:ext uri="{D42A27DB-BD31-4B8C-83A1-F6EECF244321}">
                <p14:modId xmlns:p14="http://schemas.microsoft.com/office/powerpoint/2010/main" val="3786878238"/>
              </p:ext>
            </p:extLst>
          </p:nvPr>
        </p:nvGraphicFramePr>
        <p:xfrm>
          <a:off x="762000" y="2667000"/>
          <a:ext cx="7886700" cy="3292856"/>
        </p:xfrm>
        <a:graphic>
          <a:graphicData uri="http://schemas.openxmlformats.org/drawingml/2006/table">
            <a:tbl>
              <a:tblPr firstRow="1" firstCol="1" bandRow="1">
                <a:tableStyleId>{5C22544A-7EE6-4342-B048-85BDC9FD1C3A}</a:tableStyleId>
              </a:tblPr>
              <a:tblGrid>
                <a:gridCol w="1371600">
                  <a:extLst>
                    <a:ext uri="{9D8B030D-6E8A-4147-A177-3AD203B41FA5}">
                      <a16:colId xmlns:a16="http://schemas.microsoft.com/office/drawing/2014/main" val="2060872223"/>
                    </a:ext>
                  </a:extLst>
                </a:gridCol>
                <a:gridCol w="3276600">
                  <a:extLst>
                    <a:ext uri="{9D8B030D-6E8A-4147-A177-3AD203B41FA5}">
                      <a16:colId xmlns:a16="http://schemas.microsoft.com/office/drawing/2014/main" val="726168288"/>
                    </a:ext>
                  </a:extLst>
                </a:gridCol>
                <a:gridCol w="3238500">
                  <a:extLst>
                    <a:ext uri="{9D8B030D-6E8A-4147-A177-3AD203B41FA5}">
                      <a16:colId xmlns:a16="http://schemas.microsoft.com/office/drawing/2014/main" val="99663351"/>
                    </a:ext>
                  </a:extLst>
                </a:gridCol>
              </a:tblGrid>
              <a:tr h="0">
                <a:tc>
                  <a:txBody>
                    <a:bodyPr/>
                    <a:lstStyle/>
                    <a:p>
                      <a:pPr marL="0" marR="0">
                        <a:lnSpc>
                          <a:spcPct val="115000"/>
                        </a:lnSpc>
                        <a:spcAft>
                          <a:spcPts val="800"/>
                        </a:spcAft>
                        <a:buNone/>
                      </a:pPr>
                      <a:r>
                        <a:rPr lang="en-US" sz="2800" kern="100">
                          <a:effectLst/>
                          <a:latin typeface="Times New Roman" panose="02020603050405020304" pitchFamily="18" charset="0"/>
                          <a:cs typeface="Times New Roman" panose="02020603050405020304" pitchFamily="18" charset="0"/>
                        </a:rPr>
                        <a:t>Tháng</a:t>
                      </a:r>
                      <a:endParaRPr lang="en-US" sz="2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2800" kern="100">
                          <a:effectLst/>
                          <a:latin typeface="Times New Roman" panose="02020603050405020304" pitchFamily="18" charset="0"/>
                          <a:cs typeface="Times New Roman" panose="02020603050405020304" pitchFamily="18" charset="0"/>
                        </a:rPr>
                        <a:t>Quảng cáo (triệu)</a:t>
                      </a:r>
                      <a:endParaRPr lang="en-US" sz="2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2800" kern="100">
                          <a:effectLst/>
                          <a:latin typeface="Times New Roman" panose="02020603050405020304" pitchFamily="18" charset="0"/>
                          <a:cs typeface="Times New Roman" panose="02020603050405020304" pitchFamily="18" charset="0"/>
                        </a:rPr>
                        <a:t>Doanh số (nghìn sp)</a:t>
                      </a:r>
                      <a:endParaRPr lang="en-US" sz="2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911711553"/>
                  </a:ext>
                </a:extLst>
              </a:tr>
              <a:tr h="0">
                <a:tc>
                  <a:txBody>
                    <a:bodyPr/>
                    <a:lstStyle/>
                    <a:p>
                      <a:pPr marL="0" marR="0">
                        <a:lnSpc>
                          <a:spcPct val="115000"/>
                        </a:lnSpc>
                        <a:spcAft>
                          <a:spcPts val="800"/>
                        </a:spcAft>
                        <a:buNone/>
                      </a:pPr>
                      <a:r>
                        <a:rPr lang="en-US" sz="2800" kern="100">
                          <a:effectLst/>
                          <a:latin typeface="Times New Roman" panose="02020603050405020304" pitchFamily="18" charset="0"/>
                          <a:cs typeface="Times New Roman" panose="02020603050405020304" pitchFamily="18" charset="0"/>
                        </a:rPr>
                        <a:t>1</a:t>
                      </a:r>
                      <a:endParaRPr lang="en-US" sz="2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2800" kern="100">
                          <a:effectLst/>
                          <a:latin typeface="Times New Roman" panose="02020603050405020304" pitchFamily="18" charset="0"/>
                          <a:cs typeface="Times New Roman" panose="02020603050405020304" pitchFamily="18" charset="0"/>
                        </a:rPr>
                        <a:t>10</a:t>
                      </a:r>
                      <a:endParaRPr lang="en-US" sz="2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2800" kern="100">
                          <a:effectLst/>
                          <a:latin typeface="Times New Roman" panose="02020603050405020304" pitchFamily="18" charset="0"/>
                          <a:cs typeface="Times New Roman" panose="02020603050405020304" pitchFamily="18" charset="0"/>
                        </a:rPr>
                        <a:t>200</a:t>
                      </a:r>
                      <a:endParaRPr lang="en-US" sz="2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283444828"/>
                  </a:ext>
                </a:extLst>
              </a:tr>
              <a:tr h="0">
                <a:tc>
                  <a:txBody>
                    <a:bodyPr/>
                    <a:lstStyle/>
                    <a:p>
                      <a:pPr marL="0" marR="0">
                        <a:lnSpc>
                          <a:spcPct val="115000"/>
                        </a:lnSpc>
                        <a:spcAft>
                          <a:spcPts val="800"/>
                        </a:spcAft>
                        <a:buNone/>
                      </a:pPr>
                      <a:r>
                        <a:rPr lang="en-US" sz="2800" kern="100">
                          <a:effectLst/>
                          <a:latin typeface="Times New Roman" panose="02020603050405020304" pitchFamily="18" charset="0"/>
                          <a:cs typeface="Times New Roman" panose="02020603050405020304" pitchFamily="18" charset="0"/>
                        </a:rPr>
                        <a:t>2</a:t>
                      </a:r>
                      <a:endParaRPr lang="en-US" sz="2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2800" kern="100">
                          <a:effectLst/>
                          <a:latin typeface="Times New Roman" panose="02020603050405020304" pitchFamily="18" charset="0"/>
                          <a:cs typeface="Times New Roman" panose="02020603050405020304" pitchFamily="18" charset="0"/>
                        </a:rPr>
                        <a:t>12</a:t>
                      </a:r>
                      <a:endParaRPr lang="en-US" sz="2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2800" kern="100">
                          <a:effectLst/>
                          <a:latin typeface="Times New Roman" panose="02020603050405020304" pitchFamily="18" charset="0"/>
                          <a:cs typeface="Times New Roman" panose="02020603050405020304" pitchFamily="18" charset="0"/>
                        </a:rPr>
                        <a:t>230</a:t>
                      </a:r>
                      <a:endParaRPr lang="en-US" sz="2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485152677"/>
                  </a:ext>
                </a:extLst>
              </a:tr>
              <a:tr h="0">
                <a:tc>
                  <a:txBody>
                    <a:bodyPr/>
                    <a:lstStyle/>
                    <a:p>
                      <a:pPr marL="0" marR="0">
                        <a:lnSpc>
                          <a:spcPct val="115000"/>
                        </a:lnSpc>
                        <a:spcAft>
                          <a:spcPts val="800"/>
                        </a:spcAft>
                        <a:buNone/>
                      </a:pPr>
                      <a:r>
                        <a:rPr lang="en-US" sz="2800" kern="100">
                          <a:effectLst/>
                          <a:latin typeface="Times New Roman" panose="02020603050405020304" pitchFamily="18" charset="0"/>
                          <a:cs typeface="Times New Roman" panose="02020603050405020304" pitchFamily="18" charset="0"/>
                        </a:rPr>
                        <a:t>3</a:t>
                      </a:r>
                      <a:endParaRPr lang="en-US" sz="2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2800" kern="100">
                          <a:effectLst/>
                          <a:latin typeface="Times New Roman" panose="02020603050405020304" pitchFamily="18" charset="0"/>
                          <a:cs typeface="Times New Roman" panose="02020603050405020304" pitchFamily="18" charset="0"/>
                        </a:rPr>
                        <a:t>15</a:t>
                      </a:r>
                      <a:endParaRPr lang="en-US" sz="2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2800" kern="100">
                          <a:effectLst/>
                          <a:latin typeface="Times New Roman" panose="02020603050405020304" pitchFamily="18" charset="0"/>
                          <a:cs typeface="Times New Roman" panose="02020603050405020304" pitchFamily="18" charset="0"/>
                        </a:rPr>
                        <a:t>260</a:t>
                      </a:r>
                      <a:endParaRPr lang="en-US" sz="2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908212724"/>
                  </a:ext>
                </a:extLst>
              </a:tr>
              <a:tr h="0">
                <a:tc>
                  <a:txBody>
                    <a:bodyPr/>
                    <a:lstStyle/>
                    <a:p>
                      <a:pPr marL="0" marR="0">
                        <a:lnSpc>
                          <a:spcPct val="115000"/>
                        </a:lnSpc>
                        <a:spcAft>
                          <a:spcPts val="800"/>
                        </a:spcAft>
                        <a:buNone/>
                      </a:pPr>
                      <a:r>
                        <a:rPr lang="en-US" sz="2800" kern="100">
                          <a:effectLst/>
                          <a:latin typeface="Times New Roman" panose="02020603050405020304" pitchFamily="18" charset="0"/>
                          <a:cs typeface="Times New Roman" panose="02020603050405020304" pitchFamily="18" charset="0"/>
                        </a:rPr>
                        <a:t>4</a:t>
                      </a:r>
                      <a:endParaRPr lang="en-US" sz="2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2800" kern="100">
                          <a:effectLst/>
                          <a:latin typeface="Times New Roman" panose="02020603050405020304" pitchFamily="18" charset="0"/>
                          <a:cs typeface="Times New Roman" panose="02020603050405020304" pitchFamily="18" charset="0"/>
                        </a:rPr>
                        <a:t>20</a:t>
                      </a:r>
                      <a:endParaRPr lang="en-US" sz="2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2800" kern="100">
                          <a:effectLst/>
                          <a:latin typeface="Times New Roman" panose="02020603050405020304" pitchFamily="18" charset="0"/>
                          <a:cs typeface="Times New Roman" panose="02020603050405020304" pitchFamily="18" charset="0"/>
                        </a:rPr>
                        <a:t>310</a:t>
                      </a:r>
                      <a:endParaRPr lang="en-US" sz="2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105092703"/>
                  </a:ext>
                </a:extLst>
              </a:tr>
              <a:tr h="0">
                <a:tc>
                  <a:txBody>
                    <a:bodyPr/>
                    <a:lstStyle/>
                    <a:p>
                      <a:pPr marL="0" marR="0">
                        <a:lnSpc>
                          <a:spcPct val="115000"/>
                        </a:lnSpc>
                        <a:spcAft>
                          <a:spcPts val="800"/>
                        </a:spcAft>
                        <a:buNone/>
                      </a:pPr>
                      <a:r>
                        <a:rPr lang="en-US" sz="2800" kern="100">
                          <a:effectLst/>
                          <a:latin typeface="Times New Roman" panose="02020603050405020304" pitchFamily="18" charset="0"/>
                          <a:cs typeface="Times New Roman" panose="02020603050405020304" pitchFamily="18" charset="0"/>
                        </a:rPr>
                        <a:t>5</a:t>
                      </a:r>
                      <a:endParaRPr lang="en-US" sz="2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2800" kern="100">
                          <a:effectLst/>
                          <a:latin typeface="Times New Roman" panose="02020603050405020304" pitchFamily="18" charset="0"/>
                          <a:cs typeface="Times New Roman" panose="02020603050405020304" pitchFamily="18" charset="0"/>
                        </a:rPr>
                        <a:t>22</a:t>
                      </a:r>
                      <a:endParaRPr lang="en-US" sz="2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2800" kern="100">
                          <a:effectLst/>
                          <a:latin typeface="Times New Roman" panose="02020603050405020304" pitchFamily="18" charset="0"/>
                          <a:cs typeface="Times New Roman" panose="02020603050405020304" pitchFamily="18" charset="0"/>
                        </a:rPr>
                        <a:t>330</a:t>
                      </a:r>
                      <a:endParaRPr lang="en-US" sz="2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70319590"/>
                  </a:ext>
                </a:extLst>
              </a:tr>
              <a:tr h="0">
                <a:tc>
                  <a:txBody>
                    <a:bodyPr/>
                    <a:lstStyle/>
                    <a:p>
                      <a:pPr marL="0" marR="0">
                        <a:lnSpc>
                          <a:spcPct val="115000"/>
                        </a:lnSpc>
                        <a:spcAft>
                          <a:spcPts val="800"/>
                        </a:spcAft>
                        <a:buNone/>
                      </a:pPr>
                      <a:r>
                        <a:rPr lang="en-US" sz="2800" kern="100">
                          <a:effectLst/>
                          <a:latin typeface="Times New Roman" panose="02020603050405020304" pitchFamily="18" charset="0"/>
                          <a:cs typeface="Times New Roman" panose="02020603050405020304" pitchFamily="18" charset="0"/>
                        </a:rPr>
                        <a:t>6</a:t>
                      </a:r>
                      <a:endParaRPr lang="en-US" sz="2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2800" kern="100">
                          <a:effectLst/>
                          <a:latin typeface="Times New Roman" panose="02020603050405020304" pitchFamily="18" charset="0"/>
                          <a:cs typeface="Times New Roman" panose="02020603050405020304" pitchFamily="18" charset="0"/>
                        </a:rPr>
                        <a:t>25</a:t>
                      </a:r>
                      <a:endParaRPr lang="en-US" sz="2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2800" kern="100">
                          <a:effectLst/>
                          <a:latin typeface="Times New Roman" panose="02020603050405020304" pitchFamily="18" charset="0"/>
                          <a:cs typeface="Times New Roman" panose="02020603050405020304" pitchFamily="18" charset="0"/>
                        </a:rPr>
                        <a:t>370</a:t>
                      </a:r>
                      <a:endParaRPr lang="en-US" sz="2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929846540"/>
                  </a:ext>
                </a:extLst>
              </a:tr>
            </a:tbl>
          </a:graphicData>
        </a:graphic>
      </p:graphicFrame>
    </p:spTree>
    <p:extLst>
      <p:ext uri="{BB962C8B-B14F-4D97-AF65-F5344CB8AC3E}">
        <p14:creationId xmlns:p14="http://schemas.microsoft.com/office/powerpoint/2010/main" val="20680757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12E22F-B2AD-0130-A9BB-2FDB15205CBB}"/>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D950B056-195B-8AF9-CEC8-1144915BC658}"/>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Mô hình hồi qui tuyến tính</a:t>
            </a:r>
          </a:p>
        </p:txBody>
      </p:sp>
      <mc:AlternateContent xmlns:mc="http://schemas.openxmlformats.org/markup-compatibility/2006" xmlns:a14="http://schemas.microsoft.com/office/drawing/2010/main">
        <mc:Choice Requires="a14">
          <p:sp>
            <p:nvSpPr>
              <p:cNvPr id="31747" name="Rectangle 3">
                <a:extLst>
                  <a:ext uri="{FF2B5EF4-FFF2-40B4-BE49-F238E27FC236}">
                    <a16:creationId xmlns:a16="http://schemas.microsoft.com/office/drawing/2014/main" id="{D8CB1C99-D61E-B176-4972-16F3370C195B}"/>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lvl="0" indent="-457200">
                  <a:buFont typeface="Wingdings" panose="05000000000000000000" pitchFamily="2" charset="2"/>
                  <a:buChar char="Ø"/>
                </a:pPr>
                <a:r>
                  <a:rPr lang="en-US" sz="2400" b="1" dirty="0" err="1">
                    <a:latin typeface="Times New Roman" panose="02020603050405020304" pitchFamily="18" charset="0"/>
                    <a:cs typeface="Times New Roman" panose="02020603050405020304" pitchFamily="18" charset="0"/>
                  </a:rPr>
                  <a:t>Hồi</a:t>
                </a:r>
                <a:r>
                  <a:rPr lang="en-US" sz="2400" b="1" dirty="0">
                    <a:latin typeface="Times New Roman" panose="02020603050405020304" pitchFamily="18" charset="0"/>
                    <a:cs typeface="Times New Roman" panose="02020603050405020304" pitchFamily="18" charset="0"/>
                  </a:rPr>
                  <a:t> qui </a:t>
                </a:r>
                <a:r>
                  <a:rPr lang="en-US" sz="2400" b="1" dirty="0" err="1">
                    <a:latin typeface="Times New Roman" panose="02020603050405020304" pitchFamily="18" charset="0"/>
                    <a:cs typeface="Times New Roman" panose="02020603050405020304" pitchFamily="18" charset="0"/>
                  </a:rPr>
                  <a:t>tuyến</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tính</a:t>
                </a:r>
                <a:r>
                  <a:rPr lang="en-US" sz="2400" b="1" dirty="0">
                    <a:latin typeface="Times New Roman" panose="02020603050405020304" pitchFamily="18" charset="0"/>
                    <a:cs typeface="Times New Roman" panose="02020603050405020304" pitchFamily="18" charset="0"/>
                  </a:rPr>
                  <a:t> (linear regression)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mô</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hình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hoá</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mối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quan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hệ</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giữa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biến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phụ</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thuộc</a:t>
                </a:r>
                <a:r>
                  <a:rPr lang="en-US" sz="240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sz="240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𝑌</m:t>
                        </m:r>
                      </m:e>
                      <m:sub>
                        <m:r>
                          <a:rPr lang="en-US" sz="2400" b="0" i="1" smtClean="0">
                            <a:latin typeface="Cambria Math" panose="02040503050406030204" pitchFamily="18" charset="0"/>
                            <a:cs typeface="Times New Roman" panose="02020603050405020304" pitchFamily="18" charset="0"/>
                          </a:rPr>
                          <m:t>𝑡</m:t>
                        </m:r>
                      </m:sub>
                    </m:sSub>
                  </m:oMath>
                </a14:m>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một</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tập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hợp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biến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độc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lập</a:t>
                </a:r>
                <a:r>
                  <a:rPr lang="en-US" sz="2400" dirty="0">
                    <a:latin typeface="Times New Roman" panose="02020603050405020304" pitchFamily="18" charset="0"/>
                    <a:cs typeface="Times New Roman" panose="02020603050405020304" pitchFamily="18" charset="0"/>
                  </a:rPr>
                  <a:t> (</a:t>
                </a:r>
                <a:r>
                  <a:rPr lang="en-US" sz="2400" i="1" dirty="0">
                    <a:latin typeface="Times New Roman" panose="02020603050405020304" pitchFamily="18" charset="0"/>
                    <a:cs typeface="Times New Roman" panose="02020603050405020304" pitchFamily="18" charset="0"/>
                  </a:rPr>
                  <a:t>X</a:t>
                </a:r>
                <a:r>
                  <a:rPr lang="en-US" sz="2400" dirty="0">
                    <a:latin typeface="Times New Roman" panose="02020603050405020304" pitchFamily="18" charset="0"/>
                    <a:cs typeface="Times New Roman" panose="02020603050405020304" pitchFamily="18" charset="0"/>
                  </a:rPr>
                  <a:t>).</a:t>
                </a:r>
              </a:p>
              <a:p>
                <a:pPr marL="857250" lvl="1" indent="-457200">
                  <a:buFont typeface="Arial" panose="020B0604020202020204" pitchFamily="34" charset="0"/>
                  <a:buChar char="•"/>
                </a:pPr>
                <a:r>
                  <a:rPr lang="en-US" sz="2400" dirty="0" err="1">
                    <a:latin typeface="Times New Roman" panose="02020603050405020304" pitchFamily="18" charset="0"/>
                    <a:cs typeface="Times New Roman" panose="02020603050405020304" pitchFamily="18" charset="0"/>
                  </a:rPr>
                  <a:t>Công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thức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tổng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quát</a:t>
                </a:r>
                <a:r>
                  <a:rPr lang="en-US" sz="2400" dirty="0">
                    <a:latin typeface="Times New Roman" panose="02020603050405020304" pitchFamily="18" charset="0"/>
                    <a:cs typeface="Times New Roman" panose="02020603050405020304" pitchFamily="18" charset="0"/>
                  </a:rPr>
                  <a:t>:</a:t>
                </a:r>
              </a:p>
              <a:p>
                <a:pPr lvl="1"/>
                <a:endParaRPr lang="en-US" sz="2400" dirty="0">
                  <a:latin typeface="Times New Roman" panose="02020603050405020304" pitchFamily="18" charset="0"/>
                  <a:cs typeface="Times New Roman" panose="02020603050405020304" pitchFamily="18" charset="0"/>
                </a:endParaRPr>
              </a:p>
              <a:p>
                <a:pPr lvl="1"/>
                <a:endParaRPr lang="en-US" sz="2400" dirty="0">
                  <a:latin typeface="Times New Roman" panose="02020603050405020304" pitchFamily="18" charset="0"/>
                  <a:cs typeface="Times New Roman" panose="02020603050405020304" pitchFamily="18" charset="0"/>
                </a:endParaRPr>
              </a:p>
              <a:p>
                <a:pPr marL="1257300" lvl="2" indent="-457200">
                  <a:buFont typeface="Courier New" panose="02070309020205020404" pitchFamily="49" charset="0"/>
                  <a:buChar char="o"/>
                </a:pPr>
                <a:r>
                  <a:rPr lang="en-US" sz="2400" dirty="0">
                    <a:latin typeface="Times New Roman" panose="02020603050405020304" pitchFamily="18" charset="0"/>
                    <a:cs typeface="Times New Roman" panose="02020603050405020304" pitchFamily="18" charset="0"/>
                  </a:rPr>
                  <a:t>   : </a:t>
                </a:r>
                <a:r>
                  <a:rPr lang="en-US" sz="2400" dirty="0" err="1">
                    <a:latin typeface="Times New Roman" panose="02020603050405020304" pitchFamily="18" charset="0"/>
                    <a:cs typeface="Times New Roman" panose="02020603050405020304" pitchFamily="18" charset="0"/>
                  </a:rPr>
                  <a:t>hệ</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số</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hồi</a:t>
                </a:r>
                <a:r>
                  <a:rPr lang="en-US" sz="2400" dirty="0">
                    <a:latin typeface="Times New Roman" panose="02020603050405020304" pitchFamily="18" charset="0"/>
                    <a:cs typeface="Times New Roman" panose="02020603050405020304" pitchFamily="18" charset="0"/>
                  </a:rPr>
                  <a:t> qui.</a:t>
                </a:r>
              </a:p>
              <a:p>
                <a:pPr marL="1257300" lvl="2" indent="-457200">
                  <a:buFont typeface="Courier New" panose="02070309020205020404" pitchFamily="49" charset="0"/>
                  <a:buChar char="o"/>
                </a:pPr>
                <a:r>
                  <a:rPr lang="en-US" sz="2400" dirty="0">
                    <a:latin typeface="Times New Roman" panose="02020603050405020304" pitchFamily="18" charset="0"/>
                    <a:cs typeface="Times New Roman" panose="02020603050405020304" pitchFamily="18" charset="0"/>
                  </a:rPr>
                  <a:t>   : </a:t>
                </a:r>
                <a:r>
                  <a:rPr lang="en-US" sz="2400" dirty="0" err="1">
                    <a:latin typeface="Times New Roman" panose="02020603050405020304" pitchFamily="18" charset="0"/>
                    <a:cs typeface="Times New Roman" panose="02020603050405020304" pitchFamily="18" charset="0"/>
                  </a:rPr>
                  <a:t>nhiễu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sai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số</a:t>
                </a:r>
                <a:r>
                  <a:rPr lang="en-US" sz="2400" dirty="0">
                    <a:latin typeface="Times New Roman" panose="02020603050405020304" pitchFamily="18" charset="0"/>
                    <a:cs typeface="Times New Roman" panose="02020603050405020304" pitchFamily="18" charset="0"/>
                  </a:rPr>
                  <a:t>).</a:t>
                </a:r>
              </a:p>
              <a:p>
                <a:pPr lvl="1">
                  <a:buFont typeface="Arial" panose="020B0604020202020204" pitchFamily="34" charset="0"/>
                  <a:buChar char="•"/>
                </a:pPr>
                <a:r>
                  <a:rPr lang="en-US" sz="2400" dirty="0" err="1">
                    <a:latin typeface="Times New Roman" panose="02020603050405020304" pitchFamily="18" charset="0"/>
                    <a:cs typeface="Times New Roman" panose="02020603050405020304" pitchFamily="18" charset="0"/>
                  </a:rPr>
                  <a:t>Dữ</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liệu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có</a:t>
                </a:r>
                <a:r>
                  <a:rPr lang="en-US" sz="2400"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thứ</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tự</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thời</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gian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Có</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thể</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chứa</a:t>
                </a:r>
                <a:r>
                  <a:rPr lang="en-US" sz="2400" dirty="0">
                    <a:latin typeface="Times New Roman" panose="02020603050405020304" pitchFamily="18" charset="0"/>
                    <a:cs typeface="Times New Roman" panose="02020603050405020304" pitchFamily="18" charset="0"/>
                  </a:rPr>
                  <a:t>:</a:t>
                </a:r>
              </a:p>
              <a:p>
                <a:pPr lvl="2">
                  <a:buFont typeface="Courier New" panose="02070309020205020404" pitchFamily="49" charset="0"/>
                  <a:buChar char="o"/>
                </a:pPr>
                <a:r>
                  <a:rPr lang="en-US" sz="2400" dirty="0">
                    <a:latin typeface="Times New Roman" panose="02020603050405020304" pitchFamily="18" charset="0"/>
                    <a:cs typeface="Times New Roman" panose="02020603050405020304" pitchFamily="18" charset="0"/>
                  </a:rPr>
                  <a:t>Xu </a:t>
                </a:r>
                <a:r>
                  <a:rPr lang="en-US" sz="2400" dirty="0" err="1">
                    <a:latin typeface="Times New Roman" panose="02020603050405020304" pitchFamily="18" charset="0"/>
                    <a:cs typeface="Times New Roman" panose="02020603050405020304" pitchFamily="18" charset="0"/>
                  </a:rPr>
                  <a:t>hướng</a:t>
                </a:r>
                <a:r>
                  <a:rPr lang="en-US" sz="2400" dirty="0">
                    <a:latin typeface="Times New Roman" panose="02020603050405020304" pitchFamily="18" charset="0"/>
                    <a:cs typeface="Times New Roman" panose="02020603050405020304" pitchFamily="18" charset="0"/>
                  </a:rPr>
                  <a:t> (trend)</a:t>
                </a:r>
              </a:p>
              <a:p>
                <a:pPr lvl="2">
                  <a:buFont typeface="Courier New" panose="02070309020205020404" pitchFamily="49" charset="0"/>
                  <a:buChar char="o"/>
                </a:pPr>
                <a:r>
                  <a:rPr lang="en-US" sz="2400" dirty="0" err="1">
                    <a:latin typeface="Times New Roman" panose="02020603050405020304" pitchFamily="18" charset="0"/>
                    <a:cs typeface="Times New Roman" panose="02020603050405020304" pitchFamily="18" charset="0"/>
                  </a:rPr>
                  <a:t>Mùa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vụ</a:t>
                </a:r>
                <a:r>
                  <a:rPr lang="en-US" sz="2400" dirty="0">
                    <a:latin typeface="Times New Roman" panose="02020603050405020304" pitchFamily="18" charset="0"/>
                    <a:cs typeface="Times New Roman" panose="02020603050405020304" pitchFamily="18" charset="0"/>
                  </a:rPr>
                  <a:t> (seasonality)</a:t>
                </a:r>
              </a:p>
              <a:p>
                <a:pPr lvl="2">
                  <a:buFont typeface="Courier New" panose="02070309020205020404" pitchFamily="49" charset="0"/>
                  <a:buChar char="o"/>
                </a:pPr>
                <a:r>
                  <a:rPr lang="en-US" sz="2400" dirty="0" err="1">
                    <a:latin typeface="Times New Roman" panose="02020603050405020304" pitchFamily="18" charset="0"/>
                    <a:cs typeface="Times New Roman" panose="02020603050405020304" pitchFamily="18" charset="0"/>
                  </a:rPr>
                  <a:t>Tự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tương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quan</a:t>
                </a:r>
                <a:r>
                  <a:rPr lang="en-US" sz="2400" dirty="0">
                    <a:latin typeface="Times New Roman" panose="02020603050405020304" pitchFamily="18" charset="0"/>
                    <a:cs typeface="Times New Roman" panose="02020603050405020304" pitchFamily="18" charset="0"/>
                  </a:rPr>
                  <a:t> (autocorrelation)</a:t>
                </a:r>
              </a:p>
              <a:p>
                <a:pPr lvl="1"/>
                <a:r>
                  <a:rPr lang="en-US" sz="2400" dirty="0">
                    <a:latin typeface="Times New Roman" panose="02020603050405020304" pitchFamily="18" charset="0"/>
                    <a:cs typeface="Times New Roman" panose="02020603050405020304" pitchFamily="18" charset="0"/>
                    <a:sym typeface="Wingdings" panose="05000000000000000000" pitchFamily="2" charset="2"/>
                  </a:rPr>
                  <a:t></a:t>
                </a:r>
                <a:r>
                  <a:rPr lang="en-US" sz="2400" dirty="0" err="1">
                    <a:latin typeface="Times New Roman" panose="02020603050405020304" pitchFamily="18" charset="0"/>
                    <a:cs typeface="Times New Roman" panose="02020603050405020304" pitchFamily="18" charset="0"/>
                  </a:rPr>
                  <a:t>hồi</a:t>
                </a:r>
                <a:r>
                  <a:rPr lang="en-US" sz="2400" dirty="0">
                    <a:latin typeface="Times New Roman" panose="02020603050405020304" pitchFamily="18" charset="0"/>
                    <a:cs typeface="Times New Roman" panose="02020603050405020304" pitchFamily="18" charset="0"/>
                  </a:rPr>
                  <a:t> qui </a:t>
                </a:r>
                <a:r>
                  <a:rPr lang="en-US" sz="2400" dirty="0" err="1">
                    <a:latin typeface="Times New Roman" panose="02020603050405020304" pitchFamily="18" charset="0"/>
                    <a:cs typeface="Times New Roman" panose="02020603050405020304" pitchFamily="18" charset="0"/>
                  </a:rPr>
                  <a:t>tuyến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tính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cần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được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điều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chỉnh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để</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xử</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lý</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đặc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thù</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này</a:t>
                </a:r>
                <a:r>
                  <a:rPr lang="en-US" sz="2400" dirty="0">
                    <a:latin typeface="Times New Roman" panose="02020603050405020304" pitchFamily="18" charset="0"/>
                    <a:cs typeface="Times New Roman" panose="02020603050405020304" pitchFamily="18" charset="0"/>
                  </a:rPr>
                  <a:t>.</a:t>
                </a:r>
              </a:p>
              <a:p>
                <a:endParaRPr lang="en-US" sz="2800" dirty="0">
                  <a:latin typeface="Times New Roman" panose="02020603050405020304" pitchFamily="18" charset="0"/>
                  <a:cs typeface="Times New Roman" panose="02020603050405020304" pitchFamily="18" charset="0"/>
                </a:endParaRPr>
              </a:p>
            </p:txBody>
          </p:sp>
        </mc:Choice>
        <mc:Fallback xmlns="">
          <p:sp>
            <p:nvSpPr>
              <p:cNvPr id="31747" name="Rectangle 3">
                <a:extLst>
                  <a:ext uri="{FF2B5EF4-FFF2-40B4-BE49-F238E27FC236}">
                    <a16:creationId xmlns:a16="http://schemas.microsoft.com/office/drawing/2014/main" id="{D8CB1C99-D61E-B176-4972-16F3370C195B}"/>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5"/>
                <a:stretch>
                  <a:fillRect l="-868" t="-98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pic>
        <p:nvPicPr>
          <p:cNvPr id="5" name="Picture 4" descr="\documentclass{article}&#10;\usepackage{amsmath}&#10;\pagestyle{empty}&#10;\begin{document}&#10;&#10;$Y_t = \beta_0 + \beta_1 X_{1,t} + \beta_2 X_{2,t} + \dots + \beta_k X_{k,t} + \epsilon_t$&#10;&#10;&#10;\end{document}" title="IguanaTex Bitmap Display">
            <a:extLst>
              <a:ext uri="{FF2B5EF4-FFF2-40B4-BE49-F238E27FC236}">
                <a16:creationId xmlns:a16="http://schemas.microsoft.com/office/drawing/2014/main" id="{AFD2217D-4172-C6FC-6CCA-82B23F322565}"/>
              </a:ext>
            </a:extLst>
          </p:cNvPr>
          <p:cNvPicPr>
            <a:picLocks noChangeAspect="1"/>
          </p:cNvPicPr>
          <p:nvPr>
            <p:custDataLst>
              <p:tags r:id="rId1"/>
            </p:custDataLst>
          </p:nvPr>
        </p:nvPicPr>
        <p:blipFill>
          <a:blip r:embed="rId6">
            <a:extLst>
              <a:ext uri="{28A0092B-C50C-407E-A947-70E740481C1C}">
                <a14:useLocalDpi xmlns:a14="http://schemas.microsoft.com/office/drawing/2010/main" val="0"/>
              </a:ext>
            </a:extLst>
          </a:blip>
          <a:stretch>
            <a:fillRect/>
          </a:stretch>
        </p:blipFill>
        <p:spPr>
          <a:xfrm>
            <a:off x="1193676" y="2514600"/>
            <a:ext cx="7005865" cy="354133"/>
          </a:xfrm>
          <a:prstGeom prst="rect">
            <a:avLst/>
          </a:prstGeom>
        </p:spPr>
      </p:pic>
      <p:pic>
        <p:nvPicPr>
          <p:cNvPr id="9" name="Picture 8" descr="\documentclass{article}&#10;\usepackage{amsmath}&#10;\pagestyle{empty}&#10;\begin{document}&#10;&#10;$\beta_i$&#10;&#10;$\epsilon_t$&#10;&#10;&#10;\end{document}" title="IguanaTex Bitmap Display">
            <a:extLst>
              <a:ext uri="{FF2B5EF4-FFF2-40B4-BE49-F238E27FC236}">
                <a16:creationId xmlns:a16="http://schemas.microsoft.com/office/drawing/2014/main" id="{23E6F226-9BF9-648E-A721-4B573FA9C6C3}"/>
              </a:ext>
            </a:extLst>
          </p:cNvPr>
          <p:cNvPicPr>
            <a:picLocks noChangeAspect="1"/>
          </p:cNvPicPr>
          <p:nvPr>
            <p:custDataLst>
              <p:tags r:id="rId2"/>
            </p:custDataLst>
          </p:nvPr>
        </p:nvPicPr>
        <p:blipFill>
          <a:blip r:embed="rId7">
            <a:extLst>
              <a:ext uri="{28A0092B-C50C-407E-A947-70E740481C1C}">
                <a14:useLocalDpi xmlns:a14="http://schemas.microsoft.com/office/drawing/2010/main" val="0"/>
              </a:ext>
            </a:extLst>
          </a:blip>
          <a:stretch>
            <a:fillRect/>
          </a:stretch>
        </p:blipFill>
        <p:spPr>
          <a:xfrm>
            <a:off x="1208257" y="3182800"/>
            <a:ext cx="239543" cy="627200"/>
          </a:xfrm>
          <a:prstGeom prst="rect">
            <a:avLst/>
          </a:prstGeom>
        </p:spPr>
      </p:pic>
    </p:spTree>
    <p:extLst>
      <p:ext uri="{BB962C8B-B14F-4D97-AF65-F5344CB8AC3E}">
        <p14:creationId xmlns:p14="http://schemas.microsoft.com/office/powerpoint/2010/main" val="23823410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2C8992-F0DA-EDDE-F7A8-B16306770FDC}"/>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975D5933-3D32-E05D-B2B1-C9785DC02A3C}"/>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Mô hình hồi qui tuyến tính </a:t>
            </a:r>
          </a:p>
        </p:txBody>
      </p:sp>
      <p:sp>
        <p:nvSpPr>
          <p:cNvPr id="31747" name="Rectangle 3">
            <a:extLst>
              <a:ext uri="{FF2B5EF4-FFF2-40B4-BE49-F238E27FC236}">
                <a16:creationId xmlns:a16="http://schemas.microsoft.com/office/drawing/2014/main" id="{61EE11BB-4C4E-BE71-2968-F49AAC73EFD0}"/>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dirty="0" err="1">
                <a:latin typeface="Times New Roman" panose="02020603050405020304" pitchFamily="18" charset="0"/>
                <a:cs typeface="Times New Roman" panose="02020603050405020304" pitchFamily="18" charset="0"/>
              </a:rPr>
              <a:t>Hồi</a:t>
            </a:r>
            <a:r>
              <a:rPr lang="en-US" sz="2800" b="1" dirty="0">
                <a:latin typeface="Times New Roman" panose="02020603050405020304" pitchFamily="18" charset="0"/>
                <a:cs typeface="Times New Roman" panose="02020603050405020304" pitchFamily="18" charset="0"/>
              </a:rPr>
              <a:t> qui </a:t>
            </a:r>
            <a:r>
              <a:rPr lang="en-US" sz="2800" b="1" dirty="0" err="1">
                <a:latin typeface="Times New Roman" panose="02020603050405020304" pitchFamily="18" charset="0"/>
                <a:cs typeface="Times New Roman" panose="02020603050405020304" pitchFamily="18" charset="0"/>
              </a:rPr>
              <a:t>tuyến</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tính</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cho</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Chuỗi</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thời</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gian</a:t>
            </a:r>
            <a:endParaRPr lang="en-US" sz="2800" b="1" dirty="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r>
              <a:rPr lang="en-US" sz="2800" b="1" dirty="0" err="1">
                <a:latin typeface="Times New Roman" panose="02020603050405020304" pitchFamily="18" charset="0"/>
                <a:cs typeface="Times New Roman" panose="02020603050405020304" pitchFamily="18" charset="0"/>
              </a:rPr>
              <a:t>Ý</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tưởng</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xử</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lý</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đặc</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thù</a:t>
            </a:r>
            <a:r>
              <a:rPr lang="en-US" sz="2800" b="1" dirty="0">
                <a:latin typeface="Times New Roman" panose="02020603050405020304" pitchFamily="18" charset="0"/>
                <a:cs typeface="Times New Roman" panose="02020603050405020304" pitchFamily="18" charset="0"/>
              </a:rPr>
              <a:t>:</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Biến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phụ</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thuộc</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tại</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thời</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điểm</a:t>
            </a:r>
            <a:r>
              <a:rPr lang="en-US" sz="2800" dirty="0">
                <a:latin typeface="Times New Roman" panose="02020603050405020304" pitchFamily="18" charset="0"/>
                <a:cs typeface="Times New Roman" panose="02020603050405020304" pitchFamily="18" charset="0"/>
              </a:rPr>
              <a:t> </a:t>
            </a:r>
            <a:r>
              <a:rPr lang="en-US" sz="2800" i="1" dirty="0">
                <a:latin typeface="Times New Roman" panose="02020603050405020304" pitchFamily="18" charset="0"/>
                <a:cs typeface="Times New Roman" panose="02020603050405020304" pitchFamily="18" charset="0"/>
              </a:rPr>
              <a:t>t</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được</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giải</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thích</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bởi</a:t>
            </a:r>
            <a:r>
              <a:rPr lang="en-US" sz="2800" dirty="0">
                <a:latin typeface="Times New Roman" panose="02020603050405020304" pitchFamily="18" charset="0"/>
                <a:cs typeface="Times New Roman" panose="02020603050405020304" pitchFamily="18" charset="0"/>
              </a:rPr>
              <a:t>:</a:t>
            </a:r>
          </a:p>
          <a:p>
            <a:pPr marL="1314450" lvl="2" indent="-457200">
              <a:buFont typeface="Courier New" panose="02070309020205020404" pitchFamily="49" charset="0"/>
              <a:buChar char="o"/>
            </a:pPr>
            <a:r>
              <a:rPr lang="en-US" sz="2400" dirty="0" err="1">
                <a:latin typeface="Times New Roman" panose="02020603050405020304" pitchFamily="18" charset="0"/>
                <a:cs typeface="Times New Roman" panose="02020603050405020304" pitchFamily="18" charset="0"/>
              </a:rPr>
              <a:t>Biến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giải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thích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ngoài</a:t>
            </a:r>
            <a:r>
              <a:rPr lang="en-US" sz="2400" dirty="0">
                <a:latin typeface="Times New Roman" panose="02020603050405020304" pitchFamily="18" charset="0"/>
                <a:cs typeface="Times New Roman" panose="02020603050405020304" pitchFamily="18" charset="0"/>
              </a:rPr>
              <a:t> (external regressors).</a:t>
            </a:r>
          </a:p>
          <a:p>
            <a:pPr marL="1314450" lvl="2" indent="-457200">
              <a:buFont typeface="Courier New" panose="02070309020205020404" pitchFamily="49" charset="0"/>
              <a:buChar char="o"/>
            </a:pP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giá</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trị</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quá</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khứ</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chính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chuỗi</a:t>
            </a:r>
            <a:r>
              <a:rPr lang="en-US" sz="2400" dirty="0">
                <a:latin typeface="Times New Roman" panose="02020603050405020304" pitchFamily="18" charset="0"/>
                <a:cs typeface="Times New Roman" panose="02020603050405020304" pitchFamily="18" charset="0"/>
              </a:rPr>
              <a:t> (lagged variables).</a:t>
            </a:r>
          </a:p>
          <a:p>
            <a:pPr marL="857250" lvl="1" indent="-457200">
              <a:buFont typeface="Arial" panose="020B0604020202020204" pitchFamily="34" charset="0"/>
              <a:buChar char="•"/>
            </a:pPr>
            <a:r>
              <a:rPr lang="en-US" sz="2800" dirty="0" err="1">
                <a:latin typeface="Times New Roman" panose="02020603050405020304" pitchFamily="18" charset="0"/>
                <a:cs typeface="Times New Roman" panose="02020603050405020304" pitchFamily="18" charset="0"/>
              </a:rPr>
              <a:t>Ví</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dụ</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mô</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hình</a:t>
            </a:r>
            <a:r>
              <a:rPr lang="en-US" sz="2800" dirty="0">
                <a:latin typeface="Times New Roman" panose="02020603050405020304" pitchFamily="18" charset="0"/>
                <a:cs typeface="Times New Roman" panose="02020603050405020304" pitchFamily="18" charset="0"/>
              </a:rPr>
              <a:t>:</a:t>
            </a:r>
            <a:br>
              <a:rPr lang="en-US" sz="2800" dirty="0">
                <a:latin typeface="Times New Roman" panose="02020603050405020304" pitchFamily="18" charset="0"/>
                <a:cs typeface="Times New Roman" panose="02020603050405020304" pitchFamily="18" charset="0"/>
              </a:rPr>
            </a:br>
            <a:endParaRPr lang="en-US" sz="2800" dirty="0">
              <a:latin typeface="Times New Roman" panose="02020603050405020304" pitchFamily="18" charset="0"/>
              <a:cs typeface="Times New Roman" panose="02020603050405020304" pitchFamily="18" charset="0"/>
            </a:endParaRPr>
          </a:p>
          <a:p>
            <a:pPr marL="1314450" lvl="2" indent="-457200">
              <a:buFont typeface="Courier New" panose="02070309020205020404" pitchFamily="49" charset="0"/>
              <a:buChar char="o"/>
            </a:pPr>
            <a:r>
              <a:rPr lang="en-US" sz="2800" dirty="0">
                <a:latin typeface="Times New Roman" panose="02020603050405020304" pitchFamily="18" charset="0"/>
                <a:cs typeface="Times New Roman" panose="02020603050405020304" pitchFamily="18" charset="0"/>
              </a:rPr>
              <a:t>   : </a:t>
            </a:r>
            <a:r>
              <a:rPr lang="en-US" sz="2800" dirty="0" err="1">
                <a:latin typeface="Times New Roman" panose="02020603050405020304" pitchFamily="18" charset="0"/>
                <a:cs typeface="Times New Roman" panose="02020603050405020304" pitchFamily="18" charset="0"/>
              </a:rPr>
              <a:t>chỉ</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số</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thời</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gian</a:t>
            </a:r>
            <a:r>
              <a:rPr lang="en-US" sz="2800" dirty="0">
                <a:latin typeface="Times New Roman" panose="02020603050405020304" pitchFamily="18" charset="0"/>
                <a:cs typeface="Times New Roman" panose="02020603050405020304" pitchFamily="18" charset="0"/>
              </a:rPr>
              <a:t> (xu </a:t>
            </a:r>
            <a:r>
              <a:rPr lang="en-US" sz="2800" dirty="0" err="1">
                <a:latin typeface="Times New Roman" panose="02020603050405020304" pitchFamily="18" charset="0"/>
                <a:cs typeface="Times New Roman" panose="02020603050405020304" pitchFamily="18" charset="0"/>
              </a:rPr>
              <a:t>hướng</a:t>
            </a:r>
            <a:r>
              <a:rPr lang="en-US" sz="2800" dirty="0">
                <a:latin typeface="Times New Roman" panose="02020603050405020304" pitchFamily="18" charset="0"/>
                <a:cs typeface="Times New Roman" panose="02020603050405020304" pitchFamily="18" charset="0"/>
              </a:rPr>
              <a:t>).</a:t>
            </a:r>
          </a:p>
          <a:p>
            <a:pPr marL="1314450" lvl="2" indent="-457200">
              <a:buFont typeface="Courier New" panose="02070309020205020404" pitchFamily="49" charset="0"/>
              <a:buChar char="o"/>
            </a:pPr>
            <a:r>
              <a:rPr lang="en-US" sz="2800" dirty="0">
                <a:latin typeface="Times New Roman" panose="02020603050405020304" pitchFamily="18" charset="0"/>
                <a:cs typeface="Times New Roman" panose="02020603050405020304" pitchFamily="18" charset="0"/>
              </a:rPr>
              <a:t>              : </a:t>
            </a:r>
            <a:r>
              <a:rPr lang="en-US" sz="2800" dirty="0" err="1">
                <a:latin typeface="Times New Roman" panose="02020603050405020304" pitchFamily="18" charset="0"/>
                <a:cs typeface="Times New Roman" panose="02020603050405020304" pitchFamily="18" charset="0"/>
              </a:rPr>
              <a:t>biến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giả</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cho</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mùa</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vụ</a:t>
            </a:r>
            <a:r>
              <a:rPr lang="en-US" sz="2800" dirty="0">
                <a:latin typeface="Times New Roman" panose="02020603050405020304" pitchFamily="18" charset="0"/>
                <a:cs typeface="Times New Roman" panose="02020603050405020304" pitchFamily="18" charset="0"/>
              </a:rPr>
              <a:t>.</a:t>
            </a:r>
          </a:p>
          <a:p>
            <a:pPr marL="1314450" lvl="2" indent="-457200">
              <a:buFont typeface="Courier New" panose="02070309020205020404" pitchFamily="49" charset="0"/>
              <a:buChar char="o"/>
            </a:pPr>
            <a:r>
              <a:rPr lang="es-ES" sz="2800" dirty="0">
                <a:latin typeface="Times New Roman" panose="02020603050405020304" pitchFamily="18" charset="0"/>
                <a:cs typeface="Times New Roman" panose="02020603050405020304" pitchFamily="18" charset="0"/>
              </a:rPr>
              <a:t>         : </a:t>
            </a:r>
            <a:r>
              <a:rPr lang="es-ES" sz="2800" dirty="0" err="1">
                <a:latin typeface="Times New Roman" panose="02020603050405020304" pitchFamily="18" charset="0"/>
                <a:cs typeface="Times New Roman" panose="02020603050405020304" pitchFamily="18" charset="0"/>
              </a:rPr>
              <a:t>giá</a:t>
            </a:r>
            <a:r>
              <a:rPr lang="es-ES" sz="2800" dirty="0">
                <a:latin typeface="Times New Roman" panose="02020603050405020304" pitchFamily="18" charset="0"/>
                <a:cs typeface="Times New Roman" panose="02020603050405020304" pitchFamily="18" charset="0"/>
              </a:rPr>
              <a:t> </a:t>
            </a:r>
            <a:r>
              <a:rPr lang="es-ES" sz="2800" dirty="0" err="1">
                <a:latin typeface="Times New Roman" panose="02020603050405020304" pitchFamily="18" charset="0"/>
                <a:cs typeface="Times New Roman" panose="02020603050405020304" pitchFamily="18" charset="0"/>
              </a:rPr>
              <a:t>trị</a:t>
            </a:r>
            <a:r>
              <a:rPr lang="es-ES" sz="2800" dirty="0">
                <a:latin typeface="Times New Roman" panose="02020603050405020304" pitchFamily="18" charset="0"/>
                <a:cs typeface="Times New Roman" panose="02020603050405020304" pitchFamily="18" charset="0"/>
              </a:rPr>
              <a:t> </a:t>
            </a:r>
            <a:r>
              <a:rPr lang="es-ES" sz="2800" dirty="0" err="1">
                <a:latin typeface="Times New Roman" panose="02020603050405020304" pitchFamily="18" charset="0"/>
                <a:cs typeface="Times New Roman" panose="02020603050405020304" pitchFamily="18" charset="0"/>
              </a:rPr>
              <a:t>trễ</a:t>
            </a:r>
            <a:r>
              <a:rPr lang="es-ES" sz="2800" dirty="0">
                <a:latin typeface="Times New Roman" panose="02020603050405020304" pitchFamily="18" charset="0"/>
                <a:cs typeface="Times New Roman" panose="02020603050405020304" pitchFamily="18" charset="0"/>
              </a:rPr>
              <a:t>.</a:t>
            </a:r>
            <a:endParaRPr lang="en-US" sz="2800" dirty="0">
              <a:latin typeface="Times New Roman" panose="02020603050405020304" pitchFamily="18" charset="0"/>
              <a:cs typeface="Times New Roman" panose="02020603050405020304" pitchFamily="18" charset="0"/>
            </a:endParaRPr>
          </a:p>
          <a:p>
            <a:pPr marL="457200" lvl="0" indent="-457200">
              <a:buFont typeface="Wingdings" panose="05000000000000000000" pitchFamily="2" charset="2"/>
              <a:buChar char="Ø"/>
            </a:pPr>
            <a:endParaRPr lang="en-US" sz="2800" dirty="0">
              <a:latin typeface="Times New Roman" panose="02020603050405020304" pitchFamily="18" charset="0"/>
              <a:cs typeface="Times New Roman" panose="02020603050405020304" pitchFamily="18" charset="0"/>
            </a:endParaRPr>
          </a:p>
        </p:txBody>
      </p:sp>
      <p:pic>
        <p:nvPicPr>
          <p:cNvPr id="3" name="Picture 2" descr="\documentclass{article}&#10;\usepackage{amsmath}&#10;\pagestyle{empty}&#10;\begin{document}&#10;&#10;$Y_t = \beta_0 + \beta_1 t + \beta_2 D_{season} + \beta_3 Y_{t-1} + \epsilon_t$&#10;&#10;&#10;\end{document}" title="IguanaTex Bitmap Display">
            <a:extLst>
              <a:ext uri="{FF2B5EF4-FFF2-40B4-BE49-F238E27FC236}">
                <a16:creationId xmlns:a16="http://schemas.microsoft.com/office/drawing/2014/main" id="{F946090E-4727-310B-AA01-99229B6D5D18}"/>
              </a:ext>
            </a:extLst>
          </p:cNvPr>
          <p:cNvPicPr>
            <a:picLocks noChangeAspect="1"/>
          </p:cNvPicPr>
          <p:nvPr>
            <p:custDataLst>
              <p:tags r:id="rId1"/>
            </p:custDataLst>
          </p:nvPr>
        </p:nvPicPr>
        <p:blipFill>
          <a:blip r:embed="rId5">
            <a:extLst>
              <a:ext uri="{28A0092B-C50C-407E-A947-70E740481C1C}">
                <a14:useLocalDpi xmlns:a14="http://schemas.microsoft.com/office/drawing/2010/main" val="0"/>
              </a:ext>
            </a:extLst>
          </a:blip>
          <a:stretch>
            <a:fillRect/>
          </a:stretch>
        </p:blipFill>
        <p:spPr>
          <a:xfrm>
            <a:off x="1371600" y="3810000"/>
            <a:ext cx="6201600" cy="320000"/>
          </a:xfrm>
          <a:prstGeom prst="rect">
            <a:avLst/>
          </a:prstGeom>
        </p:spPr>
      </p:pic>
      <p:pic>
        <p:nvPicPr>
          <p:cNvPr id="5" name="Picture 4" descr="\documentclass{article}&#10;\usepackage{amsmath}&#10;\pagestyle{empty}&#10;\begin{document}&#10;&#10;$t$&#10;&#10;$D_{season}$&#10;&#10;$Y_{t-1}$&#10;&#10;&#10;\end{document}" title="IguanaTex Bitmap Display">
            <a:extLst>
              <a:ext uri="{FF2B5EF4-FFF2-40B4-BE49-F238E27FC236}">
                <a16:creationId xmlns:a16="http://schemas.microsoft.com/office/drawing/2014/main" id="{AB67352F-F925-F514-8027-EF8136DD82DE}"/>
              </a:ext>
            </a:extLst>
          </p:cNvPr>
          <p:cNvPicPr>
            <a:picLocks noChangeAspect="1"/>
          </p:cNvPicPr>
          <p:nvPr>
            <p:custDataLst>
              <p:tags r:id="rId2"/>
            </p:custDataLst>
          </p:nvPr>
        </p:nvPicPr>
        <p:blipFill>
          <a:blip r:embed="rId6">
            <a:extLst>
              <a:ext uri="{28A0092B-C50C-407E-A947-70E740481C1C}">
                <a14:useLocalDpi xmlns:a14="http://schemas.microsoft.com/office/drawing/2010/main" val="0"/>
              </a:ext>
            </a:extLst>
          </a:blip>
          <a:stretch>
            <a:fillRect/>
          </a:stretch>
        </p:blipFill>
        <p:spPr>
          <a:xfrm>
            <a:off x="1371600" y="4221122"/>
            <a:ext cx="1147735" cy="1128533"/>
          </a:xfrm>
          <a:prstGeom prst="rect">
            <a:avLst/>
          </a:prstGeom>
        </p:spPr>
      </p:pic>
    </p:spTree>
    <p:extLst>
      <p:ext uri="{BB962C8B-B14F-4D97-AF65-F5344CB8AC3E}">
        <p14:creationId xmlns:p14="http://schemas.microsoft.com/office/powerpoint/2010/main" val="24585622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3E5015-26C2-A072-C8BD-97E5C0C574B1}"/>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A41936CD-52A1-644D-0A36-8F3D610ECF03}"/>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Mô hình hồi qui tuyến tính </a:t>
            </a:r>
          </a:p>
        </p:txBody>
      </p:sp>
      <p:sp>
        <p:nvSpPr>
          <p:cNvPr id="31747" name="Rectangle 3">
            <a:extLst>
              <a:ext uri="{FF2B5EF4-FFF2-40B4-BE49-F238E27FC236}">
                <a16:creationId xmlns:a16="http://schemas.microsoft.com/office/drawing/2014/main" id="{4EEE4527-CEC7-38A0-B78A-0965630370AF}"/>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Ưu và nhược điểm</a:t>
            </a:r>
            <a:endParaRPr lang="en-US" sz="28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r>
              <a:rPr lang="en-US" sz="2800" b="1">
                <a:latin typeface="Times New Roman" panose="02020603050405020304" pitchFamily="18" charset="0"/>
                <a:cs typeface="Times New Roman" panose="02020603050405020304" pitchFamily="18" charset="0"/>
              </a:rPr>
              <a:t>Ưu điểm:</a:t>
            </a:r>
            <a:endParaRPr lang="en-US" sz="2800">
              <a:latin typeface="Times New Roman" panose="02020603050405020304" pitchFamily="18" charset="0"/>
              <a:cs typeface="Times New Roman" panose="02020603050405020304" pitchFamily="18" charset="0"/>
            </a:endParaRPr>
          </a:p>
          <a:p>
            <a:pPr marL="1257300" lvl="2" indent="-4572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Dễ hiểu, trực quan.</a:t>
            </a:r>
          </a:p>
          <a:p>
            <a:pPr marL="1257300" lvl="2" indent="-4572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Giải thích rõ tác động của biến độc lập.</a:t>
            </a:r>
          </a:p>
          <a:p>
            <a:pPr marL="857250" lvl="1" indent="-457200">
              <a:buFont typeface="Arial" panose="020B0604020202020204" pitchFamily="34" charset="0"/>
              <a:buChar char="•"/>
            </a:pPr>
            <a:r>
              <a:rPr lang="en-US" sz="2800" b="1">
                <a:latin typeface="Times New Roman" panose="02020603050405020304" pitchFamily="18" charset="0"/>
                <a:cs typeface="Times New Roman" panose="02020603050405020304" pitchFamily="18" charset="0"/>
              </a:rPr>
              <a:t>Nhược điểm:</a:t>
            </a:r>
            <a:endParaRPr lang="en-US" sz="2800">
              <a:latin typeface="Times New Roman" panose="02020603050405020304" pitchFamily="18" charset="0"/>
              <a:cs typeface="Times New Roman" panose="02020603050405020304" pitchFamily="18" charset="0"/>
            </a:endParaRPr>
          </a:p>
          <a:p>
            <a:pPr marL="1257300" lvl="2" indent="-4572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Giả định tuyến tính, không phù hợp với quan hệ phi tuyến.</a:t>
            </a:r>
          </a:p>
          <a:p>
            <a:pPr marL="1257300" lvl="2" indent="-4572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Dễ bị </a:t>
            </a:r>
            <a:r>
              <a:rPr lang="en-US" sz="2400" b="1">
                <a:latin typeface="Times New Roman" panose="02020603050405020304" pitchFamily="18" charset="0"/>
                <a:cs typeface="Times New Roman" panose="02020603050405020304" pitchFamily="18" charset="0"/>
              </a:rPr>
              <a:t>tự tương quan phần dư</a:t>
            </a:r>
            <a:r>
              <a:rPr lang="en-US" sz="2400">
                <a:latin typeface="Times New Roman" panose="02020603050405020304" pitchFamily="18" charset="0"/>
                <a:cs typeface="Times New Roman" panose="02020603050405020304" pitchFamily="18" charset="0"/>
              </a:rPr>
              <a:t> (residual autocorrelation).</a:t>
            </a:r>
          </a:p>
          <a:p>
            <a:pPr marL="1257300" lvl="2" indent="-4572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Không xử lý tốt dữ liệu không dừng (non-stationary).</a:t>
            </a:r>
          </a:p>
          <a:p>
            <a:pPr marL="457200" lvl="1" indent="0"/>
            <a:r>
              <a:rPr lang="en-US" sz="2800">
                <a:latin typeface="Times New Roman" panose="02020603050405020304" pitchFamily="18" charset="0"/>
                <a:cs typeface="Times New Roman" panose="02020603050405020304" pitchFamily="18" charset="0"/>
                <a:sym typeface="Wingdings" panose="05000000000000000000" pitchFamily="2" charset="2"/>
              </a:rPr>
              <a:t></a:t>
            </a:r>
            <a:r>
              <a:rPr lang="en-US" sz="2800">
                <a:latin typeface="Times New Roman" panose="02020603050405020304" pitchFamily="18" charset="0"/>
                <a:cs typeface="Times New Roman" panose="02020603050405020304" pitchFamily="18" charset="0"/>
              </a:rPr>
              <a:t>Cần mở rộng (ARIMA, ARIMAX, VAR...) để xử lý tính chất động và phụ thuộc thời gian của dữ liệu.</a:t>
            </a:r>
            <a:br>
              <a:rPr lang="en-US" sz="2800">
                <a:latin typeface="Times New Roman" panose="02020603050405020304" pitchFamily="18" charset="0"/>
                <a:cs typeface="Times New Roman" panose="02020603050405020304" pitchFamily="18" charset="0"/>
              </a:rPr>
            </a:br>
            <a:endParaRPr lang="en-US" sz="2800">
              <a:latin typeface="Times New Roman" panose="02020603050405020304" pitchFamily="18" charset="0"/>
              <a:cs typeface="Times New Roman" panose="02020603050405020304" pitchFamily="18" charset="0"/>
            </a:endParaRPr>
          </a:p>
          <a:p>
            <a:pPr lvl="0"/>
            <a:endParaRPr lang="en-US" sz="2800">
              <a:latin typeface="Times New Roman" panose="02020603050405020304" pitchFamily="18" charset="0"/>
              <a:cs typeface="Times New Roman" panose="02020603050405020304" pitchFamily="18" charset="0"/>
            </a:endParaRPr>
          </a:p>
          <a:p>
            <a:pPr marL="457200" lvl="0" indent="-457200">
              <a:buFont typeface="Wingdings" panose="05000000000000000000" pitchFamily="2" charset="2"/>
              <a:buChar char="Ø"/>
            </a:pPr>
            <a:endParaRPr lang="en-US"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947779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EA87BD-551C-1323-018A-E7BA9C9B1324}"/>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3BE6C27F-CF4A-5B8A-B752-247134119062}"/>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Mô hình hồi qui tuyến tính </a:t>
            </a:r>
          </a:p>
        </p:txBody>
      </p:sp>
      <mc:AlternateContent xmlns:mc="http://schemas.openxmlformats.org/markup-compatibility/2006" xmlns:a14="http://schemas.microsoft.com/office/drawing/2010/main">
        <mc:Choice Requires="a14">
          <p:sp>
            <p:nvSpPr>
              <p:cNvPr id="31747" name="Rectangle 3">
                <a:extLst>
                  <a:ext uri="{FF2B5EF4-FFF2-40B4-BE49-F238E27FC236}">
                    <a16:creationId xmlns:a16="http://schemas.microsoft.com/office/drawing/2014/main" id="{3C662FBA-B680-D57F-65E7-D9094C01D2FB}"/>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dirty="0" err="1">
                    <a:latin typeface="Times New Roman" panose="02020603050405020304" pitchFamily="18" charset="0"/>
                    <a:cs typeface="Times New Roman" panose="02020603050405020304" pitchFamily="18" charset="0"/>
                  </a:rPr>
                  <a:t>Hồi</a:t>
                </a:r>
                <a:r>
                  <a:rPr lang="en-US" sz="2800" b="1" dirty="0">
                    <a:latin typeface="Times New Roman" panose="02020603050405020304" pitchFamily="18" charset="0"/>
                    <a:cs typeface="Times New Roman" panose="02020603050405020304" pitchFamily="18" charset="0"/>
                  </a:rPr>
                  <a:t> qui </a:t>
                </a:r>
                <a:r>
                  <a:rPr lang="en-US" sz="2800" b="1" dirty="0" err="1">
                    <a:latin typeface="Times New Roman" panose="02020603050405020304" pitchFamily="18" charset="0"/>
                    <a:cs typeface="Times New Roman" panose="02020603050405020304" pitchFamily="18" charset="0"/>
                  </a:rPr>
                  <a:t>tuyến</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tính</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cho</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Chuỗi</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thời</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gian</a:t>
                </a:r>
                <a:endParaRPr lang="en-US" sz="2800" b="1" dirty="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r>
                  <a:rPr lang="en-US" sz="2400" b="1" dirty="0" err="1">
                    <a:latin typeface="Times New Roman" panose="02020603050405020304" pitchFamily="18" charset="0"/>
                    <a:cs typeface="Times New Roman" panose="02020603050405020304" pitchFamily="18" charset="0"/>
                  </a:rPr>
                  <a:t>Bàn</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luận</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thêm</a:t>
                </a:r>
                <a:r>
                  <a:rPr lang="en-US" sz="2400" b="1"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về</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tính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tuyến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tính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trong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mô</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hình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hồi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trong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mô</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hình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chuỗi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thời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gian</a:t>
                </a:r>
                <a:endParaRPr lang="en-US" sz="2400" dirty="0">
                  <a:latin typeface="Times New Roman" panose="02020603050405020304" pitchFamily="18" charset="0"/>
                  <a:cs typeface="Times New Roman" panose="02020603050405020304" pitchFamily="18" charset="0"/>
                </a:endParaRPr>
              </a:p>
              <a:p>
                <a:pPr marL="1257300" lvl="2" indent="-457200">
                  <a:buFont typeface="Courier New" panose="02070309020205020404" pitchFamily="49" charset="0"/>
                  <a:buChar char="o"/>
                </a:pPr>
                <a:r>
                  <a:rPr lang="vi-VN" sz="2400" dirty="0">
                    <a:latin typeface="Times New Roman" panose="02020603050405020304" pitchFamily="18" charset="0"/>
                    <a:cs typeface="Times New Roman" panose="02020603050405020304" pitchFamily="18" charset="0"/>
                  </a:rPr>
                  <a:t>Như chúng ta đã biết trong các mô hình hồi quy chính quy có dạng:</a:t>
                </a:r>
                <a:r>
                  <a:rPr lang="en-US" sz="2400" dirty="0">
                    <a:latin typeface="Times New Roman" panose="02020603050405020304" pitchFamily="18" charset="0"/>
                    <a:cs typeface="Times New Roman" panose="02020603050405020304" pitchFamily="18" charset="0"/>
                  </a:rPr>
                  <a:t> </a:t>
                </a:r>
                <a:r>
                  <a:rPr lang="vi-VN" sz="2400" dirty="0">
                    <a:latin typeface="Times New Roman" panose="02020603050405020304" pitchFamily="18" charset="0"/>
                    <a:cs typeface="Times New Roman" panose="02020603050405020304" pitchFamily="18" charset="0"/>
                  </a:rPr>
                  <a:t>𝑦 = 𝑓(</a:t>
                </a:r>
                <a14:m>
                  <m:oMath xmlns:m="http://schemas.openxmlformats.org/officeDocument/2006/math">
                    <m:sSub>
                      <m:sSubPr>
                        <m:ctrlPr>
                          <a:rPr lang="en-US" sz="2400" i="1">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1</m:t>
                        </m:r>
                      </m:sub>
                    </m:sSub>
                  </m:oMath>
                </a14:m>
                <a:r>
                  <a:rPr lang="en-US" sz="2400" dirty="0">
                    <a:latin typeface="Times New Roman" panose="02020603050405020304" pitchFamily="18" charset="0"/>
                    <a:cs typeface="Times New Roman" panose="02020603050405020304" pitchFamily="18" charset="0"/>
                  </a:rPr>
                  <a:t>,</a:t>
                </a:r>
                <a:r>
                  <a:rPr lang="vi-VN" sz="240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sz="2400" i="1">
                            <a:latin typeface="Cambria Math" panose="02040503050406030204" pitchFamily="18" charset="0"/>
                            <a:cs typeface="Times New Roman" panose="02020603050405020304" pitchFamily="18" charset="0"/>
                          </a:rPr>
                        </m:ctrlPr>
                      </m:sSubPr>
                      <m:e>
                        <m:r>
                          <a:rPr lang="en-US" sz="2400" i="1">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2</m:t>
                        </m:r>
                      </m:sub>
                    </m:sSub>
                  </m:oMath>
                </a14:m>
                <a:r>
                  <a:rPr lang="en-US" sz="2400" dirty="0">
                    <a:latin typeface="Times New Roman" panose="02020603050405020304" pitchFamily="18" charset="0"/>
                    <a:cs typeface="Times New Roman" panose="02020603050405020304" pitchFamily="18" charset="0"/>
                  </a:rPr>
                  <a:t>,</a:t>
                </a:r>
                <a:r>
                  <a:rPr lang="vi-VN" sz="240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sz="2400" i="1">
                            <a:latin typeface="Cambria Math" panose="02040503050406030204" pitchFamily="18" charset="0"/>
                            <a:cs typeface="Times New Roman" panose="02020603050405020304" pitchFamily="18" charset="0"/>
                          </a:rPr>
                        </m:ctrlPr>
                      </m:sSubPr>
                      <m:e>
                        <m:r>
                          <a:rPr lang="en-US" sz="2400" i="1">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𝑝</m:t>
                        </m:r>
                      </m:sub>
                    </m:sSub>
                  </m:oMath>
                </a14:m>
                <a:r>
                  <a:rPr lang="en-US" sz="240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sz="2400" i="1">
                            <a:latin typeface="Cambria Math" panose="02040503050406030204" pitchFamily="18" charset="0"/>
                            <a:cs typeface="Times New Roman" panose="02020603050405020304" pitchFamily="18" charset="0"/>
                          </a:rPr>
                        </m:ctrlPr>
                      </m:sSubPr>
                      <m:e>
                        <m:r>
                          <m:rPr>
                            <m:nor/>
                          </m:rPr>
                          <a:rPr lang="vi-VN" sz="2400">
                            <a:latin typeface="Times New Roman" panose="020206030504050203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0</m:t>
                        </m:r>
                      </m:sub>
                    </m:sSub>
                  </m:oMath>
                </a14:m>
                <a:r>
                  <a:rPr lang="en-US" sz="2400" dirty="0">
                    <a:latin typeface="Times New Roman" panose="02020603050405020304" pitchFamily="18" charset="0"/>
                    <a:cs typeface="Times New Roman" panose="02020603050405020304" pitchFamily="18" charset="0"/>
                  </a:rPr>
                  <a:t>,</a:t>
                </a:r>
                <a:r>
                  <a:rPr lang="vi-VN" sz="240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sz="2400" i="1">
                            <a:latin typeface="Cambria Math" panose="02040503050406030204" pitchFamily="18" charset="0"/>
                            <a:cs typeface="Times New Roman" panose="02020603050405020304" pitchFamily="18" charset="0"/>
                          </a:rPr>
                        </m:ctrlPr>
                      </m:sSubPr>
                      <m:e>
                        <m:r>
                          <m:rPr>
                            <m:nor/>
                          </m:rPr>
                          <a:rPr lang="vi-VN" sz="2400">
                            <a:latin typeface="Times New Roman" panose="020206030504050203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oMath>
                </a14:m>
                <a:r>
                  <a:rPr lang="en-US" sz="2400" dirty="0">
                    <a:latin typeface="Times New Roman" panose="02020603050405020304" pitchFamily="18" charset="0"/>
                    <a:cs typeface="Times New Roman" panose="02020603050405020304" pitchFamily="18" charset="0"/>
                  </a:rPr>
                  <a:t>,</a:t>
                </a:r>
                <a:r>
                  <a:rPr lang="vi-VN" sz="240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a:t>
                </a:r>
                <a:r>
                  <a:rPr lang="vi-VN" sz="240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sz="2400" i="1">
                            <a:latin typeface="Cambria Math" panose="02040503050406030204" pitchFamily="18" charset="0"/>
                            <a:cs typeface="Times New Roman" panose="02020603050405020304" pitchFamily="18" charset="0"/>
                          </a:rPr>
                        </m:ctrlPr>
                      </m:sSubPr>
                      <m:e>
                        <m:r>
                          <m:rPr>
                            <m:nor/>
                          </m:rPr>
                          <a:rPr lang="vi-VN" sz="2400">
                            <a:latin typeface="Times New Roman" panose="020206030504050203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𝑝</m:t>
                        </m:r>
                      </m:sub>
                    </m:sSub>
                  </m:oMath>
                </a14:m>
                <a:r>
                  <a:rPr lang="vi-VN" sz="2400" dirty="0">
                    <a:latin typeface="Times New Roman" panose="02020603050405020304" pitchFamily="18" charset="0"/>
                    <a:cs typeface="Times New Roman" panose="02020603050405020304" pitchFamily="18" charset="0"/>
                  </a:rPr>
                  <a:t>) + 𝜀</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Một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số</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mô</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hình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có</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thể</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chuyển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về</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dạng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hồi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tuyến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tính</a:t>
                </a:r>
                <a:r>
                  <a:rPr lang="en-US" sz="2400" dirty="0">
                    <a:latin typeface="Times New Roman" panose="02020603050405020304" pitchFamily="18" charset="0"/>
                    <a:cs typeface="Times New Roman" panose="02020603050405020304" pitchFamily="18" charset="0"/>
                  </a:rPr>
                  <a:t>. </a:t>
                </a:r>
              </a:p>
              <a:p>
                <a:pPr marL="1257300" lvl="3" indent="0"/>
                <a:r>
                  <a:rPr lang="en-US" sz="2400" dirty="0" err="1">
                    <a:latin typeface="Times New Roman" panose="02020603050405020304" pitchFamily="18" charset="0"/>
                    <a:cs typeface="Times New Roman" panose="02020603050405020304" pitchFamily="18" charset="0"/>
                  </a:rPr>
                  <a:t>Ví</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dụ</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như</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đặt</a:t>
                </a:r>
                <a:endParaRPr lang="en-US" sz="2400" dirty="0">
                  <a:latin typeface="Times New Roman" panose="02020603050405020304" pitchFamily="18" charset="0"/>
                  <a:cs typeface="Times New Roman" panose="02020603050405020304" pitchFamily="18" charset="0"/>
                </a:endParaRPr>
              </a:p>
              <a:p>
                <a:pPr lvl="2" indent="-342900">
                  <a:buFont typeface="Courier New" panose="02070309020205020404" pitchFamily="49" charset="0"/>
                  <a:buChar char="o"/>
                </a:pPr>
                <a:r>
                  <a:rPr lang="vi-VN" sz="2400" dirty="0">
                    <a:latin typeface="Times New Roman" panose="02020603050405020304" pitchFamily="18" charset="0"/>
                    <a:cs typeface="Times New Roman" panose="02020603050405020304" pitchFamily="18" charset="0"/>
                  </a:rPr>
                  <a:t>Tính tuyến tính trong bối cảnh chuỗi thời gian hoàn toàn khác so với tính tuyến tính trong bối cảnh hồi quy, vì ở đây nó có nghĩa là tính tuyến tính trong các biến giải thích</a:t>
                </a:r>
                <a:r>
                  <a:rPr lang="en-US" sz="240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sz="2400" i="1">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i="1">
                            <a:latin typeface="Cambria Math" panose="02040503050406030204" pitchFamily="18" charset="0"/>
                            <a:cs typeface="Times New Roman" panose="02020603050405020304" pitchFamily="18" charset="0"/>
                          </a:rPr>
                          <m:t>𝑡</m:t>
                        </m:r>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m:t>
                    </m:r>
                    <m:sSub>
                      <m:sSubPr>
                        <m:ctrlPr>
                          <a:rPr lang="en-US" sz="2400" i="1">
                            <a:latin typeface="Cambria Math" panose="02040503050406030204" pitchFamily="18" charset="0"/>
                            <a:cs typeface="Times New Roman" panose="02020603050405020304" pitchFamily="18" charset="0"/>
                          </a:rPr>
                        </m:ctrlPr>
                      </m:sSubPr>
                      <m:e>
                        <m:r>
                          <a:rPr lang="en-US" sz="2400" i="1">
                            <a:latin typeface="Cambria Math" panose="02040503050406030204" pitchFamily="18" charset="0"/>
                            <a:cs typeface="Times New Roman" panose="02020603050405020304" pitchFamily="18" charset="0"/>
                          </a:rPr>
                          <m:t>𝑥</m:t>
                        </m:r>
                      </m:e>
                      <m:sub>
                        <m:r>
                          <a:rPr lang="en-US" sz="2400" i="1">
                            <a:latin typeface="Cambria Math" panose="02040503050406030204" pitchFamily="18" charset="0"/>
                            <a:cs typeface="Times New Roman" panose="02020603050405020304" pitchFamily="18" charset="0"/>
                          </a:rPr>
                          <m:t>𝑡</m:t>
                        </m:r>
                        <m:r>
                          <a:rPr lang="en-US" sz="2400" i="1">
                            <a:latin typeface="Cambria Math" panose="02040503050406030204" pitchFamily="18" charset="0"/>
                            <a:cs typeface="Times New Roman" panose="02020603050405020304" pitchFamily="18" charset="0"/>
                          </a:rPr>
                          <m:t>−2</m:t>
                        </m:r>
                      </m:sub>
                    </m:sSub>
                    <m:r>
                      <a:rPr lang="en-US" sz="2400" b="0" i="1" smtClean="0">
                        <a:latin typeface="Cambria Math" panose="02040503050406030204" pitchFamily="18" charset="0"/>
                        <a:cs typeface="Times New Roman" panose="02020603050405020304" pitchFamily="18" charset="0"/>
                      </a:rPr>
                      <m:t>,…</m:t>
                    </m:r>
                  </m:oMath>
                </a14:m>
                <a:r>
                  <a:rPr lang="en-US" sz="2400" dirty="0">
                    <a:latin typeface="Times New Roman" panose="02020603050405020304" pitchFamily="18" charset="0"/>
                    <a:cs typeface="Times New Roman" panose="02020603050405020304" pitchFamily="18" charset="0"/>
                  </a:rPr>
                  <a:t>)</a:t>
                </a:r>
                <a:r>
                  <a:rPr lang="vi-VN"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chứ</a:t>
                </a:r>
                <a:r>
                  <a:rPr lang="vi-VN" sz="2400" dirty="0">
                    <a:latin typeface="Times New Roman" panose="02020603050405020304" pitchFamily="18" charset="0"/>
                    <a:cs typeface="Times New Roman" panose="02020603050405020304" pitchFamily="18" charset="0"/>
                  </a:rPr>
                  <a:t> không phải trong các tham số mô hình.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Hầu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hết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mô</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hình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chuỗi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thời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gian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đều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không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tuyến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tính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về</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tham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số</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Đây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một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trong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những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khó</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khăn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nghiên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cứu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chuỗi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thời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gian</a:t>
                </a:r>
                <a:r>
                  <a:rPr lang="en-US" sz="2400" dirty="0">
                    <a:latin typeface="Times New Roman" panose="02020603050405020304" pitchFamily="18" charset="0"/>
                    <a:cs typeface="Times New Roman" panose="02020603050405020304" pitchFamily="18" charset="0"/>
                  </a:rPr>
                  <a:t>.</a:t>
                </a:r>
              </a:p>
              <a:p>
                <a:pPr marL="1257300" lvl="3" indent="0"/>
                <a:endParaRPr lang="en-US" sz="2800" dirty="0">
                  <a:latin typeface="Times New Roman" panose="02020603050405020304" pitchFamily="18" charset="0"/>
                  <a:cs typeface="Times New Roman" panose="02020603050405020304" pitchFamily="18" charset="0"/>
                </a:endParaRPr>
              </a:p>
            </p:txBody>
          </p:sp>
        </mc:Choice>
        <mc:Fallback xmlns="">
          <p:sp>
            <p:nvSpPr>
              <p:cNvPr id="31747" name="Rectangle 3">
                <a:extLst>
                  <a:ext uri="{FF2B5EF4-FFF2-40B4-BE49-F238E27FC236}">
                    <a16:creationId xmlns:a16="http://schemas.microsoft.com/office/drawing/2014/main" id="{3C662FBA-B680-D57F-65E7-D9094C01D2FB}"/>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3"/>
                <a:stretch>
                  <a:fillRect l="-1252" t="-1535" r="-974" b="-2558"/>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VN">
                    <a:noFill/>
                  </a:rPr>
                  <a:t> </a:t>
                </a:r>
              </a:p>
            </p:txBody>
          </p:sp>
        </mc:Fallback>
      </mc:AlternateContent>
      <p:pic>
        <p:nvPicPr>
          <p:cNvPr id="4" name="Picture 3">
            <a:extLst>
              <a:ext uri="{FF2B5EF4-FFF2-40B4-BE49-F238E27FC236}">
                <a16:creationId xmlns:a16="http://schemas.microsoft.com/office/drawing/2014/main" id="{BF1B0662-7B82-D8AF-EC77-A214F7A18086}"/>
              </a:ext>
            </a:extLst>
          </p:cNvPr>
          <p:cNvPicPr>
            <a:picLocks noChangeAspect="1"/>
          </p:cNvPicPr>
          <p:nvPr/>
        </p:nvPicPr>
        <p:blipFill>
          <a:blip r:embed="rId4"/>
          <a:stretch>
            <a:fillRect/>
          </a:stretch>
        </p:blipFill>
        <p:spPr>
          <a:xfrm>
            <a:off x="2810669" y="3535526"/>
            <a:ext cx="2362200" cy="404486"/>
          </a:xfrm>
          <a:prstGeom prst="rect">
            <a:avLst/>
          </a:prstGeom>
        </p:spPr>
      </p:pic>
      <p:pic>
        <p:nvPicPr>
          <p:cNvPr id="9" name="Picture 8">
            <a:extLst>
              <a:ext uri="{FF2B5EF4-FFF2-40B4-BE49-F238E27FC236}">
                <a16:creationId xmlns:a16="http://schemas.microsoft.com/office/drawing/2014/main" id="{95BF274D-69D9-AF33-2ECB-B00095509297}"/>
              </a:ext>
            </a:extLst>
          </p:cNvPr>
          <p:cNvPicPr>
            <a:picLocks noChangeAspect="1"/>
          </p:cNvPicPr>
          <p:nvPr/>
        </p:nvPicPr>
        <p:blipFill>
          <a:blip r:embed="rId5"/>
          <a:stretch>
            <a:fillRect/>
          </a:stretch>
        </p:blipFill>
        <p:spPr>
          <a:xfrm>
            <a:off x="6324600" y="3478294"/>
            <a:ext cx="1038225" cy="434812"/>
          </a:xfrm>
          <a:prstGeom prst="rect">
            <a:avLst/>
          </a:prstGeom>
        </p:spPr>
      </p:pic>
    </p:spTree>
    <p:extLst>
      <p:ext uri="{BB962C8B-B14F-4D97-AF65-F5344CB8AC3E}">
        <p14:creationId xmlns:p14="http://schemas.microsoft.com/office/powerpoint/2010/main" val="30891058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D2C7C6-F4CF-8611-7609-099BBB1666B4}"/>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7A0B8D93-19AD-91FC-0C02-04D44E9DEAC2}"/>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Mô hình hồi qui tuyến tính </a:t>
            </a:r>
          </a:p>
        </p:txBody>
      </p:sp>
      <mc:AlternateContent xmlns:mc="http://schemas.openxmlformats.org/markup-compatibility/2006" xmlns:a14="http://schemas.microsoft.com/office/drawing/2010/main">
        <mc:Choice Requires="a14">
          <p:sp>
            <p:nvSpPr>
              <p:cNvPr id="31747" name="Rectangle 3">
                <a:extLst>
                  <a:ext uri="{FF2B5EF4-FFF2-40B4-BE49-F238E27FC236}">
                    <a16:creationId xmlns:a16="http://schemas.microsoft.com/office/drawing/2014/main" id="{D8A072D3-F963-84F8-7076-E72898C3AD21}"/>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Hồi qui tuyến tính cho Chuỗi thời gian</a:t>
                </a:r>
              </a:p>
              <a:p>
                <a:pPr marL="857250" lvl="1" indent="-457200">
                  <a:buFont typeface="Arial" panose="020B0604020202020204" pitchFamily="34" charset="0"/>
                  <a:buChar char="•"/>
                </a:pPr>
                <a:r>
                  <a:rPr lang="en-US" sz="2400" b="1">
                    <a:latin typeface="Times New Roman" panose="02020603050405020304" pitchFamily="18" charset="0"/>
                    <a:cs typeface="Times New Roman" panose="02020603050405020304" pitchFamily="18" charset="0"/>
                  </a:rPr>
                  <a:t>Bàn luận thêm </a:t>
                </a:r>
                <a:r>
                  <a:rPr lang="en-US" sz="2400">
                    <a:latin typeface="Times New Roman" panose="02020603050405020304" pitchFamily="18" charset="0"/>
                    <a:cs typeface="Times New Roman" panose="02020603050405020304" pitchFamily="18" charset="0"/>
                  </a:rPr>
                  <a:t>về mô hình “tĩnh” và “động”</a:t>
                </a:r>
              </a:p>
              <a:p>
                <a:pPr marL="1257300" lvl="2" indent="-4572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Các mô hình hồi quy truyền thống có dạng: </a:t>
                </a:r>
                <a:r>
                  <a:rPr lang="vi-VN" sz="2400">
                    <a:solidFill>
                      <a:schemeClr val="accent5"/>
                    </a:solidFill>
                    <a:latin typeface="Times New Roman" panose="02020603050405020304" pitchFamily="18" charset="0"/>
                    <a:cs typeface="Times New Roman" panose="02020603050405020304" pitchFamily="18" charset="0"/>
                  </a:rPr>
                  <a:t>𝑦 = 𝑓(</a:t>
                </a:r>
                <a14:m>
                  <m:oMath xmlns:m="http://schemas.openxmlformats.org/officeDocument/2006/math">
                    <m:sSub>
                      <m:sSubPr>
                        <m:ctrlPr>
                          <a:rPr lang="en-US" sz="2400" i="1">
                            <a:solidFill>
                              <a:schemeClr val="accent5"/>
                            </a:solidFill>
                            <a:latin typeface="Cambria Math" panose="02040503050406030204" pitchFamily="18" charset="0"/>
                            <a:cs typeface="Times New Roman" panose="02020603050405020304" pitchFamily="18" charset="0"/>
                          </a:rPr>
                        </m:ctrlPr>
                      </m:sSubPr>
                      <m:e>
                        <m:r>
                          <a:rPr lang="en-US" sz="2400" b="0" i="1" smtClean="0">
                            <a:solidFill>
                              <a:schemeClr val="accent5"/>
                            </a:solidFill>
                            <a:latin typeface="Cambria Math" panose="02040503050406030204" pitchFamily="18" charset="0"/>
                            <a:cs typeface="Times New Roman" panose="02020603050405020304" pitchFamily="18" charset="0"/>
                          </a:rPr>
                          <m:t>𝑥</m:t>
                        </m:r>
                      </m:e>
                      <m:sub>
                        <m:r>
                          <a:rPr lang="en-US" sz="2400" b="0" i="1" smtClean="0">
                            <a:solidFill>
                              <a:schemeClr val="accent5"/>
                            </a:solidFill>
                            <a:latin typeface="Cambria Math" panose="02040503050406030204" pitchFamily="18" charset="0"/>
                            <a:cs typeface="Times New Roman" panose="02020603050405020304" pitchFamily="18" charset="0"/>
                          </a:rPr>
                          <m:t>1</m:t>
                        </m:r>
                      </m:sub>
                    </m:sSub>
                  </m:oMath>
                </a14:m>
                <a:r>
                  <a:rPr lang="en-US" sz="2400">
                    <a:solidFill>
                      <a:schemeClr val="accent5"/>
                    </a:solidFill>
                    <a:latin typeface="Times New Roman" panose="02020603050405020304" pitchFamily="18" charset="0"/>
                    <a:cs typeface="Times New Roman" panose="02020603050405020304" pitchFamily="18" charset="0"/>
                  </a:rPr>
                  <a:t>,</a:t>
                </a:r>
                <a:r>
                  <a:rPr lang="vi-VN" sz="2400">
                    <a:solidFill>
                      <a:schemeClr val="accent5"/>
                    </a:solidFill>
                    <a:latin typeface="Times New Roman" panose="02020603050405020304" pitchFamily="18" charset="0"/>
                    <a:cs typeface="Times New Roman" panose="02020603050405020304" pitchFamily="18" charset="0"/>
                  </a:rPr>
                  <a:t> </a:t>
                </a:r>
                <a14:m>
                  <m:oMath xmlns:m="http://schemas.openxmlformats.org/officeDocument/2006/math">
                    <m:sSub>
                      <m:sSubPr>
                        <m:ctrlPr>
                          <a:rPr lang="en-US" sz="2400" i="1">
                            <a:solidFill>
                              <a:schemeClr val="accent5"/>
                            </a:solidFill>
                            <a:latin typeface="Cambria Math" panose="02040503050406030204" pitchFamily="18" charset="0"/>
                            <a:cs typeface="Times New Roman" panose="02020603050405020304" pitchFamily="18" charset="0"/>
                          </a:rPr>
                        </m:ctrlPr>
                      </m:sSubPr>
                      <m:e>
                        <m:r>
                          <a:rPr lang="en-US" sz="2400" i="1">
                            <a:solidFill>
                              <a:schemeClr val="accent5"/>
                            </a:solidFill>
                            <a:latin typeface="Cambria Math" panose="02040503050406030204" pitchFamily="18" charset="0"/>
                            <a:cs typeface="Times New Roman" panose="02020603050405020304" pitchFamily="18" charset="0"/>
                          </a:rPr>
                          <m:t>𝑥</m:t>
                        </m:r>
                      </m:e>
                      <m:sub>
                        <m:r>
                          <a:rPr lang="en-US" sz="2400" b="0" i="1" smtClean="0">
                            <a:solidFill>
                              <a:schemeClr val="accent5"/>
                            </a:solidFill>
                            <a:latin typeface="Cambria Math" panose="02040503050406030204" pitchFamily="18" charset="0"/>
                            <a:cs typeface="Times New Roman" panose="02020603050405020304" pitchFamily="18" charset="0"/>
                          </a:rPr>
                          <m:t>2</m:t>
                        </m:r>
                      </m:sub>
                    </m:sSub>
                  </m:oMath>
                </a14:m>
                <a:r>
                  <a:rPr lang="en-US" sz="2400">
                    <a:solidFill>
                      <a:schemeClr val="accent5"/>
                    </a:solidFill>
                    <a:latin typeface="Times New Roman" panose="02020603050405020304" pitchFamily="18" charset="0"/>
                    <a:cs typeface="Times New Roman" panose="02020603050405020304" pitchFamily="18" charset="0"/>
                  </a:rPr>
                  <a:t>,</a:t>
                </a:r>
                <a:r>
                  <a:rPr lang="vi-VN" sz="2400">
                    <a:solidFill>
                      <a:schemeClr val="accent5"/>
                    </a:solidFill>
                    <a:latin typeface="Times New Roman" panose="02020603050405020304" pitchFamily="18" charset="0"/>
                    <a:cs typeface="Times New Roman" panose="02020603050405020304" pitchFamily="18" charset="0"/>
                  </a:rPr>
                  <a:t> …</a:t>
                </a:r>
                <a:r>
                  <a:rPr lang="en-US" sz="2400">
                    <a:solidFill>
                      <a:schemeClr val="accent5"/>
                    </a:solidFill>
                    <a:latin typeface="Times New Roman" panose="02020603050405020304" pitchFamily="18" charset="0"/>
                    <a:cs typeface="Times New Roman" panose="02020603050405020304" pitchFamily="18" charset="0"/>
                  </a:rPr>
                  <a:t>, </a:t>
                </a:r>
                <a14:m>
                  <m:oMath xmlns:m="http://schemas.openxmlformats.org/officeDocument/2006/math">
                    <m:sSub>
                      <m:sSubPr>
                        <m:ctrlPr>
                          <a:rPr lang="en-US" sz="2400" i="1">
                            <a:solidFill>
                              <a:schemeClr val="accent5"/>
                            </a:solidFill>
                            <a:latin typeface="Cambria Math" panose="02040503050406030204" pitchFamily="18" charset="0"/>
                            <a:cs typeface="Times New Roman" panose="02020603050405020304" pitchFamily="18" charset="0"/>
                          </a:rPr>
                        </m:ctrlPr>
                      </m:sSubPr>
                      <m:e>
                        <m:r>
                          <a:rPr lang="en-US" sz="2400" i="1">
                            <a:solidFill>
                              <a:schemeClr val="accent5"/>
                            </a:solidFill>
                            <a:latin typeface="Cambria Math" panose="02040503050406030204" pitchFamily="18" charset="0"/>
                            <a:cs typeface="Times New Roman" panose="02020603050405020304" pitchFamily="18" charset="0"/>
                          </a:rPr>
                          <m:t>𝑥</m:t>
                        </m:r>
                      </m:e>
                      <m:sub>
                        <m:r>
                          <a:rPr lang="en-US" sz="2400" b="0" i="1" smtClean="0">
                            <a:solidFill>
                              <a:schemeClr val="accent5"/>
                            </a:solidFill>
                            <a:latin typeface="Cambria Math" panose="02040503050406030204" pitchFamily="18" charset="0"/>
                            <a:cs typeface="Times New Roman" panose="02020603050405020304" pitchFamily="18" charset="0"/>
                          </a:rPr>
                          <m:t>𝑝</m:t>
                        </m:r>
                      </m:sub>
                    </m:sSub>
                  </m:oMath>
                </a14:m>
                <a:r>
                  <a:rPr lang="en-US" sz="2400">
                    <a:solidFill>
                      <a:schemeClr val="accent5"/>
                    </a:solidFill>
                    <a:latin typeface="Times New Roman" panose="02020603050405020304" pitchFamily="18" charset="0"/>
                    <a:cs typeface="Times New Roman" panose="02020603050405020304" pitchFamily="18" charset="0"/>
                  </a:rPr>
                  <a:t>, </a:t>
                </a:r>
                <a14:m>
                  <m:oMath xmlns:m="http://schemas.openxmlformats.org/officeDocument/2006/math">
                    <m:sSub>
                      <m:sSubPr>
                        <m:ctrlPr>
                          <a:rPr lang="en-US" sz="2400" i="1">
                            <a:solidFill>
                              <a:schemeClr val="accent5"/>
                            </a:solidFill>
                            <a:latin typeface="Cambria Math" panose="02040503050406030204" pitchFamily="18" charset="0"/>
                            <a:cs typeface="Times New Roman" panose="02020603050405020304" pitchFamily="18" charset="0"/>
                          </a:rPr>
                        </m:ctrlPr>
                      </m:sSubPr>
                      <m:e>
                        <m:r>
                          <m:rPr>
                            <m:nor/>
                          </m:rPr>
                          <a:rPr lang="vi-VN" sz="2400">
                            <a:solidFill>
                              <a:schemeClr val="accent5"/>
                            </a:solidFill>
                            <a:latin typeface="Times New Roman" panose="02020603050405020304" pitchFamily="18" charset="0"/>
                            <a:cs typeface="Times New Roman" panose="02020603050405020304" pitchFamily="18" charset="0"/>
                          </a:rPr>
                          <m:t>𝛽</m:t>
                        </m:r>
                      </m:e>
                      <m:sub>
                        <m:r>
                          <a:rPr lang="en-US" sz="2400" b="0" i="1" smtClean="0">
                            <a:solidFill>
                              <a:schemeClr val="accent5"/>
                            </a:solidFill>
                            <a:latin typeface="Cambria Math" panose="02040503050406030204" pitchFamily="18" charset="0"/>
                            <a:cs typeface="Times New Roman" panose="02020603050405020304" pitchFamily="18" charset="0"/>
                          </a:rPr>
                          <m:t>0</m:t>
                        </m:r>
                      </m:sub>
                    </m:sSub>
                  </m:oMath>
                </a14:m>
                <a:r>
                  <a:rPr lang="en-US" sz="2400">
                    <a:solidFill>
                      <a:schemeClr val="accent5"/>
                    </a:solidFill>
                    <a:latin typeface="Times New Roman" panose="02020603050405020304" pitchFamily="18" charset="0"/>
                    <a:cs typeface="Times New Roman" panose="02020603050405020304" pitchFamily="18" charset="0"/>
                  </a:rPr>
                  <a:t>,</a:t>
                </a:r>
                <a:r>
                  <a:rPr lang="vi-VN" sz="2400">
                    <a:solidFill>
                      <a:schemeClr val="accent5"/>
                    </a:solidFill>
                    <a:latin typeface="Times New Roman" panose="02020603050405020304" pitchFamily="18" charset="0"/>
                    <a:cs typeface="Times New Roman" panose="02020603050405020304" pitchFamily="18" charset="0"/>
                  </a:rPr>
                  <a:t> </a:t>
                </a:r>
                <a14:m>
                  <m:oMath xmlns:m="http://schemas.openxmlformats.org/officeDocument/2006/math">
                    <m:sSub>
                      <m:sSubPr>
                        <m:ctrlPr>
                          <a:rPr lang="en-US" sz="2400" i="1">
                            <a:solidFill>
                              <a:schemeClr val="accent5"/>
                            </a:solidFill>
                            <a:latin typeface="Cambria Math" panose="02040503050406030204" pitchFamily="18" charset="0"/>
                            <a:cs typeface="Times New Roman" panose="02020603050405020304" pitchFamily="18" charset="0"/>
                          </a:rPr>
                        </m:ctrlPr>
                      </m:sSubPr>
                      <m:e>
                        <m:r>
                          <m:rPr>
                            <m:nor/>
                          </m:rPr>
                          <a:rPr lang="vi-VN" sz="2400">
                            <a:solidFill>
                              <a:schemeClr val="accent5"/>
                            </a:solidFill>
                            <a:latin typeface="Times New Roman" panose="02020603050405020304" pitchFamily="18" charset="0"/>
                            <a:cs typeface="Times New Roman" panose="02020603050405020304" pitchFamily="18" charset="0"/>
                          </a:rPr>
                          <m:t>𝛽</m:t>
                        </m:r>
                      </m:e>
                      <m:sub>
                        <m:r>
                          <a:rPr lang="en-US" sz="2400" b="0" i="1" smtClean="0">
                            <a:solidFill>
                              <a:schemeClr val="accent5"/>
                            </a:solidFill>
                            <a:latin typeface="Cambria Math" panose="02040503050406030204" pitchFamily="18" charset="0"/>
                            <a:cs typeface="Times New Roman" panose="02020603050405020304" pitchFamily="18" charset="0"/>
                          </a:rPr>
                          <m:t>1</m:t>
                        </m:r>
                      </m:sub>
                    </m:sSub>
                  </m:oMath>
                </a14:m>
                <a:r>
                  <a:rPr lang="en-US" sz="2400">
                    <a:solidFill>
                      <a:schemeClr val="accent5"/>
                    </a:solidFill>
                    <a:latin typeface="Times New Roman" panose="02020603050405020304" pitchFamily="18" charset="0"/>
                    <a:cs typeface="Times New Roman" panose="02020603050405020304" pitchFamily="18" charset="0"/>
                  </a:rPr>
                  <a:t>,</a:t>
                </a:r>
                <a:r>
                  <a:rPr lang="vi-VN" sz="2400">
                    <a:solidFill>
                      <a:schemeClr val="accent5"/>
                    </a:solidFill>
                    <a:latin typeface="Times New Roman" panose="02020603050405020304" pitchFamily="18" charset="0"/>
                    <a:cs typeface="Times New Roman" panose="02020603050405020304" pitchFamily="18" charset="0"/>
                  </a:rPr>
                  <a:t> …</a:t>
                </a:r>
                <a:r>
                  <a:rPr lang="en-US" sz="2400">
                    <a:solidFill>
                      <a:schemeClr val="accent5"/>
                    </a:solidFill>
                    <a:latin typeface="Times New Roman" panose="02020603050405020304" pitchFamily="18" charset="0"/>
                    <a:cs typeface="Times New Roman" panose="02020603050405020304" pitchFamily="18" charset="0"/>
                  </a:rPr>
                  <a:t>,</a:t>
                </a:r>
                <a:r>
                  <a:rPr lang="vi-VN" sz="2400">
                    <a:solidFill>
                      <a:schemeClr val="accent5"/>
                    </a:solidFill>
                    <a:latin typeface="Times New Roman" panose="02020603050405020304" pitchFamily="18" charset="0"/>
                    <a:cs typeface="Times New Roman" panose="02020603050405020304" pitchFamily="18" charset="0"/>
                  </a:rPr>
                  <a:t> </a:t>
                </a:r>
                <a14:m>
                  <m:oMath xmlns:m="http://schemas.openxmlformats.org/officeDocument/2006/math">
                    <m:sSub>
                      <m:sSubPr>
                        <m:ctrlPr>
                          <a:rPr lang="en-US" sz="2400" i="1">
                            <a:solidFill>
                              <a:schemeClr val="accent5"/>
                            </a:solidFill>
                            <a:latin typeface="Cambria Math" panose="02040503050406030204" pitchFamily="18" charset="0"/>
                            <a:cs typeface="Times New Roman" panose="02020603050405020304" pitchFamily="18" charset="0"/>
                          </a:rPr>
                        </m:ctrlPr>
                      </m:sSubPr>
                      <m:e>
                        <m:r>
                          <m:rPr>
                            <m:nor/>
                          </m:rPr>
                          <a:rPr lang="vi-VN" sz="2400">
                            <a:solidFill>
                              <a:schemeClr val="accent5"/>
                            </a:solidFill>
                            <a:latin typeface="Times New Roman" panose="02020603050405020304" pitchFamily="18" charset="0"/>
                            <a:cs typeface="Times New Roman" panose="02020603050405020304" pitchFamily="18" charset="0"/>
                          </a:rPr>
                          <m:t>𝛽</m:t>
                        </m:r>
                      </m:e>
                      <m:sub>
                        <m:r>
                          <a:rPr lang="en-US" sz="2400" b="0" i="1" smtClean="0">
                            <a:solidFill>
                              <a:schemeClr val="accent5"/>
                            </a:solidFill>
                            <a:latin typeface="Cambria Math" panose="02040503050406030204" pitchFamily="18" charset="0"/>
                            <a:cs typeface="Times New Roman" panose="02020603050405020304" pitchFamily="18" charset="0"/>
                          </a:rPr>
                          <m:t>𝑝</m:t>
                        </m:r>
                      </m:sub>
                    </m:sSub>
                  </m:oMath>
                </a14:m>
                <a:r>
                  <a:rPr lang="vi-VN" sz="2400">
                    <a:solidFill>
                      <a:schemeClr val="accent5"/>
                    </a:solidFill>
                    <a:latin typeface="Times New Roman" panose="02020603050405020304" pitchFamily="18" charset="0"/>
                    <a:cs typeface="Times New Roman" panose="02020603050405020304" pitchFamily="18" charset="0"/>
                  </a:rPr>
                  <a:t>) + 𝜀</a:t>
                </a:r>
                <a:r>
                  <a:rPr lang="en-US" sz="2400">
                    <a:solidFill>
                      <a:schemeClr val="accent5"/>
                    </a:solidFill>
                    <a:latin typeface="Times New Roman" panose="02020603050405020304" pitchFamily="18" charset="0"/>
                    <a:cs typeface="Times New Roman" panose="02020603050405020304" pitchFamily="18" charset="0"/>
                  </a:rPr>
                  <a:t> </a:t>
                </a:r>
                <a:r>
                  <a:rPr lang="en-US" sz="2400">
                    <a:latin typeface="Times New Roman" panose="02020603050405020304" pitchFamily="18" charset="0"/>
                    <a:cs typeface="Times New Roman" panose="02020603050405020304" pitchFamily="18" charset="0"/>
                  </a:rPr>
                  <a:t>áp dụng cho dữ liệu chuỗi thời gian được coi là mô hình tĩnh, tức là chúng không động. </a:t>
                </a:r>
              </a:p>
              <a:p>
                <a:pPr marL="1714500" lvl="3" indent="-457200">
                  <a:buFont typeface="Wingdings" panose="05000000000000000000" pitchFamily="2" charset="2"/>
                  <a:buChar char="§"/>
                </a:pPr>
                <a:r>
                  <a:rPr lang="en-US" sz="2400">
                    <a:latin typeface="Times New Roman" panose="02020603050405020304" pitchFamily="18" charset="0"/>
                    <a:cs typeface="Times New Roman" panose="02020603050405020304" pitchFamily="18" charset="0"/>
                  </a:rPr>
                  <a:t>Chúng phụ thuộc vào biến </a:t>
                </a:r>
                <a14:m>
                  <m:oMath xmlns:m="http://schemas.openxmlformats.org/officeDocument/2006/math">
                    <m:sSub>
                      <m:sSubPr>
                        <m:ctrlPr>
                          <a:rPr lang="en-US" sz="2400" i="1">
                            <a:latin typeface="Cambria Math" panose="02040503050406030204" pitchFamily="18" charset="0"/>
                            <a:cs typeface="Times New Roman" panose="02020603050405020304" pitchFamily="18" charset="0"/>
                          </a:rPr>
                        </m:ctrlPr>
                      </m:sSubPr>
                      <m:e>
                        <m:r>
                          <m:rPr>
                            <m:nor/>
                          </m:rPr>
                          <a:rPr lang="vi-VN" sz="2400">
                            <a:latin typeface="Times New Roman" panose="02020603050405020304" pitchFamily="18" charset="0"/>
                            <a:cs typeface="Times New Roman" panose="02020603050405020304" pitchFamily="18" charset="0"/>
                          </a:rPr>
                          <m:t>𝜀</m:t>
                        </m:r>
                      </m:e>
                      <m:sub>
                        <m:r>
                          <a:rPr lang="en-US" sz="2400" b="0" i="1" smtClean="0">
                            <a:latin typeface="Cambria Math" panose="02040503050406030204" pitchFamily="18" charset="0"/>
                            <a:cs typeface="Times New Roman" panose="02020603050405020304" pitchFamily="18" charset="0"/>
                          </a:rPr>
                          <m:t>𝑡</m:t>
                        </m:r>
                      </m:sub>
                    </m:sSub>
                  </m:oMath>
                </a14:m>
                <a:r>
                  <a:rPr lang="en-US" sz="2400">
                    <a:latin typeface="Times New Roman" panose="02020603050405020304" pitchFamily="18" charset="0"/>
                    <a:cs typeface="Times New Roman" panose="02020603050405020304" pitchFamily="18" charset="0"/>
                  </a:rPr>
                  <a:t>, biến này biểu diễn nhiễu động tác động đến hệ thống tại thời điểm 𝑡, nhưng hiệu ứng của nó không mở rộng đến chu kỳ thời gian (𝑡 + 1)</a:t>
                </a:r>
              </a:p>
              <a:p>
                <a:pPr marL="1714500" lvl="3" indent="-457200">
                  <a:buFont typeface="Wingdings" panose="05000000000000000000" pitchFamily="2" charset="2"/>
                  <a:buChar char="§"/>
                </a:pPr>
                <a14:m>
                  <m:oMath xmlns:m="http://schemas.openxmlformats.org/officeDocument/2006/math">
                    <m:sSub>
                      <m:sSubPr>
                        <m:ctrlPr>
                          <a:rPr lang="en-US" sz="2400" i="1">
                            <a:latin typeface="Cambria Math" panose="02040503050406030204" pitchFamily="18" charset="0"/>
                            <a:cs typeface="Times New Roman" panose="02020603050405020304" pitchFamily="18" charset="0"/>
                          </a:rPr>
                        </m:ctrlPr>
                      </m:sSubPr>
                      <m:e>
                        <m:r>
                          <m:rPr>
                            <m:nor/>
                          </m:rPr>
                          <a:rPr lang="vi-VN" sz="2400">
                            <a:latin typeface="Times New Roman" panose="02020603050405020304" pitchFamily="18" charset="0"/>
                            <a:cs typeface="Times New Roman" panose="02020603050405020304" pitchFamily="18" charset="0"/>
                          </a:rPr>
                          <m:t>𝜀</m:t>
                        </m:r>
                      </m:e>
                      <m:sub>
                        <m:r>
                          <a:rPr lang="en-US" sz="2400" i="1">
                            <a:latin typeface="Cambria Math" panose="02040503050406030204" pitchFamily="18" charset="0"/>
                            <a:cs typeface="Times New Roman" panose="02020603050405020304" pitchFamily="18" charset="0"/>
                          </a:rPr>
                          <m:t>𝑡</m:t>
                        </m:r>
                        <m:r>
                          <a:rPr lang="en-US" sz="2400" i="1">
                            <a:latin typeface="Cambria Math" panose="02040503050406030204" pitchFamily="18" charset="0"/>
                            <a:cs typeface="Times New Roman" panose="02020603050405020304" pitchFamily="18" charset="0"/>
                          </a:rPr>
                          <m:t>+1</m:t>
                        </m:r>
                      </m:sub>
                    </m:sSub>
                  </m:oMath>
                </a14:m>
                <a:r>
                  <a:rPr lang="en-US" sz="2400">
                    <a:latin typeface="Times New Roman" panose="02020603050405020304" pitchFamily="18" charset="0"/>
                    <a:cs typeface="Times New Roman" panose="02020603050405020304" pitchFamily="18" charset="0"/>
                  </a:rPr>
                  <a:t> và </a:t>
                </a:r>
                <a14:m>
                  <m:oMath xmlns:m="http://schemas.openxmlformats.org/officeDocument/2006/math">
                    <m:sSub>
                      <m:sSubPr>
                        <m:ctrlPr>
                          <a:rPr lang="en-US" sz="2400" i="1">
                            <a:latin typeface="Cambria Math" panose="02040503050406030204" pitchFamily="18" charset="0"/>
                            <a:cs typeface="Times New Roman" panose="02020603050405020304" pitchFamily="18" charset="0"/>
                          </a:rPr>
                        </m:ctrlPr>
                      </m:sSubPr>
                      <m:e>
                        <m:r>
                          <m:rPr>
                            <m:nor/>
                          </m:rPr>
                          <a:rPr lang="vi-VN" sz="2400">
                            <a:latin typeface="Times New Roman" panose="02020603050405020304" pitchFamily="18" charset="0"/>
                            <a:cs typeface="Times New Roman" panose="02020603050405020304" pitchFamily="18" charset="0"/>
                          </a:rPr>
                          <m:t>𝜀</m:t>
                        </m:r>
                      </m:e>
                      <m:sub>
                        <m:r>
                          <a:rPr lang="en-US" sz="2400" i="1">
                            <a:latin typeface="Cambria Math" panose="02040503050406030204" pitchFamily="18" charset="0"/>
                            <a:cs typeface="Times New Roman" panose="02020603050405020304" pitchFamily="18" charset="0"/>
                          </a:rPr>
                          <m:t>𝑡</m:t>
                        </m:r>
                      </m:sub>
                    </m:sSub>
                  </m:oMath>
                </a14:m>
                <a:r>
                  <a:rPr lang="en-US" sz="2400">
                    <a:latin typeface="Times New Roman" panose="02020603050405020304" pitchFamily="18" charset="0"/>
                    <a:cs typeface="Times New Roman" panose="02020603050405020304" pitchFamily="18" charset="0"/>
                  </a:rPr>
                  <a:t> không tương quan với với nhau theo định nghĩa của quá trình nhiễu trắng</a:t>
                </a:r>
              </a:p>
              <a:p>
                <a:pPr marL="1257300" lvl="3" indent="0"/>
                <a:r>
                  <a:rPr lang="en-US" sz="2400">
                    <a:latin typeface="Times New Roman" panose="02020603050405020304" pitchFamily="18" charset="0"/>
                    <a:cs typeface="Times New Roman" panose="02020603050405020304" pitchFamily="18" charset="0"/>
                  </a:rPr>
                  <a:t>=&gt;nên các hệ thống như vậy không có bộ nhớ, theo nghĩa là chúng hoàn toàn "quên" các nhiễu động đã xảy ra trong quá khứ, do đó các hệ thống như vậy được gọi là "hệ thống tĩnh".</a:t>
                </a:r>
              </a:p>
              <a:p>
                <a:pPr marL="1257300" lvl="2" indent="-457200">
                  <a:buFont typeface="Courier New" panose="02070309020205020404" pitchFamily="49" charset="0"/>
                  <a:buChar char="o"/>
                </a:pPr>
                <a:endParaRPr lang="en-US" sz="2400">
                  <a:latin typeface="Times New Roman" panose="02020603050405020304" pitchFamily="18" charset="0"/>
                  <a:cs typeface="Times New Roman" panose="02020603050405020304" pitchFamily="18" charset="0"/>
                </a:endParaRPr>
              </a:p>
              <a:p>
                <a:pPr marL="1257300" lvl="3" indent="0"/>
                <a:endParaRPr lang="en-US" sz="2800">
                  <a:latin typeface="Times New Roman" panose="02020603050405020304" pitchFamily="18" charset="0"/>
                  <a:cs typeface="Times New Roman" panose="02020603050405020304" pitchFamily="18" charset="0"/>
                </a:endParaRPr>
              </a:p>
            </p:txBody>
          </p:sp>
        </mc:Choice>
        <mc:Fallback xmlns="">
          <p:sp>
            <p:nvSpPr>
              <p:cNvPr id="31747" name="Rectangle 3">
                <a:extLst>
                  <a:ext uri="{FF2B5EF4-FFF2-40B4-BE49-F238E27FC236}">
                    <a16:creationId xmlns:a16="http://schemas.microsoft.com/office/drawing/2014/main" id="{D8A072D3-F963-84F8-7076-E72898C3AD21}"/>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3"/>
                <a:stretch>
                  <a:fillRect l="-1136" t="-1230" r="-601" b="-246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1738754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E42A4C-9056-D6D1-ADF3-26879318BAF6}"/>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92B790DC-9F92-6377-A1F8-9CEDCF20FBBA}"/>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Mô hình hồi qui tuyến tính </a:t>
            </a:r>
          </a:p>
        </p:txBody>
      </p:sp>
      <mc:AlternateContent xmlns:mc="http://schemas.openxmlformats.org/markup-compatibility/2006" xmlns:a14="http://schemas.microsoft.com/office/drawing/2010/main">
        <mc:Choice Requires="a14">
          <p:sp>
            <p:nvSpPr>
              <p:cNvPr id="31747" name="Rectangle 3">
                <a:extLst>
                  <a:ext uri="{FF2B5EF4-FFF2-40B4-BE49-F238E27FC236}">
                    <a16:creationId xmlns:a16="http://schemas.microsoft.com/office/drawing/2014/main" id="{1FE57A0D-A747-8F56-8993-A9EE9EB8491A}"/>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Hồi qui tuyến tính cho Chuỗi thời gian</a:t>
                </a:r>
              </a:p>
              <a:p>
                <a:pPr marL="857250" lvl="1" indent="-457200">
                  <a:buFont typeface="Arial" panose="020B0604020202020204" pitchFamily="34" charset="0"/>
                  <a:buChar char="•"/>
                </a:pPr>
                <a:r>
                  <a:rPr lang="en-US" sz="2400" b="1">
                    <a:latin typeface="Times New Roman" panose="02020603050405020304" pitchFamily="18" charset="0"/>
                    <a:cs typeface="Times New Roman" panose="02020603050405020304" pitchFamily="18" charset="0"/>
                  </a:rPr>
                  <a:t>Bàn luận thêm </a:t>
                </a:r>
                <a:r>
                  <a:rPr lang="en-US" sz="2400">
                    <a:latin typeface="Times New Roman" panose="02020603050405020304" pitchFamily="18" charset="0"/>
                    <a:cs typeface="Times New Roman" panose="02020603050405020304" pitchFamily="18" charset="0"/>
                  </a:rPr>
                  <a:t>về mô hình “tĩnh” và “động”</a:t>
                </a:r>
              </a:p>
              <a:p>
                <a:pPr marL="1257300" lvl="2" indent="-4572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Các mô hình ngẫu nhiên chuỗi thời gian phụ thuộc vào lịch sử của chuỗi (</a:t>
                </a:r>
                <a14:m>
                  <m:oMath xmlns:m="http://schemas.openxmlformats.org/officeDocument/2006/math">
                    <m:sSub>
                      <m:sSubPr>
                        <m:ctrlPr>
                          <a:rPr lang="en-US" sz="2400" i="1">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𝑦</m:t>
                        </m:r>
                      </m:e>
                      <m:sub>
                        <m:r>
                          <a:rPr lang="en-US" sz="2400" b="0" i="1" smtClean="0">
                            <a:latin typeface="Cambria Math" panose="02040503050406030204" pitchFamily="18" charset="0"/>
                            <a:cs typeface="Times New Roman" panose="02020603050405020304" pitchFamily="18" charset="0"/>
                          </a:rPr>
                          <m:t>𝑡</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𝑘</m:t>
                        </m:r>
                      </m:sub>
                    </m:sSub>
                  </m:oMath>
                </a14:m>
                <a:r>
                  <a:rPr lang="en-US" sz="2400">
                    <a:latin typeface="Times New Roman" panose="02020603050405020304" pitchFamily="18" charset="0"/>
                    <a:cs typeface="Times New Roman" panose="02020603050405020304" pitchFamily="18" charset="0"/>
                  </a:rPr>
                  <a:t>) hoặc vào các nhiễu loạn đã xảy ra trong quá khứ (</a:t>
                </a:r>
                <a14:m>
                  <m:oMath xmlns:m="http://schemas.openxmlformats.org/officeDocument/2006/math">
                    <m:sSub>
                      <m:sSubPr>
                        <m:ctrlPr>
                          <a:rPr lang="en-US" sz="2400" i="1">
                            <a:latin typeface="Cambria Math" panose="02040503050406030204" pitchFamily="18" charset="0"/>
                            <a:cs typeface="Times New Roman" panose="02020603050405020304" pitchFamily="18" charset="0"/>
                          </a:rPr>
                        </m:ctrlPr>
                      </m:sSubPr>
                      <m:e>
                        <m:r>
                          <m:rPr>
                            <m:nor/>
                          </m:rPr>
                          <a:rPr lang="vi-VN" sz="2400">
                            <a:latin typeface="Times New Roman" panose="02020603050405020304" pitchFamily="18" charset="0"/>
                            <a:cs typeface="Times New Roman" panose="02020603050405020304" pitchFamily="18" charset="0"/>
                          </a:rPr>
                          <m:t>𝜀</m:t>
                        </m:r>
                      </m:e>
                      <m:sub>
                        <m:r>
                          <a:rPr lang="en-US" sz="2400" i="1">
                            <a:latin typeface="Cambria Math" panose="02040503050406030204" pitchFamily="18" charset="0"/>
                            <a:cs typeface="Times New Roman" panose="02020603050405020304" pitchFamily="18" charset="0"/>
                          </a:rPr>
                          <m:t>𝑡</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𝑘</m:t>
                        </m:r>
                      </m:sub>
                    </m:sSub>
                  </m:oMath>
                </a14:m>
                <a:r>
                  <a:rPr lang="en-US" sz="2400">
                    <a:latin typeface="Times New Roman" panose="02020603050405020304" pitchFamily="18" charset="0"/>
                    <a:cs typeface="Times New Roman" panose="02020603050405020304" pitchFamily="18" charset="0"/>
                  </a:rPr>
                  <a:t>) hoặc vào cả hai  là mô hình động. Ba nhóm chính:</a:t>
                </a:r>
              </a:p>
              <a:p>
                <a:pPr lvl="3" indent="-342900">
                  <a:buFont typeface="Wingdings" panose="05000000000000000000" pitchFamily="2" charset="2"/>
                  <a:buChar char="§"/>
                </a:pPr>
                <a:r>
                  <a:rPr lang="en-US" sz="2400">
                    <a:latin typeface="Times New Roman" panose="02020603050405020304" pitchFamily="18" charset="0"/>
                    <a:cs typeface="Times New Roman" panose="02020603050405020304" pitchFamily="18" charset="0"/>
                  </a:rPr>
                  <a:t>Mô hình tự hồi quy: Ví dụ:</a:t>
                </a:r>
              </a:p>
              <a:p>
                <a:pPr marL="1714500" lvl="4" indent="0"/>
                <a14:m>
                  <m:oMath xmlns:m="http://schemas.openxmlformats.org/officeDocument/2006/math">
                    <m:sSub>
                      <m:sSubPr>
                        <m:ctrlPr>
                          <a:rPr lang="en-US" sz="2400" i="1">
                            <a:latin typeface="Cambria Math" panose="02040503050406030204" pitchFamily="18" charset="0"/>
                            <a:cs typeface="Times New Roman" panose="02020603050405020304" pitchFamily="18" charset="0"/>
                          </a:rPr>
                        </m:ctrlPr>
                      </m:sSubPr>
                      <m:e>
                        <m:r>
                          <m:rPr>
                            <m:nor/>
                          </m:rPr>
                          <a:rPr lang="vi-VN" sz="2400">
                            <a:latin typeface="Times New Roman" panose="02020603050405020304" pitchFamily="18" charset="0"/>
                            <a:cs typeface="Times New Roman" panose="02020603050405020304" pitchFamily="18" charset="0"/>
                          </a:rPr>
                          <m:t>𝜀</m:t>
                        </m:r>
                      </m:e>
                      <m:sub>
                        <m:r>
                          <a:rPr lang="en-US" sz="2400" i="1">
                            <a:latin typeface="Cambria Math" panose="02040503050406030204" pitchFamily="18" charset="0"/>
                            <a:cs typeface="Times New Roman" panose="02020603050405020304" pitchFamily="18" charset="0"/>
                          </a:rPr>
                          <m:t>𝑡</m:t>
                        </m:r>
                        <m:r>
                          <a:rPr lang="en-US" sz="2400" i="1">
                            <a:latin typeface="Cambria Math" panose="02040503050406030204" pitchFamily="18" charset="0"/>
                            <a:cs typeface="Times New Roman" panose="02020603050405020304" pitchFamily="18" charset="0"/>
                          </a:rPr>
                          <m:t>−1</m:t>
                        </m:r>
                      </m:sub>
                    </m:sSub>
                  </m:oMath>
                </a14:m>
                <a:r>
                  <a:rPr lang="en-US" sz="2400">
                    <a:latin typeface="Times New Roman" panose="02020603050405020304" pitchFamily="18" charset="0"/>
                    <a:cs typeface="Times New Roman" panose="02020603050405020304" pitchFamily="18" charset="0"/>
                  </a:rPr>
                  <a:t> ảnh hưởng tới </a:t>
                </a:r>
                <a14:m>
                  <m:oMath xmlns:m="http://schemas.openxmlformats.org/officeDocument/2006/math">
                    <m:sSub>
                      <m:sSubPr>
                        <m:ctrlPr>
                          <a:rPr lang="en-US" sz="2400" i="1">
                            <a:latin typeface="Cambria Math" panose="02040503050406030204" pitchFamily="18" charset="0"/>
                            <a:cs typeface="Times New Roman" panose="02020603050405020304" pitchFamily="18" charset="0"/>
                          </a:rPr>
                        </m:ctrlPr>
                      </m:sSubPr>
                      <m:e>
                        <m:sSub>
                          <m:sSubPr>
                            <m:ctrlPr>
                              <a:rPr lang="en-US" sz="2400" i="1">
                                <a:latin typeface="Cambria Math" panose="02040503050406030204" pitchFamily="18" charset="0"/>
                                <a:cs typeface="Times New Roman" panose="02020603050405020304" pitchFamily="18" charset="0"/>
                              </a:rPr>
                            </m:ctrlPr>
                          </m:sSubPr>
                          <m:e>
                            <m:r>
                              <a:rPr lang="en-US" sz="2400" i="1">
                                <a:latin typeface="Cambria Math" panose="02040503050406030204" pitchFamily="18" charset="0"/>
                                <a:cs typeface="Times New Roman" panose="02020603050405020304" pitchFamily="18" charset="0"/>
                              </a:rPr>
                              <m:t>𝑦</m:t>
                            </m:r>
                          </m:e>
                          <m:sub>
                            <m:r>
                              <a:rPr lang="en-US" sz="2400" i="1">
                                <a:latin typeface="Cambria Math" panose="02040503050406030204" pitchFamily="18" charset="0"/>
                                <a:cs typeface="Times New Roman" panose="02020603050405020304" pitchFamily="18" charset="0"/>
                              </a:rPr>
                              <m:t>𝑡</m:t>
                            </m:r>
                          </m:sub>
                        </m:sSub>
                        <m:r>
                          <m:rPr>
                            <m:nor/>
                          </m:rPr>
                          <a:rPr lang="en-US" sz="2400">
                            <a:latin typeface="Times New Roman" panose="02020603050405020304" pitchFamily="18" charset="0"/>
                            <a:cs typeface="Times New Roman" panose="02020603050405020304" pitchFamily="18" charset="0"/>
                          </a:rPr>
                          <m:t> </m:t>
                        </m:r>
                        <m:r>
                          <m:rPr>
                            <m:nor/>
                          </m:rPr>
                          <a:rPr lang="en-US" sz="2400" smtClean="0">
                            <a:latin typeface="Times New Roman" panose="02020603050405020304" pitchFamily="18" charset="0"/>
                            <a:cs typeface="Times New Roman" panose="02020603050405020304" pitchFamily="18" charset="0"/>
                          </a:rPr>
                          <m:t>th</m:t>
                        </m:r>
                        <m:r>
                          <m:rPr>
                            <m:nor/>
                          </m:rPr>
                          <a:rPr lang="en-US" sz="2400" b="0" i="0" smtClean="0">
                            <a:latin typeface="Times New Roman" panose="02020603050405020304" pitchFamily="18" charset="0"/>
                            <a:cs typeface="Times New Roman" panose="02020603050405020304" pitchFamily="18" charset="0"/>
                          </a:rPr>
                          <m:t>ô</m:t>
                        </m:r>
                        <m:r>
                          <m:rPr>
                            <m:nor/>
                          </m:rPr>
                          <a:rPr lang="en-US" sz="2400" b="0" i="0" smtClean="0">
                            <a:latin typeface="Times New Roman" panose="02020603050405020304" pitchFamily="18" charset="0"/>
                            <a:cs typeface="Times New Roman" panose="02020603050405020304" pitchFamily="18" charset="0"/>
                          </a:rPr>
                          <m:t>ng</m:t>
                        </m:r>
                        <m:r>
                          <m:rPr>
                            <m:nor/>
                          </m:rPr>
                          <a:rPr lang="en-US" sz="2400" b="0" i="0" smtClean="0">
                            <a:latin typeface="Times New Roman" panose="02020603050405020304" pitchFamily="18" charset="0"/>
                            <a:cs typeface="Times New Roman" panose="02020603050405020304" pitchFamily="18" charset="0"/>
                          </a:rPr>
                          <m:t> </m:t>
                        </m:r>
                        <m:r>
                          <m:rPr>
                            <m:nor/>
                          </m:rPr>
                          <a:rPr lang="en-US" sz="2400" b="0" i="0" smtClean="0">
                            <a:latin typeface="Times New Roman" panose="02020603050405020304" pitchFamily="18" charset="0"/>
                            <a:cs typeface="Times New Roman" panose="02020603050405020304" pitchFamily="18" charset="0"/>
                          </a:rPr>
                          <m:t>qua</m:t>
                        </m:r>
                        <m:r>
                          <a:rPr lang="en-US" sz="2400" b="0" i="1" smtClean="0">
                            <a:latin typeface="Cambria Math" panose="02040503050406030204" pitchFamily="18" charset="0"/>
                            <a:cs typeface="Times New Roman" panose="02020603050405020304" pitchFamily="18" charset="0"/>
                          </a:rPr>
                          <m:t> </m:t>
                        </m:r>
                        <m:r>
                          <a:rPr lang="en-US" sz="2400" i="1">
                            <a:latin typeface="Cambria Math" panose="02040503050406030204" pitchFamily="18" charset="0"/>
                            <a:cs typeface="Times New Roman" panose="02020603050405020304" pitchFamily="18" charset="0"/>
                          </a:rPr>
                          <m:t>𝑦</m:t>
                        </m:r>
                      </m:e>
                      <m:sub>
                        <m:r>
                          <a:rPr lang="en-US" sz="2400" i="1">
                            <a:latin typeface="Cambria Math" panose="02040503050406030204" pitchFamily="18" charset="0"/>
                            <a:cs typeface="Times New Roman" panose="02020603050405020304" pitchFamily="18" charset="0"/>
                          </a:rPr>
                          <m:t>𝑡</m:t>
                        </m:r>
                        <m:r>
                          <a:rPr lang="en-US" sz="2400" i="1">
                            <a:latin typeface="Cambria Math" panose="02040503050406030204" pitchFamily="18" charset="0"/>
                            <a:cs typeface="Times New Roman" panose="02020603050405020304" pitchFamily="18" charset="0"/>
                          </a:rPr>
                          <m:t>−1</m:t>
                        </m:r>
                      </m:sub>
                    </m:sSub>
                  </m:oMath>
                </a14:m>
                <a:endParaRPr lang="en-US" sz="2400">
                  <a:latin typeface="Times New Roman" panose="02020603050405020304" pitchFamily="18" charset="0"/>
                  <a:cs typeface="Times New Roman" panose="02020603050405020304" pitchFamily="18" charset="0"/>
                </a:endParaRPr>
              </a:p>
              <a:p>
                <a:pPr lvl="3" indent="-342900">
                  <a:buFont typeface="Wingdings" panose="05000000000000000000" pitchFamily="2" charset="2"/>
                  <a:buChar char="§"/>
                </a:pPr>
                <a:r>
                  <a:rPr lang="en-US" sz="2400">
                    <a:latin typeface="Times New Roman" panose="02020603050405020304" pitchFamily="18" charset="0"/>
                    <a:cs typeface="Times New Roman" panose="02020603050405020304" pitchFamily="18" charset="0"/>
                  </a:rPr>
                  <a:t>Mô hình trung bình động: hệ thống tại thời điểm 𝑡 có liên hệ trực tiếp với các nhiễu loạn đã xảy ra trong quá khứ.</a:t>
                </a:r>
              </a:p>
              <a:p>
                <a:pPr marL="1714500" lvl="4" indent="0"/>
                <a:r>
                  <a:rPr lang="en-US" sz="2400">
                    <a:latin typeface="Times New Roman" panose="02020603050405020304" pitchFamily="18" charset="0"/>
                    <a:cs typeface="Times New Roman" panose="02020603050405020304" pitchFamily="18" charset="0"/>
                  </a:rPr>
                  <a:t> Ví dụ: </a:t>
                </a:r>
              </a:p>
              <a:p>
                <a:pPr lvl="3" indent="-342900">
                  <a:buFont typeface="Wingdings" panose="05000000000000000000" pitchFamily="2" charset="2"/>
                  <a:buChar char="§"/>
                </a:pPr>
                <a:r>
                  <a:rPr lang="en-US" sz="2400">
                    <a:latin typeface="Times New Roman" panose="02020603050405020304" pitchFamily="18" charset="0"/>
                    <a:cs typeface="Times New Roman" panose="02020603050405020304" pitchFamily="18" charset="0"/>
                  </a:rPr>
                  <a:t>Mô hình chuỗi thời gian ngẫu nhiên bao gồm cả phần tự hồi quy và phần trung bình động.</a:t>
                </a:r>
              </a:p>
              <a:p>
                <a:pPr marL="1714500" lvl="4" indent="0"/>
                <a:r>
                  <a:rPr lang="en-US" sz="2400">
                    <a:latin typeface="Times New Roman" panose="02020603050405020304" pitchFamily="18" charset="0"/>
                    <a:cs typeface="Times New Roman" panose="02020603050405020304" pitchFamily="18" charset="0"/>
                  </a:rPr>
                  <a:t>Ví dụ:</a:t>
                </a:r>
              </a:p>
            </p:txBody>
          </p:sp>
        </mc:Choice>
        <mc:Fallback xmlns="">
          <p:sp>
            <p:nvSpPr>
              <p:cNvPr id="31747" name="Rectangle 3">
                <a:extLst>
                  <a:ext uri="{FF2B5EF4-FFF2-40B4-BE49-F238E27FC236}">
                    <a16:creationId xmlns:a16="http://schemas.microsoft.com/office/drawing/2014/main" id="{1FE57A0D-A747-8F56-8993-A9EE9EB8491A}"/>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3"/>
                <a:stretch>
                  <a:fillRect l="-1136" t="-1230" r="-1536" b="-184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pic>
        <p:nvPicPr>
          <p:cNvPr id="3" name="Picture 2">
            <a:extLst>
              <a:ext uri="{FF2B5EF4-FFF2-40B4-BE49-F238E27FC236}">
                <a16:creationId xmlns:a16="http://schemas.microsoft.com/office/drawing/2014/main" id="{E9EEE633-B29E-01D8-56B5-F0189E992F9A}"/>
              </a:ext>
            </a:extLst>
          </p:cNvPr>
          <p:cNvPicPr>
            <a:picLocks noChangeAspect="1"/>
          </p:cNvPicPr>
          <p:nvPr/>
        </p:nvPicPr>
        <p:blipFill>
          <a:blip r:embed="rId4"/>
          <a:stretch>
            <a:fillRect/>
          </a:stretch>
        </p:blipFill>
        <p:spPr>
          <a:xfrm>
            <a:off x="5257799" y="3178313"/>
            <a:ext cx="2667001" cy="378791"/>
          </a:xfrm>
          <a:prstGeom prst="rect">
            <a:avLst/>
          </a:prstGeom>
        </p:spPr>
      </p:pic>
      <p:pic>
        <p:nvPicPr>
          <p:cNvPr id="5" name="Picture 4">
            <a:extLst>
              <a:ext uri="{FF2B5EF4-FFF2-40B4-BE49-F238E27FC236}">
                <a16:creationId xmlns:a16="http://schemas.microsoft.com/office/drawing/2014/main" id="{1731039F-EBEF-0A3D-84A6-5054DB1D89E1}"/>
              </a:ext>
            </a:extLst>
          </p:cNvPr>
          <p:cNvPicPr>
            <a:picLocks noChangeAspect="1"/>
          </p:cNvPicPr>
          <p:nvPr/>
        </p:nvPicPr>
        <p:blipFill>
          <a:blip r:embed="rId5"/>
          <a:stretch>
            <a:fillRect/>
          </a:stretch>
        </p:blipFill>
        <p:spPr>
          <a:xfrm>
            <a:off x="2819400" y="4648200"/>
            <a:ext cx="4256942" cy="381000"/>
          </a:xfrm>
          <a:prstGeom prst="rect">
            <a:avLst/>
          </a:prstGeom>
        </p:spPr>
      </p:pic>
      <p:pic>
        <p:nvPicPr>
          <p:cNvPr id="7" name="Picture 6">
            <a:extLst>
              <a:ext uri="{FF2B5EF4-FFF2-40B4-BE49-F238E27FC236}">
                <a16:creationId xmlns:a16="http://schemas.microsoft.com/office/drawing/2014/main" id="{029AA52F-76EA-2058-9E8F-0086FED0B730}"/>
              </a:ext>
            </a:extLst>
          </p:cNvPr>
          <p:cNvPicPr>
            <a:picLocks noChangeAspect="1"/>
          </p:cNvPicPr>
          <p:nvPr/>
        </p:nvPicPr>
        <p:blipFill>
          <a:blip r:embed="rId6"/>
          <a:stretch>
            <a:fillRect/>
          </a:stretch>
        </p:blipFill>
        <p:spPr>
          <a:xfrm>
            <a:off x="2895601" y="5700405"/>
            <a:ext cx="4038600" cy="417786"/>
          </a:xfrm>
          <a:prstGeom prst="rect">
            <a:avLst/>
          </a:prstGeom>
        </p:spPr>
      </p:pic>
    </p:spTree>
    <p:extLst>
      <p:ext uri="{BB962C8B-B14F-4D97-AF65-F5344CB8AC3E}">
        <p14:creationId xmlns:p14="http://schemas.microsoft.com/office/powerpoint/2010/main" val="30788865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150C41-EB90-0B81-E2EF-2F191F537997}"/>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D31AB5C2-2152-B3D4-C626-DAE210D99C1A}"/>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Mô hình hồi qui tuyến tính </a:t>
            </a:r>
          </a:p>
        </p:txBody>
      </p:sp>
      <mc:AlternateContent xmlns:mc="http://schemas.openxmlformats.org/markup-compatibility/2006" xmlns:a14="http://schemas.microsoft.com/office/drawing/2010/main">
        <mc:Choice Requires="a14">
          <p:sp>
            <p:nvSpPr>
              <p:cNvPr id="31747" name="Rectangle 3">
                <a:extLst>
                  <a:ext uri="{FF2B5EF4-FFF2-40B4-BE49-F238E27FC236}">
                    <a16:creationId xmlns:a16="http://schemas.microsoft.com/office/drawing/2014/main" id="{6F1E27BD-0E5B-C606-6D9C-869F329768BC}"/>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514350" indent="-457200">
                  <a:buFont typeface="Wingdings" panose="05000000000000000000" pitchFamily="2" charset="2"/>
                  <a:buChar char="Ø"/>
                </a:pPr>
                <a:r>
                  <a:rPr lang="en-US" sz="2800" b="1" dirty="0" err="1">
                    <a:latin typeface="Times New Roman" panose="02020603050405020304" pitchFamily="18" charset="0"/>
                    <a:cs typeface="Times New Roman" panose="02020603050405020304" pitchFamily="18" charset="0"/>
                  </a:rPr>
                  <a:t>Quá</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trình</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Ngẫu</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nhiên</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Tuyến</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tính</a:t>
                </a:r>
                <a:endParaRPr lang="en-US" sz="2800" b="1" dirty="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mô</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hình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động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giả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định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hiện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diện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một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dạng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tương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quan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cụ</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thể</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giữa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quan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sát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chuỗi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thời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gian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thuộc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về</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quá</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trình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tuân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theo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hành</a:t>
                </a:r>
                <a:r>
                  <a:rPr lang="en-US" sz="2400" dirty="0">
                    <a:latin typeface="Times New Roman" panose="02020603050405020304" pitchFamily="18" charset="0"/>
                    <a:cs typeface="Times New Roman" panose="02020603050405020304" pitchFamily="18" charset="0"/>
                  </a:rPr>
                  <a:t> vi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mô</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hình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đó</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Điều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này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có</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thể</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gây</a:t>
                </a:r>
                <a:r>
                  <a:rPr lang="en-US" sz="2400" dirty="0">
                    <a:latin typeface="Times New Roman" panose="02020603050405020304" pitchFamily="18" charset="0"/>
                    <a:cs typeface="Times New Roman" panose="02020603050405020304" pitchFamily="18" charset="0"/>
                  </a:rPr>
                  <a:t> ra </a:t>
                </a:r>
                <a:r>
                  <a:rPr lang="en-US" sz="2400" dirty="0" err="1">
                    <a:latin typeface="Times New Roman" panose="02020603050405020304" pitchFamily="18" charset="0"/>
                    <a:cs typeface="Times New Roman" panose="02020603050405020304" pitchFamily="18" charset="0"/>
                  </a:rPr>
                  <a:t>một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số</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khó</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khăn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xử</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lý</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chuỗi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thời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gian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này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đặc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biệt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nếu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hệ</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số</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tương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quan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lớn</a:t>
                </a:r>
                <a:r>
                  <a:rPr lang="en-US" sz="2400" dirty="0">
                    <a:latin typeface="Times New Roman" panose="02020603050405020304" pitchFamily="18" charset="0"/>
                    <a:cs typeface="Times New Roman" panose="02020603050405020304" pitchFamily="18" charset="0"/>
                  </a:rPr>
                  <a:t>. </a:t>
                </a:r>
              </a:p>
              <a:p>
                <a:pPr marL="914400" lvl="1" indent="-457200">
                  <a:buFont typeface="Arial" panose="020B0604020202020204" pitchFamily="34" charset="0"/>
                  <a:buChar char="•"/>
                </a:pP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nhà</a:t>
                </a:r>
                <a:r>
                  <a:rPr lang="en-US" sz="2400" dirty="0">
                    <a:latin typeface="Times New Roman" panose="02020603050405020304" pitchFamily="18" charset="0"/>
                    <a:cs typeface="Times New Roman" panose="02020603050405020304" pitchFamily="18" charset="0"/>
                  </a:rPr>
                  <a:t> khoa </a:t>
                </a:r>
                <a:r>
                  <a:rPr lang="en-US" sz="2400" dirty="0" err="1">
                    <a:latin typeface="Times New Roman" panose="02020603050405020304" pitchFamily="18" charset="0"/>
                    <a:cs typeface="Times New Roman" panose="02020603050405020304" pitchFamily="18" charset="0"/>
                  </a:rPr>
                  <a:t>học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khám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phá</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năng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nghiên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cứu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quá</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trình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như</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vậy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thông</a:t>
                </a:r>
                <a:r>
                  <a:rPr lang="en-US" sz="2400" dirty="0">
                    <a:latin typeface="Times New Roman" panose="02020603050405020304" pitchFamily="18" charset="0"/>
                    <a:cs typeface="Times New Roman" panose="02020603050405020304" pitchFamily="18" charset="0"/>
                  </a:rPr>
                  <a:t> qua </a:t>
                </a:r>
                <a:r>
                  <a:rPr lang="en-US" sz="2400" dirty="0" err="1">
                    <a:latin typeface="Times New Roman" panose="02020603050405020304" pitchFamily="18" charset="0"/>
                    <a:cs typeface="Times New Roman" panose="02020603050405020304" pitchFamily="18" charset="0"/>
                  </a:rPr>
                  <a:t>một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trình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giản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hơn</a:t>
                </a:r>
                <a:r>
                  <a:rPr lang="en-US" sz="2400"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Wold</a:t>
                </a:r>
                <a:r>
                  <a:rPr lang="en-US" sz="2400" b="1" dirty="0">
                    <a:latin typeface="Times New Roman" panose="02020603050405020304" pitchFamily="18" charset="0"/>
                    <a:cs typeface="Times New Roman" panose="02020603050405020304" pitchFamily="18" charset="0"/>
                  </a:rPr>
                  <a:t> (1938)</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công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bố</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lý</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thuyết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mình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chỉ</a:t>
                </a:r>
                <a:r>
                  <a:rPr lang="en-US" sz="2400" dirty="0">
                    <a:latin typeface="Times New Roman" panose="02020603050405020304" pitchFamily="18" charset="0"/>
                    <a:cs typeface="Times New Roman" panose="02020603050405020304" pitchFamily="18" charset="0"/>
                  </a:rPr>
                  <a:t> ra </a:t>
                </a:r>
                <a:r>
                  <a:rPr lang="en-US" sz="2400" dirty="0" err="1">
                    <a:latin typeface="Times New Roman" panose="02020603050405020304" pitchFamily="18" charset="0"/>
                    <a:cs typeface="Times New Roman" panose="02020603050405020304" pitchFamily="18" charset="0"/>
                  </a:rPr>
                  <a:t>rằng</a:t>
                </a:r>
                <a:r>
                  <a:rPr lang="en-US" sz="2400" dirty="0">
                    <a:latin typeface="Times New Roman" panose="02020603050405020304" pitchFamily="18" charset="0"/>
                    <a:cs typeface="Times New Roman" panose="02020603050405020304" pitchFamily="18" charset="0"/>
                  </a:rPr>
                  <a:t>:</a:t>
                </a:r>
              </a:p>
              <a:p>
                <a:pPr algn="ctr"/>
                <a:r>
                  <a:rPr lang="en-US" sz="2400" b="1" dirty="0">
                    <a:latin typeface="Times New Roman" panose="02020603050405020304" pitchFamily="18" charset="0"/>
                    <a:cs typeface="Times New Roman" panose="02020603050405020304" pitchFamily="18" charset="0"/>
                  </a:rPr>
                  <a:t>“</a:t>
                </a:r>
                <a:r>
                  <a:rPr lang="en-US" sz="2400" b="1" dirty="0" err="1">
                    <a:latin typeface="Times New Roman" panose="02020603050405020304" pitchFamily="18" charset="0"/>
                    <a:cs typeface="Times New Roman" panose="02020603050405020304" pitchFamily="18" charset="0"/>
                  </a:rPr>
                  <a:t>Mọi</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quá</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trình</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dừng</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đều</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có</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thể</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được</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biểu</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thị</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dưới</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dạng</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một</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tổ</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hợp</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tuyến</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tính</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của</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các</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biến</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ngẫu</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nhiên</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không</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tương</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quan</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với</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giá</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trị</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trung</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bình</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bằng</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không</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và</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phương</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sai</a:t>
                </a:r>
                <a:r>
                  <a:rPr lang="en-US" sz="2400" b="1" dirty="0">
                    <a:latin typeface="Times New Roman" panose="02020603050405020304" pitchFamily="18" charset="0"/>
                    <a:cs typeface="Times New Roman" panose="02020603050405020304" pitchFamily="18" charset="0"/>
                  </a:rPr>
                  <a:t> </a:t>
                </a:r>
                <a14:m>
                  <m:oMath xmlns:m="http://schemas.openxmlformats.org/officeDocument/2006/math">
                    <m:sSup>
                      <m:sSupPr>
                        <m:ctrlPr>
                          <a:rPr lang="en-US" sz="2400" b="1" i="1" smtClean="0">
                            <a:latin typeface="Cambria Math" panose="02040503050406030204" pitchFamily="18" charset="0"/>
                            <a:cs typeface="Times New Roman" panose="02020603050405020304" pitchFamily="18" charset="0"/>
                          </a:rPr>
                        </m:ctrlPr>
                      </m:sSupPr>
                      <m:e>
                        <m:r>
                          <m:rPr>
                            <m:nor/>
                          </m:rPr>
                          <a:rPr lang="en-US" sz="2400" b="1">
                            <a:latin typeface="Times New Roman" panose="02020603050405020304" pitchFamily="18" charset="0"/>
                            <a:cs typeface="Times New Roman" panose="02020603050405020304" pitchFamily="18" charset="0"/>
                          </a:rPr>
                          <m:t>σ</m:t>
                        </m:r>
                      </m:e>
                      <m:sup>
                        <m:r>
                          <m:rPr>
                            <m:nor/>
                          </m:rPr>
                          <a:rPr lang="en-US" sz="2400" b="1">
                            <a:latin typeface="Times New Roman" panose="02020603050405020304" pitchFamily="18" charset="0"/>
                            <a:cs typeface="Times New Roman" panose="02020603050405020304" pitchFamily="18" charset="0"/>
                          </a:rPr>
                          <m:t>2</m:t>
                        </m:r>
                      </m:sup>
                    </m:sSup>
                  </m:oMath>
                </a14:m>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không</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đổi</a:t>
                </a:r>
                <a:r>
                  <a:rPr lang="en-US" sz="2400" b="1" dirty="0">
                    <a:latin typeface="Times New Roman" panose="02020603050405020304" pitchFamily="18" charset="0"/>
                    <a:cs typeface="Times New Roman" panose="02020603050405020304" pitchFamily="18" charset="0"/>
                  </a:rPr>
                  <a:t>”</a:t>
                </a:r>
              </a:p>
            </p:txBody>
          </p:sp>
        </mc:Choice>
        <mc:Fallback xmlns="">
          <p:sp>
            <p:nvSpPr>
              <p:cNvPr id="31747" name="Rectangle 3">
                <a:extLst>
                  <a:ext uri="{FF2B5EF4-FFF2-40B4-BE49-F238E27FC236}">
                    <a16:creationId xmlns:a16="http://schemas.microsoft.com/office/drawing/2014/main" id="{6F1E27BD-0E5B-C606-6D9C-869F329768BC}"/>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3"/>
                <a:stretch>
                  <a:fillRect l="-534" t="-1230" r="-173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34953642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FCF776-CEAD-6E5B-D867-0F20C3818B31}"/>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721648D5-4421-B91A-4826-278C99F404D1}"/>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Mô hình hồi qui tuyến tính </a:t>
            </a:r>
          </a:p>
        </p:txBody>
      </p:sp>
      <mc:AlternateContent xmlns:mc="http://schemas.openxmlformats.org/markup-compatibility/2006" xmlns:a14="http://schemas.microsoft.com/office/drawing/2010/main">
        <mc:Choice Requires="a14">
          <p:sp>
            <p:nvSpPr>
              <p:cNvPr id="31747" name="Rectangle 3">
                <a:extLst>
                  <a:ext uri="{FF2B5EF4-FFF2-40B4-BE49-F238E27FC236}">
                    <a16:creationId xmlns:a16="http://schemas.microsoft.com/office/drawing/2014/main" id="{E51FA992-55D4-F044-B8BA-EA8265C23265}"/>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51435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Quá trình Ngẫu nhiên Tuyến tính</a:t>
                </a:r>
              </a:p>
              <a:p>
                <a:pPr marL="914400" lvl="1" indent="-457200">
                  <a:buFont typeface="Arial" panose="020B0604020202020204" pitchFamily="34" charset="0"/>
                  <a:buChar char="•"/>
                </a:pPr>
                <a:r>
                  <a:rPr lang="vi-VN" sz="2800">
                    <a:latin typeface="Times New Roman" panose="02020603050405020304" pitchFamily="18" charset="0"/>
                    <a:cs typeface="Times New Roman" panose="02020603050405020304" pitchFamily="18" charset="0"/>
                  </a:rPr>
                  <a:t>Quá trình ngẫu nhiên {</a:t>
                </a:r>
                <a14:m>
                  <m:oMath xmlns:m="http://schemas.openxmlformats.org/officeDocument/2006/math">
                    <m:sSub>
                      <m:sSubPr>
                        <m:ctrlPr>
                          <a:rPr lang="en-US" sz="2800" i="1">
                            <a:latin typeface="Cambria Math" panose="02040503050406030204" pitchFamily="18" charset="0"/>
                            <a:cs typeface="Times New Roman" panose="02020603050405020304" pitchFamily="18" charset="0"/>
                          </a:rPr>
                        </m:ctrlPr>
                      </m:sSubPr>
                      <m:e>
                        <m:r>
                          <a:rPr lang="en-US" sz="2800" i="1">
                            <a:latin typeface="Cambria Math" panose="02040503050406030204" pitchFamily="18" charset="0"/>
                            <a:cs typeface="Times New Roman" panose="02020603050405020304" pitchFamily="18" charset="0"/>
                          </a:rPr>
                          <m:t>𝑦</m:t>
                        </m:r>
                      </m:e>
                      <m:sub>
                        <m:r>
                          <a:rPr lang="en-US" sz="2800" b="0" i="1" smtClean="0">
                            <a:latin typeface="Cambria Math" panose="02040503050406030204" pitchFamily="18" charset="0"/>
                            <a:cs typeface="Times New Roman" panose="02020603050405020304" pitchFamily="18" charset="0"/>
                          </a:rPr>
                          <m:t>𝑡</m:t>
                        </m:r>
                      </m:sub>
                    </m:sSub>
                  </m:oMath>
                </a14:m>
                <a:r>
                  <a:rPr lang="vi-VN" sz="2800">
                    <a:latin typeface="Times New Roman" panose="02020603050405020304" pitchFamily="18" charset="0"/>
                    <a:cs typeface="Times New Roman" panose="02020603050405020304" pitchFamily="18" charset="0"/>
                  </a:rPr>
                  <a:t>} được gọi là quá trình tuyến tính tổng quát nếu có thể biểu diễn nó dưới dạng:</a:t>
                </a:r>
                <a:endParaRPr lang="en-US" sz="2800">
                  <a:latin typeface="Times New Roman" panose="02020603050405020304" pitchFamily="18" charset="0"/>
                  <a:cs typeface="Times New Roman" panose="02020603050405020304" pitchFamily="18" charset="0"/>
                </a:endParaRPr>
              </a:p>
              <a:p>
                <a:pPr marL="457200" lvl="1" indent="0"/>
                <a:r>
                  <a:rPr lang="en-US" sz="2800">
                    <a:latin typeface="Times New Roman" panose="02020603050405020304" pitchFamily="18" charset="0"/>
                    <a:cs typeface="Times New Roman" panose="02020603050405020304" pitchFamily="18" charset="0"/>
                  </a:rPr>
                  <a:t>                                                                   ,</a:t>
                </a:r>
                <a14:m>
                  <m:oMath xmlns:m="http://schemas.openxmlformats.org/officeDocument/2006/math">
                    <m:r>
                      <a:rPr lang="en-US" sz="2800" b="0" i="1" smtClean="0">
                        <a:latin typeface="Cambria Math" panose="02040503050406030204" pitchFamily="18" charset="0"/>
                        <a:cs typeface="Times New Roman" panose="02020603050405020304" pitchFamily="18" charset="0"/>
                      </a:rPr>
                      <m:t>𝑡</m:t>
                    </m:r>
                    <m:r>
                      <a:rPr lang="en-US" sz="2800" b="0" i="1" smtClean="0">
                        <a:latin typeface="Cambria Math" panose="02040503050406030204" pitchFamily="18" charset="0"/>
                        <a:cs typeface="Times New Roman" panose="02020603050405020304" pitchFamily="18" charset="0"/>
                      </a:rPr>
                      <m:t>=0,±1, ±2,…</m:t>
                    </m:r>
                  </m:oMath>
                </a14:m>
                <a:endParaRPr lang="en-US" sz="2800" b="0">
                  <a:latin typeface="Times New Roman" panose="02020603050405020304" pitchFamily="18" charset="0"/>
                  <a:ea typeface="Cambria Math" panose="02040503050406030204" pitchFamily="18" charset="0"/>
                  <a:cs typeface="Times New Roman" panose="02020603050405020304" pitchFamily="18" charset="0"/>
                </a:endParaRPr>
              </a:p>
              <a:p>
                <a:pPr marL="457200" lvl="1" indent="0"/>
                <a:endParaRPr lang="en-US" sz="2800">
                  <a:latin typeface="Times New Roman" panose="02020603050405020304" pitchFamily="18" charset="0"/>
                  <a:cs typeface="Times New Roman" panose="02020603050405020304" pitchFamily="18" charset="0"/>
                </a:endParaRPr>
              </a:p>
              <a:p>
                <a:pPr marL="457200" lvl="1" indent="0"/>
                <a:endParaRPr lang="en-US" sz="2800">
                  <a:latin typeface="Times New Roman" panose="02020603050405020304" pitchFamily="18" charset="0"/>
                  <a:cs typeface="Times New Roman" panose="02020603050405020304" pitchFamily="18" charset="0"/>
                </a:endParaRPr>
              </a:p>
              <a:p>
                <a:pPr marL="457200" lvl="1" indent="0"/>
                <a:endParaRPr lang="en-US" sz="2800">
                  <a:latin typeface="Times New Roman" panose="02020603050405020304" pitchFamily="18" charset="0"/>
                  <a:cs typeface="Times New Roman" panose="02020603050405020304" pitchFamily="18" charset="0"/>
                </a:endParaRPr>
              </a:p>
              <a:p>
                <a:pPr marL="857250" lvl="2" indent="0"/>
                <a:r>
                  <a:rPr lang="en-US" sz="2800">
                    <a:latin typeface="Times New Roman" panose="02020603050405020304" pitchFamily="18" charset="0"/>
                    <a:cs typeface="Times New Roman" panose="02020603050405020304" pitchFamily="18" charset="0"/>
                  </a:rPr>
                  <a:t>Trong đó {</a:t>
                </a:r>
                <a14:m>
                  <m:oMath xmlns:m="http://schemas.openxmlformats.org/officeDocument/2006/math">
                    <m:sSub>
                      <m:sSubPr>
                        <m:ctrlPr>
                          <a:rPr lang="en-US" sz="2800" i="1">
                            <a:latin typeface="Cambria Math" panose="02040503050406030204" pitchFamily="18" charset="0"/>
                            <a:cs typeface="Times New Roman" panose="02020603050405020304" pitchFamily="18" charset="0"/>
                          </a:rPr>
                        </m:ctrlPr>
                      </m:sSubPr>
                      <m:e>
                        <m:r>
                          <m:rPr>
                            <m:nor/>
                          </m:rPr>
                          <a:rPr lang="en-US" sz="2800">
                            <a:latin typeface="Times New Roman" panose="02020603050405020304" pitchFamily="18" charset="0"/>
                            <a:cs typeface="Times New Roman" panose="02020603050405020304" pitchFamily="18" charset="0"/>
                          </a:rPr>
                          <m:t>𝜀</m:t>
                        </m:r>
                      </m:e>
                      <m:sub>
                        <m:r>
                          <a:rPr lang="en-US" sz="2800" i="1">
                            <a:latin typeface="Cambria Math" panose="02040503050406030204" pitchFamily="18" charset="0"/>
                            <a:cs typeface="Times New Roman" panose="02020603050405020304" pitchFamily="18" charset="0"/>
                          </a:rPr>
                          <m:t>𝑡</m:t>
                        </m:r>
                      </m:sub>
                    </m:sSub>
                  </m:oMath>
                </a14:m>
                <a:r>
                  <a:rPr lang="en-US" sz="2800">
                    <a:latin typeface="Times New Roman" panose="02020603050405020304" pitchFamily="18" charset="0"/>
                    <a:cs typeface="Times New Roman" panose="02020603050405020304" pitchFamily="18" charset="0"/>
                  </a:rPr>
                  <a:t>} là quá trình nhiễu trắng, 𝜇 là hằng số và {</a:t>
                </a:r>
                <a14:m>
                  <m:oMath xmlns:m="http://schemas.openxmlformats.org/officeDocument/2006/math">
                    <m:sSub>
                      <m:sSubPr>
                        <m:ctrlPr>
                          <a:rPr lang="en-US" sz="2800" i="1">
                            <a:latin typeface="Cambria Math" panose="02040503050406030204" pitchFamily="18" charset="0"/>
                            <a:cs typeface="Times New Roman" panose="02020603050405020304" pitchFamily="18" charset="0"/>
                          </a:rPr>
                        </m:ctrlPr>
                      </m:sSubPr>
                      <m:e>
                        <m:r>
                          <m:rPr>
                            <m:nor/>
                          </m:rPr>
                          <a:rPr lang="en-US" sz="2800">
                            <a:latin typeface="Times New Roman" panose="02020603050405020304" pitchFamily="18" charset="0"/>
                            <a:cs typeface="Times New Roman" panose="02020603050405020304" pitchFamily="18" charset="0"/>
                          </a:rPr>
                          <m:t>𝜓</m:t>
                        </m:r>
                      </m:e>
                      <m:sub>
                        <m:r>
                          <a:rPr lang="en-US" sz="2800" i="1">
                            <a:latin typeface="Cambria Math" panose="02040503050406030204" pitchFamily="18" charset="0"/>
                            <a:cs typeface="Times New Roman" panose="02020603050405020304" pitchFamily="18" charset="0"/>
                          </a:rPr>
                          <m:t>𝑡</m:t>
                        </m:r>
                      </m:sub>
                    </m:sSub>
                  </m:oMath>
                </a14:m>
                <a:r>
                  <a:rPr lang="en-US" sz="2800">
                    <a:latin typeface="Times New Roman" panose="02020603050405020304" pitchFamily="18" charset="0"/>
                    <a:cs typeface="Times New Roman" panose="02020603050405020304" pitchFamily="18" charset="0"/>
                  </a:rPr>
                  <a:t>} là một chuỗi các giá trị cố định.</a:t>
                </a:r>
              </a:p>
            </p:txBody>
          </p:sp>
        </mc:Choice>
        <mc:Fallback xmlns="">
          <p:sp>
            <p:nvSpPr>
              <p:cNvPr id="31747" name="Rectangle 3">
                <a:extLst>
                  <a:ext uri="{FF2B5EF4-FFF2-40B4-BE49-F238E27FC236}">
                    <a16:creationId xmlns:a16="http://schemas.microsoft.com/office/drawing/2014/main" id="{E51FA992-55D4-F044-B8BA-EA8265C23265}"/>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3"/>
                <a:stretch>
                  <a:fillRect l="-534" t="-123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pic>
        <p:nvPicPr>
          <p:cNvPr id="3" name="Picture 2">
            <a:extLst>
              <a:ext uri="{FF2B5EF4-FFF2-40B4-BE49-F238E27FC236}">
                <a16:creationId xmlns:a16="http://schemas.microsoft.com/office/drawing/2014/main" id="{1F754368-1EB1-49EB-775B-64014EE3D300}"/>
              </a:ext>
            </a:extLst>
          </p:cNvPr>
          <p:cNvPicPr>
            <a:picLocks noChangeAspect="1"/>
          </p:cNvPicPr>
          <p:nvPr/>
        </p:nvPicPr>
        <p:blipFill>
          <a:blip r:embed="rId4"/>
          <a:stretch>
            <a:fillRect/>
          </a:stretch>
        </p:blipFill>
        <p:spPr>
          <a:xfrm>
            <a:off x="1066800" y="2514600"/>
            <a:ext cx="5410200" cy="438150"/>
          </a:xfrm>
          <a:prstGeom prst="rect">
            <a:avLst/>
          </a:prstGeom>
        </p:spPr>
      </p:pic>
      <p:pic>
        <p:nvPicPr>
          <p:cNvPr id="5" name="Picture 4">
            <a:extLst>
              <a:ext uri="{FF2B5EF4-FFF2-40B4-BE49-F238E27FC236}">
                <a16:creationId xmlns:a16="http://schemas.microsoft.com/office/drawing/2014/main" id="{933BF2C0-8EFF-96E8-3CCB-CB53705E2CCB}"/>
              </a:ext>
            </a:extLst>
          </p:cNvPr>
          <p:cNvPicPr>
            <a:picLocks noChangeAspect="1"/>
          </p:cNvPicPr>
          <p:nvPr/>
        </p:nvPicPr>
        <p:blipFill>
          <a:blip r:embed="rId5"/>
          <a:stretch>
            <a:fillRect/>
          </a:stretch>
        </p:blipFill>
        <p:spPr>
          <a:xfrm>
            <a:off x="2133600" y="2952750"/>
            <a:ext cx="2590800" cy="1193800"/>
          </a:xfrm>
          <a:prstGeom prst="rect">
            <a:avLst/>
          </a:prstGeom>
        </p:spPr>
      </p:pic>
    </p:spTree>
    <p:extLst>
      <p:ext uri="{BB962C8B-B14F-4D97-AF65-F5344CB8AC3E}">
        <p14:creationId xmlns:p14="http://schemas.microsoft.com/office/powerpoint/2010/main" val="35356230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46BE53-E2D1-0C99-013A-7EF5B5CD7C45}"/>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0A5549A1-1831-C06F-B289-C57C069C2F77}"/>
              </a:ext>
            </a:extLst>
          </p:cNvPr>
          <p:cNvSpPr>
            <a:spLocks noGrp="1"/>
          </p:cNvSpPr>
          <p:nvPr>
            <p:ph type="title"/>
          </p:nvPr>
        </p:nvSpPr>
        <p:spPr>
          <a:xfrm>
            <a:off x="1220788" y="365125"/>
            <a:ext cx="7904162" cy="747713"/>
          </a:xfrm>
        </p:spPr>
        <p:txBody>
          <a:bodyPr>
            <a:noAutofit/>
          </a:bodyPr>
          <a:lstStyle/>
          <a:p>
            <a:pPr marL="57150">
              <a:defRPr/>
            </a:pPr>
            <a:r>
              <a:rPr lang="en-US" sz="3200" dirty="0" err="1">
                <a:latin typeface="Times New Roman" panose="02020603050405020304" pitchFamily="18" charset="0"/>
                <a:cs typeface="Times New Roman" panose="02020603050405020304" pitchFamily="18" charset="0"/>
              </a:rPr>
              <a:t>Mô</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hình</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hồi</a:t>
            </a:r>
            <a:r>
              <a:rPr lang="en-US" sz="3200" dirty="0">
                <a:latin typeface="Times New Roman" panose="02020603050405020304" pitchFamily="18" charset="0"/>
                <a:cs typeface="Times New Roman" panose="02020603050405020304" pitchFamily="18" charset="0"/>
              </a:rPr>
              <a:t> qui </a:t>
            </a:r>
            <a:r>
              <a:rPr lang="en-US" sz="3200" dirty="0" err="1">
                <a:latin typeface="Times New Roman" panose="02020603050405020304" pitchFamily="18" charset="0"/>
                <a:cs typeface="Times New Roman" panose="02020603050405020304" pitchFamily="18" charset="0"/>
              </a:rPr>
              <a:t>tuyến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tính</a:t>
            </a:r>
            <a:r>
              <a:rPr lang="en-US" sz="3200" dirty="0">
                <a:latin typeface="Times New Roman" panose="02020603050405020304" pitchFamily="18" charset="0"/>
                <a:cs typeface="Times New Roman" panose="02020603050405020304" pitchFamily="18" charset="0"/>
              </a:rPr>
              <a:t> </a:t>
            </a:r>
          </a:p>
        </p:txBody>
      </p:sp>
      <mc:AlternateContent xmlns:mc="http://schemas.openxmlformats.org/markup-compatibility/2006" xmlns:a14="http://schemas.microsoft.com/office/drawing/2010/main">
        <mc:Choice Requires="a14">
          <p:sp>
            <p:nvSpPr>
              <p:cNvPr id="31747" name="Rectangle 3">
                <a:extLst>
                  <a:ext uri="{FF2B5EF4-FFF2-40B4-BE49-F238E27FC236}">
                    <a16:creationId xmlns:a16="http://schemas.microsoft.com/office/drawing/2014/main" id="{CDC4C58C-3DAE-5FA5-BDC9-D33637B191D1}"/>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514350" indent="-457200">
                  <a:buFont typeface="Wingdings" panose="05000000000000000000" pitchFamily="2" charset="2"/>
                  <a:buChar char="Ø"/>
                </a:pPr>
                <a:r>
                  <a:rPr lang="en-US" sz="2800" b="1" dirty="0" err="1">
                    <a:latin typeface="Times New Roman" panose="02020603050405020304" pitchFamily="18" charset="0"/>
                    <a:cs typeface="Times New Roman" panose="02020603050405020304" pitchFamily="18" charset="0"/>
                  </a:rPr>
                  <a:t>Quá</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trình</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Ngẫu</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nhiên</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Tuyến</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tính</a:t>
                </a:r>
                <a:endParaRPr lang="en-US" sz="2800" b="1" dirty="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r>
                  <a:rPr lang="vi-VN" sz="2800" dirty="0">
                    <a:latin typeface="Times New Roman" panose="02020603050405020304" pitchFamily="18" charset="0"/>
                    <a:cs typeface="Times New Roman" panose="02020603050405020304" pitchFamily="18" charset="0"/>
                  </a:rPr>
                  <a:t>Quá trình tuyến tính tổng quát</a:t>
                </a:r>
                <a:endParaRPr lang="en-US" sz="2800" dirty="0">
                  <a:latin typeface="Times New Roman" panose="02020603050405020304" pitchFamily="18" charset="0"/>
                  <a:cs typeface="Times New Roman" panose="02020603050405020304" pitchFamily="18" charset="0"/>
                </a:endParaRPr>
              </a:p>
              <a:p>
                <a:pPr marL="457200" lvl="1" indent="0"/>
                <a:r>
                  <a:rPr lang="en-US" sz="2800" dirty="0">
                    <a:latin typeface="Times New Roman" panose="02020603050405020304" pitchFamily="18" charset="0"/>
                    <a:cs typeface="Times New Roman" panose="02020603050405020304" pitchFamily="18" charset="0"/>
                  </a:rPr>
                  <a:t>                                                                   ,</a:t>
                </a:r>
                <a14:m>
                  <m:oMath xmlns:m="http://schemas.openxmlformats.org/officeDocument/2006/math">
                    <m:r>
                      <a:rPr lang="en-US" sz="2800" b="0" i="1" smtClean="0">
                        <a:latin typeface="Cambria Math" panose="02040503050406030204" pitchFamily="18" charset="0"/>
                        <a:cs typeface="Times New Roman" panose="02020603050405020304" pitchFamily="18" charset="0"/>
                      </a:rPr>
                      <m:t>𝑡</m:t>
                    </m:r>
                    <m:r>
                      <a:rPr lang="en-US" sz="2800" b="0" i="1" smtClean="0">
                        <a:latin typeface="Cambria Math" panose="02040503050406030204" pitchFamily="18" charset="0"/>
                        <a:cs typeface="Times New Roman" panose="02020603050405020304" pitchFamily="18" charset="0"/>
                      </a:rPr>
                      <m:t>=0,±1, ±2,…</m:t>
                    </m:r>
                  </m:oMath>
                </a14:m>
                <a:endParaRPr lang="en-US" sz="2800" b="0" dirty="0">
                  <a:latin typeface="Times New Roman" panose="02020603050405020304" pitchFamily="18" charset="0"/>
                  <a:ea typeface="Cambria Math" panose="02040503050406030204" pitchFamily="18" charset="0"/>
                  <a:cs typeface="Times New Roman" panose="02020603050405020304" pitchFamily="18" charset="0"/>
                </a:endParaRPr>
              </a:p>
              <a:p>
                <a:pPr marL="857250" lvl="2" indent="0"/>
                <a:r>
                  <a:rPr lang="vi-VN" sz="2800" dirty="0">
                    <a:latin typeface="Times New Roman" panose="02020603050405020304" pitchFamily="18" charset="0"/>
                    <a:ea typeface="Cambria Math" panose="02040503050406030204" pitchFamily="18" charset="0"/>
                    <a:cs typeface="Times New Roman" panose="02020603050405020304" pitchFamily="18" charset="0"/>
                  </a:rPr>
                  <a:t>là dừng nếu một trong các</a:t>
                </a:r>
                <a:r>
                  <a:rPr lang="en-US" sz="2800" dirty="0">
                    <a:latin typeface="Times New Roman" panose="02020603050405020304" pitchFamily="18" charset="0"/>
                    <a:ea typeface="Cambria Math" panose="02040503050406030204" pitchFamily="18" charset="0"/>
                    <a:cs typeface="Times New Roman" panose="02020603050405020304" pitchFamily="18" charset="0"/>
                  </a:rPr>
                  <a:t> </a:t>
                </a:r>
                <a:r>
                  <a:rPr lang="vi-VN" sz="2800" dirty="0">
                    <a:latin typeface="Times New Roman" panose="02020603050405020304" pitchFamily="18" charset="0"/>
                    <a:ea typeface="Cambria Math" panose="02040503050406030204" pitchFamily="18" charset="0"/>
                    <a:cs typeface="Times New Roman" panose="02020603050405020304" pitchFamily="18" charset="0"/>
                  </a:rPr>
                  <a:t>điều kiện sau được thỏa mãn:</a:t>
                </a:r>
                <a:r>
                  <a:rPr lang="en-US" sz="2800" dirty="0">
                    <a:latin typeface="Times New Roman" panose="02020603050405020304" pitchFamily="18" charset="0"/>
                    <a:ea typeface="Cambria Math" panose="02040503050406030204" pitchFamily="18" charset="0"/>
                    <a:cs typeface="Times New Roman" panose="02020603050405020304" pitchFamily="18" charset="0"/>
                  </a:rPr>
                  <a:t> </a:t>
                </a:r>
              </a:p>
              <a:p>
                <a:pPr marL="1314450" lvl="2" indent="-457200">
                  <a:buFont typeface="Courier New" panose="02070309020205020404" pitchFamily="49" charset="0"/>
                  <a:buChar char="o"/>
                </a:pPr>
                <a14:m>
                  <m:oMath xmlns:m="http://schemas.openxmlformats.org/officeDocument/2006/math">
                    <m:sSub>
                      <m:sSubPr>
                        <m:ctrlPr>
                          <a:rPr lang="en-US" sz="2800" i="1">
                            <a:latin typeface="Cambria Math" panose="02040503050406030204" pitchFamily="18" charset="0"/>
                            <a:cs typeface="Times New Roman" panose="02020603050405020304" pitchFamily="18" charset="0"/>
                          </a:rPr>
                        </m:ctrlPr>
                      </m:sSubPr>
                      <m:e>
                        <m:r>
                          <m:rPr>
                            <m:nor/>
                          </m:rPr>
                          <a:rPr lang="en-US" sz="2800">
                            <a:latin typeface="Times New Roman" panose="02020603050405020304" pitchFamily="18" charset="0"/>
                            <a:cs typeface="Times New Roman" panose="02020603050405020304" pitchFamily="18" charset="0"/>
                          </a:rPr>
                          <m:t>𝜓</m:t>
                        </m:r>
                      </m:e>
                      <m:sub>
                        <m:r>
                          <a:rPr lang="en-US" sz="2800" b="0" i="1" smtClean="0">
                            <a:latin typeface="Cambria Math" panose="02040503050406030204" pitchFamily="18" charset="0"/>
                            <a:cs typeface="Times New Roman" panose="02020603050405020304" pitchFamily="18" charset="0"/>
                          </a:rPr>
                          <m:t>1</m:t>
                        </m:r>
                      </m:sub>
                    </m:sSub>
                    <m:r>
                      <a:rPr lang="en-US" sz="2800" b="0" i="1" smtClean="0">
                        <a:latin typeface="Cambria Math" panose="02040503050406030204" pitchFamily="18" charset="0"/>
                        <a:cs typeface="Times New Roman" panose="02020603050405020304" pitchFamily="18" charset="0"/>
                      </a:rPr>
                      <m:t>,</m:t>
                    </m:r>
                    <m:sSub>
                      <m:sSubPr>
                        <m:ctrlPr>
                          <a:rPr lang="en-US" sz="2800" i="1">
                            <a:latin typeface="Cambria Math" panose="02040503050406030204" pitchFamily="18" charset="0"/>
                            <a:cs typeface="Times New Roman" panose="02020603050405020304" pitchFamily="18" charset="0"/>
                          </a:rPr>
                        </m:ctrlPr>
                      </m:sSubPr>
                      <m:e>
                        <m:r>
                          <m:rPr>
                            <m:nor/>
                          </m:rPr>
                          <a:rPr lang="en-US" sz="2800">
                            <a:latin typeface="Times New Roman" panose="02020603050405020304" pitchFamily="18" charset="0"/>
                            <a:cs typeface="Times New Roman" panose="02020603050405020304" pitchFamily="18" charset="0"/>
                          </a:rPr>
                          <m:t>𝜓</m:t>
                        </m:r>
                      </m:e>
                      <m:sub>
                        <m:r>
                          <a:rPr lang="en-US" sz="2800" b="0" i="1" smtClean="0">
                            <a:latin typeface="Cambria Math" panose="02040503050406030204" pitchFamily="18" charset="0"/>
                            <a:cs typeface="Times New Roman" panose="02020603050405020304" pitchFamily="18" charset="0"/>
                          </a:rPr>
                          <m:t>2</m:t>
                        </m:r>
                      </m:sub>
                    </m:sSub>
                    <m:r>
                      <a:rPr lang="en-US" sz="2800" b="0" i="1" smtClean="0">
                        <a:latin typeface="Cambria Math" panose="02040503050406030204" pitchFamily="18" charset="0"/>
                        <a:cs typeface="Times New Roman" panose="02020603050405020304" pitchFamily="18" charset="0"/>
                      </a:rPr>
                      <m:t>,</m:t>
                    </m:r>
                  </m:oMath>
                </a14:m>
                <a:r>
                  <a:rPr lang="vi-VN" sz="2800" dirty="0">
                    <a:latin typeface="Times New Roman" panose="02020603050405020304" pitchFamily="18" charset="0"/>
                    <a:ea typeface="Cambria Math" panose="02040503050406030204" pitchFamily="18" charset="0"/>
                    <a:cs typeface="Times New Roman" panose="02020603050405020304" pitchFamily="18" charset="0"/>
                  </a:rPr>
                  <a:t>… là hữu hạn.</a:t>
                </a:r>
                <a:endParaRPr lang="en-US" sz="2800" dirty="0">
                  <a:latin typeface="Times New Roman" panose="02020603050405020304" pitchFamily="18" charset="0"/>
                  <a:ea typeface="Cambria Math" panose="02040503050406030204" pitchFamily="18" charset="0"/>
                  <a:cs typeface="Times New Roman" panose="02020603050405020304" pitchFamily="18" charset="0"/>
                </a:endParaRPr>
              </a:p>
              <a:p>
                <a:pPr marL="1314450" lvl="2" indent="-457200">
                  <a:buFont typeface="Courier New" panose="02070309020205020404" pitchFamily="49" charset="0"/>
                  <a:buChar char="o"/>
                </a:pPr>
                <a:r>
                  <a:rPr lang="en-US" sz="2800" dirty="0">
                    <a:latin typeface="Times New Roman" panose="02020603050405020304" pitchFamily="18" charset="0"/>
                    <a:ea typeface="Cambria Math" panose="02040503050406030204" pitchFamily="18" charset="0"/>
                    <a:cs typeface="Times New Roman" panose="02020603050405020304" pitchFamily="18" charset="0"/>
                  </a:rPr>
                  <a:t>                </a:t>
                </a:r>
                <a:r>
                  <a:rPr lang="vi-VN" sz="2800" dirty="0">
                    <a:latin typeface="Times New Roman" panose="02020603050405020304" pitchFamily="18" charset="0"/>
                    <a:ea typeface="Cambria Math" panose="02040503050406030204" pitchFamily="18" charset="0"/>
                    <a:cs typeface="Times New Roman" panose="02020603050405020304" pitchFamily="18" charset="0"/>
                  </a:rPr>
                  <a:t>, điều này đảm bảo</a:t>
                </a:r>
                <a:r>
                  <a:rPr lang="en-US" sz="2800" dirty="0">
                    <a:latin typeface="Times New Roman" panose="02020603050405020304" pitchFamily="18" charset="0"/>
                    <a:ea typeface="Cambria Math" panose="02040503050406030204" pitchFamily="18" charset="0"/>
                    <a:cs typeface="Times New Roman" panose="02020603050405020304" pitchFamily="18" charset="0"/>
                  </a:rPr>
                  <a:t> </a:t>
                </a:r>
                <a:r>
                  <a:rPr lang="vi-VN" sz="2800" dirty="0">
                    <a:latin typeface="Times New Roman" panose="02020603050405020304" pitchFamily="18" charset="0"/>
                    <a:ea typeface="Cambria Math" panose="02040503050406030204" pitchFamily="18" charset="0"/>
                    <a:cs typeface="Times New Roman" panose="02020603050405020304" pitchFamily="18" charset="0"/>
                  </a:rPr>
                  <a:t>phương sai là hữu hạn.</a:t>
                </a:r>
                <a:endParaRPr lang="en-US" sz="2800" dirty="0">
                  <a:latin typeface="Times New Roman" panose="02020603050405020304" pitchFamily="18" charset="0"/>
                  <a:ea typeface="Cambria Math" panose="02040503050406030204" pitchFamily="18" charset="0"/>
                  <a:cs typeface="Times New Roman" panose="02020603050405020304" pitchFamily="18" charset="0"/>
                </a:endParaRPr>
              </a:p>
              <a:p>
                <a:pPr marL="914400" lvl="1" indent="-457200">
                  <a:buFont typeface="Wingdings" panose="05000000000000000000" pitchFamily="2" charset="2"/>
                  <a:buChar char="q"/>
                </a:pPr>
                <a:r>
                  <a:rPr lang="vi-VN" sz="2400" dirty="0">
                    <a:latin typeface="Times New Roman" panose="02020603050405020304" pitchFamily="18" charset="0"/>
                    <a:ea typeface="Cambria Math" panose="02040503050406030204" pitchFamily="18" charset="0"/>
                    <a:cs typeface="Times New Roman" panose="02020603050405020304" pitchFamily="18" charset="0"/>
                  </a:rPr>
                  <a:t>Nếu quá trình là dừng thì 𝜇 được coi là trung bình của quá trình, ngược lại, nó chỉ được coi là một điểm tham chiếu. </a:t>
                </a:r>
                <a:endParaRPr lang="en-US" sz="2400" dirty="0">
                  <a:latin typeface="Times New Roman" panose="02020603050405020304" pitchFamily="18" charset="0"/>
                  <a:ea typeface="Cambria Math" panose="02040503050406030204" pitchFamily="18" charset="0"/>
                  <a:cs typeface="Times New Roman" panose="02020603050405020304" pitchFamily="18" charset="0"/>
                </a:endParaRPr>
              </a:p>
              <a:p>
                <a:pPr marL="914400" lvl="1" indent="-457200">
                  <a:buFont typeface="Wingdings" panose="05000000000000000000" pitchFamily="2" charset="2"/>
                  <a:buChar char="q"/>
                </a:pPr>
                <a:r>
                  <a:rPr lang="en-US" sz="2400" dirty="0" err="1">
                    <a:latin typeface="Times New Roman" panose="02020603050405020304" pitchFamily="18" charset="0"/>
                    <a:ea typeface="Cambria Math" panose="02040503050406030204" pitchFamily="18" charset="0"/>
                    <a:cs typeface="Times New Roman" panose="02020603050405020304" pitchFamily="18" charset="0"/>
                  </a:rPr>
                  <a:t>Một</a:t>
                </a:r>
                <a:r>
                  <a:rPr lang="en-US" sz="2400" dirty="0">
                    <a:latin typeface="Times New Roman" panose="02020603050405020304" pitchFamily="18" charset="0"/>
                    <a:ea typeface="Cambria Math" panose="02040503050406030204" pitchFamily="18" charset="0"/>
                    <a:cs typeface="Times New Roman" panose="02020603050405020304" pitchFamily="18" charset="0"/>
                  </a:rPr>
                  <a:t> </a:t>
                </a:r>
                <a:r>
                  <a:rPr lang="en-US" sz="2400" dirty="0" err="1">
                    <a:latin typeface="Times New Roman" panose="02020603050405020304" pitchFamily="18" charset="0"/>
                    <a:ea typeface="Cambria Math" panose="02040503050406030204" pitchFamily="18" charset="0"/>
                    <a:cs typeface="Times New Roman" panose="02020603050405020304" pitchFamily="18" charset="0"/>
                  </a:rPr>
                  <a:t>số</a:t>
                </a:r>
                <a:r>
                  <a:rPr lang="en-US" sz="2400" dirty="0">
                    <a:latin typeface="Times New Roman" panose="02020603050405020304" pitchFamily="18" charset="0"/>
                    <a:ea typeface="Cambria Math" panose="02040503050406030204" pitchFamily="18" charset="0"/>
                    <a:cs typeface="Times New Roman" panose="02020603050405020304" pitchFamily="18" charset="0"/>
                  </a:rPr>
                  <a:t> </a:t>
                </a:r>
                <a:r>
                  <a:rPr lang="en-US" sz="2400" dirty="0" err="1">
                    <a:latin typeface="Times New Roman" panose="02020603050405020304" pitchFamily="18" charset="0"/>
                    <a:ea typeface="Cambria Math" panose="02040503050406030204" pitchFamily="18" charset="0"/>
                    <a:cs typeface="Times New Roman" panose="02020603050405020304" pitchFamily="18" charset="0"/>
                  </a:rPr>
                  <a:t>mô</a:t>
                </a:r>
                <a:r>
                  <a:rPr lang="en-US" sz="2400" dirty="0">
                    <a:latin typeface="Times New Roman" panose="02020603050405020304" pitchFamily="18" charset="0"/>
                    <a:ea typeface="Cambria Math" panose="02040503050406030204" pitchFamily="18" charset="0"/>
                    <a:cs typeface="Times New Roman" panose="02020603050405020304" pitchFamily="18" charset="0"/>
                  </a:rPr>
                  <a:t> </a:t>
                </a:r>
                <a:r>
                  <a:rPr lang="en-US" sz="2400" dirty="0" err="1">
                    <a:latin typeface="Times New Roman" panose="02020603050405020304" pitchFamily="18" charset="0"/>
                    <a:ea typeface="Cambria Math" panose="02040503050406030204" pitchFamily="18" charset="0"/>
                    <a:cs typeface="Times New Roman" panose="02020603050405020304" pitchFamily="18" charset="0"/>
                  </a:rPr>
                  <a:t>hình</a:t>
                </a:r>
                <a:r>
                  <a:rPr lang="vi-VN" sz="2400" dirty="0">
                    <a:latin typeface="Times New Roman" panose="02020603050405020304" pitchFamily="18" charset="0"/>
                    <a:ea typeface="Cambria Math" panose="02040503050406030204" pitchFamily="18" charset="0"/>
                    <a:cs typeface="Times New Roman" panose="02020603050405020304" pitchFamily="18" charset="0"/>
                  </a:rPr>
                  <a:t> sẽ</a:t>
                </a:r>
                <a:r>
                  <a:rPr lang="en-US" sz="2400" dirty="0">
                    <a:latin typeface="Times New Roman" panose="02020603050405020304" pitchFamily="18" charset="0"/>
                    <a:ea typeface="Cambria Math" panose="02040503050406030204" pitchFamily="18" charset="0"/>
                    <a:cs typeface="Times New Roman" panose="02020603050405020304" pitchFamily="18" charset="0"/>
                  </a:rPr>
                  <a:t> </a:t>
                </a:r>
                <a:r>
                  <a:rPr lang="vi-VN" sz="2400" dirty="0">
                    <a:latin typeface="Times New Roman" panose="02020603050405020304" pitchFamily="18" charset="0"/>
                    <a:ea typeface="Cambria Math" panose="02040503050406030204" pitchFamily="18" charset="0"/>
                    <a:cs typeface="Times New Roman" panose="02020603050405020304" pitchFamily="18" charset="0"/>
                  </a:rPr>
                  <a:t>giả sử 𝜇 = 0, và trong trường hợp 𝜇 ≠ 0, chúng ta sẽ</a:t>
                </a:r>
                <a:r>
                  <a:rPr lang="en-US" sz="2400" dirty="0">
                    <a:latin typeface="Times New Roman" panose="02020603050405020304" pitchFamily="18" charset="0"/>
                    <a:ea typeface="Cambria Math" panose="02040503050406030204" pitchFamily="18" charset="0"/>
                    <a:cs typeface="Times New Roman" panose="02020603050405020304" pitchFamily="18" charset="0"/>
                  </a:rPr>
                  <a:t> </a:t>
                </a:r>
                <a:r>
                  <a:rPr lang="vi-VN" sz="2400" dirty="0">
                    <a:latin typeface="Times New Roman" panose="02020603050405020304" pitchFamily="18" charset="0"/>
                    <a:ea typeface="Cambria Math" panose="02040503050406030204" pitchFamily="18" charset="0"/>
                    <a:cs typeface="Times New Roman" panose="02020603050405020304" pitchFamily="18" charset="0"/>
                  </a:rPr>
                  <a:t>giả sử </a:t>
                </a:r>
                <a14:m>
                  <m:oMath xmlns:m="http://schemas.openxmlformats.org/officeDocument/2006/math">
                    <m:sSub>
                      <m:sSubPr>
                        <m:ctrlPr>
                          <a:rPr lang="en-US" sz="2400" i="1">
                            <a:latin typeface="Cambria Math" panose="02040503050406030204" pitchFamily="18" charset="0"/>
                            <a:cs typeface="Times New Roman" panose="02020603050405020304" pitchFamily="18" charset="0"/>
                          </a:rPr>
                        </m:ctrlPr>
                      </m:sSubPr>
                      <m:e>
                        <m:r>
                          <a:rPr lang="en-US" sz="2400" i="1">
                            <a:latin typeface="Cambria Math" panose="02040503050406030204" pitchFamily="18" charset="0"/>
                            <a:cs typeface="Times New Roman" panose="02020603050405020304" pitchFamily="18" charset="0"/>
                          </a:rPr>
                          <m:t>𝑦</m:t>
                        </m:r>
                      </m:e>
                      <m:sub>
                        <m:r>
                          <a:rPr lang="en-US" sz="2400" i="1">
                            <a:latin typeface="Cambria Math" panose="02040503050406030204" pitchFamily="18" charset="0"/>
                            <a:cs typeface="Times New Roman" panose="02020603050405020304" pitchFamily="18" charset="0"/>
                          </a:rPr>
                          <m:t>𝑡</m:t>
                        </m:r>
                      </m:sub>
                    </m:sSub>
                  </m:oMath>
                </a14:m>
                <a:r>
                  <a:rPr lang="vi-VN" sz="2400" dirty="0">
                    <a:latin typeface="Times New Roman" panose="02020603050405020304" pitchFamily="18" charset="0"/>
                    <a:ea typeface="Cambria Math" panose="02040503050406030204" pitchFamily="18" charset="0"/>
                    <a:cs typeface="Times New Roman" panose="02020603050405020304" pitchFamily="18" charset="0"/>
                  </a:rPr>
                  <a:t> biểu diễn chuỗi ban đầu sau khi trừ đi</a:t>
                </a:r>
                <a:r>
                  <a:rPr lang="en-US" sz="2400" dirty="0">
                    <a:latin typeface="Times New Roman" panose="02020603050405020304" pitchFamily="18" charset="0"/>
                    <a:ea typeface="Cambria Math" panose="02040503050406030204" pitchFamily="18" charset="0"/>
                    <a:cs typeface="Times New Roman" panose="02020603050405020304" pitchFamily="18" charset="0"/>
                  </a:rPr>
                  <a:t> </a:t>
                </a:r>
                <a:r>
                  <a:rPr lang="vi-VN" sz="2400" dirty="0">
                    <a:latin typeface="Times New Roman" panose="02020603050405020304" pitchFamily="18" charset="0"/>
                    <a:ea typeface="Cambria Math" panose="02040503050406030204" pitchFamily="18" charset="0"/>
                    <a:cs typeface="Times New Roman" panose="02020603050405020304" pitchFamily="18" charset="0"/>
                  </a:rPr>
                  <a:t>hằng số 𝜇.</a:t>
                </a:r>
                <a:endParaRPr lang="en-US" sz="2400" dirty="0">
                  <a:latin typeface="Times New Roman" panose="02020603050405020304" pitchFamily="18" charset="0"/>
                  <a:ea typeface="Cambria Math" panose="02040503050406030204" pitchFamily="18" charset="0"/>
                  <a:cs typeface="Times New Roman" panose="02020603050405020304" pitchFamily="18" charset="0"/>
                </a:endParaRPr>
              </a:p>
              <a:p>
                <a:pPr marL="914400" lvl="1" indent="-457200">
                  <a:buFont typeface="Wingdings" panose="05000000000000000000" pitchFamily="2" charset="2"/>
                  <a:buChar char="q"/>
                </a:pPr>
                <a:r>
                  <a:rPr lang="en-US" sz="2400" dirty="0" err="1">
                    <a:latin typeface="Times New Roman" panose="02020603050405020304" pitchFamily="18" charset="0"/>
                    <a:ea typeface="Cambria Math" panose="02040503050406030204" pitchFamily="18" charset="0"/>
                    <a:cs typeface="Times New Roman" panose="02020603050405020304" pitchFamily="18" charset="0"/>
                  </a:rPr>
                  <a:t>Một</a:t>
                </a:r>
                <a:r>
                  <a:rPr lang="en-US" sz="2400" dirty="0">
                    <a:latin typeface="Times New Roman" panose="02020603050405020304" pitchFamily="18" charset="0"/>
                    <a:ea typeface="Cambria Math" panose="02040503050406030204" pitchFamily="18" charset="0"/>
                    <a:cs typeface="Times New Roman" panose="02020603050405020304" pitchFamily="18" charset="0"/>
                  </a:rPr>
                  <a:t> </a:t>
                </a:r>
                <a:r>
                  <a:rPr lang="en-US" sz="2400" dirty="0" err="1">
                    <a:latin typeface="Times New Roman" panose="02020603050405020304" pitchFamily="18" charset="0"/>
                    <a:ea typeface="Cambria Math" panose="02040503050406030204" pitchFamily="18" charset="0"/>
                    <a:cs typeface="Times New Roman" panose="02020603050405020304" pitchFamily="18" charset="0"/>
                  </a:rPr>
                  <a:t>số</a:t>
                </a:r>
                <a:r>
                  <a:rPr lang="en-US" sz="2400" dirty="0">
                    <a:latin typeface="Times New Roman" panose="02020603050405020304" pitchFamily="18" charset="0"/>
                    <a:ea typeface="Cambria Math" panose="02040503050406030204" pitchFamily="18" charset="0"/>
                    <a:cs typeface="Times New Roman" panose="02020603050405020304" pitchFamily="18" charset="0"/>
                  </a:rPr>
                  <a:t> </a:t>
                </a:r>
                <a:r>
                  <a:rPr lang="en-US" sz="2400" dirty="0" err="1">
                    <a:latin typeface="Times New Roman" panose="02020603050405020304" pitchFamily="18" charset="0"/>
                    <a:ea typeface="Cambria Math" panose="02040503050406030204" pitchFamily="18" charset="0"/>
                    <a:cs typeface="Times New Roman" panose="02020603050405020304" pitchFamily="18" charset="0"/>
                  </a:rPr>
                  <a:t>mô</a:t>
                </a:r>
                <a:r>
                  <a:rPr lang="en-US" sz="2400" dirty="0">
                    <a:latin typeface="Times New Roman" panose="02020603050405020304" pitchFamily="18" charset="0"/>
                    <a:ea typeface="Cambria Math" panose="02040503050406030204" pitchFamily="18" charset="0"/>
                    <a:cs typeface="Times New Roman" panose="02020603050405020304" pitchFamily="18" charset="0"/>
                  </a:rPr>
                  <a:t> </a:t>
                </a:r>
                <a:r>
                  <a:rPr lang="en-US" sz="2400" dirty="0" err="1">
                    <a:latin typeface="Times New Roman" panose="02020603050405020304" pitchFamily="18" charset="0"/>
                    <a:ea typeface="Cambria Math" panose="02040503050406030204" pitchFamily="18" charset="0"/>
                    <a:cs typeface="Times New Roman" panose="02020603050405020304" pitchFamily="18" charset="0"/>
                  </a:rPr>
                  <a:t>hình</a:t>
                </a:r>
                <a:r>
                  <a:rPr lang="vi-VN" sz="2400" dirty="0">
                    <a:latin typeface="Times New Roman" panose="02020603050405020304" pitchFamily="18" charset="0"/>
                    <a:ea typeface="Cambria Math" panose="02040503050406030204" pitchFamily="18" charset="0"/>
                    <a:cs typeface="Times New Roman" panose="02020603050405020304" pitchFamily="18" charset="0"/>
                  </a:rPr>
                  <a:t> </a:t>
                </a:r>
                <a:r>
                  <a:rPr lang="en-US" sz="2400" dirty="0" err="1">
                    <a:latin typeface="Times New Roman" panose="02020603050405020304" pitchFamily="18" charset="0"/>
                    <a:ea typeface="Cambria Math" panose="02040503050406030204" pitchFamily="18" charset="0"/>
                    <a:cs typeface="Times New Roman" panose="02020603050405020304" pitchFamily="18" charset="0"/>
                  </a:rPr>
                  <a:t>có</a:t>
                </a:r>
                <a:r>
                  <a:rPr lang="en-US" sz="2400" dirty="0">
                    <a:latin typeface="Times New Roman" panose="02020603050405020304" pitchFamily="18" charset="0"/>
                    <a:ea typeface="Cambria Math" panose="02040503050406030204" pitchFamily="18" charset="0"/>
                    <a:cs typeface="Times New Roman" panose="02020603050405020304" pitchFamily="18" charset="0"/>
                  </a:rPr>
                  <a:t> </a:t>
                </a:r>
                <a:r>
                  <a:rPr lang="en-US" sz="2400" dirty="0" err="1">
                    <a:latin typeface="Times New Roman" panose="02020603050405020304" pitchFamily="18" charset="0"/>
                    <a:ea typeface="Cambria Math" panose="02040503050406030204" pitchFamily="18" charset="0"/>
                    <a:cs typeface="Times New Roman" panose="02020603050405020304" pitchFamily="18" charset="0"/>
                  </a:rPr>
                  <a:t>nhiễu</a:t>
                </a:r>
                <a:r>
                  <a:rPr lang="en-US" sz="2400" dirty="0">
                    <a:latin typeface="Times New Roman" panose="02020603050405020304" pitchFamily="18" charset="0"/>
                    <a:ea typeface="Cambria Math" panose="02040503050406030204" pitchFamily="18" charset="0"/>
                    <a:cs typeface="Times New Roman" panose="02020603050405020304" pitchFamily="18" charset="0"/>
                  </a:rPr>
                  <a:t> </a:t>
                </a:r>
                <a14:m>
                  <m:oMath xmlns:m="http://schemas.openxmlformats.org/officeDocument/2006/math">
                    <m:sSub>
                      <m:sSubPr>
                        <m:ctrlPr>
                          <a:rPr lang="en-US" sz="2400" i="1">
                            <a:latin typeface="Cambria Math" panose="02040503050406030204" pitchFamily="18" charset="0"/>
                            <a:cs typeface="Times New Roman" panose="02020603050405020304" pitchFamily="18" charset="0"/>
                          </a:rPr>
                        </m:ctrlPr>
                      </m:sSubPr>
                      <m:e>
                        <m:r>
                          <m:rPr>
                            <m:nor/>
                          </m:rPr>
                          <a:rPr lang="en-US" sz="2400">
                            <a:latin typeface="Times New Roman" panose="02020603050405020304" pitchFamily="18" charset="0"/>
                            <a:cs typeface="Times New Roman" panose="02020603050405020304" pitchFamily="18" charset="0"/>
                          </a:rPr>
                          <m:t>𝜀</m:t>
                        </m:r>
                      </m:e>
                      <m:sub>
                        <m:r>
                          <a:rPr lang="en-US" sz="2400" i="1">
                            <a:latin typeface="Cambria Math" panose="02040503050406030204" pitchFamily="18" charset="0"/>
                            <a:cs typeface="Times New Roman" panose="02020603050405020304" pitchFamily="18" charset="0"/>
                          </a:rPr>
                          <m:t>𝑡</m:t>
                        </m:r>
                      </m:sub>
                    </m:sSub>
                  </m:oMath>
                </a14:m>
                <a:r>
                  <a:rPr lang="en-US" sz="2400" b="0" dirty="0">
                    <a:latin typeface="Times New Roman" panose="02020603050405020304" pitchFamily="18" charset="0"/>
                    <a:ea typeface="Cambria Math" panose="02040503050406030204" pitchFamily="18" charset="0"/>
                    <a:cs typeface="Times New Roman" panose="02020603050405020304" pitchFamily="18" charset="0"/>
                  </a:rPr>
                  <a:t> </a:t>
                </a:r>
                <a:r>
                  <a:rPr lang="en-US" sz="2400" b="0" dirty="0" err="1">
                    <a:latin typeface="Times New Roman" panose="02020603050405020304" pitchFamily="18" charset="0"/>
                    <a:ea typeface="Cambria Math" panose="02040503050406030204" pitchFamily="18" charset="0"/>
                    <a:cs typeface="Times New Roman" panose="02020603050405020304" pitchFamily="18" charset="0"/>
                  </a:rPr>
                  <a:t>với</a:t>
                </a:r>
                <a:r>
                  <a:rPr lang="en-US" sz="2400" b="0" dirty="0">
                    <a:latin typeface="Times New Roman" panose="02020603050405020304" pitchFamily="18" charset="0"/>
                    <a:ea typeface="Cambria Math" panose="02040503050406030204" pitchFamily="18" charset="0"/>
                    <a:cs typeface="Times New Roman" panose="02020603050405020304" pitchFamily="18" charset="0"/>
                  </a:rPr>
                  <a:t> </a:t>
                </a:r>
                <a:r>
                  <a:rPr lang="en-US" sz="2400" b="0" dirty="0" err="1">
                    <a:latin typeface="Times New Roman" panose="02020603050405020304" pitchFamily="18" charset="0"/>
                    <a:ea typeface="Cambria Math" panose="02040503050406030204" pitchFamily="18" charset="0"/>
                    <a:cs typeface="Times New Roman" panose="02020603050405020304" pitchFamily="18" charset="0"/>
                  </a:rPr>
                  <a:t>kì</a:t>
                </a:r>
                <a:r>
                  <a:rPr lang="en-US" sz="2400" b="0" dirty="0">
                    <a:latin typeface="Times New Roman" panose="02020603050405020304" pitchFamily="18" charset="0"/>
                    <a:ea typeface="Cambria Math" panose="02040503050406030204" pitchFamily="18" charset="0"/>
                    <a:cs typeface="Times New Roman" panose="02020603050405020304" pitchFamily="18" charset="0"/>
                  </a:rPr>
                  <a:t> </a:t>
                </a:r>
                <a:r>
                  <a:rPr lang="en-US" sz="2400" b="0" dirty="0" err="1">
                    <a:latin typeface="Times New Roman" panose="02020603050405020304" pitchFamily="18" charset="0"/>
                    <a:ea typeface="Cambria Math" panose="02040503050406030204" pitchFamily="18" charset="0"/>
                    <a:cs typeface="Times New Roman" panose="02020603050405020304" pitchFamily="18" charset="0"/>
                  </a:rPr>
                  <a:t>vọng</a:t>
                </a:r>
                <a:r>
                  <a:rPr lang="en-US" sz="2400" b="0" dirty="0">
                    <a:latin typeface="Times New Roman" panose="02020603050405020304" pitchFamily="18" charset="0"/>
                    <a:ea typeface="Cambria Math" panose="02040503050406030204" pitchFamily="18" charset="0"/>
                    <a:cs typeface="Times New Roman" panose="02020603050405020304" pitchFamily="18" charset="0"/>
                  </a:rPr>
                  <a:t> </a:t>
                </a:r>
                <a:r>
                  <a:rPr lang="en-US" sz="2400" b="0" dirty="0" err="1">
                    <a:latin typeface="Times New Roman" panose="02020603050405020304" pitchFamily="18" charset="0"/>
                    <a:ea typeface="Cambria Math" panose="02040503050406030204" pitchFamily="18" charset="0"/>
                    <a:cs typeface="Times New Roman" panose="02020603050405020304" pitchFamily="18" charset="0"/>
                  </a:rPr>
                  <a:t>khác</a:t>
                </a:r>
                <a:r>
                  <a:rPr lang="en-US" sz="2400" b="0" dirty="0">
                    <a:latin typeface="Times New Roman" panose="02020603050405020304" pitchFamily="18" charset="0"/>
                    <a:ea typeface="Cambria Math" panose="02040503050406030204" pitchFamily="18" charset="0"/>
                    <a:cs typeface="Times New Roman" panose="02020603050405020304" pitchFamily="18" charset="0"/>
                  </a:rPr>
                  <a:t> 0, </a:t>
                </a:r>
                <a:r>
                  <a:rPr lang="en-US" sz="2400" b="0" dirty="0" err="1">
                    <a:latin typeface="Times New Roman" panose="02020603050405020304" pitchFamily="18" charset="0"/>
                    <a:ea typeface="Cambria Math" panose="02040503050406030204" pitchFamily="18" charset="0"/>
                    <a:cs typeface="Times New Roman" panose="02020603050405020304" pitchFamily="18" charset="0"/>
                  </a:rPr>
                  <a:t>chúng</a:t>
                </a:r>
                <a:r>
                  <a:rPr lang="en-US" sz="2400" b="0" dirty="0">
                    <a:latin typeface="Times New Roman" panose="02020603050405020304" pitchFamily="18" charset="0"/>
                    <a:ea typeface="Cambria Math" panose="02040503050406030204" pitchFamily="18" charset="0"/>
                    <a:cs typeface="Times New Roman" panose="02020603050405020304" pitchFamily="18" charset="0"/>
                  </a:rPr>
                  <a:t> ta </a:t>
                </a:r>
                <a:r>
                  <a:rPr lang="en-US" sz="2400" b="0" dirty="0" err="1">
                    <a:latin typeface="Times New Roman" panose="02020603050405020304" pitchFamily="18" charset="0"/>
                    <a:ea typeface="Cambria Math" panose="02040503050406030204" pitchFamily="18" charset="0"/>
                    <a:cs typeface="Times New Roman" panose="02020603050405020304" pitchFamily="18" charset="0"/>
                  </a:rPr>
                  <a:t>có</a:t>
                </a:r>
                <a:r>
                  <a:rPr lang="en-US" sz="2400" b="0" dirty="0">
                    <a:latin typeface="Times New Roman" panose="02020603050405020304" pitchFamily="18" charset="0"/>
                    <a:ea typeface="Cambria Math" panose="02040503050406030204" pitchFamily="18" charset="0"/>
                    <a:cs typeface="Times New Roman" panose="02020603050405020304" pitchFamily="18" charset="0"/>
                  </a:rPr>
                  <a:t> </a:t>
                </a:r>
                <a:r>
                  <a:rPr lang="en-US" sz="2400" b="0" dirty="0" err="1">
                    <a:latin typeface="Times New Roman" panose="02020603050405020304" pitchFamily="18" charset="0"/>
                    <a:ea typeface="Cambria Math" panose="02040503050406030204" pitchFamily="18" charset="0"/>
                    <a:cs typeface="Times New Roman" panose="02020603050405020304" pitchFamily="18" charset="0"/>
                  </a:rPr>
                  <a:t>thể</a:t>
                </a:r>
                <a:r>
                  <a:rPr lang="en-US" sz="2400" b="0" dirty="0">
                    <a:latin typeface="Times New Roman" panose="02020603050405020304" pitchFamily="18" charset="0"/>
                    <a:ea typeface="Cambria Math" panose="02040503050406030204" pitchFamily="18" charset="0"/>
                    <a:cs typeface="Times New Roman" panose="02020603050405020304" pitchFamily="18" charset="0"/>
                  </a:rPr>
                  <a:t> </a:t>
                </a:r>
                <a:r>
                  <a:rPr lang="en-US" sz="2400" b="0" dirty="0" err="1">
                    <a:latin typeface="Times New Roman" panose="02020603050405020304" pitchFamily="18" charset="0"/>
                    <a:ea typeface="Cambria Math" panose="02040503050406030204" pitchFamily="18" charset="0"/>
                    <a:cs typeface="Times New Roman" panose="02020603050405020304" pitchFamily="18" charset="0"/>
                  </a:rPr>
                  <a:t>đưa</a:t>
                </a:r>
                <a:r>
                  <a:rPr lang="en-US" sz="2400" b="0" dirty="0">
                    <a:latin typeface="Times New Roman" panose="02020603050405020304" pitchFamily="18" charset="0"/>
                    <a:ea typeface="Cambria Math" panose="02040503050406030204" pitchFamily="18" charset="0"/>
                    <a:cs typeface="Times New Roman" panose="02020603050405020304" pitchFamily="18" charset="0"/>
                  </a:rPr>
                  <a:t> </a:t>
                </a:r>
                <a:r>
                  <a:rPr lang="en-US" sz="2400" b="0" dirty="0" err="1">
                    <a:latin typeface="Times New Roman" panose="02020603050405020304" pitchFamily="18" charset="0"/>
                    <a:ea typeface="Cambria Math" panose="02040503050406030204" pitchFamily="18" charset="0"/>
                    <a:cs typeface="Times New Roman" panose="02020603050405020304" pitchFamily="18" charset="0"/>
                  </a:rPr>
                  <a:t>về</a:t>
                </a:r>
                <a:r>
                  <a:rPr lang="en-US" sz="2400" b="0" dirty="0">
                    <a:latin typeface="Times New Roman" panose="02020603050405020304" pitchFamily="18" charset="0"/>
                    <a:ea typeface="Cambria Math" panose="02040503050406030204" pitchFamily="18" charset="0"/>
                    <a:cs typeface="Times New Roman" panose="02020603050405020304" pitchFamily="18" charset="0"/>
                  </a:rPr>
                  <a:t> </a:t>
                </a:r>
                <a:r>
                  <a:rPr lang="en-US" sz="2400" b="0" dirty="0" err="1">
                    <a:latin typeface="Times New Roman" panose="02020603050405020304" pitchFamily="18" charset="0"/>
                    <a:ea typeface="Cambria Math" panose="02040503050406030204" pitchFamily="18" charset="0"/>
                    <a:cs typeface="Times New Roman" panose="02020603050405020304" pitchFamily="18" charset="0"/>
                  </a:rPr>
                  <a:t>nhiễu</a:t>
                </a:r>
                <a:r>
                  <a:rPr lang="en-US" sz="2400" b="0" dirty="0">
                    <a:latin typeface="Times New Roman" panose="02020603050405020304" pitchFamily="18" charset="0"/>
                    <a:ea typeface="Cambria Math" panose="02040503050406030204" pitchFamily="18" charset="0"/>
                    <a:cs typeface="Times New Roman" panose="02020603050405020304" pitchFamily="18" charset="0"/>
                  </a:rPr>
                  <a:t> </a:t>
                </a:r>
                <a:r>
                  <a:rPr lang="en-US" sz="2400" b="0" dirty="0" err="1">
                    <a:latin typeface="Times New Roman" panose="02020603050405020304" pitchFamily="18" charset="0"/>
                    <a:ea typeface="Cambria Math" panose="02040503050406030204" pitchFamily="18" charset="0"/>
                    <a:cs typeface="Times New Roman" panose="02020603050405020304" pitchFamily="18" charset="0"/>
                  </a:rPr>
                  <a:t>trắng</a:t>
                </a:r>
                <a:r>
                  <a:rPr lang="en-US" sz="2400" b="0" dirty="0">
                    <a:latin typeface="Times New Roman" panose="02020603050405020304" pitchFamily="18" charset="0"/>
                    <a:ea typeface="Cambria Math" panose="02040503050406030204" pitchFamily="18" charset="0"/>
                    <a:cs typeface="Times New Roman" panose="02020603050405020304" pitchFamily="18" charset="0"/>
                  </a:rPr>
                  <a:t> </a:t>
                </a:r>
                <a14:m>
                  <m:oMath xmlns:m="http://schemas.openxmlformats.org/officeDocument/2006/math">
                    <m:sSub>
                      <m:sSubPr>
                        <m:ctrlPr>
                          <a:rPr lang="en-US" sz="2400" i="1">
                            <a:latin typeface="Cambria Math" panose="02040503050406030204" pitchFamily="18" charset="0"/>
                            <a:cs typeface="Times New Roman" panose="02020603050405020304" pitchFamily="18" charset="0"/>
                          </a:rPr>
                        </m:ctrlPr>
                      </m:sSubPr>
                      <m:e>
                        <m:sSub>
                          <m:sSubPr>
                            <m:ctrlPr>
                              <a:rPr lang="en-US" sz="2400" i="1">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𝑤</m:t>
                            </m:r>
                          </m:e>
                          <m:sub>
                            <m:r>
                              <a:rPr lang="en-US" sz="2400" i="1">
                                <a:latin typeface="Cambria Math" panose="02040503050406030204" pitchFamily="18" charset="0"/>
                                <a:cs typeface="Times New Roman" panose="02020603050405020304" pitchFamily="18" charset="0"/>
                              </a:rPr>
                              <m:t>𝑡</m:t>
                            </m:r>
                          </m:sub>
                        </m:sSub>
                        <m:r>
                          <a:rPr lang="en-US" sz="2400" b="0" i="1" smtClean="0">
                            <a:latin typeface="Cambria Math" panose="02040503050406030204" pitchFamily="18" charset="0"/>
                            <a:cs typeface="Times New Roman" panose="02020603050405020304" pitchFamily="18" charset="0"/>
                          </a:rPr>
                          <m:t>= </m:t>
                        </m:r>
                        <m:r>
                          <m:rPr>
                            <m:nor/>
                          </m:rPr>
                          <a:rPr lang="en-US" sz="2400">
                            <a:latin typeface="Times New Roman" panose="02020603050405020304" pitchFamily="18" charset="0"/>
                            <a:cs typeface="Times New Roman" panose="02020603050405020304" pitchFamily="18" charset="0"/>
                          </a:rPr>
                          <m:t>𝜀</m:t>
                        </m:r>
                      </m:e>
                      <m:sub>
                        <m:r>
                          <a:rPr lang="en-US" sz="2400" i="1">
                            <a:latin typeface="Cambria Math" panose="02040503050406030204" pitchFamily="18" charset="0"/>
                            <a:cs typeface="Times New Roman" panose="02020603050405020304" pitchFamily="18" charset="0"/>
                          </a:rPr>
                          <m:t>𝑡</m:t>
                        </m:r>
                      </m:sub>
                    </m:sSub>
                    <m:r>
                      <a:rPr lang="en-US" sz="2400" b="0" i="1" smtClean="0">
                        <a:latin typeface="Cambria Math" panose="02040503050406030204" pitchFamily="18" charset="0"/>
                        <a:cs typeface="Times New Roman" panose="02020603050405020304" pitchFamily="18" charset="0"/>
                      </a:rPr>
                      <m:t> −</m:t>
                    </m:r>
                    <m:r>
                      <a:rPr lang="en-US" sz="2400" b="0" i="1" smtClean="0">
                        <a:latin typeface="Cambria Math" panose="02040503050406030204" pitchFamily="18" charset="0"/>
                        <a:cs typeface="Times New Roman" panose="02020603050405020304" pitchFamily="18" charset="0"/>
                      </a:rPr>
                      <m:t>𝐸</m:t>
                    </m:r>
                    <m:d>
                      <m:dPr>
                        <m:begChr m:val="["/>
                        <m:endChr m:val="]"/>
                        <m:ctrlPr>
                          <a:rPr lang="en-US" sz="2400" b="0" i="1" smtClean="0">
                            <a:latin typeface="Cambria Math" panose="02040503050406030204" pitchFamily="18" charset="0"/>
                            <a:cs typeface="Times New Roman" panose="02020603050405020304" pitchFamily="18" charset="0"/>
                          </a:rPr>
                        </m:ctrlPr>
                      </m:dPr>
                      <m:e>
                        <m:sSub>
                          <m:sSubPr>
                            <m:ctrlPr>
                              <a:rPr lang="en-US" sz="2400" i="1">
                                <a:latin typeface="Cambria Math" panose="02040503050406030204" pitchFamily="18" charset="0"/>
                                <a:cs typeface="Times New Roman" panose="02020603050405020304" pitchFamily="18" charset="0"/>
                              </a:rPr>
                            </m:ctrlPr>
                          </m:sSubPr>
                          <m:e>
                            <m:r>
                              <m:rPr>
                                <m:nor/>
                              </m:rPr>
                              <a:rPr lang="en-US" sz="2400">
                                <a:latin typeface="Times New Roman" panose="02020603050405020304" pitchFamily="18" charset="0"/>
                                <a:cs typeface="Times New Roman" panose="02020603050405020304" pitchFamily="18" charset="0"/>
                              </a:rPr>
                              <m:t>𝜀</m:t>
                            </m:r>
                          </m:e>
                          <m:sub>
                            <m:r>
                              <a:rPr lang="en-US" sz="2400" i="1">
                                <a:latin typeface="Cambria Math" panose="02040503050406030204" pitchFamily="18" charset="0"/>
                                <a:cs typeface="Times New Roman" panose="02020603050405020304" pitchFamily="18" charset="0"/>
                              </a:rPr>
                              <m:t>𝑡</m:t>
                            </m:r>
                          </m:sub>
                        </m:sSub>
                      </m:e>
                    </m:d>
                  </m:oMath>
                </a14:m>
                <a:r>
                  <a:rPr lang="en-US" sz="2400" b="0" dirty="0">
                    <a:latin typeface="Times New Roman" panose="02020603050405020304" pitchFamily="18" charset="0"/>
                    <a:ea typeface="Cambria Math" panose="02040503050406030204" pitchFamily="18" charset="0"/>
                    <a:cs typeface="Times New Roman" panose="02020603050405020304" pitchFamily="18" charset="0"/>
                  </a:rPr>
                  <a:t> (</a:t>
                </a:r>
                <a:r>
                  <a:rPr lang="en-US" sz="2400" b="0" dirty="0" err="1">
                    <a:latin typeface="Times New Roman" panose="02020603050405020304" pitchFamily="18" charset="0"/>
                    <a:ea typeface="Cambria Math" panose="02040503050406030204" pitchFamily="18" charset="0"/>
                    <a:cs typeface="Times New Roman" panose="02020603050405020304" pitchFamily="18" charset="0"/>
                  </a:rPr>
                  <a:t>phần</a:t>
                </a:r>
                <a:r>
                  <a:rPr lang="en-US" sz="2400" b="0" dirty="0">
                    <a:latin typeface="Times New Roman" panose="02020603050405020304" pitchFamily="18" charset="0"/>
                    <a:ea typeface="Cambria Math" panose="02040503050406030204" pitchFamily="18" charset="0"/>
                    <a:cs typeface="Times New Roman" panose="02020603050405020304" pitchFamily="18" charset="0"/>
                  </a:rPr>
                  <a:t> </a:t>
                </a:r>
                <a:r>
                  <a:rPr lang="en-US" sz="2400" b="0" dirty="0" err="1">
                    <a:latin typeface="Times New Roman" panose="02020603050405020304" pitchFamily="18" charset="0"/>
                    <a:ea typeface="Cambria Math" panose="02040503050406030204" pitchFamily="18" charset="0"/>
                    <a:cs typeface="Times New Roman" panose="02020603050405020304" pitchFamily="18" charset="0"/>
                  </a:rPr>
                  <a:t>dư</a:t>
                </a:r>
                <a:r>
                  <a:rPr lang="en-US" sz="2400" b="0" dirty="0">
                    <a:latin typeface="Times New Roman" panose="02020603050405020304" pitchFamily="18" charset="0"/>
                    <a:ea typeface="Cambria Math" panose="02040503050406030204" pitchFamily="18" charset="0"/>
                    <a:cs typeface="Times New Roman" panose="02020603050405020304" pitchFamily="18" charset="0"/>
                  </a:rPr>
                  <a:t> </a:t>
                </a:r>
                <a:r>
                  <a:rPr lang="en-US" sz="2400" b="0" dirty="0" err="1">
                    <a:latin typeface="Times New Roman" panose="02020603050405020304" pitchFamily="18" charset="0"/>
                    <a:ea typeface="Cambria Math" panose="02040503050406030204" pitchFamily="18" charset="0"/>
                    <a:cs typeface="Times New Roman" panose="02020603050405020304" pitchFamily="18" charset="0"/>
                  </a:rPr>
                  <a:t>sẽ</a:t>
                </a:r>
                <a:r>
                  <a:rPr lang="en-US" sz="2400" b="0" dirty="0">
                    <a:latin typeface="Times New Roman" panose="02020603050405020304" pitchFamily="18" charset="0"/>
                    <a:ea typeface="Cambria Math" panose="02040503050406030204" pitchFamily="18" charset="0"/>
                    <a:cs typeface="Times New Roman" panose="02020603050405020304" pitchFamily="18" charset="0"/>
                  </a:rPr>
                  <a:t> </a:t>
                </a:r>
                <a:r>
                  <a:rPr lang="en-US" sz="2400" b="0" dirty="0" err="1">
                    <a:latin typeface="Times New Roman" panose="02020603050405020304" pitchFamily="18" charset="0"/>
                    <a:ea typeface="Cambria Math" panose="02040503050406030204" pitchFamily="18" charset="0"/>
                    <a:cs typeface="Times New Roman" panose="02020603050405020304" pitchFamily="18" charset="0"/>
                  </a:rPr>
                  <a:t>cộng</a:t>
                </a:r>
                <a:r>
                  <a:rPr lang="en-US" sz="2400" b="0" dirty="0">
                    <a:latin typeface="Times New Roman" panose="02020603050405020304" pitchFamily="18" charset="0"/>
                    <a:ea typeface="Cambria Math" panose="02040503050406030204" pitchFamily="18" charset="0"/>
                    <a:cs typeface="Times New Roman" panose="02020603050405020304" pitchFamily="18" charset="0"/>
                  </a:rPr>
                  <a:t> </a:t>
                </a:r>
                <a:r>
                  <a:rPr lang="en-US" sz="2400" b="0" dirty="0" err="1">
                    <a:latin typeface="Times New Roman" panose="02020603050405020304" pitchFamily="18" charset="0"/>
                    <a:ea typeface="Cambria Math" panose="02040503050406030204" pitchFamily="18" charset="0"/>
                    <a:cs typeface="Times New Roman" panose="02020603050405020304" pitchFamily="18" charset="0"/>
                  </a:rPr>
                  <a:t>vào</a:t>
                </a:r>
                <a:r>
                  <a:rPr lang="en-US" sz="2400" b="0" dirty="0">
                    <a:latin typeface="Times New Roman" panose="02020603050405020304" pitchFamily="18" charset="0"/>
                    <a:ea typeface="Cambria Math" panose="02040503050406030204" pitchFamily="18" charset="0"/>
                    <a:cs typeface="Times New Roman" panose="02020603050405020304" pitchFamily="18" charset="0"/>
                  </a:rPr>
                  <a:t> </a:t>
                </a:r>
                <a:r>
                  <a:rPr lang="vi-VN" sz="2400" dirty="0">
                    <a:latin typeface="Times New Roman" panose="02020603050405020304" pitchFamily="18" charset="0"/>
                    <a:ea typeface="Cambria Math" panose="02040503050406030204" pitchFamily="18" charset="0"/>
                    <a:cs typeface="Times New Roman" panose="02020603050405020304" pitchFamily="18" charset="0"/>
                  </a:rPr>
                  <a:t>𝜇</a:t>
                </a:r>
                <a:r>
                  <a:rPr lang="en-US" sz="2400" b="0" dirty="0">
                    <a:latin typeface="Times New Roman" panose="02020603050405020304" pitchFamily="18" charset="0"/>
                    <a:ea typeface="Cambria Math" panose="02040503050406030204" pitchFamily="18" charset="0"/>
                    <a:cs typeface="Times New Roman" panose="02020603050405020304" pitchFamily="18" charset="0"/>
                  </a:rPr>
                  <a:t>).</a:t>
                </a:r>
              </a:p>
            </p:txBody>
          </p:sp>
        </mc:Choice>
        <mc:Fallback xmlns="">
          <p:sp>
            <p:nvSpPr>
              <p:cNvPr id="31747" name="Rectangle 3">
                <a:extLst>
                  <a:ext uri="{FF2B5EF4-FFF2-40B4-BE49-F238E27FC236}">
                    <a16:creationId xmlns:a16="http://schemas.microsoft.com/office/drawing/2014/main" id="{CDC4C58C-3DAE-5FA5-BDC9-D33637B191D1}"/>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3"/>
                <a:stretch>
                  <a:fillRect l="-556" t="-1535" r="-1669" b="-51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VN">
                    <a:noFill/>
                  </a:rPr>
                  <a:t> </a:t>
                </a:r>
              </a:p>
            </p:txBody>
          </p:sp>
        </mc:Fallback>
      </mc:AlternateContent>
      <p:pic>
        <p:nvPicPr>
          <p:cNvPr id="3" name="Picture 2">
            <a:extLst>
              <a:ext uri="{FF2B5EF4-FFF2-40B4-BE49-F238E27FC236}">
                <a16:creationId xmlns:a16="http://schemas.microsoft.com/office/drawing/2014/main" id="{7EAF7553-7D15-8FA8-71B7-742AFCC177AA}"/>
              </a:ext>
            </a:extLst>
          </p:cNvPr>
          <p:cNvPicPr>
            <a:picLocks noChangeAspect="1"/>
          </p:cNvPicPr>
          <p:nvPr/>
        </p:nvPicPr>
        <p:blipFill>
          <a:blip r:embed="rId4"/>
          <a:stretch>
            <a:fillRect/>
          </a:stretch>
        </p:blipFill>
        <p:spPr>
          <a:xfrm>
            <a:off x="990600" y="2133600"/>
            <a:ext cx="5410200" cy="438150"/>
          </a:xfrm>
          <a:prstGeom prst="rect">
            <a:avLst/>
          </a:prstGeom>
        </p:spPr>
      </p:pic>
      <p:pic>
        <p:nvPicPr>
          <p:cNvPr id="4" name="Picture 3">
            <a:extLst>
              <a:ext uri="{FF2B5EF4-FFF2-40B4-BE49-F238E27FC236}">
                <a16:creationId xmlns:a16="http://schemas.microsoft.com/office/drawing/2014/main" id="{8D938CBB-687B-01D1-F77B-FED991AA8F03}"/>
              </a:ext>
            </a:extLst>
          </p:cNvPr>
          <p:cNvPicPr>
            <a:picLocks noChangeAspect="1"/>
          </p:cNvPicPr>
          <p:nvPr/>
        </p:nvPicPr>
        <p:blipFill>
          <a:blip r:embed="rId5"/>
          <a:stretch>
            <a:fillRect/>
          </a:stretch>
        </p:blipFill>
        <p:spPr>
          <a:xfrm>
            <a:off x="1295401" y="3429000"/>
            <a:ext cx="1524000" cy="427921"/>
          </a:xfrm>
          <a:prstGeom prst="rect">
            <a:avLst/>
          </a:prstGeom>
        </p:spPr>
      </p:pic>
    </p:spTree>
    <p:extLst>
      <p:ext uri="{BB962C8B-B14F-4D97-AF65-F5344CB8AC3E}">
        <p14:creationId xmlns:p14="http://schemas.microsoft.com/office/powerpoint/2010/main" val="1100480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7F1D54-52CD-3578-B0E5-4EC95E527DF1}"/>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D2F97307-F238-4BA0-663C-B68C65A4D1CF}"/>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Mô hình hồi qui tuyến tính </a:t>
            </a:r>
          </a:p>
        </p:txBody>
      </p:sp>
      <mc:AlternateContent xmlns:mc="http://schemas.openxmlformats.org/markup-compatibility/2006" xmlns:a14="http://schemas.microsoft.com/office/drawing/2010/main">
        <mc:Choice Requires="a14">
          <p:sp>
            <p:nvSpPr>
              <p:cNvPr id="31747" name="Rectangle 3">
                <a:extLst>
                  <a:ext uri="{FF2B5EF4-FFF2-40B4-BE49-F238E27FC236}">
                    <a16:creationId xmlns:a16="http://schemas.microsoft.com/office/drawing/2014/main" id="{BD1C1A2D-DF45-32C7-D473-9AD5FF92627F}"/>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51435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Quá trình Ngẫu nhiên Tuyến tính</a:t>
                </a:r>
              </a:p>
              <a:p>
                <a:pPr marL="914400" lvl="1" indent="-457200">
                  <a:buFont typeface="Arial" panose="020B0604020202020204" pitchFamily="34" charset="0"/>
                  <a:buChar char="•"/>
                </a:pPr>
                <a:r>
                  <a:rPr lang="vi-VN" sz="2800">
                    <a:latin typeface="Times New Roman" panose="02020603050405020304" pitchFamily="18" charset="0"/>
                    <a:cs typeface="Times New Roman" panose="02020603050405020304" pitchFamily="18" charset="0"/>
                  </a:rPr>
                  <a:t>Quá trình tuyến tính tổng quát</a:t>
                </a:r>
                <a:endParaRPr lang="en-US" sz="2800">
                  <a:latin typeface="Times New Roman" panose="02020603050405020304" pitchFamily="18" charset="0"/>
                  <a:cs typeface="Times New Roman" panose="02020603050405020304" pitchFamily="18" charset="0"/>
                </a:endParaRPr>
              </a:p>
              <a:p>
                <a:pPr marL="457200" lvl="1" indent="0"/>
                <a:r>
                  <a:rPr lang="en-US" sz="2800">
                    <a:latin typeface="Times New Roman" panose="02020603050405020304" pitchFamily="18" charset="0"/>
                    <a:cs typeface="Times New Roman" panose="02020603050405020304" pitchFamily="18" charset="0"/>
                  </a:rPr>
                  <a:t>                                                                   ,</a:t>
                </a:r>
                <a14:m>
                  <m:oMath xmlns:m="http://schemas.openxmlformats.org/officeDocument/2006/math">
                    <m:r>
                      <a:rPr lang="en-US" sz="2800" b="0" i="1" smtClean="0">
                        <a:latin typeface="Cambria Math" panose="02040503050406030204" pitchFamily="18" charset="0"/>
                        <a:cs typeface="Times New Roman" panose="02020603050405020304" pitchFamily="18" charset="0"/>
                      </a:rPr>
                      <m:t>𝑡</m:t>
                    </m:r>
                    <m:r>
                      <a:rPr lang="en-US" sz="2800" b="0" i="1" smtClean="0">
                        <a:latin typeface="Cambria Math" panose="02040503050406030204" pitchFamily="18" charset="0"/>
                        <a:cs typeface="Times New Roman" panose="02020603050405020304" pitchFamily="18" charset="0"/>
                      </a:rPr>
                      <m:t>=0,±1, ±2,…</m:t>
                    </m:r>
                  </m:oMath>
                </a14:m>
                <a:endParaRPr lang="en-US" sz="2800" b="0">
                  <a:latin typeface="Times New Roman" panose="02020603050405020304" pitchFamily="18" charset="0"/>
                  <a:ea typeface="Cambria Math" panose="02040503050406030204" pitchFamily="18" charset="0"/>
                  <a:cs typeface="Times New Roman" panose="02020603050405020304" pitchFamily="18" charset="0"/>
                </a:endParaRPr>
              </a:p>
              <a:p>
                <a:pPr marL="1314450" lvl="2" indent="-457200">
                  <a:buFont typeface="Courier New" panose="02070309020205020404" pitchFamily="49" charset="0"/>
                  <a:buChar char="o"/>
                </a:pPr>
                <a:r>
                  <a:rPr lang="vi-VN" sz="2400">
                    <a:latin typeface="Times New Roman" panose="02020603050405020304" pitchFamily="18" charset="0"/>
                    <a:ea typeface="Cambria Math" panose="02040503050406030204" pitchFamily="18" charset="0"/>
                    <a:cs typeface="Times New Roman" panose="02020603050405020304" pitchFamily="18" charset="0"/>
                  </a:rPr>
                  <a:t>Trong một số điều kiện nhất định, chúng ta có thể biểu diễn quá trình tuyến tính tổng quát</a:t>
                </a:r>
                <a:r>
                  <a:rPr lang="en-US" sz="2400">
                    <a:latin typeface="Times New Roman" panose="02020603050405020304" pitchFamily="18" charset="0"/>
                    <a:ea typeface="Cambria Math" panose="02040503050406030204" pitchFamily="18" charset="0"/>
                    <a:cs typeface="Times New Roman" panose="02020603050405020304" pitchFamily="18" charset="0"/>
                  </a:rPr>
                  <a:t> theo </a:t>
                </a:r>
                <a:r>
                  <a:rPr lang="vi-VN" sz="2400">
                    <a:latin typeface="Times New Roman" panose="02020603050405020304" pitchFamily="18" charset="0"/>
                    <a:ea typeface="Cambria Math" panose="02040503050406030204" pitchFamily="18" charset="0"/>
                    <a:cs typeface="Times New Roman" panose="02020603050405020304" pitchFamily="18" charset="0"/>
                  </a:rPr>
                  <a:t>dạng sau:</a:t>
                </a:r>
                <a:endParaRPr lang="en-US" sz="2400" b="0">
                  <a:latin typeface="Times New Roman" panose="02020603050405020304" pitchFamily="18" charset="0"/>
                  <a:ea typeface="Cambria Math" panose="02040503050406030204" pitchFamily="18" charset="0"/>
                  <a:cs typeface="Times New Roman" panose="02020603050405020304" pitchFamily="18" charset="0"/>
                </a:endParaRPr>
              </a:p>
            </p:txBody>
          </p:sp>
        </mc:Choice>
        <mc:Fallback xmlns="">
          <p:sp>
            <p:nvSpPr>
              <p:cNvPr id="31747" name="Rectangle 3">
                <a:extLst>
                  <a:ext uri="{FF2B5EF4-FFF2-40B4-BE49-F238E27FC236}">
                    <a16:creationId xmlns:a16="http://schemas.microsoft.com/office/drawing/2014/main" id="{BD1C1A2D-DF45-32C7-D473-9AD5FF92627F}"/>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3"/>
                <a:stretch>
                  <a:fillRect l="-534" t="-123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pic>
        <p:nvPicPr>
          <p:cNvPr id="3" name="Picture 2">
            <a:extLst>
              <a:ext uri="{FF2B5EF4-FFF2-40B4-BE49-F238E27FC236}">
                <a16:creationId xmlns:a16="http://schemas.microsoft.com/office/drawing/2014/main" id="{3546E7FD-591D-0319-A482-9743799C9091}"/>
              </a:ext>
            </a:extLst>
          </p:cNvPr>
          <p:cNvPicPr>
            <a:picLocks noChangeAspect="1"/>
          </p:cNvPicPr>
          <p:nvPr/>
        </p:nvPicPr>
        <p:blipFill>
          <a:blip r:embed="rId4"/>
          <a:stretch>
            <a:fillRect/>
          </a:stretch>
        </p:blipFill>
        <p:spPr>
          <a:xfrm>
            <a:off x="990600" y="2133600"/>
            <a:ext cx="5410200" cy="438150"/>
          </a:xfrm>
          <a:prstGeom prst="rect">
            <a:avLst/>
          </a:prstGeom>
        </p:spPr>
      </p:pic>
      <p:pic>
        <p:nvPicPr>
          <p:cNvPr id="5" name="Picture 4">
            <a:extLst>
              <a:ext uri="{FF2B5EF4-FFF2-40B4-BE49-F238E27FC236}">
                <a16:creationId xmlns:a16="http://schemas.microsoft.com/office/drawing/2014/main" id="{7C9D7B13-B046-EF30-6DC6-864998F57238}"/>
              </a:ext>
            </a:extLst>
          </p:cNvPr>
          <p:cNvPicPr>
            <a:picLocks noChangeAspect="1"/>
          </p:cNvPicPr>
          <p:nvPr/>
        </p:nvPicPr>
        <p:blipFill>
          <a:blip r:embed="rId5"/>
          <a:stretch>
            <a:fillRect/>
          </a:stretch>
        </p:blipFill>
        <p:spPr>
          <a:xfrm>
            <a:off x="2138362" y="3429000"/>
            <a:ext cx="4867275" cy="400050"/>
          </a:xfrm>
          <a:prstGeom prst="rect">
            <a:avLst/>
          </a:prstGeom>
        </p:spPr>
      </p:pic>
      <p:pic>
        <p:nvPicPr>
          <p:cNvPr id="7" name="Picture 6">
            <a:extLst>
              <a:ext uri="{FF2B5EF4-FFF2-40B4-BE49-F238E27FC236}">
                <a16:creationId xmlns:a16="http://schemas.microsoft.com/office/drawing/2014/main" id="{19DAB146-3FE2-9883-0B88-E44431220C74}"/>
              </a:ext>
            </a:extLst>
          </p:cNvPr>
          <p:cNvPicPr>
            <a:picLocks noChangeAspect="1"/>
          </p:cNvPicPr>
          <p:nvPr/>
        </p:nvPicPr>
        <p:blipFill>
          <a:blip r:embed="rId6"/>
          <a:stretch>
            <a:fillRect/>
          </a:stretch>
        </p:blipFill>
        <p:spPr>
          <a:xfrm>
            <a:off x="1709736" y="3985214"/>
            <a:ext cx="5724525" cy="542925"/>
          </a:xfrm>
          <a:prstGeom prst="rect">
            <a:avLst/>
          </a:prstGeom>
        </p:spPr>
      </p:pic>
      <p:pic>
        <p:nvPicPr>
          <p:cNvPr id="9" name="Picture 8">
            <a:extLst>
              <a:ext uri="{FF2B5EF4-FFF2-40B4-BE49-F238E27FC236}">
                <a16:creationId xmlns:a16="http://schemas.microsoft.com/office/drawing/2014/main" id="{C7844287-4F20-0EC1-0EEE-4BD0753ACBA1}"/>
              </a:ext>
            </a:extLst>
          </p:cNvPr>
          <p:cNvPicPr>
            <a:picLocks noChangeAspect="1"/>
          </p:cNvPicPr>
          <p:nvPr/>
        </p:nvPicPr>
        <p:blipFill>
          <a:blip r:embed="rId7"/>
          <a:stretch>
            <a:fillRect/>
          </a:stretch>
        </p:blipFill>
        <p:spPr>
          <a:xfrm>
            <a:off x="457200" y="4699589"/>
            <a:ext cx="6029325" cy="542925"/>
          </a:xfrm>
          <a:prstGeom prst="rect">
            <a:avLst/>
          </a:prstGeom>
        </p:spPr>
      </p:pic>
      <p:pic>
        <p:nvPicPr>
          <p:cNvPr id="11" name="Picture 10">
            <a:extLst>
              <a:ext uri="{FF2B5EF4-FFF2-40B4-BE49-F238E27FC236}">
                <a16:creationId xmlns:a16="http://schemas.microsoft.com/office/drawing/2014/main" id="{164049EF-8E48-8FA5-03E7-8115254F534D}"/>
              </a:ext>
            </a:extLst>
          </p:cNvPr>
          <p:cNvPicPr>
            <a:picLocks noChangeAspect="1"/>
          </p:cNvPicPr>
          <p:nvPr/>
        </p:nvPicPr>
        <p:blipFill>
          <a:blip r:embed="rId8"/>
          <a:stretch>
            <a:fillRect/>
          </a:stretch>
        </p:blipFill>
        <p:spPr>
          <a:xfrm>
            <a:off x="6572250" y="4528139"/>
            <a:ext cx="2552700" cy="904875"/>
          </a:xfrm>
          <a:prstGeom prst="rect">
            <a:avLst/>
          </a:prstGeom>
        </p:spPr>
      </p:pic>
      <p:pic>
        <p:nvPicPr>
          <p:cNvPr id="13" name="Picture 12">
            <a:extLst>
              <a:ext uri="{FF2B5EF4-FFF2-40B4-BE49-F238E27FC236}">
                <a16:creationId xmlns:a16="http://schemas.microsoft.com/office/drawing/2014/main" id="{DF2741B1-C2E8-A9C6-A4F8-8000540F47FE}"/>
              </a:ext>
            </a:extLst>
          </p:cNvPr>
          <p:cNvPicPr>
            <a:picLocks noChangeAspect="1"/>
          </p:cNvPicPr>
          <p:nvPr/>
        </p:nvPicPr>
        <p:blipFill>
          <a:blip r:embed="rId9"/>
          <a:stretch>
            <a:fillRect/>
          </a:stretch>
        </p:blipFill>
        <p:spPr>
          <a:xfrm>
            <a:off x="2138362" y="5593850"/>
            <a:ext cx="1857375" cy="400050"/>
          </a:xfrm>
          <a:prstGeom prst="rect">
            <a:avLst/>
          </a:prstGeom>
        </p:spPr>
      </p:pic>
    </p:spTree>
    <p:extLst>
      <p:ext uri="{BB962C8B-B14F-4D97-AF65-F5344CB8AC3E}">
        <p14:creationId xmlns:p14="http://schemas.microsoft.com/office/powerpoint/2010/main" val="35161538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6CBEEE-31B6-728C-D5DA-08DFBE4AC267}"/>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D5A6531F-7169-5B1A-ACEB-BE680740C02B}"/>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Mô hình hồi qui tuyến tính </a:t>
            </a:r>
          </a:p>
        </p:txBody>
      </p:sp>
      <mc:AlternateContent xmlns:mc="http://schemas.openxmlformats.org/markup-compatibility/2006" xmlns:a14="http://schemas.microsoft.com/office/drawing/2010/main">
        <mc:Choice Requires="a14">
          <p:sp>
            <p:nvSpPr>
              <p:cNvPr id="31747" name="Rectangle 3">
                <a:extLst>
                  <a:ext uri="{FF2B5EF4-FFF2-40B4-BE49-F238E27FC236}">
                    <a16:creationId xmlns:a16="http://schemas.microsoft.com/office/drawing/2014/main" id="{2BC01AA8-1B24-6A3E-AE61-40790C21AB18}"/>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51435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Quá trình Ngẫu nhiên Tuyến tính</a:t>
                </a:r>
              </a:p>
              <a:p>
                <a:pPr marL="914400" lvl="1" indent="-457200">
                  <a:buFont typeface="Arial" panose="020B0604020202020204" pitchFamily="34" charset="0"/>
                  <a:buChar char="•"/>
                </a:pPr>
                <a:r>
                  <a:rPr lang="vi-VN" sz="2800">
                    <a:latin typeface="Times New Roman" panose="02020603050405020304" pitchFamily="18" charset="0"/>
                    <a:cs typeface="Times New Roman" panose="02020603050405020304" pitchFamily="18" charset="0"/>
                  </a:rPr>
                  <a:t>Quá trình tuyến tính tổng quát</a:t>
                </a:r>
                <a:endParaRPr lang="en-US" sz="2800">
                  <a:latin typeface="Times New Roman" panose="02020603050405020304" pitchFamily="18" charset="0"/>
                  <a:cs typeface="Times New Roman" panose="02020603050405020304" pitchFamily="18" charset="0"/>
                </a:endParaRPr>
              </a:p>
              <a:p>
                <a:pPr marL="457200" lvl="1" indent="0"/>
                <a:r>
                  <a:rPr lang="en-US" sz="2800">
                    <a:latin typeface="Times New Roman" panose="02020603050405020304" pitchFamily="18" charset="0"/>
                    <a:cs typeface="Times New Roman" panose="02020603050405020304" pitchFamily="18" charset="0"/>
                  </a:rPr>
                  <a:t>                                                                   ,</a:t>
                </a:r>
                <a14:m>
                  <m:oMath xmlns:m="http://schemas.openxmlformats.org/officeDocument/2006/math">
                    <m:r>
                      <a:rPr lang="en-US" sz="2800" b="0" i="1" smtClean="0">
                        <a:latin typeface="Cambria Math" panose="02040503050406030204" pitchFamily="18" charset="0"/>
                        <a:cs typeface="Times New Roman" panose="02020603050405020304" pitchFamily="18" charset="0"/>
                      </a:rPr>
                      <m:t>𝑡</m:t>
                    </m:r>
                    <m:r>
                      <a:rPr lang="en-US" sz="2800" b="0" i="1" smtClean="0">
                        <a:latin typeface="Cambria Math" panose="02040503050406030204" pitchFamily="18" charset="0"/>
                        <a:cs typeface="Times New Roman" panose="02020603050405020304" pitchFamily="18" charset="0"/>
                      </a:rPr>
                      <m:t>=0,±1, ±2,…</m:t>
                    </m:r>
                  </m:oMath>
                </a14:m>
                <a:endParaRPr lang="en-US" sz="2800" b="0">
                  <a:latin typeface="Times New Roman" panose="02020603050405020304" pitchFamily="18" charset="0"/>
                  <a:ea typeface="Cambria Math" panose="02040503050406030204" pitchFamily="18" charset="0"/>
                  <a:cs typeface="Times New Roman" panose="02020603050405020304" pitchFamily="18" charset="0"/>
                </a:endParaRPr>
              </a:p>
              <a:p>
                <a:pPr marL="1314450" lvl="2" indent="-457200">
                  <a:buFont typeface="Courier New" panose="02070309020205020404" pitchFamily="49" charset="0"/>
                  <a:buChar char="o"/>
                </a:pPr>
                <a:r>
                  <a:rPr lang="vi-VN" sz="2400">
                    <a:latin typeface="Times New Roman" panose="02020603050405020304" pitchFamily="18" charset="0"/>
                    <a:ea typeface="Cambria Math" panose="02040503050406030204" pitchFamily="18" charset="0"/>
                    <a:cs typeface="Times New Roman" panose="02020603050405020304" pitchFamily="18" charset="0"/>
                  </a:rPr>
                  <a:t>Trong một số điều kiện nhất định, chúng ta có thể biểu diễn quá trình tuyến tính tổng quát</a:t>
                </a:r>
                <a:r>
                  <a:rPr lang="en-US" sz="2400">
                    <a:latin typeface="Times New Roman" panose="02020603050405020304" pitchFamily="18" charset="0"/>
                    <a:ea typeface="Cambria Math" panose="02040503050406030204" pitchFamily="18" charset="0"/>
                    <a:cs typeface="Times New Roman" panose="02020603050405020304" pitchFamily="18" charset="0"/>
                  </a:rPr>
                  <a:t> theo </a:t>
                </a:r>
                <a:r>
                  <a:rPr lang="vi-VN" sz="2400">
                    <a:latin typeface="Times New Roman" panose="02020603050405020304" pitchFamily="18" charset="0"/>
                    <a:ea typeface="Cambria Math" panose="02040503050406030204" pitchFamily="18" charset="0"/>
                    <a:cs typeface="Times New Roman" panose="02020603050405020304" pitchFamily="18" charset="0"/>
                  </a:rPr>
                  <a:t>dạng sau:</a:t>
                </a:r>
                <a:endParaRPr lang="en-US" sz="2400" b="0">
                  <a:latin typeface="Times New Roman" panose="02020603050405020304" pitchFamily="18" charset="0"/>
                  <a:ea typeface="Cambria Math" panose="02040503050406030204" pitchFamily="18" charset="0"/>
                  <a:cs typeface="Times New Roman" panose="02020603050405020304" pitchFamily="18" charset="0"/>
                </a:endParaRPr>
              </a:p>
            </p:txBody>
          </p:sp>
        </mc:Choice>
        <mc:Fallback xmlns="">
          <p:sp>
            <p:nvSpPr>
              <p:cNvPr id="31747" name="Rectangle 3">
                <a:extLst>
                  <a:ext uri="{FF2B5EF4-FFF2-40B4-BE49-F238E27FC236}">
                    <a16:creationId xmlns:a16="http://schemas.microsoft.com/office/drawing/2014/main" id="{2BC01AA8-1B24-6A3E-AE61-40790C21AB18}"/>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3"/>
                <a:stretch>
                  <a:fillRect l="-534" t="-123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pic>
        <p:nvPicPr>
          <p:cNvPr id="3" name="Picture 2">
            <a:extLst>
              <a:ext uri="{FF2B5EF4-FFF2-40B4-BE49-F238E27FC236}">
                <a16:creationId xmlns:a16="http://schemas.microsoft.com/office/drawing/2014/main" id="{D594F829-83E8-CB43-8119-B8B3CF665D98}"/>
              </a:ext>
            </a:extLst>
          </p:cNvPr>
          <p:cNvPicPr>
            <a:picLocks noChangeAspect="1"/>
          </p:cNvPicPr>
          <p:nvPr/>
        </p:nvPicPr>
        <p:blipFill>
          <a:blip r:embed="rId4"/>
          <a:stretch>
            <a:fillRect/>
          </a:stretch>
        </p:blipFill>
        <p:spPr>
          <a:xfrm>
            <a:off x="990600" y="2133600"/>
            <a:ext cx="5410200" cy="438150"/>
          </a:xfrm>
          <a:prstGeom prst="rect">
            <a:avLst/>
          </a:prstGeom>
        </p:spPr>
      </p:pic>
      <p:pic>
        <p:nvPicPr>
          <p:cNvPr id="4" name="Picture 3">
            <a:extLst>
              <a:ext uri="{FF2B5EF4-FFF2-40B4-BE49-F238E27FC236}">
                <a16:creationId xmlns:a16="http://schemas.microsoft.com/office/drawing/2014/main" id="{AA348218-4DDB-1F60-454B-9B507E93C542}"/>
              </a:ext>
            </a:extLst>
          </p:cNvPr>
          <p:cNvPicPr>
            <a:picLocks noChangeAspect="1"/>
          </p:cNvPicPr>
          <p:nvPr/>
        </p:nvPicPr>
        <p:blipFill>
          <a:blip r:embed="rId5"/>
          <a:stretch>
            <a:fillRect/>
          </a:stretch>
        </p:blipFill>
        <p:spPr>
          <a:xfrm>
            <a:off x="2185987" y="3352800"/>
            <a:ext cx="4772025" cy="476250"/>
          </a:xfrm>
          <a:prstGeom prst="rect">
            <a:avLst/>
          </a:prstGeom>
        </p:spPr>
      </p:pic>
      <p:pic>
        <p:nvPicPr>
          <p:cNvPr id="8" name="Picture 7">
            <a:extLst>
              <a:ext uri="{FF2B5EF4-FFF2-40B4-BE49-F238E27FC236}">
                <a16:creationId xmlns:a16="http://schemas.microsoft.com/office/drawing/2014/main" id="{A078C9F3-B5D6-61BD-F5B9-8514750323A3}"/>
              </a:ext>
            </a:extLst>
          </p:cNvPr>
          <p:cNvPicPr>
            <a:picLocks noChangeAspect="1"/>
          </p:cNvPicPr>
          <p:nvPr/>
        </p:nvPicPr>
        <p:blipFill>
          <a:blip r:embed="rId6"/>
          <a:stretch>
            <a:fillRect/>
          </a:stretch>
        </p:blipFill>
        <p:spPr>
          <a:xfrm>
            <a:off x="2151153" y="3935412"/>
            <a:ext cx="5905500" cy="419100"/>
          </a:xfrm>
          <a:prstGeom prst="rect">
            <a:avLst/>
          </a:prstGeom>
        </p:spPr>
      </p:pic>
      <p:pic>
        <p:nvPicPr>
          <p:cNvPr id="12" name="Picture 11">
            <a:extLst>
              <a:ext uri="{FF2B5EF4-FFF2-40B4-BE49-F238E27FC236}">
                <a16:creationId xmlns:a16="http://schemas.microsoft.com/office/drawing/2014/main" id="{A7D64CAE-70D0-4006-31CA-76FEECE8FCAD}"/>
              </a:ext>
            </a:extLst>
          </p:cNvPr>
          <p:cNvPicPr>
            <a:picLocks noChangeAspect="1"/>
          </p:cNvPicPr>
          <p:nvPr/>
        </p:nvPicPr>
        <p:blipFill>
          <a:blip r:embed="rId7"/>
          <a:stretch>
            <a:fillRect/>
          </a:stretch>
        </p:blipFill>
        <p:spPr>
          <a:xfrm>
            <a:off x="2608353" y="4490819"/>
            <a:ext cx="3792447" cy="818914"/>
          </a:xfrm>
          <a:prstGeom prst="rect">
            <a:avLst/>
          </a:prstGeom>
        </p:spPr>
      </p:pic>
      <p:pic>
        <p:nvPicPr>
          <p:cNvPr id="15" name="Picture 14">
            <a:extLst>
              <a:ext uri="{FF2B5EF4-FFF2-40B4-BE49-F238E27FC236}">
                <a16:creationId xmlns:a16="http://schemas.microsoft.com/office/drawing/2014/main" id="{AB15D527-E809-C8D6-24A8-085CC3741DA8}"/>
              </a:ext>
            </a:extLst>
          </p:cNvPr>
          <p:cNvPicPr>
            <a:picLocks noChangeAspect="1"/>
          </p:cNvPicPr>
          <p:nvPr/>
        </p:nvPicPr>
        <p:blipFill>
          <a:blip r:embed="rId8"/>
          <a:stretch>
            <a:fillRect/>
          </a:stretch>
        </p:blipFill>
        <p:spPr>
          <a:xfrm>
            <a:off x="2286000" y="5396501"/>
            <a:ext cx="1866900" cy="409575"/>
          </a:xfrm>
          <a:prstGeom prst="rect">
            <a:avLst/>
          </a:prstGeom>
        </p:spPr>
      </p:pic>
    </p:spTree>
    <p:extLst>
      <p:ext uri="{BB962C8B-B14F-4D97-AF65-F5344CB8AC3E}">
        <p14:creationId xmlns:p14="http://schemas.microsoft.com/office/powerpoint/2010/main" val="3681401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B93D5F-3E47-7C74-77AB-62858AA7D4BC}"/>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8944A048-03EB-7439-0D89-0840934BEB65}"/>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Mô hình hồi qui tuyến tính </a:t>
            </a:r>
          </a:p>
        </p:txBody>
      </p:sp>
      <p:sp>
        <p:nvSpPr>
          <p:cNvPr id="31747" name="Rectangle 3">
            <a:extLst>
              <a:ext uri="{FF2B5EF4-FFF2-40B4-BE49-F238E27FC236}">
                <a16:creationId xmlns:a16="http://schemas.microsoft.com/office/drawing/2014/main" id="{9F111446-3FE1-475B-0429-E4A2FBEDE416}"/>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51435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Quá trình Ngẫu nhiên Tuyến tính</a:t>
            </a:r>
          </a:p>
          <a:p>
            <a:pPr marL="91440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Ví dụ:</a:t>
            </a:r>
            <a:endParaRPr lang="en-US" sz="2400" b="0">
              <a:latin typeface="Times New Roman" panose="02020603050405020304" pitchFamily="18" charset="0"/>
              <a:ea typeface="Cambria Math" panose="020405030504060302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9B27ACDB-A009-CD68-CEEC-600301E22739}"/>
              </a:ext>
            </a:extLst>
          </p:cNvPr>
          <p:cNvPicPr>
            <a:picLocks noChangeAspect="1"/>
          </p:cNvPicPr>
          <p:nvPr/>
        </p:nvPicPr>
        <p:blipFill>
          <a:blip r:embed="rId3"/>
          <a:stretch>
            <a:fillRect/>
          </a:stretch>
        </p:blipFill>
        <p:spPr>
          <a:xfrm>
            <a:off x="2209800" y="1676400"/>
            <a:ext cx="2705100" cy="476250"/>
          </a:xfrm>
          <a:prstGeom prst="rect">
            <a:avLst/>
          </a:prstGeom>
        </p:spPr>
      </p:pic>
      <p:pic>
        <p:nvPicPr>
          <p:cNvPr id="7" name="Picture 6">
            <a:extLst>
              <a:ext uri="{FF2B5EF4-FFF2-40B4-BE49-F238E27FC236}">
                <a16:creationId xmlns:a16="http://schemas.microsoft.com/office/drawing/2014/main" id="{D8A2D2FF-A897-B6EE-EBF7-1D6E98BCED22}"/>
              </a:ext>
            </a:extLst>
          </p:cNvPr>
          <p:cNvPicPr>
            <a:picLocks noChangeAspect="1"/>
          </p:cNvPicPr>
          <p:nvPr/>
        </p:nvPicPr>
        <p:blipFill>
          <a:blip r:embed="rId4"/>
          <a:stretch>
            <a:fillRect/>
          </a:stretch>
        </p:blipFill>
        <p:spPr>
          <a:xfrm>
            <a:off x="1843087" y="2133600"/>
            <a:ext cx="3438525" cy="476250"/>
          </a:xfrm>
          <a:prstGeom prst="rect">
            <a:avLst/>
          </a:prstGeom>
        </p:spPr>
      </p:pic>
      <p:pic>
        <p:nvPicPr>
          <p:cNvPr id="10" name="Picture 9">
            <a:extLst>
              <a:ext uri="{FF2B5EF4-FFF2-40B4-BE49-F238E27FC236}">
                <a16:creationId xmlns:a16="http://schemas.microsoft.com/office/drawing/2014/main" id="{57B34E48-B252-FFB6-7A10-207995195425}"/>
              </a:ext>
            </a:extLst>
          </p:cNvPr>
          <p:cNvPicPr>
            <a:picLocks noChangeAspect="1"/>
          </p:cNvPicPr>
          <p:nvPr/>
        </p:nvPicPr>
        <p:blipFill>
          <a:blip r:embed="rId5"/>
          <a:stretch>
            <a:fillRect/>
          </a:stretch>
        </p:blipFill>
        <p:spPr>
          <a:xfrm>
            <a:off x="1843087" y="2609850"/>
            <a:ext cx="3390900" cy="590550"/>
          </a:xfrm>
          <a:prstGeom prst="rect">
            <a:avLst/>
          </a:prstGeom>
        </p:spPr>
      </p:pic>
      <p:pic>
        <p:nvPicPr>
          <p:cNvPr id="13" name="Picture 12">
            <a:extLst>
              <a:ext uri="{FF2B5EF4-FFF2-40B4-BE49-F238E27FC236}">
                <a16:creationId xmlns:a16="http://schemas.microsoft.com/office/drawing/2014/main" id="{E473EFD6-CBBA-C99C-E0C3-842DDD8F120B}"/>
              </a:ext>
            </a:extLst>
          </p:cNvPr>
          <p:cNvPicPr>
            <a:picLocks noChangeAspect="1"/>
          </p:cNvPicPr>
          <p:nvPr/>
        </p:nvPicPr>
        <p:blipFill>
          <a:blip r:embed="rId6"/>
          <a:stretch>
            <a:fillRect/>
          </a:stretch>
        </p:blipFill>
        <p:spPr>
          <a:xfrm>
            <a:off x="1833562" y="3149781"/>
            <a:ext cx="3448050" cy="400050"/>
          </a:xfrm>
          <a:prstGeom prst="rect">
            <a:avLst/>
          </a:prstGeom>
        </p:spPr>
      </p:pic>
      <p:pic>
        <p:nvPicPr>
          <p:cNvPr id="16" name="Picture 15">
            <a:extLst>
              <a:ext uri="{FF2B5EF4-FFF2-40B4-BE49-F238E27FC236}">
                <a16:creationId xmlns:a16="http://schemas.microsoft.com/office/drawing/2014/main" id="{9175E732-7155-BB88-17BE-7A8CFD6BB994}"/>
              </a:ext>
            </a:extLst>
          </p:cNvPr>
          <p:cNvPicPr>
            <a:picLocks noChangeAspect="1"/>
          </p:cNvPicPr>
          <p:nvPr/>
        </p:nvPicPr>
        <p:blipFill>
          <a:blip r:embed="rId7"/>
          <a:stretch>
            <a:fillRect/>
          </a:stretch>
        </p:blipFill>
        <p:spPr>
          <a:xfrm>
            <a:off x="1233851" y="3764280"/>
            <a:ext cx="4705350" cy="523875"/>
          </a:xfrm>
          <a:prstGeom prst="rect">
            <a:avLst/>
          </a:prstGeom>
        </p:spPr>
      </p:pic>
      <p:pic>
        <p:nvPicPr>
          <p:cNvPr id="18" name="Picture 17">
            <a:extLst>
              <a:ext uri="{FF2B5EF4-FFF2-40B4-BE49-F238E27FC236}">
                <a16:creationId xmlns:a16="http://schemas.microsoft.com/office/drawing/2014/main" id="{26546AC7-A554-7FD6-174A-97ED07BBDCD2}"/>
              </a:ext>
            </a:extLst>
          </p:cNvPr>
          <p:cNvPicPr>
            <a:picLocks noChangeAspect="1"/>
          </p:cNvPicPr>
          <p:nvPr/>
        </p:nvPicPr>
        <p:blipFill>
          <a:blip r:embed="rId8"/>
          <a:stretch>
            <a:fillRect/>
          </a:stretch>
        </p:blipFill>
        <p:spPr>
          <a:xfrm>
            <a:off x="1600200" y="4258218"/>
            <a:ext cx="4400550" cy="571500"/>
          </a:xfrm>
          <a:prstGeom prst="rect">
            <a:avLst/>
          </a:prstGeom>
        </p:spPr>
      </p:pic>
      <p:pic>
        <p:nvPicPr>
          <p:cNvPr id="20" name="Picture 19">
            <a:extLst>
              <a:ext uri="{FF2B5EF4-FFF2-40B4-BE49-F238E27FC236}">
                <a16:creationId xmlns:a16="http://schemas.microsoft.com/office/drawing/2014/main" id="{0B7635B3-2F00-C65D-7876-B569FDC293A3}"/>
              </a:ext>
            </a:extLst>
          </p:cNvPr>
          <p:cNvPicPr>
            <a:picLocks noChangeAspect="1"/>
          </p:cNvPicPr>
          <p:nvPr/>
        </p:nvPicPr>
        <p:blipFill>
          <a:blip r:embed="rId9"/>
          <a:stretch>
            <a:fillRect/>
          </a:stretch>
        </p:blipFill>
        <p:spPr>
          <a:xfrm>
            <a:off x="1600200" y="4796517"/>
            <a:ext cx="6610350" cy="542925"/>
          </a:xfrm>
          <a:prstGeom prst="rect">
            <a:avLst/>
          </a:prstGeom>
        </p:spPr>
      </p:pic>
      <p:pic>
        <p:nvPicPr>
          <p:cNvPr id="24" name="Picture 23">
            <a:extLst>
              <a:ext uri="{FF2B5EF4-FFF2-40B4-BE49-F238E27FC236}">
                <a16:creationId xmlns:a16="http://schemas.microsoft.com/office/drawing/2014/main" id="{24EBFE9C-7B93-8B58-BBE8-F3BD147F88F7}"/>
              </a:ext>
            </a:extLst>
          </p:cNvPr>
          <p:cNvPicPr>
            <a:picLocks noChangeAspect="1"/>
          </p:cNvPicPr>
          <p:nvPr/>
        </p:nvPicPr>
        <p:blipFill>
          <a:blip r:embed="rId10"/>
          <a:stretch>
            <a:fillRect/>
          </a:stretch>
        </p:blipFill>
        <p:spPr>
          <a:xfrm>
            <a:off x="1676400" y="5327194"/>
            <a:ext cx="5972175" cy="495300"/>
          </a:xfrm>
          <a:prstGeom prst="rect">
            <a:avLst/>
          </a:prstGeom>
        </p:spPr>
      </p:pic>
      <p:pic>
        <p:nvPicPr>
          <p:cNvPr id="26" name="Picture 25">
            <a:extLst>
              <a:ext uri="{FF2B5EF4-FFF2-40B4-BE49-F238E27FC236}">
                <a16:creationId xmlns:a16="http://schemas.microsoft.com/office/drawing/2014/main" id="{F016D205-212A-86BD-5C2D-86020F0B7A40}"/>
              </a:ext>
            </a:extLst>
          </p:cNvPr>
          <p:cNvPicPr>
            <a:picLocks noChangeAspect="1"/>
          </p:cNvPicPr>
          <p:nvPr/>
        </p:nvPicPr>
        <p:blipFill>
          <a:blip r:embed="rId11"/>
          <a:stretch>
            <a:fillRect/>
          </a:stretch>
        </p:blipFill>
        <p:spPr>
          <a:xfrm>
            <a:off x="2362200" y="5836918"/>
            <a:ext cx="1924050" cy="476250"/>
          </a:xfrm>
          <a:prstGeom prst="rect">
            <a:avLst/>
          </a:prstGeom>
        </p:spPr>
      </p:pic>
    </p:spTree>
    <p:extLst>
      <p:ext uri="{BB962C8B-B14F-4D97-AF65-F5344CB8AC3E}">
        <p14:creationId xmlns:p14="http://schemas.microsoft.com/office/powerpoint/2010/main" val="14805532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E76AF9-C16E-F9B4-A036-89952044043B}"/>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67D1D70A-A1E0-9B71-35A6-4734C957CF6C}"/>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Mô hình hồi qui tuyến tính </a:t>
            </a:r>
          </a:p>
        </p:txBody>
      </p:sp>
      <p:sp>
        <p:nvSpPr>
          <p:cNvPr id="31747" name="Rectangle 3">
            <a:extLst>
              <a:ext uri="{FF2B5EF4-FFF2-40B4-BE49-F238E27FC236}">
                <a16:creationId xmlns:a16="http://schemas.microsoft.com/office/drawing/2014/main" id="{4B0ECED4-0B77-DD25-0A75-A50AE2186ADF}"/>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51435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Quá trình Ngẫu nhiên Tuyến tính</a:t>
            </a:r>
          </a:p>
          <a:p>
            <a:pPr marL="91440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Ví dụ:</a:t>
            </a:r>
            <a:endParaRPr lang="en-US" sz="2400" b="0">
              <a:latin typeface="Times New Roman" panose="02020603050405020304" pitchFamily="18" charset="0"/>
              <a:ea typeface="Cambria Math" panose="020405030504060302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93D17378-3EDB-1A5A-A0E6-4BD00E2C32E9}"/>
              </a:ext>
            </a:extLst>
          </p:cNvPr>
          <p:cNvPicPr>
            <a:picLocks noChangeAspect="1"/>
          </p:cNvPicPr>
          <p:nvPr/>
        </p:nvPicPr>
        <p:blipFill>
          <a:blip r:embed="rId3"/>
          <a:stretch>
            <a:fillRect/>
          </a:stretch>
        </p:blipFill>
        <p:spPr>
          <a:xfrm>
            <a:off x="2057400" y="1676400"/>
            <a:ext cx="2676525" cy="438150"/>
          </a:xfrm>
          <a:prstGeom prst="rect">
            <a:avLst/>
          </a:prstGeom>
        </p:spPr>
      </p:pic>
      <p:pic>
        <p:nvPicPr>
          <p:cNvPr id="6" name="Picture 5">
            <a:extLst>
              <a:ext uri="{FF2B5EF4-FFF2-40B4-BE49-F238E27FC236}">
                <a16:creationId xmlns:a16="http://schemas.microsoft.com/office/drawing/2014/main" id="{4B746267-3D5C-D727-A0AB-81C72BA21F86}"/>
              </a:ext>
            </a:extLst>
          </p:cNvPr>
          <p:cNvPicPr>
            <a:picLocks noChangeAspect="1"/>
          </p:cNvPicPr>
          <p:nvPr/>
        </p:nvPicPr>
        <p:blipFill>
          <a:blip r:embed="rId4"/>
          <a:stretch>
            <a:fillRect/>
          </a:stretch>
        </p:blipFill>
        <p:spPr>
          <a:xfrm>
            <a:off x="1981200" y="2114550"/>
            <a:ext cx="2762250" cy="476250"/>
          </a:xfrm>
          <a:prstGeom prst="rect">
            <a:avLst/>
          </a:prstGeom>
        </p:spPr>
      </p:pic>
      <p:pic>
        <p:nvPicPr>
          <p:cNvPr id="12" name="Picture 11">
            <a:extLst>
              <a:ext uri="{FF2B5EF4-FFF2-40B4-BE49-F238E27FC236}">
                <a16:creationId xmlns:a16="http://schemas.microsoft.com/office/drawing/2014/main" id="{DC367A7D-47F1-72C1-31D2-FC4FDB7B4FF5}"/>
              </a:ext>
            </a:extLst>
          </p:cNvPr>
          <p:cNvPicPr>
            <a:picLocks noChangeAspect="1"/>
          </p:cNvPicPr>
          <p:nvPr/>
        </p:nvPicPr>
        <p:blipFill>
          <a:blip r:embed="rId5"/>
          <a:stretch>
            <a:fillRect/>
          </a:stretch>
        </p:blipFill>
        <p:spPr>
          <a:xfrm>
            <a:off x="1685924" y="2608217"/>
            <a:ext cx="3419475" cy="447675"/>
          </a:xfrm>
          <a:prstGeom prst="rect">
            <a:avLst/>
          </a:prstGeom>
        </p:spPr>
      </p:pic>
      <p:pic>
        <p:nvPicPr>
          <p:cNvPr id="15" name="Picture 14">
            <a:extLst>
              <a:ext uri="{FF2B5EF4-FFF2-40B4-BE49-F238E27FC236}">
                <a16:creationId xmlns:a16="http://schemas.microsoft.com/office/drawing/2014/main" id="{BD411660-20FE-F1B1-C19A-37606C78AEC6}"/>
              </a:ext>
            </a:extLst>
          </p:cNvPr>
          <p:cNvPicPr>
            <a:picLocks noChangeAspect="1"/>
          </p:cNvPicPr>
          <p:nvPr/>
        </p:nvPicPr>
        <p:blipFill>
          <a:blip r:embed="rId6"/>
          <a:stretch>
            <a:fillRect/>
          </a:stretch>
        </p:blipFill>
        <p:spPr>
          <a:xfrm>
            <a:off x="1743074" y="3057525"/>
            <a:ext cx="3362325" cy="428625"/>
          </a:xfrm>
          <a:prstGeom prst="rect">
            <a:avLst/>
          </a:prstGeom>
        </p:spPr>
      </p:pic>
      <p:pic>
        <p:nvPicPr>
          <p:cNvPr id="19" name="Picture 18">
            <a:extLst>
              <a:ext uri="{FF2B5EF4-FFF2-40B4-BE49-F238E27FC236}">
                <a16:creationId xmlns:a16="http://schemas.microsoft.com/office/drawing/2014/main" id="{6D01AA66-4899-CAFC-1D28-6A2BDB99E72B}"/>
              </a:ext>
            </a:extLst>
          </p:cNvPr>
          <p:cNvPicPr>
            <a:picLocks noChangeAspect="1"/>
          </p:cNvPicPr>
          <p:nvPr/>
        </p:nvPicPr>
        <p:blipFill>
          <a:blip r:embed="rId7"/>
          <a:stretch>
            <a:fillRect/>
          </a:stretch>
        </p:blipFill>
        <p:spPr>
          <a:xfrm>
            <a:off x="1685925" y="3483973"/>
            <a:ext cx="3419475" cy="381000"/>
          </a:xfrm>
          <a:prstGeom prst="rect">
            <a:avLst/>
          </a:prstGeom>
        </p:spPr>
      </p:pic>
      <p:pic>
        <p:nvPicPr>
          <p:cNvPr id="22" name="Picture 21">
            <a:extLst>
              <a:ext uri="{FF2B5EF4-FFF2-40B4-BE49-F238E27FC236}">
                <a16:creationId xmlns:a16="http://schemas.microsoft.com/office/drawing/2014/main" id="{F21BE6F7-22CE-BD95-157E-04E3F95F5319}"/>
              </a:ext>
            </a:extLst>
          </p:cNvPr>
          <p:cNvPicPr>
            <a:picLocks noChangeAspect="1"/>
          </p:cNvPicPr>
          <p:nvPr/>
        </p:nvPicPr>
        <p:blipFill>
          <a:blip r:embed="rId8"/>
          <a:stretch>
            <a:fillRect/>
          </a:stretch>
        </p:blipFill>
        <p:spPr>
          <a:xfrm>
            <a:off x="1981200" y="3864973"/>
            <a:ext cx="4724400" cy="476250"/>
          </a:xfrm>
          <a:prstGeom prst="rect">
            <a:avLst/>
          </a:prstGeom>
        </p:spPr>
      </p:pic>
      <p:pic>
        <p:nvPicPr>
          <p:cNvPr id="25" name="Picture 24">
            <a:extLst>
              <a:ext uri="{FF2B5EF4-FFF2-40B4-BE49-F238E27FC236}">
                <a16:creationId xmlns:a16="http://schemas.microsoft.com/office/drawing/2014/main" id="{E789482E-03DA-906A-5FB0-D64B9D723729}"/>
              </a:ext>
            </a:extLst>
          </p:cNvPr>
          <p:cNvPicPr>
            <a:picLocks noChangeAspect="1"/>
          </p:cNvPicPr>
          <p:nvPr/>
        </p:nvPicPr>
        <p:blipFill>
          <a:blip r:embed="rId9"/>
          <a:stretch>
            <a:fillRect/>
          </a:stretch>
        </p:blipFill>
        <p:spPr>
          <a:xfrm>
            <a:off x="2419350" y="4306661"/>
            <a:ext cx="4305300" cy="457200"/>
          </a:xfrm>
          <a:prstGeom prst="rect">
            <a:avLst/>
          </a:prstGeom>
        </p:spPr>
      </p:pic>
      <p:pic>
        <p:nvPicPr>
          <p:cNvPr id="28" name="Picture 27">
            <a:extLst>
              <a:ext uri="{FF2B5EF4-FFF2-40B4-BE49-F238E27FC236}">
                <a16:creationId xmlns:a16="http://schemas.microsoft.com/office/drawing/2014/main" id="{10F8FB5D-F793-202C-BCDA-66594005AA45}"/>
              </a:ext>
            </a:extLst>
          </p:cNvPr>
          <p:cNvPicPr>
            <a:picLocks noChangeAspect="1"/>
          </p:cNvPicPr>
          <p:nvPr/>
        </p:nvPicPr>
        <p:blipFill>
          <a:blip r:embed="rId10"/>
          <a:stretch>
            <a:fillRect/>
          </a:stretch>
        </p:blipFill>
        <p:spPr>
          <a:xfrm>
            <a:off x="2419350" y="4763861"/>
            <a:ext cx="6553200" cy="523875"/>
          </a:xfrm>
          <a:prstGeom prst="rect">
            <a:avLst/>
          </a:prstGeom>
        </p:spPr>
      </p:pic>
      <p:pic>
        <p:nvPicPr>
          <p:cNvPr id="30" name="Picture 29">
            <a:extLst>
              <a:ext uri="{FF2B5EF4-FFF2-40B4-BE49-F238E27FC236}">
                <a16:creationId xmlns:a16="http://schemas.microsoft.com/office/drawing/2014/main" id="{1C28AE0D-AC61-3793-ECED-74C1CC3B4981}"/>
              </a:ext>
            </a:extLst>
          </p:cNvPr>
          <p:cNvPicPr>
            <a:picLocks noChangeAspect="1"/>
          </p:cNvPicPr>
          <p:nvPr/>
        </p:nvPicPr>
        <p:blipFill>
          <a:blip r:embed="rId11"/>
          <a:stretch>
            <a:fillRect/>
          </a:stretch>
        </p:blipFill>
        <p:spPr>
          <a:xfrm>
            <a:off x="438150" y="5561512"/>
            <a:ext cx="8534400" cy="533400"/>
          </a:xfrm>
          <a:prstGeom prst="rect">
            <a:avLst/>
          </a:prstGeom>
        </p:spPr>
      </p:pic>
    </p:spTree>
    <p:extLst>
      <p:ext uri="{BB962C8B-B14F-4D97-AF65-F5344CB8AC3E}">
        <p14:creationId xmlns:p14="http://schemas.microsoft.com/office/powerpoint/2010/main" val="14592455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1C10ED-1AA4-EDE5-DD38-18284D6E74FB}"/>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69961ECA-EBE1-5FF0-4A4F-AD6C5C13B374}"/>
              </a:ext>
            </a:extLst>
          </p:cNvPr>
          <p:cNvSpPr>
            <a:spLocks noGrp="1"/>
          </p:cNvSpPr>
          <p:nvPr>
            <p:ph type="title"/>
          </p:nvPr>
        </p:nvSpPr>
        <p:spPr>
          <a:xfrm>
            <a:off x="1220788" y="365125"/>
            <a:ext cx="7904162" cy="747713"/>
          </a:xfrm>
        </p:spPr>
        <p:txBody>
          <a:bodyPr>
            <a:noAutofit/>
          </a:bodyPr>
          <a:lstStyle/>
          <a:p>
            <a:pPr marL="57150">
              <a:defRPr/>
            </a:pPr>
            <a:r>
              <a:rPr lang="en-US" sz="3200" dirty="0" err="1">
                <a:latin typeface="Times New Roman" panose="02020603050405020304" pitchFamily="18" charset="0"/>
                <a:cs typeface="Times New Roman" panose="02020603050405020304" pitchFamily="18" charset="0"/>
              </a:rPr>
              <a:t>Mô</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hình</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tự</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hồi</a:t>
            </a:r>
            <a:r>
              <a:rPr lang="en-US" sz="3200" dirty="0">
                <a:latin typeface="Times New Roman" panose="02020603050405020304" pitchFamily="18" charset="0"/>
                <a:cs typeface="Times New Roman" panose="02020603050405020304" pitchFamily="18" charset="0"/>
              </a:rPr>
              <a:t> qui</a:t>
            </a:r>
          </a:p>
        </p:txBody>
      </p:sp>
      <mc:AlternateContent xmlns:mc="http://schemas.openxmlformats.org/markup-compatibility/2006" xmlns:a14="http://schemas.microsoft.com/office/drawing/2010/main">
        <mc:Choice Requires="a14">
          <p:sp>
            <p:nvSpPr>
              <p:cNvPr id="31747" name="Rectangle 3">
                <a:extLst>
                  <a:ext uri="{FF2B5EF4-FFF2-40B4-BE49-F238E27FC236}">
                    <a16:creationId xmlns:a16="http://schemas.microsoft.com/office/drawing/2014/main" id="{EF84C8CB-595A-EDF4-C738-2EE17B4A0D1F}"/>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lvl="0" indent="-457200">
                  <a:buFont typeface="Wingdings" panose="05000000000000000000" pitchFamily="2" charset="2"/>
                  <a:buChar char="Ø"/>
                </a:pPr>
                <a:r>
                  <a:rPr lang="en-US" sz="2800" b="1" dirty="0">
                    <a:latin typeface="Times New Roman" panose="02020603050405020304" pitchFamily="18" charset="0"/>
                    <a:cs typeface="Times New Roman" panose="02020603050405020304" pitchFamily="18" charset="0"/>
                  </a:rPr>
                  <a:t>Autoregression (AR)</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Mô</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hình</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trong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đó</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giá</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trị</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hiện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tại</a:t>
                </a:r>
                <a:r>
                  <a:rPr lang="en-US" sz="280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sz="2800" i="1" smtClean="0">
                            <a:latin typeface="Cambria Math" panose="02040503050406030204" pitchFamily="18" charset="0"/>
                            <a:cs typeface="Times New Roman" panose="02020603050405020304" pitchFamily="18" charset="0"/>
                          </a:rPr>
                        </m:ctrlPr>
                      </m:sSubPr>
                      <m:e>
                        <m:r>
                          <a:rPr lang="en-US" sz="2800" b="0" i="1" smtClean="0">
                            <a:latin typeface="Cambria Math" panose="02040503050406030204" pitchFamily="18" charset="0"/>
                            <a:cs typeface="Times New Roman" panose="02020603050405020304" pitchFamily="18" charset="0"/>
                          </a:rPr>
                          <m:t>𝑌</m:t>
                        </m:r>
                      </m:e>
                      <m:sub>
                        <m:r>
                          <a:rPr lang="en-US" sz="2800" b="0" i="1" smtClean="0">
                            <a:latin typeface="Cambria Math" panose="02040503050406030204" pitchFamily="18" charset="0"/>
                            <a:cs typeface="Times New Roman" panose="02020603050405020304" pitchFamily="18" charset="0"/>
                          </a:rPr>
                          <m:t>𝑡</m:t>
                        </m:r>
                      </m:sub>
                    </m:sSub>
                  </m:oMath>
                </a14:m>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được</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mô</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tả</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như</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một</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hàm</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tuyến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tính</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của</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các</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giá</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trị</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trong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quá</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khứ</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của</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chính</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nó</a:t>
                </a:r>
                <a:r>
                  <a:rPr lang="en-US" sz="2800" dirty="0">
                    <a:latin typeface="Times New Roman" panose="02020603050405020304" pitchFamily="18" charset="0"/>
                    <a:cs typeface="Times New Roman" panose="02020603050405020304" pitchFamily="18" charset="0"/>
                  </a:rPr>
                  <a:t>.</a:t>
                </a:r>
              </a:p>
              <a:p>
                <a:pPr marL="400050" lvl="1" indent="0"/>
                <a:r>
                  <a:rPr lang="en-US" sz="2800" b="1" dirty="0" err="1">
                    <a:latin typeface="Times New Roman" panose="02020603050405020304" pitchFamily="18" charset="0"/>
                    <a:cs typeface="Times New Roman" panose="02020603050405020304" pitchFamily="18" charset="0"/>
                  </a:rPr>
                  <a:t>Công</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thức</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tổng</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quát</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mô</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hình</a:t>
                </a:r>
                <a:r>
                  <a:rPr lang="en-US" sz="2800" b="1" dirty="0">
                    <a:latin typeface="Times New Roman" panose="02020603050405020304" pitchFamily="18" charset="0"/>
                    <a:cs typeface="Times New Roman" panose="02020603050405020304" pitchFamily="18" charset="0"/>
                  </a:rPr>
                  <a:t> AR(p))</a:t>
                </a:r>
                <a:r>
                  <a:rPr lang="en-US" sz="2800" dirty="0">
                    <a:latin typeface="Times New Roman" panose="02020603050405020304" pitchFamily="18" charset="0"/>
                    <a:cs typeface="Times New Roman" panose="02020603050405020304" pitchFamily="18" charset="0"/>
                  </a:rPr>
                  <a:t>:</a:t>
                </a:r>
              </a:p>
              <a:p>
                <a:pPr marL="457200" indent="-457200">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lvl="1" indent="-3429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   : </a:t>
                </a:r>
                <a:r>
                  <a:rPr lang="en-US" sz="2800" dirty="0" err="1">
                    <a:latin typeface="Times New Roman" panose="02020603050405020304" pitchFamily="18" charset="0"/>
                    <a:cs typeface="Times New Roman" panose="02020603050405020304" pitchFamily="18" charset="0"/>
                  </a:rPr>
                  <a:t>hằng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số</a:t>
                </a:r>
                <a:r>
                  <a:rPr lang="en-US" sz="2800" dirty="0">
                    <a:latin typeface="Times New Roman" panose="02020603050405020304" pitchFamily="18" charset="0"/>
                    <a:cs typeface="Times New Roman" panose="02020603050405020304" pitchFamily="18" charset="0"/>
                  </a:rPr>
                  <a:t>.</a:t>
                </a:r>
              </a:p>
              <a:p>
                <a:pPr lvl="1" indent="-3429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    : </a:t>
                </a:r>
                <a:r>
                  <a:rPr lang="en-US" sz="2800" dirty="0" err="1">
                    <a:latin typeface="Times New Roman" panose="02020603050405020304" pitchFamily="18" charset="0"/>
                    <a:cs typeface="Times New Roman" panose="02020603050405020304" pitchFamily="18" charset="0"/>
                  </a:rPr>
                  <a:t>hệ</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số</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hồi</a:t>
                </a:r>
                <a:r>
                  <a:rPr lang="en-US" sz="2800" dirty="0">
                    <a:latin typeface="Times New Roman" panose="02020603050405020304" pitchFamily="18" charset="0"/>
                    <a:cs typeface="Times New Roman" panose="02020603050405020304" pitchFamily="18" charset="0"/>
                  </a:rPr>
                  <a:t> qui (</a:t>
                </a:r>
                <a:r>
                  <a:rPr lang="en-US" sz="2800" dirty="0" err="1">
                    <a:latin typeface="Times New Roman" panose="02020603050405020304" pitchFamily="18" charset="0"/>
                    <a:cs typeface="Times New Roman" panose="02020603050405020304" pitchFamily="18" charset="0"/>
                  </a:rPr>
                  <a:t>tác</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động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của</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giá</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trị</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quá</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khứ</a:t>
                </a:r>
                <a:r>
                  <a:rPr lang="en-US" sz="2800" dirty="0">
                    <a:latin typeface="Times New Roman" panose="02020603050405020304" pitchFamily="18" charset="0"/>
                    <a:cs typeface="Times New Roman" panose="02020603050405020304" pitchFamily="18" charset="0"/>
                  </a:rPr>
                  <a:t>).</a:t>
                </a:r>
              </a:p>
              <a:p>
                <a:pPr lvl="1" indent="-3429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    : </a:t>
                </a:r>
                <a:r>
                  <a:rPr lang="en-US" sz="2800" dirty="0" err="1">
                    <a:latin typeface="Times New Roman" panose="02020603050405020304" pitchFamily="18" charset="0"/>
                    <a:cs typeface="Times New Roman" panose="02020603050405020304" pitchFamily="18" charset="0"/>
                  </a:rPr>
                  <a:t>nhiễu</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trắng</a:t>
                </a:r>
                <a:r>
                  <a:rPr lang="en-US" sz="2800" dirty="0">
                    <a:latin typeface="Times New Roman" panose="02020603050405020304" pitchFamily="18" charset="0"/>
                    <a:cs typeface="Times New Roman" panose="02020603050405020304" pitchFamily="18" charset="0"/>
                  </a:rPr>
                  <a:t> (white noise).</a:t>
                </a:r>
              </a:p>
              <a:p>
                <a:pPr marL="514350" indent="-457200">
                  <a:buFont typeface="Courier New" panose="02070309020205020404" pitchFamily="49" charset="0"/>
                  <a:buChar char="o"/>
                </a:pPr>
                <a:endParaRPr lang="en-US" sz="2800" dirty="0">
                  <a:latin typeface="Times New Roman" panose="02020603050405020304" pitchFamily="18" charset="0"/>
                  <a:cs typeface="Times New Roman" panose="02020603050405020304" pitchFamily="18" charset="0"/>
                </a:endParaRPr>
              </a:p>
            </p:txBody>
          </p:sp>
        </mc:Choice>
        <mc:Fallback xmlns="">
          <p:sp>
            <p:nvSpPr>
              <p:cNvPr id="31747" name="Rectangle 3">
                <a:extLst>
                  <a:ext uri="{FF2B5EF4-FFF2-40B4-BE49-F238E27FC236}">
                    <a16:creationId xmlns:a16="http://schemas.microsoft.com/office/drawing/2014/main" id="{EF84C8CB-595A-EDF4-C738-2EE17B4A0D1F}"/>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5"/>
                <a:stretch>
                  <a:fillRect l="-1136" t="-123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pic>
        <p:nvPicPr>
          <p:cNvPr id="8" name="Picture 7" descr="\documentclass{article}&#10;\usepackage{amsmath}&#10;\pagestyle{empty}&#10;\begin{document}&#10;&#10;$Y_t = c + \phi_1 Y_{t-1} + \phi_2 Y_{t-2} + \dots + \phi_p Y_{t-p} + \epsilon_t$&#10;&#10;&#10;\end{document}" title="IguanaTex Bitmap Display">
            <a:extLst>
              <a:ext uri="{FF2B5EF4-FFF2-40B4-BE49-F238E27FC236}">
                <a16:creationId xmlns:a16="http://schemas.microsoft.com/office/drawing/2014/main" id="{BABB7D41-5D46-4204-CDB9-34C65ED5AF1C}"/>
              </a:ext>
            </a:extLst>
          </p:cNvPr>
          <p:cNvPicPr>
            <a:picLocks noChangeAspect="1"/>
          </p:cNvPicPr>
          <p:nvPr>
            <p:custDataLst>
              <p:tags r:id="rId1"/>
            </p:custDataLst>
          </p:nvPr>
        </p:nvPicPr>
        <p:blipFill>
          <a:blip r:embed="rId6">
            <a:extLst>
              <a:ext uri="{28A0092B-C50C-407E-A947-70E740481C1C}">
                <a14:useLocalDpi xmlns:a14="http://schemas.microsoft.com/office/drawing/2010/main" val="0"/>
              </a:ext>
            </a:extLst>
          </a:blip>
          <a:stretch>
            <a:fillRect/>
          </a:stretch>
        </p:blipFill>
        <p:spPr>
          <a:xfrm>
            <a:off x="1083008" y="3137263"/>
            <a:ext cx="6958934" cy="347733"/>
          </a:xfrm>
          <a:prstGeom prst="rect">
            <a:avLst/>
          </a:prstGeom>
        </p:spPr>
      </p:pic>
      <p:pic>
        <p:nvPicPr>
          <p:cNvPr id="10" name="Picture 9" descr="\documentclass{article}&#10;\usepackage{amsmath}&#10;\pagestyle{empty}&#10;\begin{document}&#10;&#10;$c$&#10;&#10;$\phi_i$&#10;&#10;$\epsilon_t$&#10;&#10;&#10;\end{document}" title="IguanaTex Bitmap Display">
            <a:extLst>
              <a:ext uri="{FF2B5EF4-FFF2-40B4-BE49-F238E27FC236}">
                <a16:creationId xmlns:a16="http://schemas.microsoft.com/office/drawing/2014/main" id="{B2EABB54-B1F4-5FCD-F4E8-3250B099F0B7}"/>
              </a:ext>
            </a:extLst>
          </p:cNvPr>
          <p:cNvPicPr>
            <a:picLocks noChangeAspect="1"/>
          </p:cNvPicPr>
          <p:nvPr>
            <p:custDataLst>
              <p:tags r:id="rId2"/>
            </p:custDataLst>
          </p:nvPr>
        </p:nvPicPr>
        <p:blipFill>
          <a:blip r:embed="rId7">
            <a:extLst>
              <a:ext uri="{28A0092B-C50C-407E-A947-70E740481C1C}">
                <a14:useLocalDpi xmlns:a14="http://schemas.microsoft.com/office/drawing/2010/main" val="0"/>
              </a:ext>
            </a:extLst>
          </a:blip>
          <a:stretch>
            <a:fillRect/>
          </a:stretch>
        </p:blipFill>
        <p:spPr>
          <a:xfrm>
            <a:off x="857134" y="3962400"/>
            <a:ext cx="285867" cy="1060267"/>
          </a:xfrm>
          <a:prstGeom prst="rect">
            <a:avLst/>
          </a:prstGeom>
        </p:spPr>
      </p:pic>
    </p:spTree>
    <p:extLst>
      <p:ext uri="{BB962C8B-B14F-4D97-AF65-F5344CB8AC3E}">
        <p14:creationId xmlns:p14="http://schemas.microsoft.com/office/powerpoint/2010/main" val="20123370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67FB41-46F2-5CF0-1379-42DF21F4E18E}"/>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B818536A-92B6-F8EC-522C-6384EFB73242}"/>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Mô hình tự hồi qui</a:t>
            </a:r>
          </a:p>
        </p:txBody>
      </p:sp>
      <p:sp>
        <p:nvSpPr>
          <p:cNvPr id="31747" name="Rectangle 3">
            <a:extLst>
              <a:ext uri="{FF2B5EF4-FFF2-40B4-BE49-F238E27FC236}">
                <a16:creationId xmlns:a16="http://schemas.microsoft.com/office/drawing/2014/main" id="{39F8F445-8051-F416-427F-B27CB1775EC4}"/>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lvl="0" indent="-457200">
              <a:buFont typeface="Wingdings" panose="05000000000000000000" pitchFamily="2" charset="2"/>
              <a:buChar char="Ø"/>
            </a:pPr>
            <a:r>
              <a:rPr lang="en-US" sz="2800" b="1" dirty="0" err="1">
                <a:latin typeface="Times New Roman" panose="02020603050405020304" pitchFamily="18" charset="0"/>
                <a:cs typeface="Times New Roman" panose="02020603050405020304" pitchFamily="18" charset="0"/>
              </a:rPr>
              <a:t>Mô</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hình</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tự</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hồi</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quy</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bậc</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một</a:t>
            </a:r>
            <a:r>
              <a:rPr lang="en-US" sz="2800" b="1" dirty="0">
                <a:latin typeface="Times New Roman" panose="02020603050405020304" pitchFamily="18" charset="0"/>
                <a:cs typeface="Times New Roman" panose="02020603050405020304" pitchFamily="18" charset="0"/>
              </a:rPr>
              <a:t>: AR(1)</a:t>
            </a:r>
            <a:endParaRPr lang="en-US"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57150" indent="0"/>
            <a:endParaRPr lang="en-US" sz="2600" dirty="0">
              <a:latin typeface="Times New Roman" panose="02020603050405020304" pitchFamily="18" charset="0"/>
              <a:cs typeface="Times New Roman" panose="02020603050405020304" pitchFamily="18" charset="0"/>
            </a:endParaRPr>
          </a:p>
          <a:p>
            <a:pPr marL="457200" lvl="1" indent="0"/>
            <a:r>
              <a:rPr lang="en-US" sz="2800" dirty="0" err="1">
                <a:latin typeface="Times New Roman" panose="02020603050405020304" pitchFamily="18" charset="0"/>
                <a:cs typeface="Times New Roman" panose="02020603050405020304" pitchFamily="18" charset="0"/>
              </a:rPr>
              <a:t>Mô</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hình</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này</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có</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dạng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hồi</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quy</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giá</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trị</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của</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chuỗi</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tại</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thời</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điểm</a:t>
            </a:r>
            <a:r>
              <a:rPr lang="en-US" sz="2800" dirty="0">
                <a:latin typeface="Times New Roman" panose="02020603050405020304" pitchFamily="18" charset="0"/>
                <a:cs typeface="Times New Roman" panose="02020603050405020304" pitchFamily="18" charset="0"/>
              </a:rPr>
              <a:t> 𝑡 </a:t>
            </a:r>
            <a:r>
              <a:rPr lang="en-US" sz="2800" dirty="0" err="1">
                <a:latin typeface="Times New Roman" panose="02020603050405020304" pitchFamily="18" charset="0"/>
                <a:cs typeface="Times New Roman" panose="02020603050405020304" pitchFamily="18" charset="0"/>
              </a:rPr>
              <a:t>trên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giá</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trị</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của</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chuỗi</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tại</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thời</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điểm</a:t>
            </a:r>
            <a:r>
              <a:rPr lang="en-US" sz="2800" dirty="0">
                <a:latin typeface="Times New Roman" panose="02020603050405020304" pitchFamily="18" charset="0"/>
                <a:cs typeface="Times New Roman" panose="02020603050405020304" pitchFamily="18" charset="0"/>
              </a:rPr>
              <a:t> 𝑡 − 1 </a:t>
            </a:r>
            <a:r>
              <a:rPr lang="en-US" sz="2800" dirty="0" err="1">
                <a:latin typeface="Times New Roman" panose="02020603050405020304" pitchFamily="18" charset="0"/>
                <a:cs typeface="Times New Roman" panose="02020603050405020304" pitchFamily="18" charset="0"/>
              </a:rPr>
              <a:t>và</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giá</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trị</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hiện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tại</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của</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nhiễu</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trắng</a:t>
            </a:r>
            <a:r>
              <a:rPr lang="en-US" sz="2800" dirty="0">
                <a:latin typeface="Times New Roman" panose="02020603050405020304" pitchFamily="18" charset="0"/>
                <a:cs typeface="Times New Roman" panose="02020603050405020304" pitchFamily="18" charset="0"/>
              </a:rPr>
              <a:t>.</a:t>
            </a:r>
          </a:p>
          <a:p>
            <a:pPr marL="857250" lvl="1" indent="-457200">
              <a:buFont typeface="Courier New" panose="02070309020205020404" pitchFamily="49" charset="0"/>
              <a:buChar char="o"/>
            </a:pPr>
            <a:r>
              <a:rPr lang="en-US" sz="2800" dirty="0" err="1">
                <a:latin typeface="Times New Roman" panose="02020603050405020304" pitchFamily="18" charset="0"/>
                <a:cs typeface="Times New Roman" panose="02020603050405020304" pitchFamily="18" charset="0"/>
              </a:rPr>
              <a:t>Nếu</a:t>
            </a:r>
            <a:r>
              <a:rPr lang="en-US" sz="2800" dirty="0">
                <a:latin typeface="Times New Roman" panose="02020603050405020304" pitchFamily="18" charset="0"/>
                <a:cs typeface="Times New Roman" panose="02020603050405020304" pitchFamily="18" charset="0"/>
              </a:rPr>
              <a:t>               : </a:t>
            </a:r>
            <a:r>
              <a:rPr lang="en-US" sz="2800" dirty="0" err="1">
                <a:latin typeface="Times New Roman" panose="02020603050405020304" pitchFamily="18" charset="0"/>
                <a:cs typeface="Times New Roman" panose="02020603050405020304" pitchFamily="18" charset="0"/>
              </a:rPr>
              <a:t>chuỗi</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dần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ổn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định</a:t>
            </a:r>
            <a:r>
              <a:rPr lang="en-US" sz="2800" dirty="0">
                <a:latin typeface="Times New Roman" panose="02020603050405020304" pitchFamily="18" charset="0"/>
                <a:cs typeface="Times New Roman" panose="02020603050405020304" pitchFamily="18" charset="0"/>
              </a:rPr>
              <a:t> (stationary).</a:t>
            </a:r>
          </a:p>
          <a:p>
            <a:pPr marL="857250" lvl="1" indent="-457200">
              <a:buFont typeface="Courier New" panose="02070309020205020404" pitchFamily="49" charset="0"/>
              <a:buChar char="o"/>
            </a:pPr>
            <a:r>
              <a:rPr lang="en-US" sz="2800" dirty="0" err="1">
                <a:latin typeface="Times New Roman" panose="02020603050405020304" pitchFamily="18" charset="0"/>
                <a:cs typeface="Times New Roman" panose="02020603050405020304" pitchFamily="18" charset="0"/>
              </a:rPr>
              <a:t>Nếu</a:t>
            </a:r>
            <a:r>
              <a:rPr lang="en-US" sz="2800" dirty="0">
                <a:latin typeface="Times New Roman" panose="02020603050405020304" pitchFamily="18" charset="0"/>
                <a:cs typeface="Times New Roman" panose="02020603050405020304" pitchFamily="18" charset="0"/>
              </a:rPr>
              <a:t>             : </a:t>
            </a:r>
            <a:r>
              <a:rPr lang="en-US" sz="2800" dirty="0" err="1">
                <a:latin typeface="Times New Roman" panose="02020603050405020304" pitchFamily="18" charset="0"/>
                <a:cs typeface="Times New Roman" panose="02020603050405020304" pitchFamily="18" charset="0"/>
              </a:rPr>
              <a:t>có</a:t>
            </a:r>
            <a:r>
              <a:rPr lang="en-US" sz="2800" dirty="0">
                <a:latin typeface="Times New Roman" panose="02020603050405020304" pitchFamily="18" charset="0"/>
                <a:cs typeface="Times New Roman" panose="02020603050405020304" pitchFamily="18" charset="0"/>
              </a:rPr>
              <a:t> xu </a:t>
            </a:r>
            <a:r>
              <a:rPr lang="en-US" sz="2800" dirty="0" err="1">
                <a:latin typeface="Times New Roman" panose="02020603050405020304" pitchFamily="18" charset="0"/>
                <a:cs typeface="Times New Roman" panose="02020603050405020304" pitchFamily="18" charset="0"/>
              </a:rPr>
              <a:t>hướng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nối</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tiếp</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cùng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chiều</a:t>
            </a:r>
            <a:r>
              <a:rPr lang="en-US" sz="2800" dirty="0">
                <a:latin typeface="Times New Roman" panose="02020603050405020304" pitchFamily="18" charset="0"/>
                <a:cs typeface="Times New Roman" panose="02020603050405020304" pitchFamily="18" charset="0"/>
              </a:rPr>
              <a:t>.</a:t>
            </a:r>
          </a:p>
          <a:p>
            <a:pPr marL="857250" lvl="1" indent="-457200">
              <a:buFont typeface="Courier New" panose="02070309020205020404" pitchFamily="49" charset="0"/>
              <a:buChar char="o"/>
            </a:pPr>
            <a:r>
              <a:rPr lang="en-US" sz="2800" dirty="0" err="1">
                <a:latin typeface="Times New Roman" panose="02020603050405020304" pitchFamily="18" charset="0"/>
                <a:cs typeface="Times New Roman" panose="02020603050405020304" pitchFamily="18" charset="0"/>
              </a:rPr>
              <a:t>Nếu</a:t>
            </a:r>
            <a:r>
              <a:rPr lang="en-US" sz="2800" dirty="0">
                <a:latin typeface="Times New Roman" panose="02020603050405020304" pitchFamily="18" charset="0"/>
                <a:cs typeface="Times New Roman" panose="02020603050405020304" pitchFamily="18" charset="0"/>
              </a:rPr>
              <a:t>             : </a:t>
            </a:r>
            <a:r>
              <a:rPr lang="en-US" sz="2800" dirty="0" err="1">
                <a:latin typeface="Times New Roman" panose="02020603050405020304" pitchFamily="18" charset="0"/>
                <a:cs typeface="Times New Roman" panose="02020603050405020304" pitchFamily="18" charset="0"/>
              </a:rPr>
              <a:t>có</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dao</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động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lên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xuống</a:t>
            </a:r>
            <a:r>
              <a:rPr lang="en-US" sz="2800" dirty="0">
                <a:latin typeface="Times New Roman" panose="02020603050405020304" pitchFamily="18" charset="0"/>
                <a:cs typeface="Times New Roman" panose="02020603050405020304" pitchFamily="18" charset="0"/>
              </a:rPr>
              <a:t> (zig-zag).</a:t>
            </a:r>
          </a:p>
          <a:p>
            <a:pPr marL="57150" indent="0"/>
            <a:endParaRPr lang="en-US" sz="2800" dirty="0">
              <a:latin typeface="Times New Roman" panose="02020603050405020304" pitchFamily="18" charset="0"/>
              <a:cs typeface="Times New Roman" panose="02020603050405020304" pitchFamily="18" charset="0"/>
            </a:endParaRPr>
          </a:p>
        </p:txBody>
      </p:sp>
      <p:pic>
        <p:nvPicPr>
          <p:cNvPr id="6" name="Picture 5" descr="\documentclass{article}&#10;\usepackage{amsmath}&#10;\pagestyle{empty}&#10;\begin{document}&#10;&#10;$y_t = \phi_1 y_{t-1} + \epsilon_t$&#10;&#10;&#10;\end{document}" title="IguanaTex Bitmap Display">
            <a:extLst>
              <a:ext uri="{FF2B5EF4-FFF2-40B4-BE49-F238E27FC236}">
                <a16:creationId xmlns:a16="http://schemas.microsoft.com/office/drawing/2014/main" id="{AA8CE571-81A3-A736-E54B-5F5974EEAC3B}"/>
              </a:ext>
            </a:extLst>
          </p:cNvPr>
          <p:cNvPicPr>
            <a:picLocks noChangeAspect="1"/>
          </p:cNvPicPr>
          <p:nvPr>
            <p:custDataLst>
              <p:tags r:id="rId1"/>
            </p:custDataLst>
          </p:nvPr>
        </p:nvPicPr>
        <p:blipFill>
          <a:blip r:embed="rId5">
            <a:extLst>
              <a:ext uri="{28A0092B-C50C-407E-A947-70E740481C1C}">
                <a14:useLocalDpi xmlns:a14="http://schemas.microsoft.com/office/drawing/2010/main" val="0"/>
              </a:ext>
            </a:extLst>
          </a:blip>
          <a:stretch>
            <a:fillRect/>
          </a:stretch>
        </p:blipFill>
        <p:spPr>
          <a:xfrm>
            <a:off x="3200400" y="1752600"/>
            <a:ext cx="2464000" cy="317866"/>
          </a:xfrm>
          <a:prstGeom prst="rect">
            <a:avLst/>
          </a:prstGeom>
        </p:spPr>
      </p:pic>
      <p:pic>
        <p:nvPicPr>
          <p:cNvPr id="9" name="Picture 8" descr="\documentclass{article}&#10;\usepackage{amsmath}&#10;\pagestyle{empty}&#10;\begin{document}&#10;&#10;$|\phi_1| &lt; 1$&#10;&#10;$\phi_1 &gt; 0$&#10;&#10;$\phi_1 &lt; 0$&#10;&#10;&#10;\end{document}" title="IguanaTex Bitmap Display">
            <a:extLst>
              <a:ext uri="{FF2B5EF4-FFF2-40B4-BE49-F238E27FC236}">
                <a16:creationId xmlns:a16="http://schemas.microsoft.com/office/drawing/2014/main" id="{990EA607-6F99-0206-D30B-0318CD7C6B8D}"/>
              </a:ext>
            </a:extLst>
          </p:cNvPr>
          <p:cNvPicPr>
            <a:picLocks noChangeAspect="1"/>
          </p:cNvPicPr>
          <p:nvPr>
            <p:custDataLst>
              <p:tags r:id="rId2"/>
            </p:custDataLst>
          </p:nvPr>
        </p:nvPicPr>
        <p:blipFill>
          <a:blip r:embed="rId6">
            <a:extLst>
              <a:ext uri="{28A0092B-C50C-407E-A947-70E740481C1C}">
                <a14:useLocalDpi xmlns:a14="http://schemas.microsoft.com/office/drawing/2010/main" val="0"/>
              </a:ext>
            </a:extLst>
          </a:blip>
          <a:stretch>
            <a:fillRect/>
          </a:stretch>
        </p:blipFill>
        <p:spPr>
          <a:xfrm>
            <a:off x="1600200" y="3886200"/>
            <a:ext cx="1171200" cy="1188267"/>
          </a:xfrm>
          <a:prstGeom prst="rect">
            <a:avLst/>
          </a:prstGeom>
        </p:spPr>
      </p:pic>
    </p:spTree>
    <p:extLst>
      <p:ext uri="{BB962C8B-B14F-4D97-AF65-F5344CB8AC3E}">
        <p14:creationId xmlns:p14="http://schemas.microsoft.com/office/powerpoint/2010/main" val="27051397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16796-1826-420E-1B4C-0ABB4C7AF7FC}"/>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686C313F-692E-6C4F-0654-114D6E18F1D7}"/>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Mô hình tự hồi qui</a:t>
            </a:r>
          </a:p>
        </p:txBody>
      </p:sp>
      <p:sp>
        <p:nvSpPr>
          <p:cNvPr id="31747" name="Rectangle 3">
            <a:extLst>
              <a:ext uri="{FF2B5EF4-FFF2-40B4-BE49-F238E27FC236}">
                <a16:creationId xmlns:a16="http://schemas.microsoft.com/office/drawing/2014/main" id="{D327620E-19C6-E33A-7F4C-0E40C1ECE143}"/>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lvl="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Mô hình tự hồi quy bậc một: AR(1)</a:t>
            </a:r>
            <a:endParaRPr lang="en-US" sz="280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57150" indent="0"/>
            <a:endParaRPr lang="en-US" sz="80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Điều kiện dừng:</a:t>
            </a:r>
          </a:p>
          <a:p>
            <a:pPr marL="1314450" lvl="2" indent="-4572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Khi</a:t>
            </a:r>
            <a:r>
              <a:rPr lang="vi-VN" sz="2400">
                <a:latin typeface="Times New Roman" panose="02020603050405020304" pitchFamily="18" charset="0"/>
                <a:cs typeface="Times New Roman" panose="02020603050405020304" pitchFamily="18" charset="0"/>
              </a:rPr>
              <a:t> nói đến các điều kiện dừng, tức là các điều kiện mà</a:t>
            </a:r>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mô hình phải thỏa mãn để có thể viết mô hình theo công thức nhiễu trắng. Chúng t</a:t>
            </a:r>
            <a:r>
              <a:rPr lang="en-US" sz="2400">
                <a:latin typeface="Times New Roman" panose="02020603050405020304" pitchFamily="18" charset="0"/>
                <a:cs typeface="Times New Roman" panose="02020603050405020304" pitchFamily="18" charset="0"/>
              </a:rPr>
              <a:t>a</a:t>
            </a:r>
            <a:r>
              <a:rPr lang="vi-VN" sz="2400">
                <a:latin typeface="Times New Roman" panose="02020603050405020304" pitchFamily="18" charset="0"/>
                <a:cs typeface="Times New Roman" panose="02020603050405020304" pitchFamily="18" charset="0"/>
              </a:rPr>
              <a:t> sẽ ký hiệu các giá trị quá khứ của chuỗi như sau:</a:t>
            </a:r>
            <a:endParaRPr lang="en-US" sz="2400">
              <a:latin typeface="Times New Roman" panose="02020603050405020304" pitchFamily="18" charset="0"/>
              <a:cs typeface="Times New Roman" panose="02020603050405020304" pitchFamily="18" charset="0"/>
            </a:endParaRPr>
          </a:p>
        </p:txBody>
      </p:sp>
      <p:pic>
        <p:nvPicPr>
          <p:cNvPr id="6" name="Picture 5" descr="\documentclass{article}&#10;\usepackage{amsmath}&#10;\pagestyle{empty}&#10;\begin{document}&#10;&#10;$y_t = \phi_1 y_{t-1} + \epsilon_t$&#10;&#10;&#10;\end{document}" title="IguanaTex Bitmap Display">
            <a:extLst>
              <a:ext uri="{FF2B5EF4-FFF2-40B4-BE49-F238E27FC236}">
                <a16:creationId xmlns:a16="http://schemas.microsoft.com/office/drawing/2014/main" id="{AED7C475-6220-BFB8-084C-DE1BDFBC8D64}"/>
              </a:ext>
            </a:extLst>
          </p:cNvPr>
          <p:cNvPicPr>
            <a:picLocks noChangeAspect="1"/>
          </p:cNvPicPr>
          <p:nvPr>
            <p:custDataLst>
              <p:tags r:id="rId1"/>
            </p:custDataLst>
          </p:nvPr>
        </p:nvPicPr>
        <p:blipFill>
          <a:blip r:embed="rId4">
            <a:extLst>
              <a:ext uri="{28A0092B-C50C-407E-A947-70E740481C1C}">
                <a14:useLocalDpi xmlns:a14="http://schemas.microsoft.com/office/drawing/2010/main" val="0"/>
              </a:ext>
            </a:extLst>
          </a:blip>
          <a:stretch>
            <a:fillRect/>
          </a:stretch>
        </p:blipFill>
        <p:spPr>
          <a:xfrm>
            <a:off x="3200400" y="1752600"/>
            <a:ext cx="2464000" cy="317866"/>
          </a:xfrm>
          <a:prstGeom prst="rect">
            <a:avLst/>
          </a:prstGeom>
        </p:spPr>
      </p:pic>
      <p:pic>
        <p:nvPicPr>
          <p:cNvPr id="5" name="Picture 4">
            <a:extLst>
              <a:ext uri="{FF2B5EF4-FFF2-40B4-BE49-F238E27FC236}">
                <a16:creationId xmlns:a16="http://schemas.microsoft.com/office/drawing/2014/main" id="{A12AF058-EF40-DB21-5ABA-78244C0FDEC7}"/>
              </a:ext>
            </a:extLst>
          </p:cNvPr>
          <p:cNvPicPr>
            <a:picLocks noChangeAspect="1"/>
          </p:cNvPicPr>
          <p:nvPr/>
        </p:nvPicPr>
        <p:blipFill>
          <a:blip r:embed="rId5"/>
          <a:stretch>
            <a:fillRect/>
          </a:stretch>
        </p:blipFill>
        <p:spPr>
          <a:xfrm>
            <a:off x="2895600" y="4114800"/>
            <a:ext cx="3762900" cy="1733792"/>
          </a:xfrm>
          <a:prstGeom prst="rect">
            <a:avLst/>
          </a:prstGeom>
        </p:spPr>
      </p:pic>
    </p:spTree>
    <p:extLst>
      <p:ext uri="{BB962C8B-B14F-4D97-AF65-F5344CB8AC3E}">
        <p14:creationId xmlns:p14="http://schemas.microsoft.com/office/powerpoint/2010/main" val="14893040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A63F90-C78D-625D-C1A6-336092C2FC8D}"/>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022B09A7-40F2-F400-D24A-3A720E11541B}"/>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Mô hình tự hồi qui</a:t>
            </a:r>
          </a:p>
        </p:txBody>
      </p:sp>
      <p:sp>
        <p:nvSpPr>
          <p:cNvPr id="31747" name="Rectangle 3">
            <a:extLst>
              <a:ext uri="{FF2B5EF4-FFF2-40B4-BE49-F238E27FC236}">
                <a16:creationId xmlns:a16="http://schemas.microsoft.com/office/drawing/2014/main" id="{BD0FF3F8-64A5-4E03-2CEA-B76F16A79D78}"/>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lvl="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Mô hình tự hồi quy bậc một: AR(1)</a:t>
            </a:r>
            <a:endParaRPr lang="en-US" sz="280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57150" indent="0"/>
            <a:endParaRPr lang="en-US" sz="80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Điều kiện dừng:</a:t>
            </a:r>
          </a:p>
          <a:p>
            <a:pPr marL="1314450" lvl="2" indent="-4572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Thay lần lượt vào công thức AR(1) ta thu được</a:t>
            </a:r>
            <a:r>
              <a:rPr lang="vi-VN" sz="2400">
                <a:latin typeface="Times New Roman" panose="02020603050405020304" pitchFamily="18" charset="0"/>
                <a:cs typeface="Times New Roman" panose="02020603050405020304" pitchFamily="18" charset="0"/>
              </a:rPr>
              <a:t>:</a:t>
            </a:r>
            <a:endParaRPr lang="en-US" sz="2400">
              <a:latin typeface="Times New Roman" panose="02020603050405020304" pitchFamily="18" charset="0"/>
              <a:cs typeface="Times New Roman" panose="02020603050405020304" pitchFamily="18" charset="0"/>
            </a:endParaRPr>
          </a:p>
          <a:p>
            <a:pPr marL="1314450" lvl="2" indent="-457200">
              <a:buFont typeface="Courier New" panose="02070309020205020404" pitchFamily="49" charset="0"/>
              <a:buChar char="o"/>
            </a:pPr>
            <a:endParaRPr lang="en-US" sz="2400">
              <a:latin typeface="Times New Roman" panose="02020603050405020304" pitchFamily="18" charset="0"/>
              <a:cs typeface="Times New Roman" panose="02020603050405020304" pitchFamily="18" charset="0"/>
            </a:endParaRPr>
          </a:p>
          <a:p>
            <a:pPr marL="1314450" lvl="2" indent="-457200">
              <a:buFont typeface="Courier New" panose="02070309020205020404" pitchFamily="49" charset="0"/>
              <a:buChar char="o"/>
            </a:pPr>
            <a:endParaRPr lang="en-US" sz="2400">
              <a:latin typeface="Times New Roman" panose="02020603050405020304" pitchFamily="18" charset="0"/>
              <a:cs typeface="Times New Roman" panose="02020603050405020304" pitchFamily="18" charset="0"/>
            </a:endParaRPr>
          </a:p>
          <a:p>
            <a:pPr marL="1314450" lvl="2" indent="-457200">
              <a:buFont typeface="Courier New" panose="02070309020205020404" pitchFamily="49" charset="0"/>
              <a:buChar char="o"/>
            </a:pPr>
            <a:endParaRPr lang="en-US" sz="2400">
              <a:latin typeface="Times New Roman" panose="02020603050405020304" pitchFamily="18" charset="0"/>
              <a:cs typeface="Times New Roman" panose="02020603050405020304" pitchFamily="18" charset="0"/>
            </a:endParaRPr>
          </a:p>
          <a:p>
            <a:pPr marL="1314450" lvl="2" indent="-457200">
              <a:buFont typeface="Courier New" panose="02070309020205020404" pitchFamily="49" charset="0"/>
              <a:buChar char="o"/>
            </a:pPr>
            <a:endParaRPr lang="en-US" sz="2400">
              <a:latin typeface="Times New Roman" panose="02020603050405020304" pitchFamily="18" charset="0"/>
              <a:cs typeface="Times New Roman" panose="02020603050405020304" pitchFamily="18" charset="0"/>
            </a:endParaRPr>
          </a:p>
          <a:p>
            <a:pPr marL="1314450" lvl="2" indent="-457200">
              <a:buFont typeface="Courier New" panose="02070309020205020404" pitchFamily="49" charset="0"/>
              <a:buChar char="o"/>
            </a:pPr>
            <a:endParaRPr lang="en-US" sz="2400">
              <a:latin typeface="Times New Roman" panose="02020603050405020304" pitchFamily="18" charset="0"/>
              <a:cs typeface="Times New Roman" panose="02020603050405020304" pitchFamily="18" charset="0"/>
            </a:endParaRPr>
          </a:p>
          <a:p>
            <a:pPr marL="1314450" lvl="2" indent="-457200">
              <a:buFont typeface="Courier New" panose="02070309020205020404" pitchFamily="49" charset="0"/>
              <a:buChar char="o"/>
            </a:pPr>
            <a:endParaRPr lang="en-US" sz="2400">
              <a:latin typeface="Times New Roman" panose="02020603050405020304" pitchFamily="18" charset="0"/>
              <a:cs typeface="Times New Roman" panose="02020603050405020304" pitchFamily="18" charset="0"/>
            </a:endParaRPr>
          </a:p>
          <a:p>
            <a:pPr marL="1314450" lvl="2" indent="-457200">
              <a:buFont typeface="Courier New" panose="02070309020205020404" pitchFamily="49" charset="0"/>
              <a:buChar char="o"/>
            </a:pPr>
            <a:endParaRPr lang="en-US" sz="2400">
              <a:latin typeface="Times New Roman" panose="02020603050405020304" pitchFamily="18" charset="0"/>
              <a:cs typeface="Times New Roman" panose="02020603050405020304" pitchFamily="18" charset="0"/>
            </a:endParaRPr>
          </a:p>
          <a:p>
            <a:pPr marL="1314450" lvl="2" indent="-4572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                                                                </a:t>
            </a:r>
            <a:r>
              <a:rPr lang="en-US" sz="2800">
                <a:solidFill>
                  <a:schemeClr val="accent5"/>
                </a:solidFill>
                <a:latin typeface="Times New Roman" panose="02020603050405020304" pitchFamily="18" charset="0"/>
                <a:cs typeface="Times New Roman" panose="02020603050405020304" pitchFamily="18" charset="0"/>
                <a:sym typeface="Wingdings" panose="05000000000000000000" pitchFamily="2" charset="2"/>
              </a:rPr>
              <a:t>0</a:t>
            </a:r>
            <a:endParaRPr lang="en-US" sz="2800">
              <a:solidFill>
                <a:schemeClr val="accent5"/>
              </a:solidFill>
              <a:latin typeface="Times New Roman" panose="02020603050405020304" pitchFamily="18" charset="0"/>
              <a:cs typeface="Times New Roman" panose="02020603050405020304" pitchFamily="18" charset="0"/>
            </a:endParaRPr>
          </a:p>
        </p:txBody>
      </p:sp>
      <p:pic>
        <p:nvPicPr>
          <p:cNvPr id="6" name="Picture 5" descr="\documentclass{article}&#10;\usepackage{amsmath}&#10;\pagestyle{empty}&#10;\begin{document}&#10;&#10;$y_t = \phi_1 y_{t-1} + \epsilon_t$&#10;&#10;&#10;\end{document}" title="IguanaTex Bitmap Display">
            <a:extLst>
              <a:ext uri="{FF2B5EF4-FFF2-40B4-BE49-F238E27FC236}">
                <a16:creationId xmlns:a16="http://schemas.microsoft.com/office/drawing/2014/main" id="{1155A2CF-A641-8253-8A9D-6C75577375F4}"/>
              </a:ext>
            </a:extLst>
          </p:cNvPr>
          <p:cNvPicPr>
            <a:picLocks noChangeAspect="1"/>
          </p:cNvPicPr>
          <p:nvPr>
            <p:custDataLst>
              <p:tags r:id="rId1"/>
            </p:custDataLst>
          </p:nvPr>
        </p:nvPicPr>
        <p:blipFill>
          <a:blip r:embed="rId4">
            <a:extLst>
              <a:ext uri="{28A0092B-C50C-407E-A947-70E740481C1C}">
                <a14:useLocalDpi xmlns:a14="http://schemas.microsoft.com/office/drawing/2010/main" val="0"/>
              </a:ext>
            </a:extLst>
          </a:blip>
          <a:stretch>
            <a:fillRect/>
          </a:stretch>
        </p:blipFill>
        <p:spPr>
          <a:xfrm>
            <a:off x="3200400" y="1752600"/>
            <a:ext cx="2464000" cy="317866"/>
          </a:xfrm>
          <a:prstGeom prst="rect">
            <a:avLst/>
          </a:prstGeom>
        </p:spPr>
      </p:pic>
      <p:pic>
        <p:nvPicPr>
          <p:cNvPr id="3" name="Picture 2">
            <a:extLst>
              <a:ext uri="{FF2B5EF4-FFF2-40B4-BE49-F238E27FC236}">
                <a16:creationId xmlns:a16="http://schemas.microsoft.com/office/drawing/2014/main" id="{E7F4848E-B08C-F17D-7CD0-195EF6D3A0D4}"/>
              </a:ext>
            </a:extLst>
          </p:cNvPr>
          <p:cNvPicPr>
            <a:picLocks noChangeAspect="1"/>
          </p:cNvPicPr>
          <p:nvPr/>
        </p:nvPicPr>
        <p:blipFill>
          <a:blip r:embed="rId5"/>
          <a:stretch>
            <a:fillRect/>
          </a:stretch>
        </p:blipFill>
        <p:spPr>
          <a:xfrm>
            <a:off x="533400" y="3124200"/>
            <a:ext cx="7905750" cy="438150"/>
          </a:xfrm>
          <a:prstGeom prst="rect">
            <a:avLst/>
          </a:prstGeom>
        </p:spPr>
      </p:pic>
      <p:pic>
        <p:nvPicPr>
          <p:cNvPr id="7" name="Picture 6">
            <a:extLst>
              <a:ext uri="{FF2B5EF4-FFF2-40B4-BE49-F238E27FC236}">
                <a16:creationId xmlns:a16="http://schemas.microsoft.com/office/drawing/2014/main" id="{744EAB3B-E5D8-4495-0247-5F751EBA6E0A}"/>
              </a:ext>
            </a:extLst>
          </p:cNvPr>
          <p:cNvPicPr>
            <a:picLocks noChangeAspect="1"/>
          </p:cNvPicPr>
          <p:nvPr/>
        </p:nvPicPr>
        <p:blipFill>
          <a:blip r:embed="rId6"/>
          <a:stretch>
            <a:fillRect/>
          </a:stretch>
        </p:blipFill>
        <p:spPr>
          <a:xfrm>
            <a:off x="914400" y="3581400"/>
            <a:ext cx="5162550" cy="542925"/>
          </a:xfrm>
          <a:prstGeom prst="rect">
            <a:avLst/>
          </a:prstGeom>
        </p:spPr>
      </p:pic>
      <p:pic>
        <p:nvPicPr>
          <p:cNvPr id="9" name="Picture 8">
            <a:extLst>
              <a:ext uri="{FF2B5EF4-FFF2-40B4-BE49-F238E27FC236}">
                <a16:creationId xmlns:a16="http://schemas.microsoft.com/office/drawing/2014/main" id="{D662DA79-64CE-2D4C-7F50-C5E6B61471F1}"/>
              </a:ext>
            </a:extLst>
          </p:cNvPr>
          <p:cNvPicPr>
            <a:picLocks noChangeAspect="1"/>
          </p:cNvPicPr>
          <p:nvPr/>
        </p:nvPicPr>
        <p:blipFill>
          <a:blip r:embed="rId7"/>
          <a:stretch>
            <a:fillRect/>
          </a:stretch>
        </p:blipFill>
        <p:spPr>
          <a:xfrm>
            <a:off x="914400" y="4060640"/>
            <a:ext cx="8115300" cy="561975"/>
          </a:xfrm>
          <a:prstGeom prst="rect">
            <a:avLst/>
          </a:prstGeom>
        </p:spPr>
      </p:pic>
      <p:pic>
        <p:nvPicPr>
          <p:cNvPr id="11" name="Picture 10">
            <a:extLst>
              <a:ext uri="{FF2B5EF4-FFF2-40B4-BE49-F238E27FC236}">
                <a16:creationId xmlns:a16="http://schemas.microsoft.com/office/drawing/2014/main" id="{58E8DAFD-D8FC-B3F8-567E-178953A2589A}"/>
              </a:ext>
            </a:extLst>
          </p:cNvPr>
          <p:cNvPicPr>
            <a:picLocks noChangeAspect="1"/>
          </p:cNvPicPr>
          <p:nvPr/>
        </p:nvPicPr>
        <p:blipFill>
          <a:blip r:embed="rId8"/>
          <a:stretch>
            <a:fillRect/>
          </a:stretch>
        </p:blipFill>
        <p:spPr>
          <a:xfrm>
            <a:off x="923925" y="4572000"/>
            <a:ext cx="3562350" cy="1371600"/>
          </a:xfrm>
          <a:prstGeom prst="rect">
            <a:avLst/>
          </a:prstGeom>
        </p:spPr>
      </p:pic>
      <p:pic>
        <p:nvPicPr>
          <p:cNvPr id="13" name="Picture 12">
            <a:extLst>
              <a:ext uri="{FF2B5EF4-FFF2-40B4-BE49-F238E27FC236}">
                <a16:creationId xmlns:a16="http://schemas.microsoft.com/office/drawing/2014/main" id="{CBA8227A-92B0-1159-C2D4-D88DE6A3D33E}"/>
              </a:ext>
            </a:extLst>
          </p:cNvPr>
          <p:cNvPicPr>
            <a:picLocks noChangeAspect="1"/>
          </p:cNvPicPr>
          <p:nvPr/>
        </p:nvPicPr>
        <p:blipFill>
          <a:blip r:embed="rId9"/>
          <a:stretch>
            <a:fillRect/>
          </a:stretch>
        </p:blipFill>
        <p:spPr>
          <a:xfrm>
            <a:off x="4981847" y="4962525"/>
            <a:ext cx="3495675" cy="504825"/>
          </a:xfrm>
          <a:prstGeom prst="rect">
            <a:avLst/>
          </a:prstGeom>
        </p:spPr>
      </p:pic>
      <p:pic>
        <p:nvPicPr>
          <p:cNvPr id="15" name="Picture 14">
            <a:extLst>
              <a:ext uri="{FF2B5EF4-FFF2-40B4-BE49-F238E27FC236}">
                <a16:creationId xmlns:a16="http://schemas.microsoft.com/office/drawing/2014/main" id="{98FE855D-482E-55B3-4852-C29E21937B85}"/>
              </a:ext>
            </a:extLst>
          </p:cNvPr>
          <p:cNvPicPr>
            <a:picLocks noChangeAspect="1"/>
          </p:cNvPicPr>
          <p:nvPr/>
        </p:nvPicPr>
        <p:blipFill>
          <a:blip r:embed="rId10"/>
          <a:stretch>
            <a:fillRect/>
          </a:stretch>
        </p:blipFill>
        <p:spPr>
          <a:xfrm>
            <a:off x="5121475" y="5467350"/>
            <a:ext cx="1085850" cy="514350"/>
          </a:xfrm>
          <a:prstGeom prst="rect">
            <a:avLst/>
          </a:prstGeom>
        </p:spPr>
      </p:pic>
      <p:sp>
        <p:nvSpPr>
          <p:cNvPr id="16" name="Rectangle 15">
            <a:extLst>
              <a:ext uri="{FF2B5EF4-FFF2-40B4-BE49-F238E27FC236}">
                <a16:creationId xmlns:a16="http://schemas.microsoft.com/office/drawing/2014/main" id="{86AEC6C0-444F-9CE7-3190-2E8A529075D0}"/>
              </a:ext>
            </a:extLst>
          </p:cNvPr>
          <p:cNvSpPr/>
          <p:nvPr/>
        </p:nvSpPr>
        <p:spPr>
          <a:xfrm>
            <a:off x="4972050" y="4876800"/>
            <a:ext cx="3638550" cy="1104900"/>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06060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04AA79-8F71-33A4-EC93-D7A8556C5A30}"/>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EC168DBA-EB91-84FA-40DE-A55DB1480C12}"/>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Mô hình tự hồi qui</a:t>
            </a:r>
          </a:p>
        </p:txBody>
      </p:sp>
      <mc:AlternateContent xmlns:mc="http://schemas.openxmlformats.org/markup-compatibility/2006" xmlns:a14="http://schemas.microsoft.com/office/drawing/2010/main">
        <mc:Choice Requires="a14">
          <p:sp>
            <p:nvSpPr>
              <p:cNvPr id="31747" name="Rectangle 3">
                <a:extLst>
                  <a:ext uri="{FF2B5EF4-FFF2-40B4-BE49-F238E27FC236}">
                    <a16:creationId xmlns:a16="http://schemas.microsoft.com/office/drawing/2014/main" id="{53A67CB0-6281-909D-331C-5580540FC5B2}"/>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lvl="0" indent="-457200">
                  <a:buFont typeface="Wingdings" panose="05000000000000000000" pitchFamily="2" charset="2"/>
                  <a:buChar char="Ø"/>
                </a:pPr>
                <a:r>
                  <a:rPr lang="en-US" sz="2800" b="1" dirty="0" err="1">
                    <a:latin typeface="Times New Roman" panose="02020603050405020304" pitchFamily="18" charset="0"/>
                    <a:cs typeface="Times New Roman" panose="02020603050405020304" pitchFamily="18" charset="0"/>
                  </a:rPr>
                  <a:t>Mô</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hình</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tự</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hồi</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quy</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bậc</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một</a:t>
                </a:r>
                <a:r>
                  <a:rPr lang="en-US" sz="2800" b="1" dirty="0">
                    <a:latin typeface="Times New Roman" panose="02020603050405020304" pitchFamily="18" charset="0"/>
                    <a:cs typeface="Times New Roman" panose="02020603050405020304" pitchFamily="18" charset="0"/>
                  </a:rPr>
                  <a:t>: AR(1)</a:t>
                </a:r>
                <a:endParaRPr lang="en-US"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457200" lvl="1" indent="0"/>
                <a:r>
                  <a:rPr lang="vi-VN" sz="2800" dirty="0">
                    <a:latin typeface="Times New Roman" panose="02020603050405020304" pitchFamily="18" charset="0"/>
                    <a:cs typeface="Times New Roman" panose="02020603050405020304" pitchFamily="18" charset="0"/>
                  </a:rPr>
                  <a:t>Mô hình AR (1) có thể được viết dưới dạng:</a:t>
                </a:r>
                <a:endParaRPr lang="en-US" sz="2800" dirty="0">
                  <a:latin typeface="Times New Roman" panose="02020603050405020304" pitchFamily="18" charset="0"/>
                  <a:cs typeface="Times New Roman" panose="02020603050405020304" pitchFamily="18" charset="0"/>
                </a:endParaRPr>
              </a:p>
              <a:p>
                <a:pPr marL="457200" lvl="1" indent="0"/>
                <a:endParaRPr lang="en-US" sz="2800" dirty="0">
                  <a:latin typeface="Times New Roman" panose="02020603050405020304" pitchFamily="18" charset="0"/>
                  <a:cs typeface="Times New Roman" panose="02020603050405020304" pitchFamily="18" charset="0"/>
                </a:endParaRPr>
              </a:p>
              <a:p>
                <a:pPr marL="457200" lvl="1" indent="0"/>
                <a:r>
                  <a:rPr lang="en-US" sz="2800" dirty="0" err="1">
                    <a:latin typeface="Times New Roman" panose="02020603050405020304" pitchFamily="18" charset="0"/>
                    <a:cs typeface="Times New Roman" panose="02020603050405020304" pitchFamily="18" charset="0"/>
                  </a:rPr>
                  <a:t>Trong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đó</a:t>
                </a:r>
                <a:r>
                  <a:rPr lang="en-US" sz="2800" dirty="0">
                    <a:latin typeface="Times New Roman" panose="02020603050405020304" pitchFamily="18" charset="0"/>
                    <a:cs typeface="Times New Roman" panose="02020603050405020304" pitchFamily="18" charset="0"/>
                  </a:rPr>
                  <a:t>,                              </a:t>
                </a:r>
                <a:r>
                  <a:rPr lang="vi-VN" sz="2800" dirty="0">
                    <a:latin typeface="Times New Roman" panose="02020603050405020304" pitchFamily="18" charset="0"/>
                    <a:cs typeface="Times New Roman" panose="02020603050405020304" pitchFamily="18" charset="0"/>
                  </a:rPr>
                  <a:t>được gọi là toán tử tự hồi quy, hoặc hàm đặc trưng của mô hình.</a:t>
                </a:r>
                <a:endParaRPr lang="en-US" sz="2800" dirty="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r>
                  <a:rPr lang="en-US" sz="2800" dirty="0" err="1">
                    <a:latin typeface="Times New Roman" panose="02020603050405020304" pitchFamily="18" charset="0"/>
                    <a:cs typeface="Times New Roman" panose="02020603050405020304" pitchFamily="18" charset="0"/>
                  </a:rPr>
                  <a:t>Điều</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kiện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dừng</a:t>
                </a:r>
                <a:r>
                  <a:rPr lang="en-US" sz="2800" dirty="0">
                    <a:latin typeface="Times New Roman" panose="02020603050405020304" pitchFamily="18" charset="0"/>
                    <a:cs typeface="Times New Roman" panose="02020603050405020304" pitchFamily="18" charset="0"/>
                  </a:rPr>
                  <a:t>:</a:t>
                </a:r>
                <a:r>
                  <a:rPr lang="vi-VN" sz="2800" dirty="0">
                    <a:latin typeface="Times New Roman" panose="02020603050405020304" pitchFamily="18" charset="0"/>
                    <a:cs typeface="Times New Roman" panose="02020603050405020304" pitchFamily="18" charset="0"/>
                  </a:rPr>
                  <a:t>|</a:t>
                </a:r>
                <a14:m>
                  <m:oMath xmlns:m="http://schemas.openxmlformats.org/officeDocument/2006/math">
                    <m:sSub>
                      <m:sSubPr>
                        <m:ctrlPr>
                          <a:rPr lang="en-US" sz="2800" i="1">
                            <a:latin typeface="Cambria Math" panose="02040503050406030204" pitchFamily="18" charset="0"/>
                            <a:cs typeface="Times New Roman" panose="02020603050405020304" pitchFamily="18" charset="0"/>
                          </a:rPr>
                        </m:ctrlPr>
                      </m:sSubPr>
                      <m:e>
                        <m:r>
                          <m:rPr>
                            <m:nor/>
                          </m:rPr>
                          <a:rPr lang="vi-VN" sz="2800">
                            <a:latin typeface="Times New Roman" panose="02020603050405020304" pitchFamily="18" charset="0"/>
                            <a:cs typeface="Times New Roman" panose="02020603050405020304" pitchFamily="18" charset="0"/>
                          </a:rPr>
                          <m:t>𝜙</m:t>
                        </m:r>
                      </m:e>
                      <m:sub>
                        <m:r>
                          <a:rPr lang="en-US" sz="2800" i="1">
                            <a:latin typeface="Cambria Math" panose="02040503050406030204" pitchFamily="18" charset="0"/>
                            <a:cs typeface="Times New Roman" panose="02020603050405020304" pitchFamily="18" charset="0"/>
                          </a:rPr>
                          <m:t>1</m:t>
                        </m:r>
                      </m:sub>
                    </m:sSub>
                  </m:oMath>
                </a14:m>
                <a:r>
                  <a:rPr lang="vi-VN" sz="2800" dirty="0">
                    <a:latin typeface="Times New Roman" panose="02020603050405020304" pitchFamily="18" charset="0"/>
                    <a:cs typeface="Times New Roman" panose="02020603050405020304" pitchFamily="18" charset="0"/>
                  </a:rPr>
                  <a:t>| &lt; 1</a:t>
                </a:r>
                <a:endParaRPr lang="en-US" sz="2800" dirty="0">
                  <a:latin typeface="Times New Roman" panose="02020603050405020304" pitchFamily="18" charset="0"/>
                  <a:cs typeface="Times New Roman" panose="02020603050405020304" pitchFamily="18" charset="0"/>
                </a:endParaRPr>
              </a:p>
              <a:p>
                <a:pPr marL="857250" lvl="2" indent="0"/>
                <a:r>
                  <a:rPr lang="en-US" sz="2800" dirty="0">
                    <a:latin typeface="Times New Roman" panose="02020603050405020304" pitchFamily="18" charset="0"/>
                    <a:cs typeface="Times New Roman" panose="02020603050405020304" pitchFamily="18" charset="0"/>
                  </a:rPr>
                  <a:t>N</a:t>
                </a:r>
                <a:r>
                  <a:rPr lang="vi-VN" sz="2800" dirty="0">
                    <a:latin typeface="Times New Roman" panose="02020603050405020304" pitchFamily="18" charset="0"/>
                    <a:cs typeface="Times New Roman" panose="02020603050405020304" pitchFamily="18" charset="0"/>
                  </a:rPr>
                  <a:t>ếu |</a:t>
                </a:r>
                <a14:m>
                  <m:oMath xmlns:m="http://schemas.openxmlformats.org/officeDocument/2006/math">
                    <m:sSub>
                      <m:sSubPr>
                        <m:ctrlPr>
                          <a:rPr lang="en-US" sz="2800" i="1">
                            <a:latin typeface="Cambria Math" panose="02040503050406030204" pitchFamily="18" charset="0"/>
                            <a:cs typeface="Times New Roman" panose="02020603050405020304" pitchFamily="18" charset="0"/>
                          </a:rPr>
                        </m:ctrlPr>
                      </m:sSubPr>
                      <m:e>
                        <m:r>
                          <m:rPr>
                            <m:nor/>
                          </m:rPr>
                          <a:rPr lang="vi-VN" sz="2800">
                            <a:latin typeface="Times New Roman" panose="02020603050405020304" pitchFamily="18" charset="0"/>
                            <a:cs typeface="Times New Roman" panose="02020603050405020304" pitchFamily="18" charset="0"/>
                          </a:rPr>
                          <m:t>𝜙</m:t>
                        </m:r>
                      </m:e>
                      <m:sub>
                        <m:r>
                          <a:rPr lang="en-US" sz="2800" i="1">
                            <a:latin typeface="Cambria Math" panose="02040503050406030204" pitchFamily="18" charset="0"/>
                            <a:cs typeface="Times New Roman" panose="02020603050405020304" pitchFamily="18" charset="0"/>
                          </a:rPr>
                          <m:t>1</m:t>
                        </m:r>
                      </m:sub>
                    </m:sSub>
                  </m:oMath>
                </a14:m>
                <a:r>
                  <a:rPr lang="vi-VN" sz="2800" dirty="0">
                    <a:latin typeface="Times New Roman" panose="02020603050405020304" pitchFamily="18" charset="0"/>
                    <a:cs typeface="Times New Roman" panose="02020603050405020304" pitchFamily="18" charset="0"/>
                  </a:rPr>
                  <a:t>| &lt; 1 thì nghiệm của phương trình đặc trưng </a:t>
                </a:r>
                <a:r>
                  <a:rPr lang="vi-VN" sz="2800" dirty="0">
                    <a:solidFill>
                      <a:srgbClr val="FF0000"/>
                    </a:solidFill>
                    <a:latin typeface="Times New Roman" panose="02020603050405020304" pitchFamily="18" charset="0"/>
                    <a:cs typeface="Times New Roman" panose="02020603050405020304" pitchFamily="18" charset="0"/>
                  </a:rPr>
                  <a:t>𝜙(𝐵) = 0 </a:t>
                </a:r>
                <a:r>
                  <a:rPr lang="vi-VN" sz="2800" dirty="0">
                    <a:latin typeface="Times New Roman" panose="02020603050405020304" pitchFamily="18" charset="0"/>
                    <a:cs typeface="Times New Roman" panose="02020603050405020304" pitchFamily="18" charset="0"/>
                  </a:rPr>
                  <a:t>phải </a:t>
                </a:r>
                <a:r>
                  <a:rPr lang="vi-VN" sz="2800" dirty="0">
                    <a:solidFill>
                      <a:srgbClr val="FF0000"/>
                    </a:solidFill>
                    <a:latin typeface="Times New Roman" panose="02020603050405020304" pitchFamily="18" charset="0"/>
                    <a:cs typeface="Times New Roman" panose="02020603050405020304" pitchFamily="18" charset="0"/>
                  </a:rPr>
                  <a:t>nằm ngoài đường tròn đơn vị</a:t>
                </a:r>
                <a:r>
                  <a:rPr lang="vi-VN" sz="2800" dirty="0">
                    <a:latin typeface="Times New Roman" panose="02020603050405020304" pitchFamily="18" charset="0"/>
                    <a:cs typeface="Times New Roman" panose="02020603050405020304" pitchFamily="18" charset="0"/>
                  </a:rPr>
                  <a:t>, tức là nghiệm phải thỏa mãn </a:t>
                </a:r>
                <a:r>
                  <a:rPr lang="vi-VN" sz="2800" dirty="0">
                    <a:solidFill>
                      <a:srgbClr val="FF0000"/>
                    </a:solidFill>
                    <a:latin typeface="Times New Roman" panose="02020603050405020304" pitchFamily="18" charset="0"/>
                    <a:cs typeface="Times New Roman" panose="02020603050405020304" pitchFamily="18" charset="0"/>
                  </a:rPr>
                  <a:t>|𝐵| &gt; 1</a:t>
                </a:r>
                <a:r>
                  <a:rPr lang="vi-VN" sz="2800" dirty="0">
                    <a:latin typeface="Times New Roman" panose="02020603050405020304" pitchFamily="18" charset="0"/>
                    <a:cs typeface="Times New Roman" panose="02020603050405020304" pitchFamily="18" charset="0"/>
                  </a:rPr>
                  <a:t>.</a:t>
                </a:r>
                <a:endParaRPr lang="en-US" sz="2800" dirty="0">
                  <a:latin typeface="Times New Roman" panose="02020603050405020304" pitchFamily="18" charset="0"/>
                  <a:cs typeface="Times New Roman" panose="02020603050405020304" pitchFamily="18" charset="0"/>
                </a:endParaRPr>
              </a:p>
            </p:txBody>
          </p:sp>
        </mc:Choice>
        <mc:Fallback xmlns="">
          <p:sp>
            <p:nvSpPr>
              <p:cNvPr id="31747" name="Rectangle 3">
                <a:extLst>
                  <a:ext uri="{FF2B5EF4-FFF2-40B4-BE49-F238E27FC236}">
                    <a16:creationId xmlns:a16="http://schemas.microsoft.com/office/drawing/2014/main" id="{53A67CB0-6281-909D-331C-5580540FC5B2}"/>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4"/>
                <a:stretch>
                  <a:fillRect l="-1252" t="-1535" r="-83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VN">
                    <a:noFill/>
                  </a:rPr>
                  <a:t> </a:t>
                </a:r>
              </a:p>
            </p:txBody>
          </p:sp>
        </mc:Fallback>
      </mc:AlternateContent>
      <p:pic>
        <p:nvPicPr>
          <p:cNvPr id="6" name="Picture 5">
            <a:extLst>
              <a:ext uri="{FF2B5EF4-FFF2-40B4-BE49-F238E27FC236}">
                <a16:creationId xmlns:a16="http://schemas.microsoft.com/office/drawing/2014/main" id="{820C18E1-5A21-61B7-686D-84BD2D343D16}"/>
              </a:ext>
            </a:extLst>
          </p:cNvPr>
          <p:cNvPicPr>
            <a:picLocks noChangeAspect="1"/>
          </p:cNvPicPr>
          <p:nvPr/>
        </p:nvPicPr>
        <p:blipFill>
          <a:blip r:embed="rId5"/>
          <a:stretch>
            <a:fillRect/>
          </a:stretch>
        </p:blipFill>
        <p:spPr>
          <a:xfrm>
            <a:off x="3759400" y="2514600"/>
            <a:ext cx="1905000" cy="504825"/>
          </a:xfrm>
          <a:prstGeom prst="rect">
            <a:avLst/>
          </a:prstGeom>
        </p:spPr>
      </p:pic>
      <p:pic>
        <p:nvPicPr>
          <p:cNvPr id="8" name="Picture 7">
            <a:extLst>
              <a:ext uri="{FF2B5EF4-FFF2-40B4-BE49-F238E27FC236}">
                <a16:creationId xmlns:a16="http://schemas.microsoft.com/office/drawing/2014/main" id="{E44F3FD1-5A7D-E437-5E7C-5AEDE05D6C69}"/>
              </a:ext>
            </a:extLst>
          </p:cNvPr>
          <p:cNvPicPr>
            <a:picLocks noChangeAspect="1"/>
          </p:cNvPicPr>
          <p:nvPr/>
        </p:nvPicPr>
        <p:blipFill>
          <a:blip r:embed="rId6"/>
          <a:stretch>
            <a:fillRect/>
          </a:stretch>
        </p:blipFill>
        <p:spPr>
          <a:xfrm>
            <a:off x="2027762" y="2924174"/>
            <a:ext cx="2468038" cy="504826"/>
          </a:xfrm>
          <a:prstGeom prst="rect">
            <a:avLst/>
          </a:prstGeom>
        </p:spPr>
      </p:pic>
      <p:pic>
        <p:nvPicPr>
          <p:cNvPr id="10" name="Picture 9" descr="\documentclass{article}&#10;\usepackage{amsmath}&#10;\pagestyle{empty}&#10;\begin{document}&#10;&#10;$y_t = \phi_1 y_{t-1} + \epsilon_t$&#10;&#10;&#10;\end{document}" title="IguanaTex Bitmap Display">
            <a:extLst>
              <a:ext uri="{FF2B5EF4-FFF2-40B4-BE49-F238E27FC236}">
                <a16:creationId xmlns:a16="http://schemas.microsoft.com/office/drawing/2014/main" id="{3F45B8EE-73AE-3E9E-9EA5-637282133909}"/>
              </a:ext>
            </a:extLst>
          </p:cNvPr>
          <p:cNvPicPr>
            <a:picLocks noChangeAspect="1"/>
          </p:cNvPicPr>
          <p:nvPr>
            <p:custDataLst>
              <p:tags r:id="rId1"/>
            </p:custDataLst>
          </p:nvPr>
        </p:nvPicPr>
        <p:blipFill>
          <a:blip r:embed="rId7">
            <a:extLst>
              <a:ext uri="{28A0092B-C50C-407E-A947-70E740481C1C}">
                <a14:useLocalDpi xmlns:a14="http://schemas.microsoft.com/office/drawing/2010/main" val="0"/>
              </a:ext>
            </a:extLst>
          </a:blip>
          <a:stretch>
            <a:fillRect/>
          </a:stretch>
        </p:blipFill>
        <p:spPr>
          <a:xfrm>
            <a:off x="3200400" y="1752600"/>
            <a:ext cx="2464000" cy="317866"/>
          </a:xfrm>
          <a:prstGeom prst="rect">
            <a:avLst/>
          </a:prstGeom>
        </p:spPr>
      </p:pic>
    </p:spTree>
    <p:extLst>
      <p:ext uri="{BB962C8B-B14F-4D97-AF65-F5344CB8AC3E}">
        <p14:creationId xmlns:p14="http://schemas.microsoft.com/office/powerpoint/2010/main" val="28301760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BEC2C2-11B8-E690-5D82-4F107464B8CC}"/>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D22C09D0-9C32-E011-58F1-9EFC4EC0A5E9}"/>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Mô hình tự hồi qui</a:t>
            </a:r>
          </a:p>
        </p:txBody>
      </p:sp>
      <mc:AlternateContent xmlns:mc="http://schemas.openxmlformats.org/markup-compatibility/2006" xmlns:a14="http://schemas.microsoft.com/office/drawing/2010/main">
        <mc:Choice Requires="a14">
          <p:sp>
            <p:nvSpPr>
              <p:cNvPr id="31747" name="Rectangle 3">
                <a:extLst>
                  <a:ext uri="{FF2B5EF4-FFF2-40B4-BE49-F238E27FC236}">
                    <a16:creationId xmlns:a16="http://schemas.microsoft.com/office/drawing/2014/main" id="{7E2960B4-04E1-25A0-68AD-017C47C7DB3C}"/>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lvl="0" indent="-457200">
                  <a:buFont typeface="Wingdings" panose="05000000000000000000" pitchFamily="2" charset="2"/>
                  <a:buChar char="Ø"/>
                </a:pPr>
                <a:r>
                  <a:rPr lang="en-US" sz="2800" b="1" dirty="0" err="1">
                    <a:latin typeface="Times New Roman" panose="02020603050405020304" pitchFamily="18" charset="0"/>
                    <a:cs typeface="Times New Roman" panose="02020603050405020304" pitchFamily="18" charset="0"/>
                  </a:rPr>
                  <a:t>Mô</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hình</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tự</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hồi</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quy</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bậc</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một</a:t>
                </a:r>
                <a:r>
                  <a:rPr lang="en-US" sz="2800" b="1" dirty="0">
                    <a:latin typeface="Times New Roman" panose="02020603050405020304" pitchFamily="18" charset="0"/>
                    <a:cs typeface="Times New Roman" panose="02020603050405020304" pitchFamily="18" charset="0"/>
                  </a:rPr>
                  <a:t>: AR(1)</a:t>
                </a:r>
                <a:endParaRPr lang="en-US"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r>
                  <a:rPr lang="en-US" sz="2800" dirty="0" err="1">
                    <a:latin typeface="Times New Roman" panose="02020603050405020304" pitchFamily="18" charset="0"/>
                    <a:cs typeface="Times New Roman" panose="02020603050405020304" pitchFamily="18" charset="0"/>
                  </a:rPr>
                  <a:t>Giá</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trị</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trung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bình</a:t>
                </a:r>
                <a:endParaRPr lang="en-US" sz="2800" dirty="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r>
                  <a:rPr lang="en-US" sz="2800" dirty="0" err="1">
                    <a:latin typeface="Times New Roman" panose="02020603050405020304" pitchFamily="18" charset="0"/>
                    <a:cs typeface="Times New Roman" panose="02020603050405020304" pitchFamily="18" charset="0"/>
                  </a:rPr>
                  <a:t>Phương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sai</a:t>
                </a:r>
                <a:endParaRPr lang="en-US" sz="2800" dirty="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endParaRPr lang="en-US" sz="4000" dirty="0">
                  <a:latin typeface="Times New Roman" panose="02020603050405020304" pitchFamily="18" charset="0"/>
                  <a:cs typeface="Times New Roman" panose="02020603050405020304" pitchFamily="18" charset="0"/>
                </a:endParaRPr>
              </a:p>
              <a:p>
                <a:pPr marL="1314450" lvl="2" indent="-457200">
                  <a:buFont typeface="Courier New" panose="02070309020205020404" pitchFamily="49" charset="0"/>
                  <a:buChar char="o"/>
                </a:pPr>
                <a:r>
                  <a:rPr lang="en-US" sz="2800" dirty="0">
                    <a:latin typeface="Times New Roman" panose="02020603050405020304" pitchFamily="18" charset="0"/>
                    <a:cs typeface="Times New Roman" panose="02020603050405020304" pitchFamily="18" charset="0"/>
                  </a:rPr>
                  <a:t>Khi </a:t>
                </a:r>
                <a:r>
                  <a:rPr lang="en-US" sz="2800" dirty="0" err="1">
                    <a:latin typeface="Times New Roman" panose="02020603050405020304" pitchFamily="18" charset="0"/>
                    <a:cs typeface="Times New Roman" panose="02020603050405020304" pitchFamily="18" charset="0"/>
                  </a:rPr>
                  <a:t>điều</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kiện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dừng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thỏa</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mãn</a:t>
                </a:r>
                <a:r>
                  <a:rPr lang="en-US" sz="2800" dirty="0">
                    <a:latin typeface="Times New Roman" panose="02020603050405020304" pitchFamily="18" charset="0"/>
                    <a:cs typeface="Times New Roman" panose="02020603050405020304" pitchFamily="18" charset="0"/>
                  </a:rPr>
                  <a:t>: </a:t>
                </a:r>
                <a:r>
                  <a:rPr lang="vi-VN" sz="2800" dirty="0">
                    <a:latin typeface="Times New Roman" panose="02020603050405020304" pitchFamily="18" charset="0"/>
                    <a:cs typeface="Times New Roman" panose="02020603050405020304" pitchFamily="18" charset="0"/>
                  </a:rPr>
                  <a:t>|</a:t>
                </a:r>
                <a14:m>
                  <m:oMath xmlns:m="http://schemas.openxmlformats.org/officeDocument/2006/math">
                    <m:sSub>
                      <m:sSubPr>
                        <m:ctrlPr>
                          <a:rPr lang="en-US" sz="2800" i="1">
                            <a:latin typeface="Cambria Math" panose="02040503050406030204" pitchFamily="18" charset="0"/>
                            <a:cs typeface="Times New Roman" panose="02020603050405020304" pitchFamily="18" charset="0"/>
                          </a:rPr>
                        </m:ctrlPr>
                      </m:sSubPr>
                      <m:e>
                        <m:r>
                          <m:rPr>
                            <m:nor/>
                          </m:rPr>
                          <a:rPr lang="vi-VN" sz="2800">
                            <a:latin typeface="Times New Roman" panose="02020603050405020304" pitchFamily="18" charset="0"/>
                            <a:cs typeface="Times New Roman" panose="02020603050405020304" pitchFamily="18" charset="0"/>
                          </a:rPr>
                          <m:t>𝜙</m:t>
                        </m:r>
                      </m:e>
                      <m:sub>
                        <m:r>
                          <a:rPr lang="en-US" sz="2800" i="1">
                            <a:latin typeface="Cambria Math" panose="02040503050406030204" pitchFamily="18" charset="0"/>
                            <a:cs typeface="Times New Roman" panose="02020603050405020304" pitchFamily="18" charset="0"/>
                          </a:rPr>
                          <m:t>1</m:t>
                        </m:r>
                      </m:sub>
                    </m:sSub>
                  </m:oMath>
                </a14:m>
                <a:r>
                  <a:rPr lang="vi-VN" sz="2800" dirty="0">
                    <a:latin typeface="Times New Roman" panose="02020603050405020304" pitchFamily="18" charset="0"/>
                    <a:cs typeface="Times New Roman" panose="02020603050405020304" pitchFamily="18" charset="0"/>
                  </a:rPr>
                  <a:t>| &lt; 1</a:t>
                </a:r>
                <a:endParaRPr lang="en-US" sz="2800" dirty="0">
                  <a:latin typeface="Times New Roman" panose="02020603050405020304" pitchFamily="18" charset="0"/>
                  <a:cs typeface="Times New Roman" panose="02020603050405020304" pitchFamily="18" charset="0"/>
                </a:endParaRPr>
              </a:p>
              <a:p>
                <a:pPr marL="1314450" lvl="2" indent="-457200">
                  <a:buFont typeface="Courier New" panose="02070309020205020404" pitchFamily="49" charset="0"/>
                  <a:buChar char="o"/>
                </a:pPr>
                <a:endParaRPr lang="en-US" sz="2800" dirty="0">
                  <a:latin typeface="Times New Roman" panose="02020603050405020304" pitchFamily="18" charset="0"/>
                  <a:cs typeface="Times New Roman" panose="02020603050405020304" pitchFamily="18" charset="0"/>
                </a:endParaRPr>
              </a:p>
            </p:txBody>
          </p:sp>
        </mc:Choice>
        <mc:Fallback xmlns="">
          <p:sp>
            <p:nvSpPr>
              <p:cNvPr id="31747" name="Rectangle 3">
                <a:extLst>
                  <a:ext uri="{FF2B5EF4-FFF2-40B4-BE49-F238E27FC236}">
                    <a16:creationId xmlns:a16="http://schemas.microsoft.com/office/drawing/2014/main" id="{7E2960B4-04E1-25A0-68AD-017C47C7DB3C}"/>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4"/>
                <a:stretch>
                  <a:fillRect l="-1136" t="-123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pic>
        <p:nvPicPr>
          <p:cNvPr id="10" name="Picture 9" descr="\documentclass{article}&#10;\usepackage{amsmath}&#10;\pagestyle{empty}&#10;\begin{document}&#10;&#10;$y_t = \phi_1 y_{t-1} + \epsilon_t$&#10;&#10;&#10;\end{document}" title="IguanaTex Bitmap Display">
            <a:extLst>
              <a:ext uri="{FF2B5EF4-FFF2-40B4-BE49-F238E27FC236}">
                <a16:creationId xmlns:a16="http://schemas.microsoft.com/office/drawing/2014/main" id="{4CC48E08-ADE0-EDE6-4B0F-31AC671D65AF}"/>
              </a:ext>
            </a:extLst>
          </p:cNvPr>
          <p:cNvPicPr>
            <a:picLocks noChangeAspect="1"/>
          </p:cNvPicPr>
          <p:nvPr>
            <p:custDataLst>
              <p:tags r:id="rId1"/>
            </p:custDataLst>
          </p:nvPr>
        </p:nvPicPr>
        <p:blipFill>
          <a:blip r:embed="rId5">
            <a:extLst>
              <a:ext uri="{28A0092B-C50C-407E-A947-70E740481C1C}">
                <a14:useLocalDpi xmlns:a14="http://schemas.microsoft.com/office/drawing/2010/main" val="0"/>
              </a:ext>
            </a:extLst>
          </a:blip>
          <a:stretch>
            <a:fillRect/>
          </a:stretch>
        </p:blipFill>
        <p:spPr>
          <a:xfrm>
            <a:off x="3200400" y="1752600"/>
            <a:ext cx="2464000" cy="317866"/>
          </a:xfrm>
          <a:prstGeom prst="rect">
            <a:avLst/>
          </a:prstGeom>
        </p:spPr>
      </p:pic>
      <p:pic>
        <p:nvPicPr>
          <p:cNvPr id="3" name="Picture 2">
            <a:extLst>
              <a:ext uri="{FF2B5EF4-FFF2-40B4-BE49-F238E27FC236}">
                <a16:creationId xmlns:a16="http://schemas.microsoft.com/office/drawing/2014/main" id="{FAFC4BE9-9514-622A-F632-B5997961A231}"/>
              </a:ext>
            </a:extLst>
          </p:cNvPr>
          <p:cNvPicPr>
            <a:picLocks noChangeAspect="1"/>
          </p:cNvPicPr>
          <p:nvPr/>
        </p:nvPicPr>
        <p:blipFill>
          <a:blip r:embed="rId6"/>
          <a:stretch>
            <a:fillRect/>
          </a:stretch>
        </p:blipFill>
        <p:spPr>
          <a:xfrm>
            <a:off x="2651225" y="2603866"/>
            <a:ext cx="3562350" cy="561975"/>
          </a:xfrm>
          <a:prstGeom prst="rect">
            <a:avLst/>
          </a:prstGeom>
        </p:spPr>
      </p:pic>
      <p:pic>
        <p:nvPicPr>
          <p:cNvPr id="5" name="Picture 4">
            <a:extLst>
              <a:ext uri="{FF2B5EF4-FFF2-40B4-BE49-F238E27FC236}">
                <a16:creationId xmlns:a16="http://schemas.microsoft.com/office/drawing/2014/main" id="{45A74D0F-3506-2F64-A9F8-24CF70352C1E}"/>
              </a:ext>
            </a:extLst>
          </p:cNvPr>
          <p:cNvPicPr>
            <a:picLocks noChangeAspect="1"/>
          </p:cNvPicPr>
          <p:nvPr/>
        </p:nvPicPr>
        <p:blipFill>
          <a:blip r:embed="rId7"/>
          <a:stretch>
            <a:fillRect/>
          </a:stretch>
        </p:blipFill>
        <p:spPr>
          <a:xfrm>
            <a:off x="2209800" y="3270887"/>
            <a:ext cx="4895850" cy="561975"/>
          </a:xfrm>
          <a:prstGeom prst="rect">
            <a:avLst/>
          </a:prstGeom>
        </p:spPr>
      </p:pic>
      <p:pic>
        <p:nvPicPr>
          <p:cNvPr id="9" name="Picture 8">
            <a:extLst>
              <a:ext uri="{FF2B5EF4-FFF2-40B4-BE49-F238E27FC236}">
                <a16:creationId xmlns:a16="http://schemas.microsoft.com/office/drawing/2014/main" id="{E38E2BC1-48A5-624F-7814-E5226C7EB5F2}"/>
              </a:ext>
            </a:extLst>
          </p:cNvPr>
          <p:cNvPicPr>
            <a:picLocks noChangeAspect="1"/>
          </p:cNvPicPr>
          <p:nvPr/>
        </p:nvPicPr>
        <p:blipFill>
          <a:blip r:embed="rId8"/>
          <a:stretch>
            <a:fillRect/>
          </a:stretch>
        </p:blipFill>
        <p:spPr>
          <a:xfrm>
            <a:off x="2024062" y="4255232"/>
            <a:ext cx="5095875" cy="590550"/>
          </a:xfrm>
          <a:prstGeom prst="rect">
            <a:avLst/>
          </a:prstGeom>
        </p:spPr>
      </p:pic>
      <p:pic>
        <p:nvPicPr>
          <p:cNvPr id="12" name="Picture 11">
            <a:extLst>
              <a:ext uri="{FF2B5EF4-FFF2-40B4-BE49-F238E27FC236}">
                <a16:creationId xmlns:a16="http://schemas.microsoft.com/office/drawing/2014/main" id="{DD05706B-21B3-F5B0-7E53-7C1E7B3A69E5}"/>
              </a:ext>
            </a:extLst>
          </p:cNvPr>
          <p:cNvPicPr>
            <a:picLocks noChangeAspect="1"/>
          </p:cNvPicPr>
          <p:nvPr/>
        </p:nvPicPr>
        <p:blipFill>
          <a:blip r:embed="rId9"/>
          <a:stretch>
            <a:fillRect/>
          </a:stretch>
        </p:blipFill>
        <p:spPr>
          <a:xfrm>
            <a:off x="2209800" y="5301179"/>
            <a:ext cx="4420217" cy="428685"/>
          </a:xfrm>
          <a:prstGeom prst="rect">
            <a:avLst/>
          </a:prstGeom>
        </p:spPr>
      </p:pic>
      <p:pic>
        <p:nvPicPr>
          <p:cNvPr id="16" name="Picture 15">
            <a:extLst>
              <a:ext uri="{FF2B5EF4-FFF2-40B4-BE49-F238E27FC236}">
                <a16:creationId xmlns:a16="http://schemas.microsoft.com/office/drawing/2014/main" id="{EE44F1E8-66AD-366D-92E9-717E7633E1E4}"/>
              </a:ext>
            </a:extLst>
          </p:cNvPr>
          <p:cNvPicPr>
            <a:picLocks noChangeAspect="1"/>
          </p:cNvPicPr>
          <p:nvPr/>
        </p:nvPicPr>
        <p:blipFill>
          <a:blip r:embed="rId10"/>
          <a:stretch>
            <a:fillRect/>
          </a:stretch>
        </p:blipFill>
        <p:spPr>
          <a:xfrm>
            <a:off x="3581400" y="5690232"/>
            <a:ext cx="2552700" cy="1000125"/>
          </a:xfrm>
          <a:prstGeom prst="rect">
            <a:avLst/>
          </a:prstGeom>
        </p:spPr>
      </p:pic>
    </p:spTree>
    <p:extLst>
      <p:ext uri="{BB962C8B-B14F-4D97-AF65-F5344CB8AC3E}">
        <p14:creationId xmlns:p14="http://schemas.microsoft.com/office/powerpoint/2010/main" val="9463703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7E7D5-FD9F-68C9-E028-A4F08934B5ED}"/>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5DB63B9B-46EC-4276-1EA4-3D5F8B44A021}"/>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Mô hình tự hồi qui</a:t>
            </a:r>
          </a:p>
        </p:txBody>
      </p:sp>
      <mc:AlternateContent xmlns:mc="http://schemas.openxmlformats.org/markup-compatibility/2006" xmlns:a14="http://schemas.microsoft.com/office/drawing/2010/main">
        <mc:Choice Requires="a14">
          <p:sp>
            <p:nvSpPr>
              <p:cNvPr id="31747" name="Rectangle 3">
                <a:extLst>
                  <a:ext uri="{FF2B5EF4-FFF2-40B4-BE49-F238E27FC236}">
                    <a16:creationId xmlns:a16="http://schemas.microsoft.com/office/drawing/2014/main" id="{229B6549-706E-639F-7D5E-520C678246E9}"/>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lvl="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Mô hình tự hồi quy bậc một: AR(1)</a:t>
                </a:r>
                <a:endParaRPr lang="en-US" sz="280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Hàm tự tương quan (ARF) với </a:t>
                </a:r>
                <a:r>
                  <a:rPr lang="vi-VN" sz="2800">
                    <a:latin typeface="Times New Roman" panose="02020603050405020304" pitchFamily="18" charset="0"/>
                    <a:cs typeface="Times New Roman" panose="02020603050405020304" pitchFamily="18" charset="0"/>
                  </a:rPr>
                  <a:t>|</a:t>
                </a:r>
                <a14:m>
                  <m:oMath xmlns:m="http://schemas.openxmlformats.org/officeDocument/2006/math">
                    <m:sSub>
                      <m:sSubPr>
                        <m:ctrlPr>
                          <a:rPr lang="en-US" sz="2800" i="1">
                            <a:latin typeface="Cambria Math" panose="02040503050406030204" pitchFamily="18" charset="0"/>
                            <a:cs typeface="Times New Roman" panose="02020603050405020304" pitchFamily="18" charset="0"/>
                          </a:rPr>
                        </m:ctrlPr>
                      </m:sSubPr>
                      <m:e>
                        <m:r>
                          <m:rPr>
                            <m:nor/>
                          </m:rPr>
                          <a:rPr lang="vi-VN" sz="2800">
                            <a:latin typeface="Times New Roman" panose="02020603050405020304" pitchFamily="18" charset="0"/>
                            <a:cs typeface="Times New Roman" panose="02020603050405020304" pitchFamily="18" charset="0"/>
                          </a:rPr>
                          <m:t>𝜙</m:t>
                        </m:r>
                      </m:e>
                      <m:sub>
                        <m:r>
                          <a:rPr lang="en-US" sz="2800" i="1">
                            <a:latin typeface="Cambria Math" panose="02040503050406030204" pitchFamily="18" charset="0"/>
                            <a:cs typeface="Times New Roman" panose="02020603050405020304" pitchFamily="18" charset="0"/>
                          </a:rPr>
                          <m:t>1</m:t>
                        </m:r>
                      </m:sub>
                    </m:sSub>
                  </m:oMath>
                </a14:m>
                <a:r>
                  <a:rPr lang="vi-VN" sz="2800">
                    <a:latin typeface="Times New Roman" panose="02020603050405020304" pitchFamily="18" charset="0"/>
                    <a:cs typeface="Times New Roman" panose="02020603050405020304" pitchFamily="18" charset="0"/>
                  </a:rPr>
                  <a:t>| &lt; 1</a:t>
                </a:r>
                <a:endParaRPr lang="en-US" sz="280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457200" lvl="1" indent="0"/>
                <a:r>
                  <a:rPr lang="en-US" sz="2800">
                    <a:latin typeface="Times New Roman" panose="02020603050405020304" pitchFamily="18" charset="0"/>
                    <a:cs typeface="Times New Roman" panose="02020603050405020304" pitchFamily="18" charset="0"/>
                  </a:rPr>
                  <a:t>                                        ,</a:t>
                </a:r>
                <a:r>
                  <a:rPr lang="en-US" sz="2800"/>
                  <a:t> 𝑘 = 1,2, … </a:t>
                </a:r>
                <a:br>
                  <a:rPr lang="en-US" sz="2800"/>
                </a:br>
                <a:endParaRPr lang="en-US" sz="2800"/>
              </a:p>
              <a:p>
                <a:pPr marL="91440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p:txBody>
          </p:sp>
        </mc:Choice>
        <mc:Fallback xmlns="">
          <p:sp>
            <p:nvSpPr>
              <p:cNvPr id="31747" name="Rectangle 3">
                <a:extLst>
                  <a:ext uri="{FF2B5EF4-FFF2-40B4-BE49-F238E27FC236}">
                    <a16:creationId xmlns:a16="http://schemas.microsoft.com/office/drawing/2014/main" id="{229B6549-706E-639F-7D5E-520C678246E9}"/>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4"/>
                <a:stretch>
                  <a:fillRect l="-1136" t="-123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pic>
        <p:nvPicPr>
          <p:cNvPr id="10" name="Picture 9" descr="\documentclass{article}&#10;\usepackage{amsmath}&#10;\pagestyle{empty}&#10;\begin{document}&#10;&#10;$y_t = \phi_1 y_{t-1} + \epsilon_t$&#10;&#10;&#10;\end{document}" title="IguanaTex Bitmap Display">
            <a:extLst>
              <a:ext uri="{FF2B5EF4-FFF2-40B4-BE49-F238E27FC236}">
                <a16:creationId xmlns:a16="http://schemas.microsoft.com/office/drawing/2014/main" id="{AC3BA616-9694-C7FE-5BBF-FB7C46733852}"/>
              </a:ext>
            </a:extLst>
          </p:cNvPr>
          <p:cNvPicPr>
            <a:picLocks noChangeAspect="1"/>
          </p:cNvPicPr>
          <p:nvPr>
            <p:custDataLst>
              <p:tags r:id="rId1"/>
            </p:custDataLst>
          </p:nvPr>
        </p:nvPicPr>
        <p:blipFill>
          <a:blip r:embed="rId5">
            <a:extLst>
              <a:ext uri="{28A0092B-C50C-407E-A947-70E740481C1C}">
                <a14:useLocalDpi xmlns:a14="http://schemas.microsoft.com/office/drawing/2010/main" val="0"/>
              </a:ext>
            </a:extLst>
          </a:blip>
          <a:stretch>
            <a:fillRect/>
          </a:stretch>
        </p:blipFill>
        <p:spPr>
          <a:xfrm>
            <a:off x="3200400" y="1752600"/>
            <a:ext cx="2464000" cy="317866"/>
          </a:xfrm>
          <a:prstGeom prst="rect">
            <a:avLst/>
          </a:prstGeom>
        </p:spPr>
      </p:pic>
      <p:pic>
        <p:nvPicPr>
          <p:cNvPr id="4" name="Picture 3">
            <a:extLst>
              <a:ext uri="{FF2B5EF4-FFF2-40B4-BE49-F238E27FC236}">
                <a16:creationId xmlns:a16="http://schemas.microsoft.com/office/drawing/2014/main" id="{F697B84B-6CD4-EE7C-401C-0EB91601326A}"/>
              </a:ext>
            </a:extLst>
          </p:cNvPr>
          <p:cNvPicPr>
            <a:picLocks noChangeAspect="1"/>
          </p:cNvPicPr>
          <p:nvPr/>
        </p:nvPicPr>
        <p:blipFill>
          <a:blip r:embed="rId6"/>
          <a:stretch>
            <a:fillRect/>
          </a:stretch>
        </p:blipFill>
        <p:spPr>
          <a:xfrm>
            <a:off x="1231674" y="2603866"/>
            <a:ext cx="6921726" cy="1384345"/>
          </a:xfrm>
          <a:prstGeom prst="rect">
            <a:avLst/>
          </a:prstGeom>
        </p:spPr>
      </p:pic>
      <p:pic>
        <p:nvPicPr>
          <p:cNvPr id="7" name="Picture 6">
            <a:extLst>
              <a:ext uri="{FF2B5EF4-FFF2-40B4-BE49-F238E27FC236}">
                <a16:creationId xmlns:a16="http://schemas.microsoft.com/office/drawing/2014/main" id="{4D56099D-456A-C7F3-62E7-80C8A99DD764}"/>
              </a:ext>
            </a:extLst>
          </p:cNvPr>
          <p:cNvPicPr>
            <a:picLocks noChangeAspect="1"/>
          </p:cNvPicPr>
          <p:nvPr/>
        </p:nvPicPr>
        <p:blipFill>
          <a:blip r:embed="rId7"/>
          <a:stretch>
            <a:fillRect/>
          </a:stretch>
        </p:blipFill>
        <p:spPr>
          <a:xfrm>
            <a:off x="1231674" y="4267200"/>
            <a:ext cx="2867025" cy="400050"/>
          </a:xfrm>
          <a:prstGeom prst="rect">
            <a:avLst/>
          </a:prstGeom>
        </p:spPr>
      </p:pic>
      <p:pic>
        <p:nvPicPr>
          <p:cNvPr id="11" name="Picture 10">
            <a:extLst>
              <a:ext uri="{FF2B5EF4-FFF2-40B4-BE49-F238E27FC236}">
                <a16:creationId xmlns:a16="http://schemas.microsoft.com/office/drawing/2014/main" id="{E054A3D1-B888-E511-A2DA-AB204F1A683B}"/>
              </a:ext>
            </a:extLst>
          </p:cNvPr>
          <p:cNvPicPr>
            <a:picLocks noChangeAspect="1"/>
          </p:cNvPicPr>
          <p:nvPr/>
        </p:nvPicPr>
        <p:blipFill>
          <a:blip r:embed="rId8"/>
          <a:stretch>
            <a:fillRect/>
          </a:stretch>
        </p:blipFill>
        <p:spPr>
          <a:xfrm>
            <a:off x="1212623" y="4693287"/>
            <a:ext cx="2905125" cy="390525"/>
          </a:xfrm>
          <a:prstGeom prst="rect">
            <a:avLst/>
          </a:prstGeom>
        </p:spPr>
      </p:pic>
      <p:pic>
        <p:nvPicPr>
          <p:cNvPr id="13" name="Picture 12">
            <a:extLst>
              <a:ext uri="{FF2B5EF4-FFF2-40B4-BE49-F238E27FC236}">
                <a16:creationId xmlns:a16="http://schemas.microsoft.com/office/drawing/2014/main" id="{69C1CA70-E9D7-BB44-372E-13E6FD6DA30B}"/>
              </a:ext>
            </a:extLst>
          </p:cNvPr>
          <p:cNvPicPr>
            <a:picLocks noChangeAspect="1"/>
          </p:cNvPicPr>
          <p:nvPr/>
        </p:nvPicPr>
        <p:blipFill>
          <a:blip r:embed="rId9"/>
          <a:stretch>
            <a:fillRect/>
          </a:stretch>
        </p:blipFill>
        <p:spPr>
          <a:xfrm>
            <a:off x="457200" y="5170580"/>
            <a:ext cx="8534400" cy="657225"/>
          </a:xfrm>
          <a:prstGeom prst="rect">
            <a:avLst/>
          </a:prstGeom>
        </p:spPr>
      </p:pic>
    </p:spTree>
    <p:extLst>
      <p:ext uri="{BB962C8B-B14F-4D97-AF65-F5344CB8AC3E}">
        <p14:creationId xmlns:p14="http://schemas.microsoft.com/office/powerpoint/2010/main" val="29487744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341A09-BD4D-C611-9F78-419FD82F4729}"/>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7E7D397A-63BA-6AD7-205F-F6E8AF1D72AA}"/>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Mô hình tự hồi qui</a:t>
            </a:r>
          </a:p>
        </p:txBody>
      </p:sp>
      <p:sp>
        <p:nvSpPr>
          <p:cNvPr id="31747" name="Rectangle 3">
            <a:extLst>
              <a:ext uri="{FF2B5EF4-FFF2-40B4-BE49-F238E27FC236}">
                <a16:creationId xmlns:a16="http://schemas.microsoft.com/office/drawing/2014/main" id="{7D3ED8E7-D559-9935-4AB2-6F0A6AB0623B}"/>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lvl="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Mô hình tự hồi quy bậc một: AR(1)</a:t>
            </a:r>
            <a:endParaRPr lang="en-US" sz="280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457200" lvl="1" indent="0"/>
            <a:r>
              <a:rPr lang="en-US" sz="2800">
                <a:latin typeface="Times New Roman" panose="02020603050405020304" pitchFamily="18" charset="0"/>
                <a:cs typeface="Times New Roman" panose="02020603050405020304" pitchFamily="18" charset="0"/>
              </a:rPr>
              <a:t>                                        </a:t>
            </a:r>
            <a:br>
              <a:rPr lang="en-US" sz="2800"/>
            </a:br>
            <a:endParaRPr lang="en-US" sz="2800"/>
          </a:p>
          <a:p>
            <a:pPr marL="91440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C048E6E6-2951-3BE3-1BDE-4412D0FACDA2}"/>
              </a:ext>
            </a:extLst>
          </p:cNvPr>
          <p:cNvPicPr>
            <a:picLocks noChangeAspect="1"/>
          </p:cNvPicPr>
          <p:nvPr/>
        </p:nvPicPr>
        <p:blipFill>
          <a:blip r:embed="rId3"/>
          <a:stretch>
            <a:fillRect/>
          </a:stretch>
        </p:blipFill>
        <p:spPr>
          <a:xfrm>
            <a:off x="1371600" y="1752600"/>
            <a:ext cx="6477000" cy="4519534"/>
          </a:xfrm>
          <a:prstGeom prst="rect">
            <a:avLst/>
          </a:prstGeom>
        </p:spPr>
      </p:pic>
    </p:spTree>
    <p:extLst>
      <p:ext uri="{BB962C8B-B14F-4D97-AF65-F5344CB8AC3E}">
        <p14:creationId xmlns:p14="http://schemas.microsoft.com/office/powerpoint/2010/main" val="3027379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6D0C84-E973-2D35-AF58-D30EBA263A9B}"/>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672F8E6D-8968-2C65-2D88-A9172651708D}"/>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Mô hình tự hồi qui</a:t>
            </a:r>
          </a:p>
        </p:txBody>
      </p:sp>
      <p:sp>
        <p:nvSpPr>
          <p:cNvPr id="31747" name="Rectangle 3">
            <a:extLst>
              <a:ext uri="{FF2B5EF4-FFF2-40B4-BE49-F238E27FC236}">
                <a16:creationId xmlns:a16="http://schemas.microsoft.com/office/drawing/2014/main" id="{7E84958F-BAD5-F10D-B1BA-2AF8F00D19E6}"/>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lvl="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Mô hình tự hồi quy bậc một: AR(1)</a:t>
            </a:r>
            <a:endParaRPr lang="en-US" sz="280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457200" lvl="1" indent="0"/>
            <a:r>
              <a:rPr lang="en-US" sz="2800">
                <a:latin typeface="Times New Roman" panose="02020603050405020304" pitchFamily="18" charset="0"/>
                <a:cs typeface="Times New Roman" panose="02020603050405020304" pitchFamily="18" charset="0"/>
              </a:rPr>
              <a:t>                                        </a:t>
            </a:r>
            <a:br>
              <a:rPr lang="en-US" sz="2800"/>
            </a:br>
            <a:endParaRPr lang="en-US" sz="2800"/>
          </a:p>
          <a:p>
            <a:pPr marL="91440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41E8E08D-4199-EF29-F61A-C729D4540DBF}"/>
              </a:ext>
            </a:extLst>
          </p:cNvPr>
          <p:cNvPicPr>
            <a:picLocks noChangeAspect="1"/>
          </p:cNvPicPr>
          <p:nvPr/>
        </p:nvPicPr>
        <p:blipFill>
          <a:blip r:embed="rId3"/>
          <a:stretch>
            <a:fillRect/>
          </a:stretch>
        </p:blipFill>
        <p:spPr>
          <a:xfrm>
            <a:off x="1447800" y="1752600"/>
            <a:ext cx="6400800" cy="4563130"/>
          </a:xfrm>
          <a:prstGeom prst="rect">
            <a:avLst/>
          </a:prstGeom>
        </p:spPr>
      </p:pic>
    </p:spTree>
    <p:extLst>
      <p:ext uri="{BB962C8B-B14F-4D97-AF65-F5344CB8AC3E}">
        <p14:creationId xmlns:p14="http://schemas.microsoft.com/office/powerpoint/2010/main" val="9172085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E06115-AF02-BFA0-1CC1-C3CAB400297B}"/>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FDDB5361-01B5-62FB-A27B-A5BC2E79D502}"/>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Mô hình tự hồi qui</a:t>
            </a:r>
          </a:p>
        </p:txBody>
      </p:sp>
      <p:sp>
        <p:nvSpPr>
          <p:cNvPr id="31747" name="Rectangle 3">
            <a:extLst>
              <a:ext uri="{FF2B5EF4-FFF2-40B4-BE49-F238E27FC236}">
                <a16:creationId xmlns:a16="http://schemas.microsoft.com/office/drawing/2014/main" id="{A0355938-4267-1E5B-62A8-971CFF130B43}"/>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lvl="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Mô hình tự hồi quy bậc một: AR(1)</a:t>
            </a:r>
            <a:endParaRPr lang="en-US" sz="280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457200" lvl="1" indent="0"/>
            <a:r>
              <a:rPr lang="en-US" sz="2800">
                <a:latin typeface="Times New Roman" panose="02020603050405020304" pitchFamily="18" charset="0"/>
                <a:cs typeface="Times New Roman" panose="02020603050405020304" pitchFamily="18" charset="0"/>
              </a:rPr>
              <a:t>                                        </a:t>
            </a:r>
            <a:br>
              <a:rPr lang="en-US" sz="2800"/>
            </a:br>
            <a:endParaRPr lang="en-US" sz="2800"/>
          </a:p>
          <a:p>
            <a:pPr marL="91440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002843AE-0A48-4888-3E5C-15D6CEFE9FF8}"/>
              </a:ext>
            </a:extLst>
          </p:cNvPr>
          <p:cNvPicPr>
            <a:picLocks noChangeAspect="1"/>
          </p:cNvPicPr>
          <p:nvPr/>
        </p:nvPicPr>
        <p:blipFill>
          <a:blip r:embed="rId3"/>
          <a:stretch>
            <a:fillRect/>
          </a:stretch>
        </p:blipFill>
        <p:spPr>
          <a:xfrm>
            <a:off x="1220788" y="1778768"/>
            <a:ext cx="7086600" cy="4393432"/>
          </a:xfrm>
          <a:prstGeom prst="rect">
            <a:avLst/>
          </a:prstGeom>
        </p:spPr>
      </p:pic>
    </p:spTree>
    <p:extLst>
      <p:ext uri="{BB962C8B-B14F-4D97-AF65-F5344CB8AC3E}">
        <p14:creationId xmlns:p14="http://schemas.microsoft.com/office/powerpoint/2010/main" val="38579081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53246C-2D3C-9929-568F-8962B7494F75}"/>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31762E8E-C079-BAD3-D383-9CE1E96B50DE}"/>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Mô hình tự hồi qui</a:t>
            </a:r>
          </a:p>
        </p:txBody>
      </p:sp>
      <p:sp>
        <p:nvSpPr>
          <p:cNvPr id="31747" name="Rectangle 3">
            <a:extLst>
              <a:ext uri="{FF2B5EF4-FFF2-40B4-BE49-F238E27FC236}">
                <a16:creationId xmlns:a16="http://schemas.microsoft.com/office/drawing/2014/main" id="{6F61513C-A76B-7F51-9C2C-340587569E2D}"/>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lvl="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Mô hình tự hồi quy bậc một: AR(1)</a:t>
            </a:r>
            <a:endParaRPr lang="en-US" sz="280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457200" lvl="1" indent="0"/>
            <a:r>
              <a:rPr lang="en-US" sz="2800">
                <a:latin typeface="Times New Roman" panose="02020603050405020304" pitchFamily="18" charset="0"/>
                <a:cs typeface="Times New Roman" panose="02020603050405020304" pitchFamily="18" charset="0"/>
              </a:rPr>
              <a:t>                                        </a:t>
            </a:r>
            <a:br>
              <a:rPr lang="en-US" sz="2800"/>
            </a:br>
            <a:endParaRPr lang="en-US" sz="2800"/>
          </a:p>
          <a:p>
            <a:pPr marL="91440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4F5A10FF-2B17-7D21-EEFD-A98AA931AC6A}"/>
              </a:ext>
            </a:extLst>
          </p:cNvPr>
          <p:cNvPicPr>
            <a:picLocks noChangeAspect="1"/>
          </p:cNvPicPr>
          <p:nvPr/>
        </p:nvPicPr>
        <p:blipFill>
          <a:blip r:embed="rId3"/>
          <a:stretch>
            <a:fillRect/>
          </a:stretch>
        </p:blipFill>
        <p:spPr>
          <a:xfrm>
            <a:off x="904875" y="1756438"/>
            <a:ext cx="7315200" cy="4522124"/>
          </a:xfrm>
          <a:prstGeom prst="rect">
            <a:avLst/>
          </a:prstGeom>
        </p:spPr>
      </p:pic>
    </p:spTree>
    <p:extLst>
      <p:ext uri="{BB962C8B-B14F-4D97-AF65-F5344CB8AC3E}">
        <p14:creationId xmlns:p14="http://schemas.microsoft.com/office/powerpoint/2010/main" val="2802330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D7C89D-7135-319D-E693-5E1232E8575A}"/>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F1F488D4-E972-47DA-865A-B70096BA429D}"/>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Mô hình tự hồi qui</a:t>
            </a:r>
          </a:p>
        </p:txBody>
      </p:sp>
      <p:sp>
        <p:nvSpPr>
          <p:cNvPr id="31747" name="Rectangle 3">
            <a:extLst>
              <a:ext uri="{FF2B5EF4-FFF2-40B4-BE49-F238E27FC236}">
                <a16:creationId xmlns:a16="http://schemas.microsoft.com/office/drawing/2014/main" id="{64B2F87C-48DA-6AB2-0481-9D6EE572E4EF}"/>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lvl="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Mô hình tự hồi quy bậc một: AR(1)</a:t>
            </a:r>
          </a:p>
          <a:p>
            <a:pPr marL="400050" lvl="1" indent="0"/>
            <a:r>
              <a:rPr lang="en-US" sz="2800">
                <a:latin typeface="Times New Roman" panose="02020603050405020304" pitchFamily="18" charset="0"/>
                <a:cs typeface="Times New Roman" panose="02020603050405020304" pitchFamily="18" charset="0"/>
              </a:rPr>
              <a:t>Áp dụng công thức tính PACF ta thu được</a:t>
            </a:r>
          </a:p>
          <a:p>
            <a:pPr marL="457200"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457200" lvl="1" indent="0"/>
            <a:r>
              <a:rPr lang="en-US" sz="2800">
                <a:latin typeface="Times New Roman" panose="02020603050405020304" pitchFamily="18" charset="0"/>
                <a:cs typeface="Times New Roman" panose="02020603050405020304" pitchFamily="18" charset="0"/>
              </a:rPr>
              <a:t>                                        </a:t>
            </a:r>
            <a:br>
              <a:rPr lang="en-US" sz="2800"/>
            </a:br>
            <a:endParaRPr lang="en-US" sz="2800"/>
          </a:p>
          <a:p>
            <a:pPr marL="91440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E62657E1-6424-FCF2-C04C-8DE38CB4C41C}"/>
              </a:ext>
            </a:extLst>
          </p:cNvPr>
          <p:cNvPicPr>
            <a:picLocks noChangeAspect="1"/>
          </p:cNvPicPr>
          <p:nvPr/>
        </p:nvPicPr>
        <p:blipFill>
          <a:blip r:embed="rId3"/>
          <a:stretch>
            <a:fillRect/>
          </a:stretch>
        </p:blipFill>
        <p:spPr>
          <a:xfrm>
            <a:off x="1524000" y="2123893"/>
            <a:ext cx="6630325" cy="2610214"/>
          </a:xfrm>
          <a:prstGeom prst="rect">
            <a:avLst/>
          </a:prstGeom>
        </p:spPr>
      </p:pic>
      <p:pic>
        <p:nvPicPr>
          <p:cNvPr id="6" name="Picture 5">
            <a:extLst>
              <a:ext uri="{FF2B5EF4-FFF2-40B4-BE49-F238E27FC236}">
                <a16:creationId xmlns:a16="http://schemas.microsoft.com/office/drawing/2014/main" id="{EA12F3EF-4FBE-EB70-9DAB-6AF8A870CDAE}"/>
              </a:ext>
            </a:extLst>
          </p:cNvPr>
          <p:cNvPicPr>
            <a:picLocks noChangeAspect="1"/>
          </p:cNvPicPr>
          <p:nvPr/>
        </p:nvPicPr>
        <p:blipFill>
          <a:blip r:embed="rId4"/>
          <a:stretch>
            <a:fillRect/>
          </a:stretch>
        </p:blipFill>
        <p:spPr>
          <a:xfrm>
            <a:off x="2667000" y="4976721"/>
            <a:ext cx="3209925" cy="1276350"/>
          </a:xfrm>
          <a:prstGeom prst="rect">
            <a:avLst/>
          </a:prstGeom>
        </p:spPr>
      </p:pic>
    </p:spTree>
    <p:extLst>
      <p:ext uri="{BB962C8B-B14F-4D97-AF65-F5344CB8AC3E}">
        <p14:creationId xmlns:p14="http://schemas.microsoft.com/office/powerpoint/2010/main" val="3818687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A2E163-3C05-39B2-42CD-5E638E0F561B}"/>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1FE8FD5E-AFE4-41A3-9531-D975DBD07CBA}"/>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Mô hình tự hồi qui</a:t>
            </a:r>
          </a:p>
        </p:txBody>
      </p:sp>
      <p:sp>
        <p:nvSpPr>
          <p:cNvPr id="31747" name="Rectangle 3">
            <a:extLst>
              <a:ext uri="{FF2B5EF4-FFF2-40B4-BE49-F238E27FC236}">
                <a16:creationId xmlns:a16="http://schemas.microsoft.com/office/drawing/2014/main" id="{B37B5D96-BA98-2E77-D768-7697DE8A24E3}"/>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lvl="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Mô hình tự hồi quy bậc một: AR(1)</a:t>
            </a:r>
          </a:p>
          <a:p>
            <a:pPr marL="91440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457200" lvl="1" indent="0"/>
            <a:r>
              <a:rPr lang="en-US" sz="2800">
                <a:latin typeface="Times New Roman" panose="02020603050405020304" pitchFamily="18" charset="0"/>
                <a:cs typeface="Times New Roman" panose="02020603050405020304" pitchFamily="18" charset="0"/>
              </a:rPr>
              <a:t>                                        </a:t>
            </a:r>
            <a:br>
              <a:rPr lang="en-US" sz="2800"/>
            </a:br>
            <a:endParaRPr lang="en-US" sz="2800"/>
          </a:p>
          <a:p>
            <a:pPr marL="91440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49A3EBEC-6557-2CBC-258C-F7EB69E233B9}"/>
              </a:ext>
            </a:extLst>
          </p:cNvPr>
          <p:cNvPicPr>
            <a:picLocks noChangeAspect="1"/>
          </p:cNvPicPr>
          <p:nvPr/>
        </p:nvPicPr>
        <p:blipFill>
          <a:blip r:embed="rId3"/>
          <a:stretch>
            <a:fillRect/>
          </a:stretch>
        </p:blipFill>
        <p:spPr>
          <a:xfrm>
            <a:off x="1143000" y="1733536"/>
            <a:ext cx="6858000" cy="4545026"/>
          </a:xfrm>
          <a:prstGeom prst="rect">
            <a:avLst/>
          </a:prstGeom>
        </p:spPr>
      </p:pic>
    </p:spTree>
    <p:extLst>
      <p:ext uri="{BB962C8B-B14F-4D97-AF65-F5344CB8AC3E}">
        <p14:creationId xmlns:p14="http://schemas.microsoft.com/office/powerpoint/2010/main" val="28244143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7FEF27-A5AE-3354-71E8-E339D5D62709}"/>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A5EF2049-447A-CBCE-0DB9-88A11AD2DD65}"/>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Mô hình tự hồi qui</a:t>
            </a:r>
          </a:p>
        </p:txBody>
      </p:sp>
      <p:sp>
        <p:nvSpPr>
          <p:cNvPr id="31747" name="Rectangle 3">
            <a:extLst>
              <a:ext uri="{FF2B5EF4-FFF2-40B4-BE49-F238E27FC236}">
                <a16:creationId xmlns:a16="http://schemas.microsoft.com/office/drawing/2014/main" id="{F1E7779E-5FCF-FC16-31CE-90D10A97656A}"/>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lvl="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Mô hình tự hồi quy bậc một: AR(1)</a:t>
            </a:r>
          </a:p>
          <a:p>
            <a:pPr marL="91440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457200" lvl="1" indent="0"/>
            <a:r>
              <a:rPr lang="en-US" sz="2800">
                <a:latin typeface="Times New Roman" panose="02020603050405020304" pitchFamily="18" charset="0"/>
                <a:cs typeface="Times New Roman" panose="02020603050405020304" pitchFamily="18" charset="0"/>
              </a:rPr>
              <a:t>                                        </a:t>
            </a:r>
            <a:br>
              <a:rPr lang="en-US" sz="2800"/>
            </a:br>
            <a:endParaRPr lang="en-US" sz="2800"/>
          </a:p>
          <a:p>
            <a:pPr marL="91440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D3638203-0155-FE7C-D607-270B257B7942}"/>
              </a:ext>
            </a:extLst>
          </p:cNvPr>
          <p:cNvPicPr>
            <a:picLocks noChangeAspect="1"/>
          </p:cNvPicPr>
          <p:nvPr/>
        </p:nvPicPr>
        <p:blipFill>
          <a:blip r:embed="rId3"/>
          <a:stretch>
            <a:fillRect/>
          </a:stretch>
        </p:blipFill>
        <p:spPr>
          <a:xfrm>
            <a:off x="838200" y="1719892"/>
            <a:ext cx="7239000" cy="4558670"/>
          </a:xfrm>
          <a:prstGeom prst="rect">
            <a:avLst/>
          </a:prstGeom>
        </p:spPr>
      </p:pic>
    </p:spTree>
    <p:extLst>
      <p:ext uri="{BB962C8B-B14F-4D97-AF65-F5344CB8AC3E}">
        <p14:creationId xmlns:p14="http://schemas.microsoft.com/office/powerpoint/2010/main" val="6041736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BD7DFA-D073-8415-E473-CB8968C63C7B}"/>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579E410B-80A0-CE8C-0CD7-EC2FB9004474}"/>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Mô hình tự hồi qui</a:t>
            </a:r>
          </a:p>
        </p:txBody>
      </p:sp>
      <mc:AlternateContent xmlns:mc="http://schemas.openxmlformats.org/markup-compatibility/2006" xmlns:a14="http://schemas.microsoft.com/office/drawing/2010/main">
        <mc:Choice Requires="a14">
          <p:sp>
            <p:nvSpPr>
              <p:cNvPr id="31747" name="Rectangle 3">
                <a:extLst>
                  <a:ext uri="{FF2B5EF4-FFF2-40B4-BE49-F238E27FC236}">
                    <a16:creationId xmlns:a16="http://schemas.microsoft.com/office/drawing/2014/main" id="{A49D6E10-F4D4-DED8-B61E-1E11AB3B3013}"/>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lvl="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Mô hình tự hồi quy bậc một: AR(1)</a:t>
                </a:r>
              </a:p>
              <a:p>
                <a:pPr marL="91440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Một số ví dụ của m</a:t>
                </a:r>
                <a:r>
                  <a:rPr lang="vi-VN" sz="2800">
                    <a:latin typeface="Times New Roman" panose="02020603050405020304" pitchFamily="18" charset="0"/>
                    <a:cs typeface="Times New Roman" panose="02020603050405020304" pitchFamily="18" charset="0"/>
                  </a:rPr>
                  <a:t>ô hình AR(1): </a:t>
                </a:r>
                <a:endParaRPr lang="en-US" sz="2800">
                  <a:latin typeface="Times New Roman" panose="02020603050405020304" pitchFamily="18" charset="0"/>
                  <a:cs typeface="Times New Roman" panose="02020603050405020304" pitchFamily="18" charset="0"/>
                </a:endParaRPr>
              </a:p>
              <a:p>
                <a:pPr marL="1314450" lvl="2" indent="-457200">
                  <a:buFont typeface="Courier New" panose="02070309020205020404" pitchFamily="49" charset="0"/>
                  <a:buChar char="o"/>
                </a:pPr>
                <a:r>
                  <a:rPr lang="vi-VN" sz="2400">
                    <a:latin typeface="Times New Roman" panose="02020603050405020304" pitchFamily="18" charset="0"/>
                    <a:cs typeface="Times New Roman" panose="02020603050405020304" pitchFamily="18" charset="0"/>
                  </a:rPr>
                  <a:t>nếu chúng ta giả sử </a:t>
                </a:r>
                <a14:m>
                  <m:oMath xmlns:m="http://schemas.openxmlformats.org/officeDocument/2006/math">
                    <m:sSub>
                      <m:sSubPr>
                        <m:ctrlPr>
                          <a:rPr lang="vi-VN" sz="240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𝑦</m:t>
                        </m:r>
                      </m:e>
                      <m:sub>
                        <m:r>
                          <a:rPr lang="en-US" sz="2400" b="0" i="1" smtClean="0">
                            <a:latin typeface="Cambria Math" panose="02040503050406030204" pitchFamily="18" charset="0"/>
                            <a:cs typeface="Times New Roman" panose="02020603050405020304" pitchFamily="18" charset="0"/>
                          </a:rPr>
                          <m:t>𝑡</m:t>
                        </m:r>
                      </m:sub>
                    </m:sSub>
                  </m:oMath>
                </a14:m>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đại diện cho dân số của một quốc gia nhất định tại một năm nhất định, thì</a:t>
                </a:r>
                <a:r>
                  <a:rPr lang="en-US" sz="2400">
                    <a:latin typeface="Times New Roman" panose="02020603050405020304" pitchFamily="18" charset="0"/>
                    <a:cs typeface="Times New Roman" panose="02020603050405020304" pitchFamily="18" charset="0"/>
                  </a:rPr>
                  <a:t> nó bằng</a:t>
                </a:r>
                <a:r>
                  <a:rPr lang="vi-VN" sz="2400">
                    <a:latin typeface="Times New Roman" panose="02020603050405020304" pitchFamily="18" charset="0"/>
                    <a:cs typeface="Times New Roman" panose="02020603050405020304" pitchFamily="18" charset="0"/>
                  </a:rPr>
                  <a:t> phân số </a:t>
                </a:r>
                <a14:m>
                  <m:oMath xmlns:m="http://schemas.openxmlformats.org/officeDocument/2006/math">
                    <m:sSub>
                      <m:sSubPr>
                        <m:ctrlPr>
                          <a:rPr lang="vi-VN" sz="2400" i="1" smtClean="0">
                            <a:latin typeface="Cambria Math" panose="02040503050406030204" pitchFamily="18" charset="0"/>
                            <a:cs typeface="Times New Roman" panose="02020603050405020304" pitchFamily="18" charset="0"/>
                          </a:rPr>
                        </m:ctrlPr>
                      </m:sSubPr>
                      <m:e>
                        <m:r>
                          <m:rPr>
                            <m:nor/>
                          </m:rPr>
                          <a:rPr lang="vi-VN" sz="2400">
                            <a:latin typeface="Times New Roman" panose="02020603050405020304" pitchFamily="18" charset="0"/>
                            <a:cs typeface="Times New Roman" panose="02020603050405020304" pitchFamily="18" charset="0"/>
                          </a:rPr>
                          <m:t>𝜙</m:t>
                        </m:r>
                      </m:e>
                      <m:sub>
                        <m:r>
                          <a:rPr lang="en-US" sz="2400" b="0" i="1" smtClean="0">
                            <a:latin typeface="Cambria Math" panose="02040503050406030204" pitchFamily="18" charset="0"/>
                            <a:cs typeface="Times New Roman" panose="02020603050405020304" pitchFamily="18" charset="0"/>
                          </a:rPr>
                          <m:t>1</m:t>
                        </m:r>
                      </m:sub>
                    </m:sSub>
                  </m:oMath>
                </a14:m>
                <a:r>
                  <a:rPr lang="vi-VN" sz="2400">
                    <a:latin typeface="Times New Roman" panose="02020603050405020304" pitchFamily="18" charset="0"/>
                    <a:cs typeface="Times New Roman" panose="02020603050405020304" pitchFamily="18" charset="0"/>
                  </a:rPr>
                  <a:t> (tỷ lệ những người vẫn còn sống) nhân với dân số của năm trước </a:t>
                </a:r>
                <a14:m>
                  <m:oMath xmlns:m="http://schemas.openxmlformats.org/officeDocument/2006/math">
                    <m:sSub>
                      <m:sSubPr>
                        <m:ctrlPr>
                          <a:rPr lang="vi-VN" sz="2400" i="1">
                            <a:latin typeface="Cambria Math" panose="02040503050406030204" pitchFamily="18" charset="0"/>
                            <a:cs typeface="Times New Roman" panose="02020603050405020304" pitchFamily="18" charset="0"/>
                          </a:rPr>
                        </m:ctrlPr>
                      </m:sSubPr>
                      <m:e>
                        <m:r>
                          <a:rPr lang="en-US" sz="2400" i="1">
                            <a:latin typeface="Cambria Math" panose="02040503050406030204" pitchFamily="18" charset="0"/>
                            <a:cs typeface="Times New Roman" panose="02020603050405020304" pitchFamily="18" charset="0"/>
                          </a:rPr>
                          <m:t>𝑦</m:t>
                        </m:r>
                      </m:e>
                      <m:sub>
                        <m:r>
                          <a:rPr lang="en-US" sz="2400" i="1">
                            <a:latin typeface="Cambria Math" panose="02040503050406030204" pitchFamily="18" charset="0"/>
                            <a:cs typeface="Times New Roman" panose="02020603050405020304" pitchFamily="18" charset="0"/>
                          </a:rPr>
                          <m:t>𝑡</m:t>
                        </m:r>
                        <m:r>
                          <a:rPr lang="en-US" sz="2400" b="0" i="1" smtClean="0">
                            <a:latin typeface="Cambria Math" panose="02040503050406030204" pitchFamily="18" charset="0"/>
                            <a:cs typeface="Times New Roman" panose="02020603050405020304" pitchFamily="18" charset="0"/>
                          </a:rPr>
                          <m:t>−1</m:t>
                        </m:r>
                      </m:sub>
                    </m:sSub>
                  </m:oMath>
                </a14:m>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 cộng thêm một thành phần ngẫu nhiên </a:t>
                </a:r>
                <a14:m>
                  <m:oMath xmlns:m="http://schemas.openxmlformats.org/officeDocument/2006/math">
                    <m:sSub>
                      <m:sSubPr>
                        <m:ctrlPr>
                          <a:rPr lang="vi-VN" sz="2400" i="1">
                            <a:latin typeface="Cambria Math" panose="02040503050406030204" pitchFamily="18" charset="0"/>
                            <a:cs typeface="Times New Roman" panose="02020603050405020304" pitchFamily="18" charset="0"/>
                          </a:rPr>
                        </m:ctrlPr>
                      </m:sSubPr>
                      <m:e>
                        <m:r>
                          <m:rPr>
                            <m:nor/>
                          </m:rPr>
                          <a:rPr lang="vi-VN" sz="2400">
                            <a:latin typeface="Times New Roman" panose="02020603050405020304" pitchFamily="18" charset="0"/>
                            <a:cs typeface="Times New Roman" panose="02020603050405020304" pitchFamily="18" charset="0"/>
                          </a:rPr>
                          <m:t>𝜀</m:t>
                        </m:r>
                      </m:e>
                      <m:sub>
                        <m:r>
                          <a:rPr lang="en-US" sz="2400" i="1">
                            <a:latin typeface="Cambria Math" panose="02040503050406030204" pitchFamily="18" charset="0"/>
                            <a:cs typeface="Times New Roman" panose="02020603050405020304" pitchFamily="18" charset="0"/>
                          </a:rPr>
                          <m:t>𝑡</m:t>
                        </m:r>
                      </m:sub>
                    </m:sSub>
                  </m:oMath>
                </a14:m>
                <a:r>
                  <a:rPr lang="vi-VN" sz="2400">
                    <a:latin typeface="Times New Roman" panose="02020603050405020304" pitchFamily="18" charset="0"/>
                    <a:cs typeface="Times New Roman" panose="02020603050405020304" pitchFamily="18" charset="0"/>
                  </a:rPr>
                  <a:t> (đại diện cho công dân mới của quốc gia đó). </a:t>
                </a:r>
                <a:endParaRPr lang="en-US" sz="2400">
                  <a:latin typeface="Times New Roman" panose="02020603050405020304" pitchFamily="18" charset="0"/>
                  <a:cs typeface="Times New Roman" panose="02020603050405020304" pitchFamily="18" charset="0"/>
                </a:endParaRPr>
              </a:p>
              <a:p>
                <a:pPr marL="1314450" lvl="2" indent="-457200">
                  <a:buFont typeface="Courier New" panose="02070309020205020404" pitchFamily="49" charset="0"/>
                  <a:buChar char="o"/>
                </a:pPr>
                <a:r>
                  <a:rPr lang="vi-VN" sz="2400">
                    <a:latin typeface="Times New Roman" panose="02020603050405020304" pitchFamily="18" charset="0"/>
                    <a:cs typeface="Times New Roman" panose="02020603050405020304" pitchFamily="18" charset="0"/>
                  </a:rPr>
                  <a:t>Một ví dụ khác, </a:t>
                </a:r>
                <a14:m>
                  <m:oMath xmlns:m="http://schemas.openxmlformats.org/officeDocument/2006/math">
                    <m:sSub>
                      <m:sSubPr>
                        <m:ctrlPr>
                          <a:rPr lang="vi-VN" sz="2400" i="1">
                            <a:latin typeface="Cambria Math" panose="02040503050406030204" pitchFamily="18" charset="0"/>
                            <a:cs typeface="Times New Roman" panose="02020603050405020304" pitchFamily="18" charset="0"/>
                          </a:rPr>
                        </m:ctrlPr>
                      </m:sSubPr>
                      <m:e>
                        <m:r>
                          <a:rPr lang="en-US" sz="2400" i="1">
                            <a:latin typeface="Cambria Math" panose="02040503050406030204" pitchFamily="18" charset="0"/>
                            <a:cs typeface="Times New Roman" panose="02020603050405020304" pitchFamily="18" charset="0"/>
                          </a:rPr>
                          <m:t>𝑦</m:t>
                        </m:r>
                      </m:e>
                      <m:sub>
                        <m:r>
                          <a:rPr lang="en-US" sz="2400" i="1">
                            <a:latin typeface="Cambria Math" panose="02040503050406030204" pitchFamily="18" charset="0"/>
                            <a:cs typeface="Times New Roman" panose="02020603050405020304" pitchFamily="18" charset="0"/>
                          </a:rPr>
                          <m:t>𝑡</m:t>
                        </m:r>
                      </m:sub>
                    </m:sSub>
                  </m:oMath>
                </a14:m>
                <a:r>
                  <a:rPr lang="vi-VN" sz="2400">
                    <a:latin typeface="Times New Roman" panose="02020603050405020304" pitchFamily="18" charset="0"/>
                    <a:cs typeface="Times New Roman" panose="02020603050405020304" pitchFamily="18" charset="0"/>
                  </a:rPr>
                  <a:t> có thể đại diện cho số người thất nghiệp tại một tháng nhất định,</a:t>
                </a:r>
                <a:r>
                  <a:rPr lang="en-US" sz="2400">
                    <a:latin typeface="Times New Roman" panose="02020603050405020304" pitchFamily="18" charset="0"/>
                    <a:cs typeface="Times New Roman" panose="02020603050405020304" pitchFamily="18" charset="0"/>
                  </a:rPr>
                  <a:t> thì nó bằng</a:t>
                </a:r>
                <a:r>
                  <a:rPr lang="vi-VN" sz="2400">
                    <a:latin typeface="Times New Roman" panose="02020603050405020304" pitchFamily="18" charset="0"/>
                    <a:cs typeface="Times New Roman" panose="02020603050405020304" pitchFamily="18" charset="0"/>
                  </a:rPr>
                  <a:t> phân số </a:t>
                </a:r>
                <a14:m>
                  <m:oMath xmlns:m="http://schemas.openxmlformats.org/officeDocument/2006/math">
                    <m:sSub>
                      <m:sSubPr>
                        <m:ctrlPr>
                          <a:rPr lang="vi-VN" sz="2400" i="1">
                            <a:latin typeface="Cambria Math" panose="02040503050406030204" pitchFamily="18" charset="0"/>
                            <a:cs typeface="Times New Roman" panose="02020603050405020304" pitchFamily="18" charset="0"/>
                          </a:rPr>
                        </m:ctrlPr>
                      </m:sSubPr>
                      <m:e>
                        <m:r>
                          <m:rPr>
                            <m:nor/>
                          </m:rPr>
                          <a:rPr lang="vi-VN" sz="2400">
                            <a:latin typeface="Times New Roman" panose="02020603050405020304" pitchFamily="18" charset="0"/>
                            <a:cs typeface="Times New Roman" panose="02020603050405020304" pitchFamily="18" charset="0"/>
                          </a:rPr>
                          <m:t>𝜙</m:t>
                        </m:r>
                      </m:e>
                      <m:sub>
                        <m:r>
                          <a:rPr lang="en-US" sz="2400" i="1">
                            <a:latin typeface="Cambria Math" panose="02040503050406030204" pitchFamily="18" charset="0"/>
                            <a:cs typeface="Times New Roman" panose="02020603050405020304" pitchFamily="18" charset="0"/>
                          </a:rPr>
                          <m:t>1</m:t>
                        </m:r>
                      </m:sub>
                    </m:sSub>
                  </m:oMath>
                </a14:m>
                <a:r>
                  <a:rPr lang="vi-VN" sz="2400">
                    <a:latin typeface="Times New Roman" panose="02020603050405020304" pitchFamily="18" charset="0"/>
                    <a:cs typeface="Times New Roman" panose="02020603050405020304" pitchFamily="18" charset="0"/>
                  </a:rPr>
                  <a:t> (tỷ lệ những người vẫn còn thất nghiệp) nhân với số người thất nghiệp trong tháng trước </a:t>
                </a:r>
                <a14:m>
                  <m:oMath xmlns:m="http://schemas.openxmlformats.org/officeDocument/2006/math">
                    <m:sSub>
                      <m:sSubPr>
                        <m:ctrlPr>
                          <a:rPr lang="vi-VN" sz="2400" i="1">
                            <a:latin typeface="Cambria Math" panose="02040503050406030204" pitchFamily="18" charset="0"/>
                            <a:cs typeface="Times New Roman" panose="02020603050405020304" pitchFamily="18" charset="0"/>
                          </a:rPr>
                        </m:ctrlPr>
                      </m:sSubPr>
                      <m:e>
                        <m:r>
                          <a:rPr lang="en-US" sz="2400" i="1">
                            <a:latin typeface="Cambria Math" panose="02040503050406030204" pitchFamily="18" charset="0"/>
                            <a:cs typeface="Times New Roman" panose="02020603050405020304" pitchFamily="18" charset="0"/>
                          </a:rPr>
                          <m:t>𝑦</m:t>
                        </m:r>
                      </m:e>
                      <m:sub>
                        <m:r>
                          <a:rPr lang="en-US" sz="2400" i="1">
                            <a:latin typeface="Cambria Math" panose="02040503050406030204" pitchFamily="18" charset="0"/>
                            <a:cs typeface="Times New Roman" panose="02020603050405020304" pitchFamily="18" charset="0"/>
                          </a:rPr>
                          <m:t>𝑡</m:t>
                        </m:r>
                        <m:r>
                          <a:rPr lang="en-US" sz="2400" b="0" i="1" smtClean="0">
                            <a:latin typeface="Cambria Math" panose="02040503050406030204" pitchFamily="18" charset="0"/>
                            <a:cs typeface="Times New Roman" panose="02020603050405020304" pitchFamily="18" charset="0"/>
                          </a:rPr>
                          <m:t>−1</m:t>
                        </m:r>
                      </m:sub>
                    </m:sSub>
                  </m:oMath>
                </a14:m>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 cộng thêm một thành phần ngẫu nhiên </a:t>
                </a:r>
                <a14:m>
                  <m:oMath xmlns:m="http://schemas.openxmlformats.org/officeDocument/2006/math">
                    <m:sSub>
                      <m:sSubPr>
                        <m:ctrlPr>
                          <a:rPr lang="vi-VN" sz="2400" i="1">
                            <a:latin typeface="Cambria Math" panose="02040503050406030204" pitchFamily="18" charset="0"/>
                            <a:cs typeface="Times New Roman" panose="02020603050405020304" pitchFamily="18" charset="0"/>
                          </a:rPr>
                        </m:ctrlPr>
                      </m:sSubPr>
                      <m:e>
                        <m:r>
                          <m:rPr>
                            <m:nor/>
                          </m:rPr>
                          <a:rPr lang="vi-VN" sz="2400">
                            <a:latin typeface="Times New Roman" panose="02020603050405020304" pitchFamily="18" charset="0"/>
                            <a:cs typeface="Times New Roman" panose="02020603050405020304" pitchFamily="18" charset="0"/>
                          </a:rPr>
                          <m:t>𝜀</m:t>
                        </m:r>
                      </m:e>
                      <m:sub>
                        <m:r>
                          <a:rPr lang="en-US" sz="2400" i="1">
                            <a:latin typeface="Cambria Math" panose="02040503050406030204" pitchFamily="18" charset="0"/>
                            <a:cs typeface="Times New Roman" panose="02020603050405020304" pitchFamily="18" charset="0"/>
                          </a:rPr>
                          <m:t>𝑡</m:t>
                        </m:r>
                      </m:sub>
                    </m:sSub>
                  </m:oMath>
                </a14:m>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(đại diện cho những người mới thất nghiệp đang tìm việc).</a:t>
                </a:r>
                <a:endParaRPr lang="en-US" sz="240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endParaRPr lang="en-US" sz="240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457200" lvl="1" indent="0"/>
                <a:r>
                  <a:rPr lang="en-US" sz="2800">
                    <a:latin typeface="Times New Roman" panose="02020603050405020304" pitchFamily="18" charset="0"/>
                    <a:cs typeface="Times New Roman" panose="02020603050405020304" pitchFamily="18" charset="0"/>
                  </a:rPr>
                  <a:t>                                        </a:t>
                </a:r>
                <a:br>
                  <a:rPr lang="en-US" sz="2800"/>
                </a:br>
                <a:endParaRPr lang="en-US" sz="2800"/>
              </a:p>
              <a:p>
                <a:pPr marL="91440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p:txBody>
          </p:sp>
        </mc:Choice>
        <mc:Fallback xmlns="">
          <p:sp>
            <p:nvSpPr>
              <p:cNvPr id="31747" name="Rectangle 3">
                <a:extLst>
                  <a:ext uri="{FF2B5EF4-FFF2-40B4-BE49-F238E27FC236}">
                    <a16:creationId xmlns:a16="http://schemas.microsoft.com/office/drawing/2014/main" id="{A49D6E10-F4D4-DED8-B61E-1E11AB3B3013}"/>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3"/>
                <a:stretch>
                  <a:fillRect l="-1136" t="-1230" r="-1737" b="-307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299537338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BCAC6B-F801-03C6-3FC5-87D866E4DBAB}"/>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2A843B62-33AA-63A5-0C91-A42CFD7D707C}"/>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Mô hình tự hồi qui</a:t>
            </a:r>
          </a:p>
        </p:txBody>
      </p:sp>
      <mc:AlternateContent xmlns:mc="http://schemas.openxmlformats.org/markup-compatibility/2006" xmlns:a14="http://schemas.microsoft.com/office/drawing/2010/main">
        <mc:Choice Requires="a14">
          <p:sp>
            <p:nvSpPr>
              <p:cNvPr id="31747" name="Rectangle 3">
                <a:extLst>
                  <a:ext uri="{FF2B5EF4-FFF2-40B4-BE49-F238E27FC236}">
                    <a16:creationId xmlns:a16="http://schemas.microsoft.com/office/drawing/2014/main" id="{3CD4A65F-4506-0362-0E7F-56BE0FA6D05B}"/>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lvl="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Mô hình tự hồi quy bậc một: AR(1)</a:t>
                </a:r>
              </a:p>
              <a:p>
                <a:pPr marL="91440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Một số ví dụ của m</a:t>
                </a:r>
                <a:r>
                  <a:rPr lang="vi-VN" sz="2800">
                    <a:latin typeface="Times New Roman" panose="02020603050405020304" pitchFamily="18" charset="0"/>
                    <a:cs typeface="Times New Roman" panose="02020603050405020304" pitchFamily="18" charset="0"/>
                  </a:rPr>
                  <a:t>ô hình AR(1): </a:t>
                </a:r>
                <a:endParaRPr lang="en-US" sz="2800">
                  <a:latin typeface="Times New Roman" panose="02020603050405020304" pitchFamily="18" charset="0"/>
                  <a:cs typeface="Times New Roman" panose="02020603050405020304" pitchFamily="18" charset="0"/>
                </a:endParaRPr>
              </a:p>
              <a:p>
                <a:pPr marL="1314450" lvl="2" indent="-457200">
                  <a:buFont typeface="Courier New" panose="02070309020205020404" pitchFamily="49" charset="0"/>
                  <a:buChar char="o"/>
                </a:pPr>
                <a:r>
                  <a:rPr lang="vi-VN" sz="2400">
                    <a:latin typeface="Times New Roman" panose="02020603050405020304" pitchFamily="18" charset="0"/>
                    <a:cs typeface="Times New Roman" panose="02020603050405020304" pitchFamily="18" charset="0"/>
                  </a:rPr>
                  <a:t>Dạng tổng quát của mô hình AR(1) khi giá trị trung bình của mô hình kh</a:t>
                </a:r>
                <a:r>
                  <a:rPr lang="en-US" sz="2400">
                    <a:latin typeface="Times New Roman" panose="02020603050405020304" pitchFamily="18" charset="0"/>
                    <a:cs typeface="Times New Roman" panose="02020603050405020304" pitchFamily="18" charset="0"/>
                  </a:rPr>
                  <a:t>ác </a:t>
                </a:r>
                <a:r>
                  <a:rPr lang="vi-VN" sz="2400">
                    <a:latin typeface="Times New Roman" panose="02020603050405020304" pitchFamily="18" charset="0"/>
                    <a:cs typeface="Times New Roman" panose="02020603050405020304" pitchFamily="18" charset="0"/>
                  </a:rPr>
                  <a:t>0, tức là khi 𝐸</a:t>
                </a:r>
                <a:r>
                  <a:rPr lang="en-US" sz="2400">
                    <a:latin typeface="Times New Roman" panose="02020603050405020304" pitchFamily="18" charset="0"/>
                    <a:cs typeface="Times New Roman" panose="02020603050405020304" pitchFamily="18" charset="0"/>
                  </a:rPr>
                  <a:t>[</a:t>
                </a:r>
                <a14:m>
                  <m:oMath xmlns:m="http://schemas.openxmlformats.org/officeDocument/2006/math">
                    <m:sSub>
                      <m:sSubPr>
                        <m:ctrlPr>
                          <a:rPr lang="vi-VN" sz="2400" i="1">
                            <a:latin typeface="Cambria Math" panose="02040503050406030204" pitchFamily="18" charset="0"/>
                            <a:cs typeface="Times New Roman" panose="02020603050405020304" pitchFamily="18" charset="0"/>
                          </a:rPr>
                        </m:ctrlPr>
                      </m:sSubPr>
                      <m:e>
                        <m:r>
                          <a:rPr lang="en-US" sz="2400" i="1">
                            <a:latin typeface="Cambria Math" panose="02040503050406030204" pitchFamily="18" charset="0"/>
                            <a:cs typeface="Times New Roman" panose="02020603050405020304" pitchFamily="18" charset="0"/>
                          </a:rPr>
                          <m:t>𝑦</m:t>
                        </m:r>
                      </m:e>
                      <m:sub>
                        <m:r>
                          <a:rPr lang="en-US" sz="2400" i="1">
                            <a:latin typeface="Cambria Math" panose="02040503050406030204" pitchFamily="18" charset="0"/>
                            <a:cs typeface="Times New Roman" panose="02020603050405020304" pitchFamily="18" charset="0"/>
                          </a:rPr>
                          <m:t>𝑡</m:t>
                        </m:r>
                      </m:sub>
                    </m:sSub>
                  </m:oMath>
                </a14:m>
                <a:r>
                  <a:rPr lang="en-US" sz="2400">
                    <a:latin typeface="Times New Roman" panose="02020603050405020304" pitchFamily="18" charset="0"/>
                    <a:cs typeface="Times New Roman" panose="02020603050405020304" pitchFamily="18" charset="0"/>
                  </a:rPr>
                  <a:t>]</a:t>
                </a:r>
                <a:r>
                  <a:rPr lang="vi-VN" sz="2400">
                    <a:latin typeface="Times New Roman" panose="02020603050405020304" pitchFamily="18" charset="0"/>
                    <a:cs typeface="Times New Roman" panose="02020603050405020304" pitchFamily="18" charset="0"/>
                  </a:rPr>
                  <a:t> = 𝜇</a:t>
                </a:r>
                <a:endParaRPr lang="en-US" sz="2800">
                  <a:latin typeface="Times New Roman" panose="02020603050405020304" pitchFamily="18" charset="0"/>
                  <a:cs typeface="Times New Roman" panose="02020603050405020304" pitchFamily="18" charset="0"/>
                </a:endParaRPr>
              </a:p>
              <a:p>
                <a:pPr marL="457200" lvl="1" indent="0"/>
                <a:r>
                  <a:rPr lang="en-US" sz="2800">
                    <a:latin typeface="Times New Roman" panose="02020603050405020304" pitchFamily="18" charset="0"/>
                    <a:cs typeface="Times New Roman" panose="02020603050405020304" pitchFamily="18" charset="0"/>
                  </a:rPr>
                  <a:t>                                        </a:t>
                </a:r>
                <a:br>
                  <a:rPr lang="en-US" sz="2800"/>
                </a:br>
                <a:endParaRPr lang="en-US" sz="2800"/>
              </a:p>
              <a:p>
                <a:pPr marL="91440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p:txBody>
          </p:sp>
        </mc:Choice>
        <mc:Fallback xmlns="">
          <p:sp>
            <p:nvSpPr>
              <p:cNvPr id="31747" name="Rectangle 3">
                <a:extLst>
                  <a:ext uri="{FF2B5EF4-FFF2-40B4-BE49-F238E27FC236}">
                    <a16:creationId xmlns:a16="http://schemas.microsoft.com/office/drawing/2014/main" id="{3CD4A65F-4506-0362-0E7F-56BE0FA6D05B}"/>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3"/>
                <a:stretch>
                  <a:fillRect l="-1136" t="-123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pic>
        <p:nvPicPr>
          <p:cNvPr id="3" name="Picture 2">
            <a:extLst>
              <a:ext uri="{FF2B5EF4-FFF2-40B4-BE49-F238E27FC236}">
                <a16:creationId xmlns:a16="http://schemas.microsoft.com/office/drawing/2014/main" id="{9443CC6D-518D-46D8-F060-A26A12330C89}"/>
              </a:ext>
            </a:extLst>
          </p:cNvPr>
          <p:cNvPicPr>
            <a:picLocks noChangeAspect="1"/>
          </p:cNvPicPr>
          <p:nvPr/>
        </p:nvPicPr>
        <p:blipFill>
          <a:blip r:embed="rId4"/>
          <a:stretch>
            <a:fillRect/>
          </a:stretch>
        </p:blipFill>
        <p:spPr>
          <a:xfrm>
            <a:off x="2514600" y="3233737"/>
            <a:ext cx="4114800" cy="390525"/>
          </a:xfrm>
          <a:prstGeom prst="rect">
            <a:avLst/>
          </a:prstGeom>
        </p:spPr>
      </p:pic>
      <p:pic>
        <p:nvPicPr>
          <p:cNvPr id="5" name="Picture 4">
            <a:extLst>
              <a:ext uri="{FF2B5EF4-FFF2-40B4-BE49-F238E27FC236}">
                <a16:creationId xmlns:a16="http://schemas.microsoft.com/office/drawing/2014/main" id="{C411CF01-F0A0-5A45-C411-750857A9582F}"/>
              </a:ext>
            </a:extLst>
          </p:cNvPr>
          <p:cNvPicPr>
            <a:picLocks noChangeAspect="1"/>
          </p:cNvPicPr>
          <p:nvPr/>
        </p:nvPicPr>
        <p:blipFill>
          <a:blip r:embed="rId5"/>
          <a:stretch>
            <a:fillRect/>
          </a:stretch>
        </p:blipFill>
        <p:spPr>
          <a:xfrm>
            <a:off x="3152775" y="3730624"/>
            <a:ext cx="3171825" cy="390525"/>
          </a:xfrm>
          <a:prstGeom prst="rect">
            <a:avLst/>
          </a:prstGeom>
        </p:spPr>
      </p:pic>
      <p:pic>
        <p:nvPicPr>
          <p:cNvPr id="7" name="Picture 6">
            <a:extLst>
              <a:ext uri="{FF2B5EF4-FFF2-40B4-BE49-F238E27FC236}">
                <a16:creationId xmlns:a16="http://schemas.microsoft.com/office/drawing/2014/main" id="{DF940F35-7F0C-5833-283C-774C0B8D0789}"/>
              </a:ext>
            </a:extLst>
          </p:cNvPr>
          <p:cNvPicPr>
            <a:picLocks noChangeAspect="1"/>
          </p:cNvPicPr>
          <p:nvPr/>
        </p:nvPicPr>
        <p:blipFill>
          <a:blip r:embed="rId6"/>
          <a:stretch>
            <a:fillRect/>
          </a:stretch>
        </p:blipFill>
        <p:spPr>
          <a:xfrm>
            <a:off x="3886200" y="4227511"/>
            <a:ext cx="3238500" cy="428625"/>
          </a:xfrm>
          <a:prstGeom prst="rect">
            <a:avLst/>
          </a:prstGeom>
        </p:spPr>
      </p:pic>
    </p:spTree>
    <p:extLst>
      <p:ext uri="{BB962C8B-B14F-4D97-AF65-F5344CB8AC3E}">
        <p14:creationId xmlns:p14="http://schemas.microsoft.com/office/powerpoint/2010/main" val="66979801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F1B9A4-F630-2AF6-104B-86DEE4A5F7A0}"/>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79A0C102-C035-E59D-D104-C938625283C7}"/>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Mô hình tự hồi qui</a:t>
            </a:r>
          </a:p>
        </p:txBody>
      </p:sp>
      <p:sp>
        <p:nvSpPr>
          <p:cNvPr id="31747" name="Rectangle 3">
            <a:extLst>
              <a:ext uri="{FF2B5EF4-FFF2-40B4-BE49-F238E27FC236}">
                <a16:creationId xmlns:a16="http://schemas.microsoft.com/office/drawing/2014/main" id="{86BE992F-7420-C6E0-0C2B-2F9B85644012}"/>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lvl="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Mô hình tự hồi quy bậc hai: AR(2)</a:t>
            </a:r>
          </a:p>
          <a:p>
            <a:pPr marL="91440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Á</a:t>
            </a:r>
            <a:r>
              <a:rPr lang="vi-VN" sz="2800">
                <a:latin typeface="Times New Roman" panose="02020603050405020304" pitchFamily="18" charset="0"/>
                <a:cs typeface="Times New Roman" panose="02020603050405020304" pitchFamily="18" charset="0"/>
              </a:rPr>
              <a:t>p dụng toán tử dịch chuyển ngược, chúng ta có thể viết lại mô hình dưới dạng:</a:t>
            </a:r>
            <a:endParaRPr lang="en-US" sz="280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BB8B6535-82D4-4B81-6B5D-F013D424CC3B}"/>
              </a:ext>
            </a:extLst>
          </p:cNvPr>
          <p:cNvPicPr>
            <a:picLocks noChangeAspect="1"/>
          </p:cNvPicPr>
          <p:nvPr/>
        </p:nvPicPr>
        <p:blipFill>
          <a:blip r:embed="rId3"/>
          <a:stretch>
            <a:fillRect/>
          </a:stretch>
        </p:blipFill>
        <p:spPr>
          <a:xfrm>
            <a:off x="2514600" y="1676400"/>
            <a:ext cx="4638675" cy="466725"/>
          </a:xfrm>
          <a:prstGeom prst="rect">
            <a:avLst/>
          </a:prstGeom>
        </p:spPr>
      </p:pic>
      <p:pic>
        <p:nvPicPr>
          <p:cNvPr id="8" name="Picture 7">
            <a:extLst>
              <a:ext uri="{FF2B5EF4-FFF2-40B4-BE49-F238E27FC236}">
                <a16:creationId xmlns:a16="http://schemas.microsoft.com/office/drawing/2014/main" id="{5FCE9912-ECE8-2CD1-528A-D8F19DAD024A}"/>
              </a:ext>
            </a:extLst>
          </p:cNvPr>
          <p:cNvPicPr>
            <a:picLocks noChangeAspect="1"/>
          </p:cNvPicPr>
          <p:nvPr/>
        </p:nvPicPr>
        <p:blipFill>
          <a:blip r:embed="rId4"/>
          <a:stretch>
            <a:fillRect/>
          </a:stretch>
        </p:blipFill>
        <p:spPr>
          <a:xfrm>
            <a:off x="2262187" y="2976971"/>
            <a:ext cx="4619625" cy="552450"/>
          </a:xfrm>
          <a:prstGeom prst="rect">
            <a:avLst/>
          </a:prstGeom>
        </p:spPr>
      </p:pic>
      <p:pic>
        <p:nvPicPr>
          <p:cNvPr id="10" name="Picture 9">
            <a:extLst>
              <a:ext uri="{FF2B5EF4-FFF2-40B4-BE49-F238E27FC236}">
                <a16:creationId xmlns:a16="http://schemas.microsoft.com/office/drawing/2014/main" id="{59D8E144-93FD-4C9A-5F89-3C1BCF922679}"/>
              </a:ext>
            </a:extLst>
          </p:cNvPr>
          <p:cNvPicPr>
            <a:picLocks noChangeAspect="1"/>
          </p:cNvPicPr>
          <p:nvPr/>
        </p:nvPicPr>
        <p:blipFill>
          <a:blip r:embed="rId5"/>
          <a:stretch>
            <a:fillRect/>
          </a:stretch>
        </p:blipFill>
        <p:spPr>
          <a:xfrm>
            <a:off x="500062" y="3533775"/>
            <a:ext cx="8124825" cy="581025"/>
          </a:xfrm>
          <a:prstGeom prst="rect">
            <a:avLst/>
          </a:prstGeom>
        </p:spPr>
      </p:pic>
      <p:pic>
        <p:nvPicPr>
          <p:cNvPr id="12" name="Picture 11">
            <a:extLst>
              <a:ext uri="{FF2B5EF4-FFF2-40B4-BE49-F238E27FC236}">
                <a16:creationId xmlns:a16="http://schemas.microsoft.com/office/drawing/2014/main" id="{C82C068B-CFB5-37B3-74DA-06D3137A8276}"/>
              </a:ext>
            </a:extLst>
          </p:cNvPr>
          <p:cNvPicPr>
            <a:picLocks noChangeAspect="1"/>
          </p:cNvPicPr>
          <p:nvPr/>
        </p:nvPicPr>
        <p:blipFill>
          <a:blip r:embed="rId6"/>
          <a:stretch>
            <a:fillRect/>
          </a:stretch>
        </p:blipFill>
        <p:spPr>
          <a:xfrm>
            <a:off x="1220788" y="5362575"/>
            <a:ext cx="6953250" cy="552450"/>
          </a:xfrm>
          <a:prstGeom prst="rect">
            <a:avLst/>
          </a:prstGeom>
        </p:spPr>
      </p:pic>
      <p:pic>
        <p:nvPicPr>
          <p:cNvPr id="14" name="Picture 13">
            <a:extLst>
              <a:ext uri="{FF2B5EF4-FFF2-40B4-BE49-F238E27FC236}">
                <a16:creationId xmlns:a16="http://schemas.microsoft.com/office/drawing/2014/main" id="{38AD7353-A3C0-4A43-8213-7CF8545E9F97}"/>
              </a:ext>
            </a:extLst>
          </p:cNvPr>
          <p:cNvPicPr>
            <a:picLocks noChangeAspect="1"/>
          </p:cNvPicPr>
          <p:nvPr/>
        </p:nvPicPr>
        <p:blipFill>
          <a:blip r:embed="rId7"/>
          <a:stretch>
            <a:fillRect/>
          </a:stretch>
        </p:blipFill>
        <p:spPr>
          <a:xfrm>
            <a:off x="4419600" y="4686708"/>
            <a:ext cx="4419600" cy="466725"/>
          </a:xfrm>
          <a:prstGeom prst="rect">
            <a:avLst/>
          </a:prstGeom>
        </p:spPr>
      </p:pic>
      <p:pic>
        <p:nvPicPr>
          <p:cNvPr id="16" name="Picture 15">
            <a:extLst>
              <a:ext uri="{FF2B5EF4-FFF2-40B4-BE49-F238E27FC236}">
                <a16:creationId xmlns:a16="http://schemas.microsoft.com/office/drawing/2014/main" id="{8E9D928C-B3FC-4F66-C284-550361FED683}"/>
              </a:ext>
            </a:extLst>
          </p:cNvPr>
          <p:cNvPicPr>
            <a:picLocks noChangeAspect="1"/>
          </p:cNvPicPr>
          <p:nvPr/>
        </p:nvPicPr>
        <p:blipFill>
          <a:blip r:embed="rId8"/>
          <a:stretch>
            <a:fillRect/>
          </a:stretch>
        </p:blipFill>
        <p:spPr>
          <a:xfrm>
            <a:off x="2895600" y="4128407"/>
            <a:ext cx="2771775" cy="628650"/>
          </a:xfrm>
          <a:prstGeom prst="rect">
            <a:avLst/>
          </a:prstGeom>
        </p:spPr>
      </p:pic>
    </p:spTree>
    <p:extLst>
      <p:ext uri="{BB962C8B-B14F-4D97-AF65-F5344CB8AC3E}">
        <p14:creationId xmlns:p14="http://schemas.microsoft.com/office/powerpoint/2010/main" val="10942090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274DB-6149-D6A4-DAAF-E477AC48DCD7}"/>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67F46C26-9BA2-834F-5BDF-F36E7B54E0CE}"/>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Mô hình tự hồi qui</a:t>
            </a:r>
          </a:p>
        </p:txBody>
      </p:sp>
      <p:sp>
        <p:nvSpPr>
          <p:cNvPr id="31747" name="Rectangle 3">
            <a:extLst>
              <a:ext uri="{FF2B5EF4-FFF2-40B4-BE49-F238E27FC236}">
                <a16:creationId xmlns:a16="http://schemas.microsoft.com/office/drawing/2014/main" id="{FA100CD2-022C-D274-8ADB-3F421F822FCA}"/>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lvl="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Mô hình tự hồi quy bậc hai: AR(2)</a:t>
            </a:r>
          </a:p>
          <a:p>
            <a:pPr marL="457200" lvl="0" indent="-457200">
              <a:buFont typeface="Wingdings" panose="05000000000000000000" pitchFamily="2" charset="2"/>
              <a:buChar char="Ø"/>
            </a:pPr>
            <a:endParaRPr lang="en-US" sz="2800" b="1">
              <a:latin typeface="Times New Roman" panose="02020603050405020304" pitchFamily="18" charset="0"/>
              <a:cs typeface="Times New Roman" panose="02020603050405020304" pitchFamily="18" charset="0"/>
            </a:endParaRPr>
          </a:p>
          <a:p>
            <a:pPr marL="0" lvl="0" indent="0"/>
            <a:r>
              <a:rPr lang="en-US" sz="2800" b="1">
                <a:latin typeface="Times New Roman" panose="02020603050405020304" pitchFamily="18" charset="0"/>
                <a:cs typeface="Times New Roman" panose="02020603050405020304" pitchFamily="18" charset="0"/>
              </a:rPr>
              <a:t>                                      </a:t>
            </a:r>
            <a:r>
              <a:rPr lang="en-US" sz="2800">
                <a:latin typeface="Times New Roman" panose="02020603050405020304" pitchFamily="18" charset="0"/>
                <a:cs typeface="Times New Roman" panose="02020603050405020304" pitchFamily="18" charset="0"/>
              </a:rPr>
              <a:t>với</a:t>
            </a:r>
          </a:p>
          <a:p>
            <a:pPr marL="91440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D284BD13-EE32-52FB-20B3-490584AC0401}"/>
              </a:ext>
            </a:extLst>
          </p:cNvPr>
          <p:cNvPicPr>
            <a:picLocks noChangeAspect="1"/>
          </p:cNvPicPr>
          <p:nvPr/>
        </p:nvPicPr>
        <p:blipFill>
          <a:blip r:embed="rId3"/>
          <a:stretch>
            <a:fillRect/>
          </a:stretch>
        </p:blipFill>
        <p:spPr>
          <a:xfrm>
            <a:off x="2514600" y="1676400"/>
            <a:ext cx="4638675" cy="466725"/>
          </a:xfrm>
          <a:prstGeom prst="rect">
            <a:avLst/>
          </a:prstGeom>
        </p:spPr>
      </p:pic>
      <p:pic>
        <p:nvPicPr>
          <p:cNvPr id="14" name="Picture 13">
            <a:extLst>
              <a:ext uri="{FF2B5EF4-FFF2-40B4-BE49-F238E27FC236}">
                <a16:creationId xmlns:a16="http://schemas.microsoft.com/office/drawing/2014/main" id="{6F454AD7-1625-CAE8-5BD1-C398387B99EF}"/>
              </a:ext>
            </a:extLst>
          </p:cNvPr>
          <p:cNvPicPr>
            <a:picLocks noChangeAspect="1"/>
          </p:cNvPicPr>
          <p:nvPr/>
        </p:nvPicPr>
        <p:blipFill>
          <a:blip r:embed="rId4"/>
          <a:stretch>
            <a:fillRect/>
          </a:stretch>
        </p:blipFill>
        <p:spPr>
          <a:xfrm>
            <a:off x="4267200" y="2124075"/>
            <a:ext cx="4419600" cy="466725"/>
          </a:xfrm>
          <a:prstGeom prst="rect">
            <a:avLst/>
          </a:prstGeom>
        </p:spPr>
      </p:pic>
      <p:pic>
        <p:nvPicPr>
          <p:cNvPr id="16" name="Picture 15">
            <a:extLst>
              <a:ext uri="{FF2B5EF4-FFF2-40B4-BE49-F238E27FC236}">
                <a16:creationId xmlns:a16="http://schemas.microsoft.com/office/drawing/2014/main" id="{2081E5EC-34E5-2AD8-91BC-E5734B08DE06}"/>
              </a:ext>
            </a:extLst>
          </p:cNvPr>
          <p:cNvPicPr>
            <a:picLocks noChangeAspect="1"/>
          </p:cNvPicPr>
          <p:nvPr/>
        </p:nvPicPr>
        <p:blipFill>
          <a:blip r:embed="rId5"/>
          <a:stretch>
            <a:fillRect/>
          </a:stretch>
        </p:blipFill>
        <p:spPr>
          <a:xfrm>
            <a:off x="457200" y="2114550"/>
            <a:ext cx="2771775" cy="628650"/>
          </a:xfrm>
          <a:prstGeom prst="rect">
            <a:avLst/>
          </a:prstGeom>
        </p:spPr>
      </p:pic>
      <p:pic>
        <p:nvPicPr>
          <p:cNvPr id="3" name="Picture 2">
            <a:extLst>
              <a:ext uri="{FF2B5EF4-FFF2-40B4-BE49-F238E27FC236}">
                <a16:creationId xmlns:a16="http://schemas.microsoft.com/office/drawing/2014/main" id="{DFC3FA6D-BDA3-2337-BEF9-2E00EDB4E58E}"/>
              </a:ext>
            </a:extLst>
          </p:cNvPr>
          <p:cNvPicPr>
            <a:picLocks noChangeAspect="1"/>
          </p:cNvPicPr>
          <p:nvPr/>
        </p:nvPicPr>
        <p:blipFill>
          <a:blip r:embed="rId6"/>
          <a:stretch>
            <a:fillRect/>
          </a:stretch>
        </p:blipFill>
        <p:spPr>
          <a:xfrm>
            <a:off x="838200" y="2627799"/>
            <a:ext cx="7143750" cy="552450"/>
          </a:xfrm>
          <a:prstGeom prst="rect">
            <a:avLst/>
          </a:prstGeom>
        </p:spPr>
      </p:pic>
      <p:pic>
        <p:nvPicPr>
          <p:cNvPr id="6" name="Picture 5">
            <a:extLst>
              <a:ext uri="{FF2B5EF4-FFF2-40B4-BE49-F238E27FC236}">
                <a16:creationId xmlns:a16="http://schemas.microsoft.com/office/drawing/2014/main" id="{ED1E3E36-1E7D-2EBD-81C0-8C51C0D90C5D}"/>
              </a:ext>
            </a:extLst>
          </p:cNvPr>
          <p:cNvPicPr>
            <a:picLocks noChangeAspect="1"/>
          </p:cNvPicPr>
          <p:nvPr/>
        </p:nvPicPr>
        <p:blipFill>
          <a:blip r:embed="rId7"/>
          <a:stretch>
            <a:fillRect/>
          </a:stretch>
        </p:blipFill>
        <p:spPr>
          <a:xfrm>
            <a:off x="259260" y="3507696"/>
            <a:ext cx="8906511" cy="1984400"/>
          </a:xfrm>
          <a:prstGeom prst="rect">
            <a:avLst/>
          </a:prstGeom>
        </p:spPr>
      </p:pic>
      <p:pic>
        <p:nvPicPr>
          <p:cNvPr id="9" name="Picture 8">
            <a:extLst>
              <a:ext uri="{FF2B5EF4-FFF2-40B4-BE49-F238E27FC236}">
                <a16:creationId xmlns:a16="http://schemas.microsoft.com/office/drawing/2014/main" id="{64397EF1-9FE4-9BEF-2550-E79BC6629734}"/>
              </a:ext>
            </a:extLst>
          </p:cNvPr>
          <p:cNvPicPr>
            <a:picLocks noChangeAspect="1"/>
          </p:cNvPicPr>
          <p:nvPr/>
        </p:nvPicPr>
        <p:blipFill>
          <a:blip r:embed="rId8"/>
          <a:stretch>
            <a:fillRect/>
          </a:stretch>
        </p:blipFill>
        <p:spPr>
          <a:xfrm>
            <a:off x="4352925" y="5569277"/>
            <a:ext cx="4791075" cy="628650"/>
          </a:xfrm>
          <a:prstGeom prst="rect">
            <a:avLst/>
          </a:prstGeom>
        </p:spPr>
      </p:pic>
    </p:spTree>
    <p:extLst>
      <p:ext uri="{BB962C8B-B14F-4D97-AF65-F5344CB8AC3E}">
        <p14:creationId xmlns:p14="http://schemas.microsoft.com/office/powerpoint/2010/main" val="284870740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83CF76-F9C9-6026-B800-7C5FA0C8C792}"/>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107D8ABF-8CD0-0E64-1E6A-AC210BA5F659}"/>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Mô hình tự hồi qui</a:t>
            </a:r>
          </a:p>
        </p:txBody>
      </p:sp>
      <mc:AlternateContent xmlns:mc="http://schemas.openxmlformats.org/markup-compatibility/2006" xmlns:a14="http://schemas.microsoft.com/office/drawing/2010/main">
        <mc:Choice Requires="a14">
          <p:sp>
            <p:nvSpPr>
              <p:cNvPr id="31747" name="Rectangle 3">
                <a:extLst>
                  <a:ext uri="{FF2B5EF4-FFF2-40B4-BE49-F238E27FC236}">
                    <a16:creationId xmlns:a16="http://schemas.microsoft.com/office/drawing/2014/main" id="{BA2E3D62-0EC0-7D73-AFE0-92C6EFF1A5FB}"/>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lvl="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Mô hình tự hồi quy bậc hai: AR(2)</a:t>
                </a:r>
              </a:p>
              <a:p>
                <a:pPr marL="457200" lvl="0" indent="-457200">
                  <a:buFont typeface="Wingdings" panose="05000000000000000000" pitchFamily="2" charset="2"/>
                  <a:buChar char="Ø"/>
                </a:pPr>
                <a:endParaRPr lang="en-US" sz="2800" b="1">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Điều kiện dừng:</a:t>
                </a:r>
              </a:p>
              <a:p>
                <a:pPr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Phương trình đặc trưng</a:t>
                </a:r>
              </a:p>
              <a:p>
                <a:pPr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Giả sử</a:t>
                </a:r>
              </a:p>
              <a:p>
                <a:pPr lvl="2" indent="-342900">
                  <a:buFont typeface="Courier New" panose="02070309020205020404" pitchFamily="49" charset="0"/>
                  <a:buChar char="o"/>
                </a:pPr>
                <a:endParaRPr lang="en-US" sz="2400">
                  <a:latin typeface="Times New Roman" panose="02020603050405020304" pitchFamily="18" charset="0"/>
                  <a:cs typeface="Times New Roman" panose="02020603050405020304" pitchFamily="18" charset="0"/>
                </a:endParaRPr>
              </a:p>
              <a:p>
                <a:pPr lvl="2" indent="-342900">
                  <a:buFont typeface="Courier New" panose="02070309020205020404" pitchFamily="49" charset="0"/>
                  <a:buChar char="o"/>
                </a:pPr>
                <a:endParaRPr lang="en-US" sz="2400">
                  <a:latin typeface="Times New Roman" panose="02020603050405020304" pitchFamily="18" charset="0"/>
                  <a:cs typeface="Times New Roman" panose="02020603050405020304" pitchFamily="18" charset="0"/>
                </a:endParaRPr>
              </a:p>
              <a:p>
                <a:pPr lvl="3" indent="-342900">
                  <a:buFont typeface="Wingdings" panose="05000000000000000000" pitchFamily="2" charset="2"/>
                  <a:buChar char="§"/>
                </a:pPr>
                <a14:m>
                  <m:oMath xmlns:m="http://schemas.openxmlformats.org/officeDocument/2006/math">
                    <m:sSubSup>
                      <m:sSubSupPr>
                        <m:ctrlPr>
                          <a:rPr lang="en-US" sz="2400" i="1" smtClean="0">
                            <a:latin typeface="Cambria Math" panose="02040503050406030204" pitchFamily="18" charset="0"/>
                            <a:cs typeface="Times New Roman" panose="02020603050405020304" pitchFamily="18" charset="0"/>
                          </a:rPr>
                        </m:ctrlPr>
                      </m:sSubSupPr>
                      <m:e>
                        <m:r>
                          <a:rPr lang="en-US" sz="2400" b="0" i="1" smtClean="0">
                            <a:latin typeface="Cambria Math" panose="02040503050406030204" pitchFamily="18" charset="0"/>
                            <a:cs typeface="Times New Roman" panose="02020603050405020304" pitchFamily="18" charset="0"/>
                          </a:rPr>
                          <m:t>𝐺</m:t>
                        </m:r>
                      </m:e>
                      <m:sub>
                        <m:r>
                          <a:rPr lang="en-US" sz="2400" b="0" i="1" smtClean="0">
                            <a:latin typeface="Cambria Math" panose="02040503050406030204" pitchFamily="18" charset="0"/>
                            <a:cs typeface="Times New Roman" panose="02020603050405020304" pitchFamily="18" charset="0"/>
                          </a:rPr>
                          <m:t>1</m:t>
                        </m:r>
                      </m:sub>
                      <m:sup>
                        <m:r>
                          <a:rPr lang="en-US" sz="2400" b="0" i="1" smtClean="0">
                            <a:latin typeface="Cambria Math" panose="02040503050406030204" pitchFamily="18" charset="0"/>
                            <a:cs typeface="Times New Roman" panose="02020603050405020304" pitchFamily="18" charset="0"/>
                          </a:rPr>
                          <m:t>−1</m:t>
                        </m:r>
                      </m:sup>
                    </m:sSubSup>
                  </m:oMath>
                </a14:m>
                <a:r>
                  <a:rPr lang="en-US" sz="2400">
                    <a:latin typeface="Times New Roman" panose="02020603050405020304" pitchFamily="18" charset="0"/>
                    <a:cs typeface="Times New Roman" panose="02020603050405020304" pitchFamily="18" charset="0"/>
                  </a:rPr>
                  <a:t>và </a:t>
                </a:r>
                <a14:m>
                  <m:oMath xmlns:m="http://schemas.openxmlformats.org/officeDocument/2006/math">
                    <m:sSubSup>
                      <m:sSubSupPr>
                        <m:ctrlPr>
                          <a:rPr lang="en-US" sz="2400" i="1">
                            <a:latin typeface="Cambria Math" panose="02040503050406030204" pitchFamily="18" charset="0"/>
                            <a:cs typeface="Times New Roman" panose="02020603050405020304" pitchFamily="18" charset="0"/>
                          </a:rPr>
                        </m:ctrlPr>
                      </m:sSubSupPr>
                      <m:e>
                        <m:r>
                          <a:rPr lang="en-US" sz="2400" i="1">
                            <a:latin typeface="Cambria Math" panose="02040503050406030204" pitchFamily="18" charset="0"/>
                            <a:cs typeface="Times New Roman" panose="02020603050405020304" pitchFamily="18" charset="0"/>
                          </a:rPr>
                          <m:t>𝐺</m:t>
                        </m:r>
                      </m:e>
                      <m:sub>
                        <m:r>
                          <a:rPr lang="en-US" sz="2400" b="0" i="1" smtClean="0">
                            <a:latin typeface="Cambria Math" panose="02040503050406030204" pitchFamily="18" charset="0"/>
                            <a:cs typeface="Times New Roman" panose="02020603050405020304" pitchFamily="18" charset="0"/>
                          </a:rPr>
                          <m:t>2</m:t>
                        </m:r>
                      </m:sub>
                      <m:sup>
                        <m:r>
                          <a:rPr lang="en-US" sz="2400" i="1">
                            <a:latin typeface="Cambria Math" panose="02040503050406030204" pitchFamily="18" charset="0"/>
                            <a:cs typeface="Times New Roman" panose="02020603050405020304" pitchFamily="18" charset="0"/>
                          </a:rPr>
                          <m:t>−1</m:t>
                        </m:r>
                      </m:sup>
                    </m:sSubSup>
                  </m:oMath>
                </a14:m>
                <a:r>
                  <a:rPr lang="en-US" sz="2400">
                    <a:latin typeface="Times New Roman" panose="02020603050405020304" pitchFamily="18" charset="0"/>
                    <a:cs typeface="Times New Roman" panose="02020603050405020304" pitchFamily="18" charset="0"/>
                  </a:rPr>
                  <a:t>là nghiệm thực hoặc phức</a:t>
                </a:r>
              </a:p>
              <a:p>
                <a:pPr lvl="3" indent="-342900">
                  <a:buFont typeface="Wingdings" panose="05000000000000000000" pitchFamily="2" charset="2"/>
                  <a:buChar char="§"/>
                </a:pPr>
                <a:r>
                  <a:rPr lang="en-US" sz="2400">
                    <a:latin typeface="Times New Roman" panose="02020603050405020304" pitchFamily="18" charset="0"/>
                    <a:cs typeface="Times New Roman" panose="02020603050405020304" pitchFamily="18" charset="0"/>
                  </a:rPr>
                  <a:t>Hệ dừng khi </a:t>
                </a:r>
              </a:p>
              <a:p>
                <a:pPr marL="800100" lvl="2" indent="0"/>
                <a:endParaRPr lang="en-US" sz="2400">
                  <a:latin typeface="Times New Roman" panose="02020603050405020304" pitchFamily="18" charset="0"/>
                  <a:cs typeface="Times New Roman" panose="02020603050405020304" pitchFamily="18" charset="0"/>
                </a:endParaRPr>
              </a:p>
              <a:p>
                <a:pPr marL="1314450" lvl="2"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1771650" lvl="3" indent="-457200">
                  <a:buFont typeface="Wingdings" panose="05000000000000000000" pitchFamily="2" charset="2"/>
                  <a:buChar char="q"/>
                </a:pPr>
                <a:r>
                  <a:rPr lang="en-US" sz="2800">
                    <a:latin typeface="Times New Roman" panose="02020603050405020304" pitchFamily="18" charset="0"/>
                    <a:cs typeface="Times New Roman" panose="02020603050405020304" pitchFamily="18" charset="0"/>
                  </a:rPr>
                  <a:t>Lưu ý:                      thì        = </a:t>
                </a:r>
              </a:p>
            </p:txBody>
          </p:sp>
        </mc:Choice>
        <mc:Fallback xmlns="">
          <p:sp>
            <p:nvSpPr>
              <p:cNvPr id="31747" name="Rectangle 3">
                <a:extLst>
                  <a:ext uri="{FF2B5EF4-FFF2-40B4-BE49-F238E27FC236}">
                    <a16:creationId xmlns:a16="http://schemas.microsoft.com/office/drawing/2014/main" id="{BA2E3D62-0EC0-7D73-AFE0-92C6EFF1A5FB}"/>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3"/>
                <a:stretch>
                  <a:fillRect l="-1136" t="-1230" b="-123"/>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pic>
        <p:nvPicPr>
          <p:cNvPr id="4" name="Picture 3">
            <a:extLst>
              <a:ext uri="{FF2B5EF4-FFF2-40B4-BE49-F238E27FC236}">
                <a16:creationId xmlns:a16="http://schemas.microsoft.com/office/drawing/2014/main" id="{05AD521C-55CC-3EFB-58FC-E0CFB869D7A6}"/>
              </a:ext>
            </a:extLst>
          </p:cNvPr>
          <p:cNvPicPr>
            <a:picLocks noChangeAspect="1"/>
          </p:cNvPicPr>
          <p:nvPr/>
        </p:nvPicPr>
        <p:blipFill>
          <a:blip r:embed="rId4"/>
          <a:stretch>
            <a:fillRect/>
          </a:stretch>
        </p:blipFill>
        <p:spPr>
          <a:xfrm>
            <a:off x="2514600" y="1676400"/>
            <a:ext cx="4638675" cy="466725"/>
          </a:xfrm>
          <a:prstGeom prst="rect">
            <a:avLst/>
          </a:prstGeom>
        </p:spPr>
      </p:pic>
      <p:pic>
        <p:nvPicPr>
          <p:cNvPr id="5" name="Picture 4">
            <a:extLst>
              <a:ext uri="{FF2B5EF4-FFF2-40B4-BE49-F238E27FC236}">
                <a16:creationId xmlns:a16="http://schemas.microsoft.com/office/drawing/2014/main" id="{99EED01F-023F-2E35-F47E-BF6A77784A6C}"/>
              </a:ext>
            </a:extLst>
          </p:cNvPr>
          <p:cNvPicPr>
            <a:picLocks noChangeAspect="1"/>
          </p:cNvPicPr>
          <p:nvPr/>
        </p:nvPicPr>
        <p:blipFill>
          <a:blip r:embed="rId5"/>
          <a:stretch>
            <a:fillRect/>
          </a:stretch>
        </p:blipFill>
        <p:spPr>
          <a:xfrm>
            <a:off x="4371947" y="2466055"/>
            <a:ext cx="3143689" cy="466790"/>
          </a:xfrm>
          <a:prstGeom prst="rect">
            <a:avLst/>
          </a:prstGeom>
        </p:spPr>
      </p:pic>
      <p:pic>
        <p:nvPicPr>
          <p:cNvPr id="8" name="Picture 7">
            <a:extLst>
              <a:ext uri="{FF2B5EF4-FFF2-40B4-BE49-F238E27FC236}">
                <a16:creationId xmlns:a16="http://schemas.microsoft.com/office/drawing/2014/main" id="{9826E46F-A48B-CD25-B860-B0EF5F70C88F}"/>
              </a:ext>
            </a:extLst>
          </p:cNvPr>
          <p:cNvPicPr>
            <a:picLocks noChangeAspect="1"/>
          </p:cNvPicPr>
          <p:nvPr/>
        </p:nvPicPr>
        <p:blipFill>
          <a:blip r:embed="rId6"/>
          <a:stretch>
            <a:fillRect/>
          </a:stretch>
        </p:blipFill>
        <p:spPr>
          <a:xfrm>
            <a:off x="2133600" y="3407229"/>
            <a:ext cx="5887272" cy="419158"/>
          </a:xfrm>
          <a:prstGeom prst="rect">
            <a:avLst/>
          </a:prstGeom>
        </p:spPr>
      </p:pic>
      <p:pic>
        <p:nvPicPr>
          <p:cNvPr id="11" name="Picture 10">
            <a:extLst>
              <a:ext uri="{FF2B5EF4-FFF2-40B4-BE49-F238E27FC236}">
                <a16:creationId xmlns:a16="http://schemas.microsoft.com/office/drawing/2014/main" id="{421775EA-2B61-8664-FCBD-C299897A5D81}"/>
              </a:ext>
            </a:extLst>
          </p:cNvPr>
          <p:cNvPicPr>
            <a:picLocks noChangeAspect="1"/>
          </p:cNvPicPr>
          <p:nvPr/>
        </p:nvPicPr>
        <p:blipFill>
          <a:blip r:embed="rId7"/>
          <a:stretch>
            <a:fillRect/>
          </a:stretch>
        </p:blipFill>
        <p:spPr>
          <a:xfrm>
            <a:off x="3276600" y="4746881"/>
            <a:ext cx="1447800" cy="504825"/>
          </a:xfrm>
          <a:prstGeom prst="rect">
            <a:avLst/>
          </a:prstGeom>
        </p:spPr>
      </p:pic>
      <p:pic>
        <p:nvPicPr>
          <p:cNvPr id="13" name="Picture 12">
            <a:extLst>
              <a:ext uri="{FF2B5EF4-FFF2-40B4-BE49-F238E27FC236}">
                <a16:creationId xmlns:a16="http://schemas.microsoft.com/office/drawing/2014/main" id="{BF8BAE79-2E46-948F-C07E-0B68578E091B}"/>
              </a:ext>
            </a:extLst>
          </p:cNvPr>
          <p:cNvPicPr>
            <a:picLocks noChangeAspect="1"/>
          </p:cNvPicPr>
          <p:nvPr/>
        </p:nvPicPr>
        <p:blipFill>
          <a:blip r:embed="rId8"/>
          <a:stretch>
            <a:fillRect/>
          </a:stretch>
        </p:blipFill>
        <p:spPr>
          <a:xfrm>
            <a:off x="6043343" y="4718306"/>
            <a:ext cx="1428750" cy="533400"/>
          </a:xfrm>
          <a:prstGeom prst="rect">
            <a:avLst/>
          </a:prstGeom>
        </p:spPr>
      </p:pic>
      <p:pic>
        <p:nvPicPr>
          <p:cNvPr id="17" name="Picture 16">
            <a:extLst>
              <a:ext uri="{FF2B5EF4-FFF2-40B4-BE49-F238E27FC236}">
                <a16:creationId xmlns:a16="http://schemas.microsoft.com/office/drawing/2014/main" id="{271AE1D8-9006-1817-6F32-F23BB4F12CA4}"/>
              </a:ext>
            </a:extLst>
          </p:cNvPr>
          <p:cNvPicPr>
            <a:picLocks noChangeAspect="1"/>
          </p:cNvPicPr>
          <p:nvPr/>
        </p:nvPicPr>
        <p:blipFill>
          <a:blip r:embed="rId9"/>
          <a:stretch>
            <a:fillRect/>
          </a:stretch>
        </p:blipFill>
        <p:spPr>
          <a:xfrm>
            <a:off x="2981325" y="5619206"/>
            <a:ext cx="1590675" cy="333375"/>
          </a:xfrm>
          <a:prstGeom prst="rect">
            <a:avLst/>
          </a:prstGeom>
        </p:spPr>
      </p:pic>
      <p:pic>
        <p:nvPicPr>
          <p:cNvPr id="19" name="Picture 18">
            <a:extLst>
              <a:ext uri="{FF2B5EF4-FFF2-40B4-BE49-F238E27FC236}">
                <a16:creationId xmlns:a16="http://schemas.microsoft.com/office/drawing/2014/main" id="{F930201E-8344-66FB-A91F-84435E911A97}"/>
              </a:ext>
            </a:extLst>
          </p:cNvPr>
          <p:cNvPicPr>
            <a:picLocks noChangeAspect="1"/>
          </p:cNvPicPr>
          <p:nvPr/>
        </p:nvPicPr>
        <p:blipFill>
          <a:blip r:embed="rId10"/>
          <a:stretch>
            <a:fillRect/>
          </a:stretch>
        </p:blipFill>
        <p:spPr>
          <a:xfrm>
            <a:off x="5410200" y="5619205"/>
            <a:ext cx="409575" cy="333375"/>
          </a:xfrm>
          <a:prstGeom prst="rect">
            <a:avLst/>
          </a:prstGeom>
        </p:spPr>
      </p:pic>
      <p:pic>
        <p:nvPicPr>
          <p:cNvPr id="21" name="Picture 20">
            <a:extLst>
              <a:ext uri="{FF2B5EF4-FFF2-40B4-BE49-F238E27FC236}">
                <a16:creationId xmlns:a16="http://schemas.microsoft.com/office/drawing/2014/main" id="{8FF45B58-3DAD-E4E7-143F-C2867585CFE8}"/>
              </a:ext>
            </a:extLst>
          </p:cNvPr>
          <p:cNvPicPr>
            <a:picLocks noChangeAspect="1"/>
          </p:cNvPicPr>
          <p:nvPr/>
        </p:nvPicPr>
        <p:blipFill>
          <a:blip r:embed="rId11"/>
          <a:stretch>
            <a:fillRect/>
          </a:stretch>
        </p:blipFill>
        <p:spPr>
          <a:xfrm>
            <a:off x="6139106" y="5496279"/>
            <a:ext cx="1419225" cy="409575"/>
          </a:xfrm>
          <a:prstGeom prst="rect">
            <a:avLst/>
          </a:prstGeom>
        </p:spPr>
      </p:pic>
    </p:spTree>
    <p:extLst>
      <p:ext uri="{BB962C8B-B14F-4D97-AF65-F5344CB8AC3E}">
        <p14:creationId xmlns:p14="http://schemas.microsoft.com/office/powerpoint/2010/main" val="323051059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467CC6-304A-908F-A3D0-38C27A605FAD}"/>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06F1C0A5-FF61-7365-8286-A90A1388008B}"/>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Mô hình tự hồi qui</a:t>
            </a:r>
          </a:p>
        </p:txBody>
      </p:sp>
      <p:sp>
        <p:nvSpPr>
          <p:cNvPr id="31747" name="Rectangle 3">
            <a:extLst>
              <a:ext uri="{FF2B5EF4-FFF2-40B4-BE49-F238E27FC236}">
                <a16:creationId xmlns:a16="http://schemas.microsoft.com/office/drawing/2014/main" id="{E8C4BEC0-DB7E-D446-DEB4-BAE4C507E1DE}"/>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lvl="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Mô hình tự hồi quy bậc hai: AR(2)</a:t>
            </a: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Điều kiện dừng:</a:t>
            </a:r>
          </a:p>
          <a:p>
            <a:pPr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Ví dụ:</a:t>
            </a:r>
            <a:endParaRPr lang="en-US" sz="2800">
              <a:latin typeface="Times New Roman" panose="02020603050405020304" pitchFamily="18" charset="0"/>
              <a:cs typeface="Times New Roman" panose="02020603050405020304" pitchFamily="18" charset="0"/>
            </a:endParaRPr>
          </a:p>
        </p:txBody>
      </p:sp>
      <p:pic>
        <p:nvPicPr>
          <p:cNvPr id="6" name="Picture 5" descr="\documentclass{article}&#10;\usepackage{amsmath}&#10;\pagestyle{empty}&#10;\begin{document}&#10;&#10;$y_t = 0.8 y_{t-1} - 0.15 y_{t-2} + \epsilon_t$&#10;&#10;&#10;\end{document}" title="IguanaTex Bitmap Display">
            <a:extLst>
              <a:ext uri="{FF2B5EF4-FFF2-40B4-BE49-F238E27FC236}">
                <a16:creationId xmlns:a16="http://schemas.microsoft.com/office/drawing/2014/main" id="{4A4F0241-17C3-0C18-87CC-BF24B0A36809}"/>
              </a:ext>
            </a:extLst>
          </p:cNvPr>
          <p:cNvPicPr>
            <a:picLocks noChangeAspect="1"/>
          </p:cNvPicPr>
          <p:nvPr>
            <p:custDataLst>
              <p:tags r:id="rId1"/>
            </p:custDataLst>
          </p:nvPr>
        </p:nvPicPr>
        <p:blipFill>
          <a:blip r:embed="rId4">
            <a:extLst>
              <a:ext uri="{28A0092B-C50C-407E-A947-70E740481C1C}">
                <a14:useLocalDpi xmlns:a14="http://schemas.microsoft.com/office/drawing/2010/main" val="0"/>
              </a:ext>
            </a:extLst>
          </a:blip>
          <a:stretch>
            <a:fillRect/>
          </a:stretch>
        </p:blipFill>
        <p:spPr>
          <a:xfrm>
            <a:off x="2590800" y="2438400"/>
            <a:ext cx="4270933" cy="309332"/>
          </a:xfrm>
          <a:prstGeom prst="rect">
            <a:avLst/>
          </a:prstGeom>
        </p:spPr>
      </p:pic>
      <p:pic>
        <p:nvPicPr>
          <p:cNvPr id="9" name="Picture 8">
            <a:extLst>
              <a:ext uri="{FF2B5EF4-FFF2-40B4-BE49-F238E27FC236}">
                <a16:creationId xmlns:a16="http://schemas.microsoft.com/office/drawing/2014/main" id="{3D7EEE34-7423-5689-2B0A-97255346D566}"/>
              </a:ext>
            </a:extLst>
          </p:cNvPr>
          <p:cNvPicPr>
            <a:picLocks noChangeAspect="1"/>
          </p:cNvPicPr>
          <p:nvPr/>
        </p:nvPicPr>
        <p:blipFill>
          <a:blip r:embed="rId5"/>
          <a:stretch>
            <a:fillRect/>
          </a:stretch>
        </p:blipFill>
        <p:spPr>
          <a:xfrm>
            <a:off x="790575" y="3171825"/>
            <a:ext cx="7562850" cy="514350"/>
          </a:xfrm>
          <a:prstGeom prst="rect">
            <a:avLst/>
          </a:prstGeom>
        </p:spPr>
      </p:pic>
      <p:pic>
        <p:nvPicPr>
          <p:cNvPr id="12" name="Picture 11">
            <a:extLst>
              <a:ext uri="{FF2B5EF4-FFF2-40B4-BE49-F238E27FC236}">
                <a16:creationId xmlns:a16="http://schemas.microsoft.com/office/drawing/2014/main" id="{9485272E-0591-863C-1926-0428EFC22739}"/>
              </a:ext>
            </a:extLst>
          </p:cNvPr>
          <p:cNvPicPr>
            <a:picLocks noChangeAspect="1"/>
          </p:cNvPicPr>
          <p:nvPr/>
        </p:nvPicPr>
        <p:blipFill>
          <a:blip r:embed="rId6"/>
          <a:stretch>
            <a:fillRect/>
          </a:stretch>
        </p:blipFill>
        <p:spPr>
          <a:xfrm>
            <a:off x="3070254" y="3994963"/>
            <a:ext cx="2047875" cy="685800"/>
          </a:xfrm>
          <a:prstGeom prst="rect">
            <a:avLst/>
          </a:prstGeom>
        </p:spPr>
      </p:pic>
      <p:pic>
        <p:nvPicPr>
          <p:cNvPr id="15" name="Picture 14">
            <a:extLst>
              <a:ext uri="{FF2B5EF4-FFF2-40B4-BE49-F238E27FC236}">
                <a16:creationId xmlns:a16="http://schemas.microsoft.com/office/drawing/2014/main" id="{AFD74B31-FE0B-43F2-AED7-53B9135F22D5}"/>
              </a:ext>
            </a:extLst>
          </p:cNvPr>
          <p:cNvPicPr>
            <a:picLocks noChangeAspect="1"/>
          </p:cNvPicPr>
          <p:nvPr/>
        </p:nvPicPr>
        <p:blipFill>
          <a:blip r:embed="rId7"/>
          <a:stretch>
            <a:fillRect/>
          </a:stretch>
        </p:blipFill>
        <p:spPr>
          <a:xfrm>
            <a:off x="3070254" y="4680763"/>
            <a:ext cx="2476500" cy="590550"/>
          </a:xfrm>
          <a:prstGeom prst="rect">
            <a:avLst/>
          </a:prstGeom>
        </p:spPr>
      </p:pic>
      <p:pic>
        <p:nvPicPr>
          <p:cNvPr id="18" name="Picture 17">
            <a:extLst>
              <a:ext uri="{FF2B5EF4-FFF2-40B4-BE49-F238E27FC236}">
                <a16:creationId xmlns:a16="http://schemas.microsoft.com/office/drawing/2014/main" id="{C255174F-CEC7-3A23-58BE-A22912C07225}"/>
              </a:ext>
            </a:extLst>
          </p:cNvPr>
          <p:cNvPicPr>
            <a:picLocks noChangeAspect="1"/>
          </p:cNvPicPr>
          <p:nvPr/>
        </p:nvPicPr>
        <p:blipFill>
          <a:blip r:embed="rId8"/>
          <a:stretch>
            <a:fillRect/>
          </a:stretch>
        </p:blipFill>
        <p:spPr>
          <a:xfrm>
            <a:off x="914400" y="5451513"/>
            <a:ext cx="3952875" cy="447675"/>
          </a:xfrm>
          <a:prstGeom prst="rect">
            <a:avLst/>
          </a:prstGeom>
        </p:spPr>
      </p:pic>
    </p:spTree>
    <p:extLst>
      <p:ext uri="{BB962C8B-B14F-4D97-AF65-F5344CB8AC3E}">
        <p14:creationId xmlns:p14="http://schemas.microsoft.com/office/powerpoint/2010/main" val="194395546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2E7D72-44A0-FC7D-C241-7239D35160A8}"/>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4A23B2BA-DD6F-A08F-18FC-5390C2BD4131}"/>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Mô hình tự hồi qui</a:t>
            </a:r>
          </a:p>
        </p:txBody>
      </p:sp>
      <p:sp>
        <p:nvSpPr>
          <p:cNvPr id="31747" name="Rectangle 3">
            <a:extLst>
              <a:ext uri="{FF2B5EF4-FFF2-40B4-BE49-F238E27FC236}">
                <a16:creationId xmlns:a16="http://schemas.microsoft.com/office/drawing/2014/main" id="{B31E624A-4A28-5152-AF91-7410A60D854B}"/>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lvl="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Mô hình tự hồi quy bậc hai: AR(2)</a:t>
            </a: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Điều kiện dừng:</a:t>
            </a:r>
          </a:p>
          <a:p>
            <a:pPr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Ví dụ:</a:t>
            </a:r>
            <a:endParaRPr lang="en-US" sz="2800">
              <a:latin typeface="Times New Roman" panose="02020603050405020304" pitchFamily="18" charset="0"/>
              <a:cs typeface="Times New Roman" panose="02020603050405020304" pitchFamily="18" charset="0"/>
            </a:endParaRPr>
          </a:p>
        </p:txBody>
      </p:sp>
      <p:pic>
        <p:nvPicPr>
          <p:cNvPr id="3" name="Picture 2" descr="\documentclass{article}&#10;\usepackage{amsmath}&#10;\pagestyle{empty}&#10;\begin{document}&#10;&#10;$y_t = 1.5 y_{t-1} - 0.5 y_{t-2} + \epsilon_t$&#10;&#10;&#10;\end{document}" title="IguanaTex Bitmap Display">
            <a:extLst>
              <a:ext uri="{FF2B5EF4-FFF2-40B4-BE49-F238E27FC236}">
                <a16:creationId xmlns:a16="http://schemas.microsoft.com/office/drawing/2014/main" id="{42161459-0859-51F9-480B-924497BC3204}"/>
              </a:ext>
            </a:extLst>
          </p:cNvPr>
          <p:cNvPicPr>
            <a:picLocks noChangeAspect="1"/>
          </p:cNvPicPr>
          <p:nvPr>
            <p:custDataLst>
              <p:tags r:id="rId1"/>
            </p:custDataLst>
          </p:nvPr>
        </p:nvPicPr>
        <p:blipFill>
          <a:blip r:embed="rId4">
            <a:extLst>
              <a:ext uri="{28A0092B-C50C-407E-A947-70E740481C1C}">
                <a14:useLocalDpi xmlns:a14="http://schemas.microsoft.com/office/drawing/2010/main" val="0"/>
              </a:ext>
            </a:extLst>
          </a:blip>
          <a:stretch>
            <a:fillRect/>
          </a:stretch>
        </p:blipFill>
        <p:spPr>
          <a:xfrm>
            <a:off x="2590801" y="2438400"/>
            <a:ext cx="4093867" cy="309332"/>
          </a:xfrm>
          <a:prstGeom prst="rect">
            <a:avLst/>
          </a:prstGeom>
        </p:spPr>
      </p:pic>
      <p:pic>
        <p:nvPicPr>
          <p:cNvPr id="18" name="Picture 17">
            <a:extLst>
              <a:ext uri="{FF2B5EF4-FFF2-40B4-BE49-F238E27FC236}">
                <a16:creationId xmlns:a16="http://schemas.microsoft.com/office/drawing/2014/main" id="{D4348DD0-122D-7352-054B-C406D65F2874}"/>
              </a:ext>
            </a:extLst>
          </p:cNvPr>
          <p:cNvPicPr>
            <a:picLocks noChangeAspect="1"/>
          </p:cNvPicPr>
          <p:nvPr/>
        </p:nvPicPr>
        <p:blipFill>
          <a:blip r:embed="rId5"/>
          <a:stretch>
            <a:fillRect/>
          </a:stretch>
        </p:blipFill>
        <p:spPr>
          <a:xfrm>
            <a:off x="990600" y="4726755"/>
            <a:ext cx="3952875" cy="447675"/>
          </a:xfrm>
          <a:prstGeom prst="rect">
            <a:avLst/>
          </a:prstGeom>
        </p:spPr>
      </p:pic>
      <p:pic>
        <p:nvPicPr>
          <p:cNvPr id="5" name="Picture 4">
            <a:extLst>
              <a:ext uri="{FF2B5EF4-FFF2-40B4-BE49-F238E27FC236}">
                <a16:creationId xmlns:a16="http://schemas.microsoft.com/office/drawing/2014/main" id="{B8FE1BFC-8C04-75B8-F14F-673A591CCB0C}"/>
              </a:ext>
            </a:extLst>
          </p:cNvPr>
          <p:cNvPicPr>
            <a:picLocks noChangeAspect="1"/>
          </p:cNvPicPr>
          <p:nvPr/>
        </p:nvPicPr>
        <p:blipFill>
          <a:blip r:embed="rId6"/>
          <a:stretch>
            <a:fillRect/>
          </a:stretch>
        </p:blipFill>
        <p:spPr>
          <a:xfrm>
            <a:off x="1171575" y="3200400"/>
            <a:ext cx="6800850" cy="457200"/>
          </a:xfrm>
          <a:prstGeom prst="rect">
            <a:avLst/>
          </a:prstGeom>
        </p:spPr>
      </p:pic>
      <p:pic>
        <p:nvPicPr>
          <p:cNvPr id="8" name="Picture 7">
            <a:extLst>
              <a:ext uri="{FF2B5EF4-FFF2-40B4-BE49-F238E27FC236}">
                <a16:creationId xmlns:a16="http://schemas.microsoft.com/office/drawing/2014/main" id="{29C0D92F-19A9-6703-F153-0DB41B70D77E}"/>
              </a:ext>
            </a:extLst>
          </p:cNvPr>
          <p:cNvPicPr>
            <a:picLocks noChangeAspect="1"/>
          </p:cNvPicPr>
          <p:nvPr/>
        </p:nvPicPr>
        <p:blipFill>
          <a:blip r:embed="rId7"/>
          <a:stretch>
            <a:fillRect/>
          </a:stretch>
        </p:blipFill>
        <p:spPr>
          <a:xfrm>
            <a:off x="3200400" y="4074920"/>
            <a:ext cx="1219200" cy="466725"/>
          </a:xfrm>
          <a:prstGeom prst="rect">
            <a:avLst/>
          </a:prstGeom>
        </p:spPr>
      </p:pic>
      <p:pic>
        <p:nvPicPr>
          <p:cNvPr id="11" name="Picture 10">
            <a:extLst>
              <a:ext uri="{FF2B5EF4-FFF2-40B4-BE49-F238E27FC236}">
                <a16:creationId xmlns:a16="http://schemas.microsoft.com/office/drawing/2014/main" id="{7A1A9094-D5A3-8F25-0708-707498886648}"/>
              </a:ext>
            </a:extLst>
          </p:cNvPr>
          <p:cNvPicPr>
            <a:picLocks noChangeAspect="1"/>
          </p:cNvPicPr>
          <p:nvPr/>
        </p:nvPicPr>
        <p:blipFill>
          <a:blip r:embed="rId8"/>
          <a:stretch>
            <a:fillRect/>
          </a:stretch>
        </p:blipFill>
        <p:spPr>
          <a:xfrm>
            <a:off x="3390900" y="4726755"/>
            <a:ext cx="2095500" cy="504825"/>
          </a:xfrm>
          <a:prstGeom prst="rect">
            <a:avLst/>
          </a:prstGeom>
        </p:spPr>
      </p:pic>
    </p:spTree>
    <p:extLst>
      <p:ext uri="{BB962C8B-B14F-4D97-AF65-F5344CB8AC3E}">
        <p14:creationId xmlns:p14="http://schemas.microsoft.com/office/powerpoint/2010/main" val="228702278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B58FF6-E394-8723-4ECE-2AC21D6F3D60}"/>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DBA5F69F-F622-A9A8-20FD-893173F72DB1}"/>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Mô hình tự hồi qui</a:t>
            </a:r>
          </a:p>
        </p:txBody>
      </p:sp>
      <p:sp>
        <p:nvSpPr>
          <p:cNvPr id="31747" name="Rectangle 3">
            <a:extLst>
              <a:ext uri="{FF2B5EF4-FFF2-40B4-BE49-F238E27FC236}">
                <a16:creationId xmlns:a16="http://schemas.microsoft.com/office/drawing/2014/main" id="{660C091A-DB25-A3D0-1BD5-B90F47F11559}"/>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lvl="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Mô hình tự hồi quy bậc hai: AR(2)</a:t>
            </a:r>
          </a:p>
          <a:p>
            <a:pPr marL="457200" lvl="0" indent="-457200">
              <a:buFont typeface="Wingdings" panose="05000000000000000000" pitchFamily="2" charset="2"/>
              <a:buChar char="Ø"/>
            </a:pPr>
            <a:endParaRPr lang="en-US" sz="2800" b="1">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Điều kiện dừng:</a:t>
            </a:r>
          </a:p>
          <a:p>
            <a:pPr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Phương trình đặc trưng</a:t>
            </a:r>
          </a:p>
          <a:p>
            <a:pPr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Điều kiện đủ để phương trình đặc trưng có nghiệm nằm ngoài vòng tròn đơn vị là</a:t>
            </a:r>
          </a:p>
          <a:p>
            <a:pPr lvl="2" indent="-342900">
              <a:buFont typeface="Courier New" panose="02070309020205020404" pitchFamily="49" charset="0"/>
              <a:buChar char="o"/>
            </a:pPr>
            <a:endParaRPr lang="en-US" sz="2400">
              <a:latin typeface="Times New Roman" panose="02020603050405020304" pitchFamily="18" charset="0"/>
              <a:cs typeface="Times New Roman" panose="02020603050405020304" pitchFamily="18" charset="0"/>
            </a:endParaRPr>
          </a:p>
          <a:p>
            <a:pPr lvl="2" indent="-342900">
              <a:buFont typeface="Courier New" panose="02070309020205020404" pitchFamily="49" charset="0"/>
              <a:buChar char="o"/>
            </a:pPr>
            <a:endParaRPr lang="en-US" sz="2400">
              <a:latin typeface="Times New Roman" panose="02020603050405020304" pitchFamily="18" charset="0"/>
              <a:cs typeface="Times New Roman" panose="02020603050405020304" pitchFamily="18" charset="0"/>
            </a:endParaRPr>
          </a:p>
          <a:p>
            <a:pPr lvl="2" indent="-342900">
              <a:buFont typeface="Courier New" panose="02070309020205020404" pitchFamily="49" charset="0"/>
              <a:buChar char="o"/>
            </a:pPr>
            <a:endParaRPr lang="en-US" sz="2400">
              <a:latin typeface="Times New Roman" panose="02020603050405020304" pitchFamily="18" charset="0"/>
              <a:cs typeface="Times New Roman" panose="02020603050405020304" pitchFamily="18" charset="0"/>
            </a:endParaRPr>
          </a:p>
          <a:p>
            <a:pPr lvl="2" indent="-342900">
              <a:buFont typeface="Courier New" panose="02070309020205020404" pitchFamily="49" charset="0"/>
              <a:buChar char="o"/>
            </a:pPr>
            <a:endParaRPr lang="en-US" sz="2400">
              <a:latin typeface="Times New Roman" panose="02020603050405020304" pitchFamily="18" charset="0"/>
              <a:cs typeface="Times New Roman" panose="02020603050405020304" pitchFamily="18" charset="0"/>
            </a:endParaRPr>
          </a:p>
          <a:p>
            <a:pPr lvl="2" indent="-342900">
              <a:buFont typeface="Wingdings" panose="05000000000000000000" pitchFamily="2" charset="2"/>
              <a:buChar char="q"/>
            </a:pPr>
            <a:r>
              <a:rPr lang="vi-VN" sz="2400">
                <a:latin typeface="Times New Roman" panose="02020603050405020304" pitchFamily="18" charset="0"/>
                <a:cs typeface="Times New Roman" panose="02020603050405020304" pitchFamily="18" charset="0"/>
              </a:rPr>
              <a:t>Ta nói rằng quá trình AR(2) là dừng nếu các điều kiện </a:t>
            </a:r>
            <a:r>
              <a:rPr lang="en-US" sz="2400">
                <a:latin typeface="Times New Roman" panose="02020603050405020304" pitchFamily="18" charset="0"/>
                <a:cs typeface="Times New Roman" panose="02020603050405020304" pitchFamily="18" charset="0"/>
              </a:rPr>
              <a:t>trên</a:t>
            </a:r>
            <a:r>
              <a:rPr lang="vi-VN" sz="2400">
                <a:latin typeface="Times New Roman" panose="02020603050405020304" pitchFamily="18" charset="0"/>
                <a:cs typeface="Times New Roman" panose="02020603050405020304" pitchFamily="18" charset="0"/>
              </a:rPr>
              <a:t> được thỏa mãn. Và nếu bất kỳ điều kiện nào trong số đó không được thỏa mãn, thì quá trình không dừng.</a:t>
            </a:r>
            <a:endParaRPr lang="en-US" sz="240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DC27FA27-9443-200F-3671-5C66E33FC6B0}"/>
              </a:ext>
            </a:extLst>
          </p:cNvPr>
          <p:cNvPicPr>
            <a:picLocks noChangeAspect="1"/>
          </p:cNvPicPr>
          <p:nvPr/>
        </p:nvPicPr>
        <p:blipFill>
          <a:blip r:embed="rId3"/>
          <a:stretch>
            <a:fillRect/>
          </a:stretch>
        </p:blipFill>
        <p:spPr>
          <a:xfrm>
            <a:off x="2514600" y="1676400"/>
            <a:ext cx="4638675" cy="466725"/>
          </a:xfrm>
          <a:prstGeom prst="rect">
            <a:avLst/>
          </a:prstGeom>
        </p:spPr>
      </p:pic>
      <p:pic>
        <p:nvPicPr>
          <p:cNvPr id="5" name="Picture 4">
            <a:extLst>
              <a:ext uri="{FF2B5EF4-FFF2-40B4-BE49-F238E27FC236}">
                <a16:creationId xmlns:a16="http://schemas.microsoft.com/office/drawing/2014/main" id="{09B5A2EE-5DEA-3000-C2F1-6B514A5FE84A}"/>
              </a:ext>
            </a:extLst>
          </p:cNvPr>
          <p:cNvPicPr>
            <a:picLocks noChangeAspect="1"/>
          </p:cNvPicPr>
          <p:nvPr/>
        </p:nvPicPr>
        <p:blipFill>
          <a:blip r:embed="rId4"/>
          <a:stretch>
            <a:fillRect/>
          </a:stretch>
        </p:blipFill>
        <p:spPr>
          <a:xfrm>
            <a:off x="4371947" y="2466055"/>
            <a:ext cx="3143689" cy="466790"/>
          </a:xfrm>
          <a:prstGeom prst="rect">
            <a:avLst/>
          </a:prstGeom>
        </p:spPr>
      </p:pic>
      <p:pic>
        <p:nvPicPr>
          <p:cNvPr id="7" name="Picture 6">
            <a:extLst>
              <a:ext uri="{FF2B5EF4-FFF2-40B4-BE49-F238E27FC236}">
                <a16:creationId xmlns:a16="http://schemas.microsoft.com/office/drawing/2014/main" id="{CE25970F-D18F-CE52-485A-C9D8C70BDFDA}"/>
              </a:ext>
            </a:extLst>
          </p:cNvPr>
          <p:cNvPicPr>
            <a:picLocks noChangeAspect="1"/>
          </p:cNvPicPr>
          <p:nvPr/>
        </p:nvPicPr>
        <p:blipFill>
          <a:blip r:embed="rId5"/>
          <a:stretch>
            <a:fillRect/>
          </a:stretch>
        </p:blipFill>
        <p:spPr>
          <a:xfrm>
            <a:off x="3509815" y="3695700"/>
            <a:ext cx="2105319" cy="1247949"/>
          </a:xfrm>
          <a:prstGeom prst="rect">
            <a:avLst/>
          </a:prstGeom>
        </p:spPr>
      </p:pic>
    </p:spTree>
    <p:extLst>
      <p:ext uri="{BB962C8B-B14F-4D97-AF65-F5344CB8AC3E}">
        <p14:creationId xmlns:p14="http://schemas.microsoft.com/office/powerpoint/2010/main" val="103824280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D89211-10EC-5024-FE5C-EB3D4A2969D1}"/>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1AD88B96-5038-2731-B761-D21ABBE4CE22}"/>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Mô hình tự hồi qui</a:t>
            </a:r>
          </a:p>
        </p:txBody>
      </p:sp>
      <p:sp>
        <p:nvSpPr>
          <p:cNvPr id="31747" name="Rectangle 3">
            <a:extLst>
              <a:ext uri="{FF2B5EF4-FFF2-40B4-BE49-F238E27FC236}">
                <a16:creationId xmlns:a16="http://schemas.microsoft.com/office/drawing/2014/main" id="{A7D905E5-5505-5987-59F1-D19561E3B17E}"/>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lvl="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Mô hình tự hồi quy bậc hai: AR(2)</a:t>
            </a:r>
          </a:p>
          <a:p>
            <a:pPr marL="457200" lvl="0" indent="-457200">
              <a:buFont typeface="Wingdings" panose="05000000000000000000" pitchFamily="2" charset="2"/>
              <a:buChar char="Ø"/>
            </a:pPr>
            <a:endParaRPr lang="en-US" sz="2800" b="1">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ARF</a:t>
            </a:r>
          </a:p>
          <a:p>
            <a:pPr marL="85725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1257300" lvl="2" indent="-457200">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P</a:t>
            </a:r>
            <a:r>
              <a:rPr lang="vi-VN" sz="2800">
                <a:latin typeface="Times New Roman" panose="02020603050405020304" pitchFamily="18" charset="0"/>
                <a:cs typeface="Times New Roman" panose="02020603050405020304" pitchFamily="18" charset="0"/>
              </a:rPr>
              <a:t>hương trình Yule-Walker</a:t>
            </a:r>
            <a:endParaRPr lang="en-US" sz="280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00C95BFD-EFF9-4F94-69E7-42D0749CD8AE}"/>
              </a:ext>
            </a:extLst>
          </p:cNvPr>
          <p:cNvPicPr>
            <a:picLocks noChangeAspect="1"/>
          </p:cNvPicPr>
          <p:nvPr/>
        </p:nvPicPr>
        <p:blipFill>
          <a:blip r:embed="rId3"/>
          <a:stretch>
            <a:fillRect/>
          </a:stretch>
        </p:blipFill>
        <p:spPr>
          <a:xfrm>
            <a:off x="2514600" y="1676400"/>
            <a:ext cx="4638675" cy="466725"/>
          </a:xfrm>
          <a:prstGeom prst="rect">
            <a:avLst/>
          </a:prstGeom>
        </p:spPr>
      </p:pic>
      <p:pic>
        <p:nvPicPr>
          <p:cNvPr id="3" name="Picture 2">
            <a:extLst>
              <a:ext uri="{FF2B5EF4-FFF2-40B4-BE49-F238E27FC236}">
                <a16:creationId xmlns:a16="http://schemas.microsoft.com/office/drawing/2014/main" id="{71DBBB5B-1337-19CD-9A6A-2FA0767A1971}"/>
              </a:ext>
            </a:extLst>
          </p:cNvPr>
          <p:cNvPicPr>
            <a:picLocks noChangeAspect="1"/>
          </p:cNvPicPr>
          <p:nvPr/>
        </p:nvPicPr>
        <p:blipFill>
          <a:blip r:embed="rId4"/>
          <a:stretch>
            <a:fillRect/>
          </a:stretch>
        </p:blipFill>
        <p:spPr>
          <a:xfrm>
            <a:off x="0" y="2685369"/>
            <a:ext cx="9144000" cy="442006"/>
          </a:xfrm>
          <a:prstGeom prst="rect">
            <a:avLst/>
          </a:prstGeom>
        </p:spPr>
      </p:pic>
      <p:pic>
        <p:nvPicPr>
          <p:cNvPr id="8" name="Picture 7">
            <a:extLst>
              <a:ext uri="{FF2B5EF4-FFF2-40B4-BE49-F238E27FC236}">
                <a16:creationId xmlns:a16="http://schemas.microsoft.com/office/drawing/2014/main" id="{A7A50D2C-ADE1-CD2E-DE37-2AE63A0AD830}"/>
              </a:ext>
            </a:extLst>
          </p:cNvPr>
          <p:cNvPicPr>
            <a:picLocks noChangeAspect="1"/>
          </p:cNvPicPr>
          <p:nvPr/>
        </p:nvPicPr>
        <p:blipFill>
          <a:blip r:embed="rId5"/>
          <a:stretch>
            <a:fillRect/>
          </a:stretch>
        </p:blipFill>
        <p:spPr>
          <a:xfrm>
            <a:off x="1828800" y="3208337"/>
            <a:ext cx="4181475" cy="914400"/>
          </a:xfrm>
          <a:prstGeom prst="rect">
            <a:avLst/>
          </a:prstGeom>
        </p:spPr>
      </p:pic>
      <p:pic>
        <p:nvPicPr>
          <p:cNvPr id="10" name="Picture 9">
            <a:extLst>
              <a:ext uri="{FF2B5EF4-FFF2-40B4-BE49-F238E27FC236}">
                <a16:creationId xmlns:a16="http://schemas.microsoft.com/office/drawing/2014/main" id="{DD4C0DCD-2FE8-96E4-BD32-08DCE339F890}"/>
              </a:ext>
            </a:extLst>
          </p:cNvPr>
          <p:cNvPicPr>
            <a:picLocks noChangeAspect="1"/>
          </p:cNvPicPr>
          <p:nvPr/>
        </p:nvPicPr>
        <p:blipFill>
          <a:blip r:embed="rId6"/>
          <a:stretch>
            <a:fillRect/>
          </a:stretch>
        </p:blipFill>
        <p:spPr>
          <a:xfrm>
            <a:off x="638175" y="4122737"/>
            <a:ext cx="3933825" cy="523875"/>
          </a:xfrm>
          <a:prstGeom prst="rect">
            <a:avLst/>
          </a:prstGeom>
        </p:spPr>
      </p:pic>
      <p:pic>
        <p:nvPicPr>
          <p:cNvPr id="12" name="Picture 11">
            <a:extLst>
              <a:ext uri="{FF2B5EF4-FFF2-40B4-BE49-F238E27FC236}">
                <a16:creationId xmlns:a16="http://schemas.microsoft.com/office/drawing/2014/main" id="{4ADC2D87-D9F3-5BD8-FD2A-8092473F72FA}"/>
              </a:ext>
            </a:extLst>
          </p:cNvPr>
          <p:cNvPicPr>
            <a:picLocks noChangeAspect="1"/>
          </p:cNvPicPr>
          <p:nvPr/>
        </p:nvPicPr>
        <p:blipFill>
          <a:blip r:embed="rId7"/>
          <a:stretch>
            <a:fillRect/>
          </a:stretch>
        </p:blipFill>
        <p:spPr>
          <a:xfrm>
            <a:off x="4585063" y="4126819"/>
            <a:ext cx="3114675" cy="466725"/>
          </a:xfrm>
          <a:prstGeom prst="rect">
            <a:avLst/>
          </a:prstGeom>
        </p:spPr>
      </p:pic>
      <p:pic>
        <p:nvPicPr>
          <p:cNvPr id="16" name="Picture 15">
            <a:extLst>
              <a:ext uri="{FF2B5EF4-FFF2-40B4-BE49-F238E27FC236}">
                <a16:creationId xmlns:a16="http://schemas.microsoft.com/office/drawing/2014/main" id="{68C546C0-9BA0-6E29-618D-F1B1E8CBE677}"/>
              </a:ext>
            </a:extLst>
          </p:cNvPr>
          <p:cNvPicPr>
            <a:picLocks noChangeAspect="1"/>
          </p:cNvPicPr>
          <p:nvPr/>
        </p:nvPicPr>
        <p:blipFill>
          <a:blip r:embed="rId8"/>
          <a:stretch>
            <a:fillRect/>
          </a:stretch>
        </p:blipFill>
        <p:spPr>
          <a:xfrm>
            <a:off x="648494" y="4658586"/>
            <a:ext cx="4524375" cy="428625"/>
          </a:xfrm>
          <a:prstGeom prst="rect">
            <a:avLst/>
          </a:prstGeom>
        </p:spPr>
      </p:pic>
      <p:pic>
        <p:nvPicPr>
          <p:cNvPr id="18" name="Picture 17">
            <a:extLst>
              <a:ext uri="{FF2B5EF4-FFF2-40B4-BE49-F238E27FC236}">
                <a16:creationId xmlns:a16="http://schemas.microsoft.com/office/drawing/2014/main" id="{965D4E0F-3B5D-69F6-1C13-124695E77190}"/>
              </a:ext>
            </a:extLst>
          </p:cNvPr>
          <p:cNvPicPr>
            <a:picLocks noChangeAspect="1"/>
          </p:cNvPicPr>
          <p:nvPr/>
        </p:nvPicPr>
        <p:blipFill>
          <a:blip r:embed="rId9"/>
          <a:stretch>
            <a:fillRect/>
          </a:stretch>
        </p:blipFill>
        <p:spPr>
          <a:xfrm>
            <a:off x="3276600" y="5592988"/>
            <a:ext cx="3495675" cy="438150"/>
          </a:xfrm>
          <a:prstGeom prst="rect">
            <a:avLst/>
          </a:prstGeom>
        </p:spPr>
      </p:pic>
    </p:spTree>
    <p:extLst>
      <p:ext uri="{BB962C8B-B14F-4D97-AF65-F5344CB8AC3E}">
        <p14:creationId xmlns:p14="http://schemas.microsoft.com/office/powerpoint/2010/main" val="357008014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347EF3-D5C4-29C3-4E40-AA1A3E676D79}"/>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F5E66CAD-D383-C1B9-0A72-B76501EB0CFC}"/>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Mô hình tự hồi qui</a:t>
            </a:r>
          </a:p>
        </p:txBody>
      </p:sp>
      <p:sp>
        <p:nvSpPr>
          <p:cNvPr id="31747" name="Rectangle 3">
            <a:extLst>
              <a:ext uri="{FF2B5EF4-FFF2-40B4-BE49-F238E27FC236}">
                <a16:creationId xmlns:a16="http://schemas.microsoft.com/office/drawing/2014/main" id="{66E3FC90-EA30-DA42-D7F5-C7E1FD6DFE86}"/>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lvl="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Mô hình tự hồi quy bậc hai: AR(2)</a:t>
            </a:r>
          </a:p>
          <a:p>
            <a:pPr marL="457200" lvl="0" indent="-457200">
              <a:buFont typeface="Wingdings" panose="05000000000000000000" pitchFamily="2" charset="2"/>
              <a:buChar char="Ø"/>
            </a:pPr>
            <a:endParaRPr lang="en-US" sz="2800" b="1">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ARF</a:t>
            </a:r>
          </a:p>
          <a:p>
            <a:pPr marL="1257300" lvl="2" indent="-457200">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Áp dụng p</a:t>
            </a:r>
            <a:r>
              <a:rPr lang="vi-VN" sz="2800">
                <a:latin typeface="Times New Roman" panose="02020603050405020304" pitchFamily="18" charset="0"/>
                <a:cs typeface="Times New Roman" panose="02020603050405020304" pitchFamily="18" charset="0"/>
              </a:rPr>
              <a:t>hương trình Yule-Walker</a:t>
            </a:r>
            <a:r>
              <a:rPr lang="en-US" sz="2800">
                <a:latin typeface="Times New Roman" panose="02020603050405020304" pitchFamily="18" charset="0"/>
                <a:cs typeface="Times New Roman" panose="02020603050405020304" pitchFamily="18" charset="0"/>
              </a:rPr>
              <a:t> cho mô hình AR(2) dừng</a:t>
            </a:r>
          </a:p>
          <a:p>
            <a:pPr marL="1257300" lvl="2" indent="-457200">
              <a:buFont typeface="Courier New" panose="02070309020205020404" pitchFamily="49" charset="0"/>
              <a:buChar char="o"/>
            </a:pPr>
            <a:endParaRPr lang="en-US" sz="2800">
              <a:latin typeface="Times New Roman" panose="02020603050405020304" pitchFamily="18" charset="0"/>
              <a:cs typeface="Times New Roman" panose="02020603050405020304" pitchFamily="18" charset="0"/>
            </a:endParaRPr>
          </a:p>
          <a:p>
            <a:pPr marL="1714500" lvl="3" indent="-457200">
              <a:buFont typeface="Wingdings" panose="05000000000000000000" pitchFamily="2" charset="2"/>
              <a:buChar char="§"/>
            </a:pPr>
            <a:r>
              <a:rPr lang="en-US" sz="2800">
                <a:latin typeface="Times New Roman" panose="02020603050405020304" pitchFamily="18" charset="0"/>
                <a:cs typeface="Times New Roman" panose="02020603050405020304" pitchFamily="18" charset="0"/>
              </a:rPr>
              <a:t>Với k = 1</a:t>
            </a:r>
          </a:p>
        </p:txBody>
      </p:sp>
      <p:pic>
        <p:nvPicPr>
          <p:cNvPr id="4" name="Picture 3">
            <a:extLst>
              <a:ext uri="{FF2B5EF4-FFF2-40B4-BE49-F238E27FC236}">
                <a16:creationId xmlns:a16="http://schemas.microsoft.com/office/drawing/2014/main" id="{1B6AC972-62E0-D981-0B16-349B0D651AD4}"/>
              </a:ext>
            </a:extLst>
          </p:cNvPr>
          <p:cNvPicPr>
            <a:picLocks noChangeAspect="1"/>
          </p:cNvPicPr>
          <p:nvPr/>
        </p:nvPicPr>
        <p:blipFill>
          <a:blip r:embed="rId3"/>
          <a:stretch>
            <a:fillRect/>
          </a:stretch>
        </p:blipFill>
        <p:spPr>
          <a:xfrm>
            <a:off x="2514600" y="1676400"/>
            <a:ext cx="4638675" cy="466725"/>
          </a:xfrm>
          <a:prstGeom prst="rect">
            <a:avLst/>
          </a:prstGeom>
        </p:spPr>
      </p:pic>
      <p:pic>
        <p:nvPicPr>
          <p:cNvPr id="18" name="Picture 17">
            <a:extLst>
              <a:ext uri="{FF2B5EF4-FFF2-40B4-BE49-F238E27FC236}">
                <a16:creationId xmlns:a16="http://schemas.microsoft.com/office/drawing/2014/main" id="{66A53362-E67E-871F-5FE6-C03029E5A612}"/>
              </a:ext>
            </a:extLst>
          </p:cNvPr>
          <p:cNvPicPr>
            <a:picLocks noChangeAspect="1"/>
          </p:cNvPicPr>
          <p:nvPr/>
        </p:nvPicPr>
        <p:blipFill>
          <a:blip r:embed="rId4"/>
          <a:stretch>
            <a:fillRect/>
          </a:stretch>
        </p:blipFill>
        <p:spPr>
          <a:xfrm>
            <a:off x="3425031" y="3297757"/>
            <a:ext cx="3495675" cy="438150"/>
          </a:xfrm>
          <a:prstGeom prst="rect">
            <a:avLst/>
          </a:prstGeom>
        </p:spPr>
      </p:pic>
      <p:pic>
        <p:nvPicPr>
          <p:cNvPr id="5" name="Picture 4">
            <a:extLst>
              <a:ext uri="{FF2B5EF4-FFF2-40B4-BE49-F238E27FC236}">
                <a16:creationId xmlns:a16="http://schemas.microsoft.com/office/drawing/2014/main" id="{4A4DEF01-CE8B-2CA3-111C-E2DCCEB03D74}"/>
              </a:ext>
            </a:extLst>
          </p:cNvPr>
          <p:cNvPicPr>
            <a:picLocks noChangeAspect="1"/>
          </p:cNvPicPr>
          <p:nvPr/>
        </p:nvPicPr>
        <p:blipFill>
          <a:blip r:embed="rId5"/>
          <a:stretch>
            <a:fillRect/>
          </a:stretch>
        </p:blipFill>
        <p:spPr>
          <a:xfrm>
            <a:off x="1905000" y="4500467"/>
            <a:ext cx="5582429" cy="1362265"/>
          </a:xfrm>
          <a:prstGeom prst="rect">
            <a:avLst/>
          </a:prstGeom>
        </p:spPr>
      </p:pic>
    </p:spTree>
    <p:extLst>
      <p:ext uri="{BB962C8B-B14F-4D97-AF65-F5344CB8AC3E}">
        <p14:creationId xmlns:p14="http://schemas.microsoft.com/office/powerpoint/2010/main" val="342232458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D47361-740A-A11F-2985-72916C1D049A}"/>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4B661F8D-EE1A-C497-F02A-82514CDBF782}"/>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Mô hình tự hồi qui</a:t>
            </a:r>
          </a:p>
        </p:txBody>
      </p:sp>
      <p:sp>
        <p:nvSpPr>
          <p:cNvPr id="31747" name="Rectangle 3">
            <a:extLst>
              <a:ext uri="{FF2B5EF4-FFF2-40B4-BE49-F238E27FC236}">
                <a16:creationId xmlns:a16="http://schemas.microsoft.com/office/drawing/2014/main" id="{32E19250-7B73-2BF3-124C-8A0DAA83D9D5}"/>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lvl="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Mô hình tự hồi quy bậc hai: AR(2)</a:t>
            </a:r>
          </a:p>
          <a:p>
            <a:pPr marL="457200" lvl="0" indent="-457200">
              <a:buFont typeface="Wingdings" panose="05000000000000000000" pitchFamily="2" charset="2"/>
              <a:buChar char="Ø"/>
            </a:pPr>
            <a:endParaRPr lang="en-US" sz="2800" b="1">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ARF</a:t>
            </a:r>
          </a:p>
          <a:p>
            <a:pPr marL="1257300" lvl="2" indent="-457200">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Áp dụng p</a:t>
            </a:r>
            <a:r>
              <a:rPr lang="vi-VN" sz="2800">
                <a:latin typeface="Times New Roman" panose="02020603050405020304" pitchFamily="18" charset="0"/>
                <a:cs typeface="Times New Roman" panose="02020603050405020304" pitchFamily="18" charset="0"/>
              </a:rPr>
              <a:t>hương trình Yule-Walker</a:t>
            </a:r>
            <a:r>
              <a:rPr lang="en-US" sz="2800">
                <a:latin typeface="Times New Roman" panose="02020603050405020304" pitchFamily="18" charset="0"/>
                <a:cs typeface="Times New Roman" panose="02020603050405020304" pitchFamily="18" charset="0"/>
              </a:rPr>
              <a:t> cho mô hình AR(2) dừng</a:t>
            </a:r>
          </a:p>
          <a:p>
            <a:pPr marL="1257300" lvl="2" indent="-457200">
              <a:buFont typeface="Courier New" panose="02070309020205020404" pitchFamily="49" charset="0"/>
              <a:buChar char="o"/>
            </a:pPr>
            <a:endParaRPr lang="en-US" sz="2800">
              <a:latin typeface="Times New Roman" panose="02020603050405020304" pitchFamily="18" charset="0"/>
              <a:cs typeface="Times New Roman" panose="02020603050405020304" pitchFamily="18" charset="0"/>
            </a:endParaRPr>
          </a:p>
          <a:p>
            <a:pPr marL="1714500" lvl="3" indent="-457200">
              <a:buFont typeface="Wingdings" panose="05000000000000000000" pitchFamily="2" charset="2"/>
              <a:buChar char="§"/>
            </a:pPr>
            <a:r>
              <a:rPr lang="en-US" sz="2800">
                <a:latin typeface="Times New Roman" panose="02020603050405020304" pitchFamily="18" charset="0"/>
                <a:cs typeface="Times New Roman" panose="02020603050405020304" pitchFamily="18" charset="0"/>
              </a:rPr>
              <a:t>Với k = 2</a:t>
            </a:r>
          </a:p>
        </p:txBody>
      </p:sp>
      <p:pic>
        <p:nvPicPr>
          <p:cNvPr id="4" name="Picture 3">
            <a:extLst>
              <a:ext uri="{FF2B5EF4-FFF2-40B4-BE49-F238E27FC236}">
                <a16:creationId xmlns:a16="http://schemas.microsoft.com/office/drawing/2014/main" id="{FB4E165C-A806-DAC3-DD7B-C7F37B8208E4}"/>
              </a:ext>
            </a:extLst>
          </p:cNvPr>
          <p:cNvPicPr>
            <a:picLocks noChangeAspect="1"/>
          </p:cNvPicPr>
          <p:nvPr/>
        </p:nvPicPr>
        <p:blipFill>
          <a:blip r:embed="rId3"/>
          <a:stretch>
            <a:fillRect/>
          </a:stretch>
        </p:blipFill>
        <p:spPr>
          <a:xfrm>
            <a:off x="2514600" y="1676400"/>
            <a:ext cx="4638675" cy="466725"/>
          </a:xfrm>
          <a:prstGeom prst="rect">
            <a:avLst/>
          </a:prstGeom>
        </p:spPr>
      </p:pic>
      <p:pic>
        <p:nvPicPr>
          <p:cNvPr id="18" name="Picture 17">
            <a:extLst>
              <a:ext uri="{FF2B5EF4-FFF2-40B4-BE49-F238E27FC236}">
                <a16:creationId xmlns:a16="http://schemas.microsoft.com/office/drawing/2014/main" id="{9786EAFE-2293-01C2-EE7B-631810EDD122}"/>
              </a:ext>
            </a:extLst>
          </p:cNvPr>
          <p:cNvPicPr>
            <a:picLocks noChangeAspect="1"/>
          </p:cNvPicPr>
          <p:nvPr/>
        </p:nvPicPr>
        <p:blipFill>
          <a:blip r:embed="rId4"/>
          <a:stretch>
            <a:fillRect/>
          </a:stretch>
        </p:blipFill>
        <p:spPr>
          <a:xfrm>
            <a:off x="3133725" y="3347901"/>
            <a:ext cx="3495675" cy="438150"/>
          </a:xfrm>
          <a:prstGeom prst="rect">
            <a:avLst/>
          </a:prstGeom>
        </p:spPr>
      </p:pic>
      <p:pic>
        <p:nvPicPr>
          <p:cNvPr id="3" name="Picture 2">
            <a:extLst>
              <a:ext uri="{FF2B5EF4-FFF2-40B4-BE49-F238E27FC236}">
                <a16:creationId xmlns:a16="http://schemas.microsoft.com/office/drawing/2014/main" id="{6F725D65-41FA-E7B0-5C37-6CDF3D20E198}"/>
              </a:ext>
            </a:extLst>
          </p:cNvPr>
          <p:cNvPicPr>
            <a:picLocks noChangeAspect="1"/>
          </p:cNvPicPr>
          <p:nvPr/>
        </p:nvPicPr>
        <p:blipFill>
          <a:blip r:embed="rId5"/>
          <a:stretch>
            <a:fillRect/>
          </a:stretch>
        </p:blipFill>
        <p:spPr>
          <a:xfrm>
            <a:off x="1752600" y="4152901"/>
            <a:ext cx="6496050" cy="1123950"/>
          </a:xfrm>
          <a:prstGeom prst="rect">
            <a:avLst/>
          </a:prstGeom>
        </p:spPr>
      </p:pic>
      <p:pic>
        <p:nvPicPr>
          <p:cNvPr id="7" name="Picture 6">
            <a:extLst>
              <a:ext uri="{FF2B5EF4-FFF2-40B4-BE49-F238E27FC236}">
                <a16:creationId xmlns:a16="http://schemas.microsoft.com/office/drawing/2014/main" id="{7E3242BE-3E22-7319-AA39-2AB3493CA25C}"/>
              </a:ext>
            </a:extLst>
          </p:cNvPr>
          <p:cNvPicPr>
            <a:picLocks noChangeAspect="1"/>
          </p:cNvPicPr>
          <p:nvPr/>
        </p:nvPicPr>
        <p:blipFill>
          <a:blip r:embed="rId6"/>
          <a:stretch>
            <a:fillRect/>
          </a:stretch>
        </p:blipFill>
        <p:spPr>
          <a:xfrm>
            <a:off x="5257800" y="5143500"/>
            <a:ext cx="3343275" cy="1028700"/>
          </a:xfrm>
          <a:prstGeom prst="rect">
            <a:avLst/>
          </a:prstGeom>
        </p:spPr>
      </p:pic>
    </p:spTree>
    <p:extLst>
      <p:ext uri="{BB962C8B-B14F-4D97-AF65-F5344CB8AC3E}">
        <p14:creationId xmlns:p14="http://schemas.microsoft.com/office/powerpoint/2010/main" val="42080011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E8BD5E-EDEB-5B47-E661-F3C56E80E963}"/>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25766EAA-7FC9-B4B9-BFF4-0D73DB70E7D9}"/>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Mô hình tự hồi qui</a:t>
            </a:r>
          </a:p>
        </p:txBody>
      </p:sp>
      <p:sp>
        <p:nvSpPr>
          <p:cNvPr id="31747" name="Rectangle 3">
            <a:extLst>
              <a:ext uri="{FF2B5EF4-FFF2-40B4-BE49-F238E27FC236}">
                <a16:creationId xmlns:a16="http://schemas.microsoft.com/office/drawing/2014/main" id="{208EA289-ECF9-7CB7-9042-F5FD680B44DE}"/>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lvl="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Mô hình tự hồi quy bậc hai: AR(2)</a:t>
            </a:r>
          </a:p>
          <a:p>
            <a:pPr marL="457200" lvl="0" indent="-457200">
              <a:buFont typeface="Wingdings" panose="05000000000000000000" pitchFamily="2" charset="2"/>
              <a:buChar char="Ø"/>
            </a:pPr>
            <a:endParaRPr lang="en-US" sz="2800" b="1">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ARF</a:t>
            </a:r>
          </a:p>
          <a:p>
            <a:pPr marL="1257300" lvl="2" indent="-457200">
              <a:buFont typeface="Courier New" panose="02070309020205020404" pitchFamily="49" charset="0"/>
              <a:buChar char="o"/>
            </a:pPr>
            <a:r>
              <a:rPr lang="vi-VN" sz="2800">
                <a:latin typeface="Times New Roman" panose="02020603050405020304" pitchFamily="18" charset="0"/>
                <a:cs typeface="Times New Roman" panose="02020603050405020304" pitchFamily="18" charset="0"/>
              </a:rPr>
              <a:t>ACF phụ thuộc vào giá trị nghiệm củaphương trình đặc trưng:</a:t>
            </a:r>
            <a:endParaRPr lang="en-US" sz="2800">
              <a:latin typeface="Times New Roman" panose="02020603050405020304" pitchFamily="18" charset="0"/>
              <a:cs typeface="Times New Roman" panose="02020603050405020304" pitchFamily="18" charset="0"/>
            </a:endParaRPr>
          </a:p>
          <a:p>
            <a:pPr marL="1714500" lvl="3" indent="-457200">
              <a:buFont typeface="Wingdings" panose="05000000000000000000" pitchFamily="2" charset="2"/>
              <a:buChar char="§"/>
            </a:pPr>
            <a:r>
              <a:rPr lang="vi-VN" sz="2400">
                <a:latin typeface="Times New Roman" panose="02020603050405020304" pitchFamily="18" charset="0"/>
                <a:cs typeface="Times New Roman" panose="02020603050405020304" pitchFamily="18" charset="0"/>
              </a:rPr>
              <a:t>Nếu nghiệm là số thực, thì ACF giảm theo hàm mũ.</a:t>
            </a:r>
            <a:endParaRPr lang="en-US" sz="2400">
              <a:latin typeface="Times New Roman" panose="02020603050405020304" pitchFamily="18" charset="0"/>
              <a:cs typeface="Times New Roman" panose="02020603050405020304" pitchFamily="18" charset="0"/>
            </a:endParaRPr>
          </a:p>
          <a:p>
            <a:pPr marL="1714500" lvl="3" indent="-457200">
              <a:buFont typeface="Wingdings" panose="05000000000000000000" pitchFamily="2" charset="2"/>
              <a:buChar char="§"/>
            </a:pPr>
            <a:r>
              <a:rPr lang="vi-VN" sz="2400">
                <a:latin typeface="Times New Roman" panose="02020603050405020304" pitchFamily="18" charset="0"/>
                <a:cs typeface="Times New Roman" panose="02020603050405020304" pitchFamily="18" charset="0"/>
              </a:rPr>
              <a:t>Nếu nghiệm là số phức, thì ACF giảm theo dạng sóng sin</a:t>
            </a:r>
            <a:endParaRPr lang="en-US" sz="240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0896ED43-24E1-0E2C-4C93-1AFF4D97AD22}"/>
              </a:ext>
            </a:extLst>
          </p:cNvPr>
          <p:cNvPicPr>
            <a:picLocks noChangeAspect="1"/>
          </p:cNvPicPr>
          <p:nvPr/>
        </p:nvPicPr>
        <p:blipFill>
          <a:blip r:embed="rId3"/>
          <a:stretch>
            <a:fillRect/>
          </a:stretch>
        </p:blipFill>
        <p:spPr>
          <a:xfrm>
            <a:off x="2514600" y="1676400"/>
            <a:ext cx="4638675" cy="466725"/>
          </a:xfrm>
          <a:prstGeom prst="rect">
            <a:avLst/>
          </a:prstGeom>
        </p:spPr>
      </p:pic>
    </p:spTree>
    <p:extLst>
      <p:ext uri="{BB962C8B-B14F-4D97-AF65-F5344CB8AC3E}">
        <p14:creationId xmlns:p14="http://schemas.microsoft.com/office/powerpoint/2010/main" val="317924919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AD301F-EEB2-81CE-94CF-80EF644FC7F9}"/>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E2D743D1-504A-7417-A665-93687850DD8D}"/>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Mô hình tự hồi qui</a:t>
            </a:r>
          </a:p>
        </p:txBody>
      </p:sp>
      <p:sp>
        <p:nvSpPr>
          <p:cNvPr id="31747" name="Rectangle 3">
            <a:extLst>
              <a:ext uri="{FF2B5EF4-FFF2-40B4-BE49-F238E27FC236}">
                <a16:creationId xmlns:a16="http://schemas.microsoft.com/office/drawing/2014/main" id="{EEB50ED9-0FF1-57BD-1052-7079A91CE662}"/>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lvl="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Mô hình tự hồi quy bậc hai: AR(2)</a:t>
            </a:r>
          </a:p>
          <a:p>
            <a:pPr marL="457200" lvl="0" indent="-457200">
              <a:buFont typeface="Wingdings" panose="05000000000000000000" pitchFamily="2" charset="2"/>
              <a:buChar char="Ø"/>
            </a:pPr>
            <a:endParaRPr lang="en-US" sz="2800" b="1">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14AA9556-FE7E-B532-CD79-7B9DB0D1162A}"/>
              </a:ext>
            </a:extLst>
          </p:cNvPr>
          <p:cNvPicPr>
            <a:picLocks noChangeAspect="1"/>
          </p:cNvPicPr>
          <p:nvPr/>
        </p:nvPicPr>
        <p:blipFill>
          <a:blip r:embed="rId3"/>
          <a:stretch>
            <a:fillRect/>
          </a:stretch>
        </p:blipFill>
        <p:spPr>
          <a:xfrm>
            <a:off x="685800" y="1828800"/>
            <a:ext cx="7711781" cy="4102989"/>
          </a:xfrm>
          <a:prstGeom prst="rect">
            <a:avLst/>
          </a:prstGeom>
        </p:spPr>
      </p:pic>
    </p:spTree>
    <p:extLst>
      <p:ext uri="{BB962C8B-B14F-4D97-AF65-F5344CB8AC3E}">
        <p14:creationId xmlns:p14="http://schemas.microsoft.com/office/powerpoint/2010/main" val="875491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907824-1F7D-A06A-A61E-C01F964C48A4}"/>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F7EEDCF2-BF4A-547B-2734-7E3B6B2881B6}"/>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Mô hình tự hồi qui</a:t>
            </a:r>
          </a:p>
        </p:txBody>
      </p:sp>
      <p:sp>
        <p:nvSpPr>
          <p:cNvPr id="31747" name="Rectangle 3">
            <a:extLst>
              <a:ext uri="{FF2B5EF4-FFF2-40B4-BE49-F238E27FC236}">
                <a16:creationId xmlns:a16="http://schemas.microsoft.com/office/drawing/2014/main" id="{4C528264-7611-5A5A-0E60-5C85BA950213}"/>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lvl="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Mô hình tự hồi quy bậc hai: AR(2)</a:t>
            </a:r>
          </a:p>
          <a:p>
            <a:pPr marL="457200" lvl="0" indent="-457200">
              <a:buFont typeface="Wingdings" panose="05000000000000000000" pitchFamily="2" charset="2"/>
              <a:buChar char="Ø"/>
            </a:pPr>
            <a:endParaRPr lang="en-US" sz="2800" b="1">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70EFAAAA-7974-CE72-D501-CE1948E6C783}"/>
              </a:ext>
            </a:extLst>
          </p:cNvPr>
          <p:cNvPicPr>
            <a:picLocks noChangeAspect="1"/>
          </p:cNvPicPr>
          <p:nvPr/>
        </p:nvPicPr>
        <p:blipFill>
          <a:blip r:embed="rId3"/>
          <a:stretch>
            <a:fillRect/>
          </a:stretch>
        </p:blipFill>
        <p:spPr>
          <a:xfrm>
            <a:off x="19050" y="1828800"/>
            <a:ext cx="8229600" cy="4136027"/>
          </a:xfrm>
          <a:prstGeom prst="rect">
            <a:avLst/>
          </a:prstGeom>
        </p:spPr>
      </p:pic>
    </p:spTree>
    <p:extLst>
      <p:ext uri="{BB962C8B-B14F-4D97-AF65-F5344CB8AC3E}">
        <p14:creationId xmlns:p14="http://schemas.microsoft.com/office/powerpoint/2010/main" val="227944641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939137-ECEA-9916-DBD0-221774C3DF9C}"/>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D99FD06F-60EE-737A-70C3-34D7734E015C}"/>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Mô hình tự hồi qui</a:t>
            </a:r>
          </a:p>
        </p:txBody>
      </p:sp>
      <p:sp>
        <p:nvSpPr>
          <p:cNvPr id="31747" name="Rectangle 3">
            <a:extLst>
              <a:ext uri="{FF2B5EF4-FFF2-40B4-BE49-F238E27FC236}">
                <a16:creationId xmlns:a16="http://schemas.microsoft.com/office/drawing/2014/main" id="{74B4F316-D1C4-A7F5-7885-32BB60B377D5}"/>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lvl="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Mô hình tự hồi quy bậc hai: AR(2)</a:t>
            </a:r>
          </a:p>
          <a:p>
            <a:pPr marL="457200" lvl="0" indent="-457200">
              <a:buFont typeface="Wingdings" panose="05000000000000000000" pitchFamily="2" charset="2"/>
              <a:buChar char="Ø"/>
            </a:pPr>
            <a:endParaRPr lang="en-US" sz="2800" b="1">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PARF: áp dụng công thức, ta thu được</a:t>
            </a:r>
          </a:p>
          <a:p>
            <a:pPr marL="1257300" lvl="2" indent="-457200">
              <a:buFont typeface="Courier New" panose="02070309020205020404" pitchFamily="49" charset="0"/>
              <a:buChar char="o"/>
            </a:pPr>
            <a:endParaRPr lang="en-US" sz="280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BED6E86D-D288-BD8F-44E6-5A278E971D2F}"/>
              </a:ext>
            </a:extLst>
          </p:cNvPr>
          <p:cNvPicPr>
            <a:picLocks noChangeAspect="1"/>
          </p:cNvPicPr>
          <p:nvPr/>
        </p:nvPicPr>
        <p:blipFill>
          <a:blip r:embed="rId3"/>
          <a:stretch>
            <a:fillRect/>
          </a:stretch>
        </p:blipFill>
        <p:spPr>
          <a:xfrm>
            <a:off x="2514600" y="1676400"/>
            <a:ext cx="4638675" cy="466725"/>
          </a:xfrm>
          <a:prstGeom prst="rect">
            <a:avLst/>
          </a:prstGeom>
        </p:spPr>
      </p:pic>
      <p:pic>
        <p:nvPicPr>
          <p:cNvPr id="5" name="Picture 4">
            <a:extLst>
              <a:ext uri="{FF2B5EF4-FFF2-40B4-BE49-F238E27FC236}">
                <a16:creationId xmlns:a16="http://schemas.microsoft.com/office/drawing/2014/main" id="{88457FD9-933E-A171-F25B-80081A6923BB}"/>
              </a:ext>
            </a:extLst>
          </p:cNvPr>
          <p:cNvPicPr>
            <a:picLocks noChangeAspect="1"/>
          </p:cNvPicPr>
          <p:nvPr/>
        </p:nvPicPr>
        <p:blipFill>
          <a:blip r:embed="rId4"/>
          <a:stretch>
            <a:fillRect/>
          </a:stretch>
        </p:blipFill>
        <p:spPr>
          <a:xfrm>
            <a:off x="685800" y="2600325"/>
            <a:ext cx="5334000" cy="3474613"/>
          </a:xfrm>
          <a:prstGeom prst="rect">
            <a:avLst/>
          </a:prstGeom>
        </p:spPr>
      </p:pic>
      <p:pic>
        <p:nvPicPr>
          <p:cNvPr id="8" name="Picture 7">
            <a:extLst>
              <a:ext uri="{FF2B5EF4-FFF2-40B4-BE49-F238E27FC236}">
                <a16:creationId xmlns:a16="http://schemas.microsoft.com/office/drawing/2014/main" id="{5E6C2186-7865-59BC-FFD2-2147E9650616}"/>
              </a:ext>
            </a:extLst>
          </p:cNvPr>
          <p:cNvPicPr>
            <a:picLocks noChangeAspect="1"/>
          </p:cNvPicPr>
          <p:nvPr/>
        </p:nvPicPr>
        <p:blipFill>
          <a:blip r:embed="rId5"/>
          <a:stretch>
            <a:fillRect/>
          </a:stretch>
        </p:blipFill>
        <p:spPr>
          <a:xfrm>
            <a:off x="6400800" y="2661966"/>
            <a:ext cx="2442320" cy="1362618"/>
          </a:xfrm>
          <a:prstGeom prst="rect">
            <a:avLst/>
          </a:prstGeom>
        </p:spPr>
      </p:pic>
    </p:spTree>
    <p:extLst>
      <p:ext uri="{BB962C8B-B14F-4D97-AF65-F5344CB8AC3E}">
        <p14:creationId xmlns:p14="http://schemas.microsoft.com/office/powerpoint/2010/main" val="63151315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CE14F9-1668-8BCC-F2C9-3D8FEF7EA28B}"/>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6A0B077D-C281-3FFB-9AD0-48AA8475FF54}"/>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Mô hình tự hồi qui</a:t>
            </a:r>
          </a:p>
        </p:txBody>
      </p:sp>
      <p:sp>
        <p:nvSpPr>
          <p:cNvPr id="31747" name="Rectangle 3">
            <a:extLst>
              <a:ext uri="{FF2B5EF4-FFF2-40B4-BE49-F238E27FC236}">
                <a16:creationId xmlns:a16="http://schemas.microsoft.com/office/drawing/2014/main" id="{13C3473B-2361-7E36-6350-93E6980679E4}"/>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lvl="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Mô hình tự hồi quy bậc hai: AR(2)</a:t>
            </a:r>
          </a:p>
          <a:p>
            <a:pPr marL="457200" lvl="0" indent="-457200">
              <a:buFont typeface="Wingdings" panose="05000000000000000000" pitchFamily="2" charset="2"/>
              <a:buChar char="Ø"/>
            </a:pPr>
            <a:endParaRPr lang="en-US" sz="2800" b="1">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B4B5BB66-E66F-C581-53D8-403B5B6DA4F3}"/>
              </a:ext>
            </a:extLst>
          </p:cNvPr>
          <p:cNvPicPr>
            <a:picLocks noChangeAspect="1"/>
          </p:cNvPicPr>
          <p:nvPr/>
        </p:nvPicPr>
        <p:blipFill>
          <a:blip r:embed="rId3"/>
          <a:stretch>
            <a:fillRect/>
          </a:stretch>
        </p:blipFill>
        <p:spPr>
          <a:xfrm>
            <a:off x="482636" y="2057400"/>
            <a:ext cx="7894375" cy="3892803"/>
          </a:xfrm>
          <a:prstGeom prst="rect">
            <a:avLst/>
          </a:prstGeom>
        </p:spPr>
      </p:pic>
    </p:spTree>
    <p:extLst>
      <p:ext uri="{BB962C8B-B14F-4D97-AF65-F5344CB8AC3E}">
        <p14:creationId xmlns:p14="http://schemas.microsoft.com/office/powerpoint/2010/main" val="369194555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740EAE-5B46-3361-0560-96CCB8E2B749}"/>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1CB32CA8-6505-D4D3-BDF6-F750FBE3A123}"/>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Mô hình tự hồi qui</a:t>
            </a:r>
          </a:p>
        </p:txBody>
      </p:sp>
      <p:sp>
        <p:nvSpPr>
          <p:cNvPr id="31747" name="Rectangle 3">
            <a:extLst>
              <a:ext uri="{FF2B5EF4-FFF2-40B4-BE49-F238E27FC236}">
                <a16:creationId xmlns:a16="http://schemas.microsoft.com/office/drawing/2014/main" id="{E8755D69-2B0F-1A04-08D6-FADE29F8907C}"/>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lvl="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Mô hình tự hồi quy bậc hai: AR(2)</a:t>
            </a:r>
          </a:p>
          <a:p>
            <a:pPr marL="457200" lvl="0" indent="-457200">
              <a:buFont typeface="Wingdings" panose="05000000000000000000" pitchFamily="2" charset="2"/>
              <a:buChar char="Ø"/>
            </a:pPr>
            <a:endParaRPr lang="en-US" sz="2800" b="1">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5BD583EA-9977-8444-679D-20C6AF9E0B01}"/>
              </a:ext>
            </a:extLst>
          </p:cNvPr>
          <p:cNvPicPr>
            <a:picLocks noChangeAspect="1"/>
          </p:cNvPicPr>
          <p:nvPr/>
        </p:nvPicPr>
        <p:blipFill>
          <a:blip r:embed="rId3"/>
          <a:stretch>
            <a:fillRect/>
          </a:stretch>
        </p:blipFill>
        <p:spPr>
          <a:xfrm>
            <a:off x="0" y="2057400"/>
            <a:ext cx="8382000" cy="3953319"/>
          </a:xfrm>
          <a:prstGeom prst="rect">
            <a:avLst/>
          </a:prstGeom>
        </p:spPr>
      </p:pic>
    </p:spTree>
    <p:extLst>
      <p:ext uri="{BB962C8B-B14F-4D97-AF65-F5344CB8AC3E}">
        <p14:creationId xmlns:p14="http://schemas.microsoft.com/office/powerpoint/2010/main" val="235753411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ED1610-D18C-14ED-4560-B6BED929FB9C}"/>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A2C44B9D-602F-5616-755A-2779B570A2B6}"/>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Mô hình tự hồi qui</a:t>
            </a:r>
          </a:p>
        </p:txBody>
      </p:sp>
      <p:sp>
        <p:nvSpPr>
          <p:cNvPr id="31747" name="Rectangle 3">
            <a:extLst>
              <a:ext uri="{FF2B5EF4-FFF2-40B4-BE49-F238E27FC236}">
                <a16:creationId xmlns:a16="http://schemas.microsoft.com/office/drawing/2014/main" id="{05F5FF0D-C229-2C6B-7275-CD87D9E6E30B}"/>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400" b="1">
                <a:latin typeface="Times New Roman" panose="02020603050405020304" pitchFamily="18" charset="0"/>
                <a:cs typeface="Times New Roman" panose="02020603050405020304" pitchFamily="18" charset="0"/>
              </a:rPr>
              <a:t>Công thức tổng quát: Mô hình AR(p)</a:t>
            </a:r>
            <a:r>
              <a:rPr lang="en-US" sz="2400">
                <a:latin typeface="Times New Roman" panose="02020603050405020304" pitchFamily="18" charset="0"/>
                <a:cs typeface="Times New Roman" panose="02020603050405020304" pitchFamily="18" charset="0"/>
              </a:rPr>
              <a:t>:</a:t>
            </a:r>
          </a:p>
          <a:p>
            <a:pPr marL="457200" indent="-457200">
              <a:buFont typeface="Wingdings" panose="05000000000000000000" pitchFamily="2" charset="2"/>
              <a:buChar char="Ø"/>
            </a:pPr>
            <a:endParaRPr lang="en-US" sz="240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endParaRPr lang="en-US" sz="2400">
              <a:latin typeface="Times New Roman" panose="02020603050405020304" pitchFamily="18" charset="0"/>
              <a:cs typeface="Times New Roman" panose="02020603050405020304" pitchFamily="18" charset="0"/>
            </a:endParaRPr>
          </a:p>
          <a:p>
            <a:pPr lvl="1" indent="-3429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Áp dụng toán tử dịch chuyển ngược</a:t>
            </a:r>
          </a:p>
          <a:p>
            <a:pPr marL="457200" indent="-457200">
              <a:buFont typeface="Wingdings" panose="05000000000000000000" pitchFamily="2" charset="2"/>
              <a:buChar char="Ø"/>
            </a:pPr>
            <a:endParaRPr lang="en-US" sz="240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endParaRPr lang="en-US" sz="240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endParaRPr lang="en-US" sz="2400">
              <a:latin typeface="Times New Roman" panose="02020603050405020304" pitchFamily="18" charset="0"/>
              <a:cs typeface="Times New Roman" panose="02020603050405020304" pitchFamily="18" charset="0"/>
            </a:endParaRPr>
          </a:p>
          <a:p>
            <a:pPr marL="800100" lvl="2" indent="0"/>
            <a:r>
              <a:rPr lang="vi-VN" sz="2400">
                <a:latin typeface="Times New Roman" panose="02020603050405020304" pitchFamily="18" charset="0"/>
                <a:cs typeface="Times New Roman" panose="02020603050405020304" pitchFamily="18" charset="0"/>
              </a:rPr>
              <a:t>Các mô hình AR(p) có thể dừng hoặc khôngtùy thuộc vào giá trị của các hệ số 𝜙𝑖, tuy nhiên, có thểchứng minh rằng nếu các nghiệm của hàm đặc trưng </a:t>
            </a:r>
            <a:r>
              <a:rPr lang="el-GR" sz="2400">
                <a:latin typeface="Times New Roman" panose="02020603050405020304" pitchFamily="18" charset="0"/>
                <a:cs typeface="Times New Roman" panose="02020603050405020304" pitchFamily="18" charset="0"/>
              </a:rPr>
              <a:t>ϕ(𝐵) = 0</a:t>
            </a:r>
            <a:r>
              <a:rPr lang="vi-VN" sz="2400">
                <a:latin typeface="Times New Roman" panose="02020603050405020304" pitchFamily="18" charset="0"/>
                <a:cs typeface="Times New Roman" panose="02020603050405020304" pitchFamily="18" charset="0"/>
              </a:rPr>
              <a:t>nằm ngoài vòng tròn đơn vị, thì mô hình là dừng.</a:t>
            </a:r>
            <a:endParaRPr lang="en-US" sz="240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sz="2400">
              <a:latin typeface="Times New Roman" panose="02020603050405020304" pitchFamily="18" charset="0"/>
              <a:cs typeface="Times New Roman" panose="02020603050405020304" pitchFamily="18" charset="0"/>
            </a:endParaRPr>
          </a:p>
        </p:txBody>
      </p:sp>
      <p:pic>
        <p:nvPicPr>
          <p:cNvPr id="3" name="Picture 2" descr="\documentclass{article}&#10;\usepackage{amsmath}&#10;\pagestyle{empty}&#10;\begin{document}&#10;&#10;$Y_t = \delta + \phi_1 Y_{t-1} + \phi_2 Y_{t-2} + \dots + \phi_p Y_{t-p} + \epsilon_t$&#10;&#10;&#10;\end{document}" title="IguanaTex Bitmap Display">
            <a:extLst>
              <a:ext uri="{FF2B5EF4-FFF2-40B4-BE49-F238E27FC236}">
                <a16:creationId xmlns:a16="http://schemas.microsoft.com/office/drawing/2014/main" id="{70FD77FB-CF1E-D759-106B-F68B6D304237}"/>
              </a:ext>
            </a:extLst>
          </p:cNvPr>
          <p:cNvPicPr>
            <a:picLocks noChangeAspect="1"/>
          </p:cNvPicPr>
          <p:nvPr>
            <p:custDataLst>
              <p:tags r:id="rId1"/>
            </p:custDataLst>
          </p:nvPr>
        </p:nvPicPr>
        <p:blipFill>
          <a:blip r:embed="rId4">
            <a:extLst>
              <a:ext uri="{28A0092B-C50C-407E-A947-70E740481C1C}">
                <a14:useLocalDpi xmlns:a14="http://schemas.microsoft.com/office/drawing/2010/main" val="0"/>
              </a:ext>
            </a:extLst>
          </a:blip>
          <a:stretch>
            <a:fillRect/>
          </a:stretch>
        </p:blipFill>
        <p:spPr>
          <a:xfrm>
            <a:off x="838200" y="1828800"/>
            <a:ext cx="6976000" cy="354133"/>
          </a:xfrm>
          <a:prstGeom prst="rect">
            <a:avLst/>
          </a:prstGeom>
        </p:spPr>
      </p:pic>
      <p:pic>
        <p:nvPicPr>
          <p:cNvPr id="6" name="Picture 5">
            <a:extLst>
              <a:ext uri="{FF2B5EF4-FFF2-40B4-BE49-F238E27FC236}">
                <a16:creationId xmlns:a16="http://schemas.microsoft.com/office/drawing/2014/main" id="{ECB0ACD1-D95E-90A0-A44A-34D94597A5E3}"/>
              </a:ext>
            </a:extLst>
          </p:cNvPr>
          <p:cNvPicPr>
            <a:picLocks noChangeAspect="1"/>
          </p:cNvPicPr>
          <p:nvPr/>
        </p:nvPicPr>
        <p:blipFill>
          <a:blip r:embed="rId5"/>
          <a:stretch>
            <a:fillRect/>
          </a:stretch>
        </p:blipFill>
        <p:spPr>
          <a:xfrm>
            <a:off x="1300162" y="2762250"/>
            <a:ext cx="6543675" cy="419100"/>
          </a:xfrm>
          <a:prstGeom prst="rect">
            <a:avLst/>
          </a:prstGeom>
        </p:spPr>
      </p:pic>
      <p:pic>
        <p:nvPicPr>
          <p:cNvPr id="8" name="Picture 7">
            <a:extLst>
              <a:ext uri="{FF2B5EF4-FFF2-40B4-BE49-F238E27FC236}">
                <a16:creationId xmlns:a16="http://schemas.microsoft.com/office/drawing/2014/main" id="{F52D2F0C-35F7-6D1E-8E9E-A7C7A9231C20}"/>
              </a:ext>
            </a:extLst>
          </p:cNvPr>
          <p:cNvPicPr>
            <a:picLocks noChangeAspect="1"/>
          </p:cNvPicPr>
          <p:nvPr/>
        </p:nvPicPr>
        <p:blipFill>
          <a:blip r:embed="rId6"/>
          <a:stretch>
            <a:fillRect/>
          </a:stretch>
        </p:blipFill>
        <p:spPr>
          <a:xfrm>
            <a:off x="3124200" y="3267075"/>
            <a:ext cx="2600325" cy="428625"/>
          </a:xfrm>
          <a:prstGeom prst="rect">
            <a:avLst/>
          </a:prstGeom>
        </p:spPr>
      </p:pic>
    </p:spTree>
    <p:extLst>
      <p:ext uri="{BB962C8B-B14F-4D97-AF65-F5344CB8AC3E}">
        <p14:creationId xmlns:p14="http://schemas.microsoft.com/office/powerpoint/2010/main" val="390319648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B81B45-67ED-5952-DE8A-1167BD7E020D}"/>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705B025D-66E9-BD5B-7B67-2089E47848DA}"/>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Mô hình tự hồi qui</a:t>
            </a:r>
          </a:p>
        </p:txBody>
      </p:sp>
      <p:sp>
        <p:nvSpPr>
          <p:cNvPr id="31747" name="Rectangle 3">
            <a:extLst>
              <a:ext uri="{FF2B5EF4-FFF2-40B4-BE49-F238E27FC236}">
                <a16:creationId xmlns:a16="http://schemas.microsoft.com/office/drawing/2014/main" id="{4F401DCF-DA8B-6456-32AF-45CE3ED04F76}"/>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400" b="1">
                <a:latin typeface="Times New Roman" panose="02020603050405020304" pitchFamily="18" charset="0"/>
                <a:cs typeface="Times New Roman" panose="02020603050405020304" pitchFamily="18" charset="0"/>
              </a:rPr>
              <a:t>Công thức tổng quát: Mô hình AR(p)</a:t>
            </a:r>
            <a:r>
              <a:rPr lang="en-US" sz="2400">
                <a:latin typeface="Times New Roman" panose="02020603050405020304" pitchFamily="18" charset="0"/>
                <a:cs typeface="Times New Roman" panose="02020603050405020304" pitchFamily="18" charset="0"/>
              </a:rPr>
              <a:t>:</a:t>
            </a:r>
          </a:p>
          <a:p>
            <a:pPr marL="457200" indent="-457200">
              <a:buFont typeface="Wingdings" panose="05000000000000000000" pitchFamily="2" charset="2"/>
              <a:buChar char="Ø"/>
            </a:pPr>
            <a:endParaRPr lang="en-US" sz="240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endParaRPr lang="en-US" sz="2400">
              <a:latin typeface="Times New Roman" panose="02020603050405020304" pitchFamily="18" charset="0"/>
              <a:cs typeface="Times New Roman" panose="02020603050405020304" pitchFamily="18" charset="0"/>
            </a:endParaRPr>
          </a:p>
          <a:p>
            <a:pPr lvl="1" indent="-342900">
              <a:buFont typeface="Arial" panose="020B0604020202020204" pitchFamily="34" charset="0"/>
              <a:buChar char="•"/>
            </a:pPr>
            <a:r>
              <a:rPr lang="vi-VN" sz="2400">
                <a:latin typeface="Times New Roman" panose="02020603050405020304" pitchFamily="18" charset="0"/>
                <a:cs typeface="Times New Roman" panose="02020603050405020304" pitchFamily="18" charset="0"/>
              </a:rPr>
              <a:t>Hàm tự tương quan của mô hình AR(p) có thể được chứng minh là</a:t>
            </a:r>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thỏa mãn phương trình sai phân sau:</a:t>
            </a:r>
            <a:endParaRPr lang="en-US" sz="2400">
              <a:latin typeface="Times New Roman" panose="02020603050405020304" pitchFamily="18" charset="0"/>
              <a:cs typeface="Times New Roman" panose="02020603050405020304" pitchFamily="18" charset="0"/>
            </a:endParaRPr>
          </a:p>
          <a:p>
            <a:pPr lvl="1" indent="-342900">
              <a:buFont typeface="Arial" panose="020B0604020202020204" pitchFamily="34" charset="0"/>
              <a:buChar char="•"/>
            </a:pPr>
            <a:endParaRPr lang="en-US" sz="2400">
              <a:latin typeface="Times New Roman" panose="02020603050405020304" pitchFamily="18" charset="0"/>
              <a:cs typeface="Times New Roman" panose="02020603050405020304" pitchFamily="18" charset="0"/>
            </a:endParaRPr>
          </a:p>
          <a:p>
            <a:pPr lvl="1" indent="-342900">
              <a:buFont typeface="Arial" panose="020B0604020202020204" pitchFamily="34" charset="0"/>
              <a:buChar char="•"/>
            </a:pPr>
            <a:endParaRPr lang="en-US" sz="2400">
              <a:latin typeface="Times New Roman" panose="02020603050405020304" pitchFamily="18" charset="0"/>
              <a:cs typeface="Times New Roman" panose="02020603050405020304" pitchFamily="18" charset="0"/>
            </a:endParaRPr>
          </a:p>
          <a:p>
            <a:pPr lvl="2" indent="-342900">
              <a:buFont typeface="Courier New" panose="02070309020205020404" pitchFamily="49" charset="0"/>
              <a:buChar char="o"/>
            </a:pPr>
            <a:r>
              <a:rPr lang="vi-VN" sz="2400">
                <a:latin typeface="Times New Roman" panose="02020603050405020304" pitchFamily="18" charset="0"/>
                <a:cs typeface="Times New Roman" panose="02020603050405020304" pitchFamily="18" charset="0"/>
              </a:rPr>
              <a:t>ACF mở rộng vô hạn và bao gồm hỗn hợp các hàm mũ hoặc hàm sóng sin suy giảm. Vì vậy, hàm ACF luôn là</a:t>
            </a:r>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một chỉ báo tốt cho thấy liệu một chuỗi trong các ứng dụng thực tế có thể được</a:t>
            </a:r>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mô hình hóa bằng các mô hình tự hồi quy hay không.</a:t>
            </a:r>
            <a:endParaRPr lang="en-US" sz="2400">
              <a:latin typeface="Times New Roman" panose="02020603050405020304" pitchFamily="18" charset="0"/>
              <a:cs typeface="Times New Roman" panose="02020603050405020304" pitchFamily="18" charset="0"/>
            </a:endParaRPr>
          </a:p>
          <a:p>
            <a:pPr lvl="2" indent="-342900">
              <a:buFont typeface="Courier New" panose="02070309020205020404" pitchFamily="49" charset="0"/>
              <a:buChar char="o"/>
            </a:pPr>
            <a:r>
              <a:rPr lang="vi-VN" sz="2400">
                <a:latin typeface="Times New Roman" panose="02020603050405020304" pitchFamily="18" charset="0"/>
                <a:cs typeface="Times New Roman" panose="02020603050405020304" pitchFamily="18" charset="0"/>
              </a:rPr>
              <a:t>Tuy nhiên, nó không đủ để xác định bậc 𝑝 của tự hồi quy, vì vậy chúng ta phải</a:t>
            </a:r>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xem xét PACF, là điểm cắt sau bậc 𝑝.</a:t>
            </a:r>
            <a:endParaRPr lang="en-US" sz="240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sz="2400">
              <a:latin typeface="Times New Roman" panose="02020603050405020304" pitchFamily="18" charset="0"/>
              <a:cs typeface="Times New Roman" panose="02020603050405020304" pitchFamily="18" charset="0"/>
            </a:endParaRPr>
          </a:p>
        </p:txBody>
      </p:sp>
      <p:pic>
        <p:nvPicPr>
          <p:cNvPr id="3" name="Picture 2" descr="\documentclass{article}&#10;\usepackage{amsmath}&#10;\pagestyle{empty}&#10;\begin{document}&#10;&#10;$Y_t = \delta + \phi_1 Y_{t-1} + \phi_2 Y_{t-2} + \dots + \phi_p Y_{t-p} + \epsilon_t$&#10;&#10;&#10;\end{document}" title="IguanaTex Bitmap Display">
            <a:extLst>
              <a:ext uri="{FF2B5EF4-FFF2-40B4-BE49-F238E27FC236}">
                <a16:creationId xmlns:a16="http://schemas.microsoft.com/office/drawing/2014/main" id="{FACB2C54-420F-6665-D902-7D8031DFBE56}"/>
              </a:ext>
            </a:extLst>
          </p:cNvPr>
          <p:cNvPicPr>
            <a:picLocks noChangeAspect="1"/>
          </p:cNvPicPr>
          <p:nvPr>
            <p:custDataLst>
              <p:tags r:id="rId1"/>
            </p:custDataLst>
          </p:nvPr>
        </p:nvPicPr>
        <p:blipFill>
          <a:blip r:embed="rId4">
            <a:extLst>
              <a:ext uri="{28A0092B-C50C-407E-A947-70E740481C1C}">
                <a14:useLocalDpi xmlns:a14="http://schemas.microsoft.com/office/drawing/2010/main" val="0"/>
              </a:ext>
            </a:extLst>
          </a:blip>
          <a:stretch>
            <a:fillRect/>
          </a:stretch>
        </p:blipFill>
        <p:spPr>
          <a:xfrm>
            <a:off x="838200" y="1828800"/>
            <a:ext cx="6976000" cy="354133"/>
          </a:xfrm>
          <a:prstGeom prst="rect">
            <a:avLst/>
          </a:prstGeom>
        </p:spPr>
      </p:pic>
      <p:pic>
        <p:nvPicPr>
          <p:cNvPr id="4" name="Picture 3">
            <a:extLst>
              <a:ext uri="{FF2B5EF4-FFF2-40B4-BE49-F238E27FC236}">
                <a16:creationId xmlns:a16="http://schemas.microsoft.com/office/drawing/2014/main" id="{CD2FCF16-E3D5-C15A-0572-8C932CB7F099}"/>
              </a:ext>
            </a:extLst>
          </p:cNvPr>
          <p:cNvPicPr>
            <a:picLocks noChangeAspect="1"/>
          </p:cNvPicPr>
          <p:nvPr/>
        </p:nvPicPr>
        <p:blipFill>
          <a:blip r:embed="rId5"/>
          <a:stretch>
            <a:fillRect/>
          </a:stretch>
        </p:blipFill>
        <p:spPr>
          <a:xfrm>
            <a:off x="1033462" y="3171825"/>
            <a:ext cx="7077075" cy="514350"/>
          </a:xfrm>
          <a:prstGeom prst="rect">
            <a:avLst/>
          </a:prstGeom>
        </p:spPr>
      </p:pic>
    </p:spTree>
    <p:extLst>
      <p:ext uri="{BB962C8B-B14F-4D97-AF65-F5344CB8AC3E}">
        <p14:creationId xmlns:p14="http://schemas.microsoft.com/office/powerpoint/2010/main" val="344690538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5FEE8E-E55E-F2FB-F7A3-F8901F56A250}"/>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9C779139-3F55-4374-6951-7DB3BEFB1F54}"/>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Mô hình tự hồi qui</a:t>
            </a:r>
          </a:p>
        </p:txBody>
      </p:sp>
      <p:sp>
        <p:nvSpPr>
          <p:cNvPr id="31747" name="Rectangle 3">
            <a:extLst>
              <a:ext uri="{FF2B5EF4-FFF2-40B4-BE49-F238E27FC236}">
                <a16:creationId xmlns:a16="http://schemas.microsoft.com/office/drawing/2014/main" id="{17A1507A-2F5D-8D26-8229-72418A816534}"/>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400" b="1">
                <a:latin typeface="Times New Roman" panose="02020603050405020304" pitchFamily="18" charset="0"/>
                <a:cs typeface="Times New Roman" panose="02020603050405020304" pitchFamily="18" charset="0"/>
              </a:rPr>
              <a:t>Công thức tổng quát: Mô hình AR(p)</a:t>
            </a:r>
            <a:r>
              <a:rPr lang="en-US" sz="2400">
                <a:latin typeface="Times New Roman" panose="02020603050405020304" pitchFamily="18" charset="0"/>
                <a:cs typeface="Times New Roman" panose="02020603050405020304" pitchFamily="18" charset="0"/>
              </a:rPr>
              <a:t>:</a:t>
            </a:r>
          </a:p>
          <a:p>
            <a:pPr marL="457200" indent="-457200">
              <a:buFont typeface="Arial" panose="020B0604020202020204" pitchFamily="34" charset="0"/>
              <a:buChar char="•"/>
            </a:pPr>
            <a:endParaRPr lang="en-US" sz="240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sz="2400">
              <a:latin typeface="Times New Roman" panose="02020603050405020304" pitchFamily="18" charset="0"/>
              <a:cs typeface="Times New Roman" panose="02020603050405020304" pitchFamily="18" charset="0"/>
            </a:endParaRPr>
          </a:p>
          <a:p>
            <a:pPr lvl="1" indent="-342900">
              <a:buFont typeface="Arial" panose="020B0604020202020204" pitchFamily="34" charset="0"/>
              <a:buChar char="•"/>
            </a:pPr>
            <a:r>
              <a:rPr lang="en-US" sz="2400" b="1">
                <a:latin typeface="Times New Roman" panose="02020603050405020304" pitchFamily="18" charset="0"/>
                <a:cs typeface="Times New Roman" panose="02020603050405020304" pitchFamily="18" charset="0"/>
              </a:rPr>
              <a:t>Ước lượng tham số: </a:t>
            </a:r>
            <a:r>
              <a:rPr lang="en-US" sz="2400">
                <a:latin typeface="Times New Roman" panose="02020603050405020304" pitchFamily="18" charset="0"/>
                <a:cs typeface="Times New Roman" panose="02020603050405020304" pitchFamily="18" charset="0"/>
              </a:rPr>
              <a:t>Các hệ số        thường được ước lượng bằng:</a:t>
            </a:r>
          </a:p>
          <a:p>
            <a:pPr marL="120015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Phương pháp bình phương tối thiểu (OLS).</a:t>
            </a:r>
          </a:p>
          <a:p>
            <a:pPr marL="120015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Phương pháp cực đại khả năng (MLE).</a:t>
            </a:r>
          </a:p>
          <a:p>
            <a:pPr marL="120015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Công cụ: Python (statsmodels), R.</a:t>
            </a:r>
          </a:p>
          <a:p>
            <a:pPr lvl="1" indent="-342900">
              <a:buFont typeface="Arial" panose="020B0604020202020204" pitchFamily="34" charset="0"/>
              <a:buChar char="•"/>
            </a:pPr>
            <a:r>
              <a:rPr lang="en-US" sz="2400" b="1">
                <a:latin typeface="Times New Roman" panose="02020603050405020304" pitchFamily="18" charset="0"/>
                <a:cs typeface="Times New Roman" panose="02020603050405020304" pitchFamily="18" charset="0"/>
              </a:rPr>
              <a:t>Ứng dụng</a:t>
            </a:r>
            <a:endParaRPr lang="en-US" sz="2400">
              <a:latin typeface="Times New Roman" panose="02020603050405020304" pitchFamily="18" charset="0"/>
              <a:cs typeface="Times New Roman" panose="02020603050405020304" pitchFamily="18" charset="0"/>
            </a:endParaRPr>
          </a:p>
          <a:p>
            <a:pPr marL="120015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Dự báo tài chính: giá cổ phiếu, lãi suất.</a:t>
            </a:r>
          </a:p>
          <a:p>
            <a:pPr marL="120015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Kinh tế vĩ mô: GDP, CPI.</a:t>
            </a:r>
          </a:p>
          <a:p>
            <a:pPr marL="120015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Khí tượng: nhiệt độ, lượng mưa.</a:t>
            </a:r>
          </a:p>
          <a:p>
            <a:pPr lvl="1" indent="-342900">
              <a:buFont typeface="Wingdings" panose="05000000000000000000" pitchFamily="2" charset="2"/>
              <a:buChar char="q"/>
            </a:pPr>
            <a:r>
              <a:rPr lang="en-US" sz="2400">
                <a:latin typeface="Times New Roman" panose="02020603050405020304" pitchFamily="18" charset="0"/>
                <a:cs typeface="Times New Roman" panose="02020603050405020304" pitchFamily="18" charset="0"/>
              </a:rPr>
              <a:t>Ví dụ: Dự báo          dựa trên các giá trị quá khứ                    .</a:t>
            </a:r>
          </a:p>
          <a:p>
            <a:endParaRPr lang="en-US" sz="360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sz="2200">
              <a:latin typeface="Times New Roman" panose="02020603050405020304" pitchFamily="18" charset="0"/>
              <a:cs typeface="Times New Roman" panose="02020603050405020304" pitchFamily="18" charset="0"/>
            </a:endParaRPr>
          </a:p>
          <a:p>
            <a:pPr marL="400050" lvl="1" indent="0"/>
            <a:r>
              <a:rPr lang="en-US" sz="2400">
                <a:latin typeface="Times New Roman" panose="02020603050405020304" pitchFamily="18" charset="0"/>
                <a:cs typeface="Times New Roman" panose="02020603050405020304" pitchFamily="18" charset="0"/>
              </a:rPr>
              <a:t>  </a:t>
            </a:r>
            <a:endParaRPr lang="en-US" sz="2800">
              <a:latin typeface="Times New Roman" panose="02020603050405020304" pitchFamily="18" charset="0"/>
              <a:cs typeface="Times New Roman" panose="02020603050405020304" pitchFamily="18" charset="0"/>
            </a:endParaRPr>
          </a:p>
        </p:txBody>
      </p:sp>
      <p:pic>
        <p:nvPicPr>
          <p:cNvPr id="12" name="Picture 11" descr="\documentclass{article}&#10;\usepackage{amsmath}&#10;\pagestyle{empty}&#10;\begin{document}&#10;&#10;$Y_t = c + \phi_1 Y_{t-1} + \phi_2 Y_{t-2} + \dots + \phi_p Y_{t-p} + \epsilon_t$&#10;&#10;&#10;\end{document}" title="IguanaTex Bitmap Display">
            <a:extLst>
              <a:ext uri="{FF2B5EF4-FFF2-40B4-BE49-F238E27FC236}">
                <a16:creationId xmlns:a16="http://schemas.microsoft.com/office/drawing/2014/main" id="{3586AEE4-C1AB-E008-9411-1FD9619F90CC}"/>
              </a:ext>
            </a:extLst>
          </p:cNvPr>
          <p:cNvPicPr>
            <a:picLocks noChangeAspect="1"/>
          </p:cNvPicPr>
          <p:nvPr>
            <p:custDataLst>
              <p:tags r:id="rId1"/>
            </p:custDataLst>
          </p:nvPr>
        </p:nvPicPr>
        <p:blipFill>
          <a:blip r:embed="rId7">
            <a:extLst>
              <a:ext uri="{28A0092B-C50C-407E-A947-70E740481C1C}">
                <a14:useLocalDpi xmlns:a14="http://schemas.microsoft.com/office/drawing/2010/main" val="0"/>
              </a:ext>
            </a:extLst>
          </a:blip>
          <a:stretch>
            <a:fillRect/>
          </a:stretch>
        </p:blipFill>
        <p:spPr>
          <a:xfrm>
            <a:off x="838200" y="1828800"/>
            <a:ext cx="6958933" cy="347733"/>
          </a:xfrm>
          <a:prstGeom prst="rect">
            <a:avLst/>
          </a:prstGeom>
        </p:spPr>
      </p:pic>
      <p:pic>
        <p:nvPicPr>
          <p:cNvPr id="4" name="Picture 3" descr="\documentclass{article}&#10;\usepackage{amsmath}&#10;\pagestyle{empty}&#10;\begin{document}&#10;&#10;$\phi_i$&#10;&#10;&#10;\end{document}" title="IguanaTex Bitmap Display">
            <a:extLst>
              <a:ext uri="{FF2B5EF4-FFF2-40B4-BE49-F238E27FC236}">
                <a16:creationId xmlns:a16="http://schemas.microsoft.com/office/drawing/2014/main" id="{5BE8ADDE-FE5D-A46C-5376-79C50BF5936B}"/>
              </a:ext>
            </a:extLst>
          </p:cNvPr>
          <p:cNvPicPr>
            <a:picLocks noChangeAspect="1"/>
          </p:cNvPicPr>
          <p:nvPr>
            <p:custDataLst>
              <p:tags r:id="rId2"/>
            </p:custDataLst>
          </p:nvPr>
        </p:nvPicPr>
        <p:blipFill>
          <a:blip r:embed="rId8">
            <a:extLst>
              <a:ext uri="{28A0092B-C50C-407E-A947-70E740481C1C}">
                <a14:useLocalDpi xmlns:a14="http://schemas.microsoft.com/office/drawing/2010/main" val="0"/>
              </a:ext>
            </a:extLst>
          </a:blip>
          <a:stretch>
            <a:fillRect/>
          </a:stretch>
        </p:blipFill>
        <p:spPr>
          <a:xfrm>
            <a:off x="4800600" y="2393534"/>
            <a:ext cx="281600" cy="317866"/>
          </a:xfrm>
          <a:prstGeom prst="rect">
            <a:avLst/>
          </a:prstGeom>
        </p:spPr>
      </p:pic>
      <p:pic>
        <p:nvPicPr>
          <p:cNvPr id="10" name="Picture 9" descr="\documentclass{article}&#10;\usepackage{amsmath}&#10;\pagestyle{empty}&#10;\begin{document}&#10;&#10;$Y_{t+1}$&#10;&#10;&#10;\end{document}" title="IguanaTex Bitmap Display">
            <a:extLst>
              <a:ext uri="{FF2B5EF4-FFF2-40B4-BE49-F238E27FC236}">
                <a16:creationId xmlns:a16="http://schemas.microsoft.com/office/drawing/2014/main" id="{C39B6D09-55AD-69AE-2383-0F322730A789}"/>
              </a:ext>
            </a:extLst>
          </p:cNvPr>
          <p:cNvPicPr>
            <a:picLocks noChangeAspect="1"/>
          </p:cNvPicPr>
          <p:nvPr>
            <p:custDataLst>
              <p:tags r:id="rId3"/>
            </p:custDataLst>
          </p:nvPr>
        </p:nvPicPr>
        <p:blipFill>
          <a:blip r:embed="rId9">
            <a:extLst>
              <a:ext uri="{28A0092B-C50C-407E-A947-70E740481C1C}">
                <a14:useLocalDpi xmlns:a14="http://schemas.microsoft.com/office/drawing/2010/main" val="0"/>
              </a:ext>
            </a:extLst>
          </a:blip>
          <a:stretch>
            <a:fillRect/>
          </a:stretch>
        </p:blipFill>
        <p:spPr>
          <a:xfrm>
            <a:off x="2706963" y="5373657"/>
            <a:ext cx="544914" cy="277943"/>
          </a:xfrm>
          <a:prstGeom prst="rect">
            <a:avLst/>
          </a:prstGeom>
        </p:spPr>
      </p:pic>
      <p:pic>
        <p:nvPicPr>
          <p:cNvPr id="13" name="Picture 12" descr="\documentclass{article}&#10;\usepackage{amsmath}&#10;\pagestyle{empty}&#10;\begin{document}&#10;&#10;$Y_t, Y_{t-1}, ...$&#10;&#10;&#10;\end{document}" title="IguanaTex Bitmap Display">
            <a:extLst>
              <a:ext uri="{FF2B5EF4-FFF2-40B4-BE49-F238E27FC236}">
                <a16:creationId xmlns:a16="http://schemas.microsoft.com/office/drawing/2014/main" id="{03A2B394-8D33-E95C-728A-87CD5BDF66D3}"/>
              </a:ext>
            </a:extLst>
          </p:cNvPr>
          <p:cNvPicPr>
            <a:picLocks noChangeAspect="1"/>
          </p:cNvPicPr>
          <p:nvPr>
            <p:custDataLst>
              <p:tags r:id="rId4"/>
            </p:custDataLst>
          </p:nvPr>
        </p:nvPicPr>
        <p:blipFill>
          <a:blip r:embed="rId10">
            <a:extLst>
              <a:ext uri="{28A0092B-C50C-407E-A947-70E740481C1C}">
                <a14:useLocalDpi xmlns:a14="http://schemas.microsoft.com/office/drawing/2010/main" val="0"/>
              </a:ext>
            </a:extLst>
          </a:blip>
          <a:stretch>
            <a:fillRect/>
          </a:stretch>
        </p:blipFill>
        <p:spPr>
          <a:xfrm>
            <a:off x="6781800" y="5373657"/>
            <a:ext cx="1364114" cy="265143"/>
          </a:xfrm>
          <a:prstGeom prst="rect">
            <a:avLst/>
          </a:prstGeom>
        </p:spPr>
      </p:pic>
    </p:spTree>
    <p:extLst>
      <p:ext uri="{BB962C8B-B14F-4D97-AF65-F5344CB8AC3E}">
        <p14:creationId xmlns:p14="http://schemas.microsoft.com/office/powerpoint/2010/main" val="244633582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0C9902-6000-3FCD-0594-E16212ECE0DC}"/>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83A5200C-9278-8CE4-3991-C1F0E6A1D3A9}"/>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Mô hình tự hồi qui</a:t>
            </a:r>
          </a:p>
        </p:txBody>
      </p:sp>
      <p:sp>
        <p:nvSpPr>
          <p:cNvPr id="31747" name="Rectangle 3">
            <a:extLst>
              <a:ext uri="{FF2B5EF4-FFF2-40B4-BE49-F238E27FC236}">
                <a16:creationId xmlns:a16="http://schemas.microsoft.com/office/drawing/2014/main" id="{ADA0CD94-7871-9312-2D92-37A61FF81F71}"/>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Tính chất của mô hình AR</a:t>
            </a:r>
            <a:endParaRPr lang="en-US" sz="28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r>
              <a:rPr lang="en-US" sz="2800" b="1">
                <a:latin typeface="Times New Roman" panose="02020603050405020304" pitchFamily="18" charset="0"/>
                <a:cs typeface="Times New Roman" panose="02020603050405020304" pitchFamily="18" charset="0"/>
              </a:rPr>
              <a:t>Ưu điểm:</a:t>
            </a:r>
            <a:endParaRPr lang="en-US" sz="2800">
              <a:latin typeface="Times New Roman" panose="02020603050405020304" pitchFamily="18" charset="0"/>
              <a:cs typeface="Times New Roman" panose="02020603050405020304" pitchFamily="18" charset="0"/>
            </a:endParaRPr>
          </a:p>
          <a:p>
            <a:pPr marL="1314450" lvl="2" indent="-457200">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Đơn giản, dễ hiểu.</a:t>
            </a:r>
          </a:p>
          <a:p>
            <a:pPr marL="1314450" lvl="2" indent="-457200">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Hiệu quả khi chuỗi có tính tự tương quan.</a:t>
            </a:r>
          </a:p>
          <a:p>
            <a:pPr marL="857250" lvl="1" indent="-457200">
              <a:buFont typeface="Arial" panose="020B0604020202020204" pitchFamily="34" charset="0"/>
              <a:buChar char="•"/>
            </a:pPr>
            <a:r>
              <a:rPr lang="en-US" sz="2800" b="1">
                <a:latin typeface="Times New Roman" panose="02020603050405020304" pitchFamily="18" charset="0"/>
                <a:cs typeface="Times New Roman" panose="02020603050405020304" pitchFamily="18" charset="0"/>
              </a:rPr>
              <a:t>Hạn chế:</a:t>
            </a:r>
            <a:endParaRPr lang="en-US" sz="2800">
              <a:latin typeface="Times New Roman" panose="02020603050405020304" pitchFamily="18" charset="0"/>
              <a:cs typeface="Times New Roman" panose="02020603050405020304" pitchFamily="18" charset="0"/>
            </a:endParaRPr>
          </a:p>
          <a:p>
            <a:pPr marL="1314450" lvl="2" indent="-457200">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Chỉ sử dụng thông tin nội tại (không tính đến biến ngoài).</a:t>
            </a:r>
          </a:p>
          <a:p>
            <a:pPr marL="1314450" lvl="2" indent="-457200">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Cần chuỗi </a:t>
            </a:r>
            <a:r>
              <a:rPr lang="en-US" sz="2800" b="1">
                <a:latin typeface="Times New Roman" panose="02020603050405020304" pitchFamily="18" charset="0"/>
                <a:cs typeface="Times New Roman" panose="02020603050405020304" pitchFamily="18" charset="0"/>
              </a:rPr>
              <a:t>stationary</a:t>
            </a:r>
            <a:r>
              <a:rPr lang="en-US" sz="2800">
                <a:latin typeface="Times New Roman" panose="02020603050405020304" pitchFamily="18" charset="0"/>
                <a:cs typeface="Times New Roman" panose="02020603050405020304" pitchFamily="18" charset="0"/>
              </a:rPr>
              <a:t>.</a:t>
            </a:r>
          </a:p>
          <a:p>
            <a:endParaRPr lang="en-US" sz="360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sz="2200">
              <a:latin typeface="Times New Roman" panose="02020603050405020304" pitchFamily="18" charset="0"/>
              <a:cs typeface="Times New Roman" panose="02020603050405020304" pitchFamily="18" charset="0"/>
            </a:endParaRPr>
          </a:p>
          <a:p>
            <a:pPr marL="400050" lvl="1" indent="0"/>
            <a:r>
              <a:rPr lang="en-US" sz="2400">
                <a:latin typeface="Times New Roman" panose="02020603050405020304" pitchFamily="18" charset="0"/>
                <a:cs typeface="Times New Roman" panose="02020603050405020304" pitchFamily="18" charset="0"/>
              </a:rPr>
              <a:t>  </a:t>
            </a:r>
            <a:endParaRPr lang="en-US"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5690000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B8FC83-8AF1-898A-6360-F3C559121DA1}"/>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FF73B140-3AC5-4EF1-292B-E7CB210B5B8E}"/>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Mô hình tự hồi qui</a:t>
            </a:r>
          </a:p>
        </p:txBody>
      </p:sp>
      <p:sp>
        <p:nvSpPr>
          <p:cNvPr id="31747" name="Rectangle 3">
            <a:extLst>
              <a:ext uri="{FF2B5EF4-FFF2-40B4-BE49-F238E27FC236}">
                <a16:creationId xmlns:a16="http://schemas.microsoft.com/office/drawing/2014/main" id="{37323DC1-7756-01CA-FF5A-43EE1C15DFAA}"/>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Nhận xét</a:t>
            </a:r>
            <a:endParaRPr lang="en-US" sz="28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Mô hình AR là nền tảng cơ bản trong phân tích chuỗi thời gian. Đây là cơ sở của nhiều mô hình hiện đại trong time series.</a:t>
            </a: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Dễ áp dụng, nhưng cần kiểm tra tính dừng của dữ liệu.</a:t>
            </a: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Thường được dùng như bước đầu tiên trước khi chuyển sang ARMA/ARIMA/VAR.</a:t>
            </a: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Kết hợp AR với:</a:t>
            </a:r>
          </a:p>
          <a:p>
            <a:pPr marL="1314450" lvl="2" indent="-457200">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MA → ARMA.</a:t>
            </a:r>
          </a:p>
          <a:p>
            <a:pPr marL="1314450" lvl="2" indent="-457200">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Sai phân → ARIMA.</a:t>
            </a:r>
          </a:p>
          <a:p>
            <a:pPr marL="1314450" lvl="2" indent="-457200">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Biến ngoài → ARIMAX.</a:t>
            </a:r>
          </a:p>
          <a:p>
            <a:pPr marL="457200" indent="-457200">
              <a:buFont typeface="Arial" panose="020B0604020202020204" pitchFamily="34" charset="0"/>
              <a:buChar char="•"/>
            </a:pPr>
            <a:endParaRPr lang="en-US" sz="2200">
              <a:latin typeface="Times New Roman" panose="02020603050405020304" pitchFamily="18" charset="0"/>
              <a:cs typeface="Times New Roman" panose="02020603050405020304" pitchFamily="18" charset="0"/>
            </a:endParaRPr>
          </a:p>
          <a:p>
            <a:pPr marL="400050" lvl="1" indent="0"/>
            <a:r>
              <a:rPr lang="en-US" sz="2400">
                <a:latin typeface="Times New Roman" panose="02020603050405020304" pitchFamily="18" charset="0"/>
                <a:cs typeface="Times New Roman" panose="02020603050405020304" pitchFamily="18" charset="0"/>
              </a:rPr>
              <a:t>  </a:t>
            </a:r>
            <a:endParaRPr lang="en-US"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0215420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E360D1-6C53-402D-52AA-E70111D62F9D}"/>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B10A010D-C326-FFB7-41A3-5FB9ADAA1A2D}"/>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Mô hình trung bình động</a:t>
            </a:r>
            <a:r>
              <a:rPr lang="en-US" sz="3200" b="0">
                <a:latin typeface="Times New Roman" panose="02020603050405020304" pitchFamily="18" charset="0"/>
                <a:cs typeface="Times New Roman" panose="02020603050405020304" pitchFamily="18" charset="0"/>
              </a:rPr>
              <a:t> </a:t>
            </a:r>
          </a:p>
        </p:txBody>
      </p:sp>
      <p:sp>
        <p:nvSpPr>
          <p:cNvPr id="31747" name="Rectangle 3">
            <a:extLst>
              <a:ext uri="{FF2B5EF4-FFF2-40B4-BE49-F238E27FC236}">
                <a16:creationId xmlns:a16="http://schemas.microsoft.com/office/drawing/2014/main" id="{493B77F8-6488-7FD1-6FF0-3A7540B77F86}"/>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lvl="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Moving Average (MA)</a:t>
            </a:r>
            <a:r>
              <a:rPr lang="en-US" sz="2800">
                <a:latin typeface="Times New Roman" panose="02020603050405020304" pitchFamily="18" charset="0"/>
                <a:cs typeface="Times New Roman" panose="02020603050405020304" pitchFamily="18" charset="0"/>
              </a:rPr>
              <a:t>: Mô hình trong đó giá trị hiện tại (</a:t>
            </a:r>
            <a:r>
              <a:rPr lang="en-US" sz="2800" i="1">
                <a:latin typeface="Times New Roman" panose="02020603050405020304" pitchFamily="18" charset="0"/>
                <a:cs typeface="Times New Roman" panose="02020603050405020304" pitchFamily="18" charset="0"/>
              </a:rPr>
              <a:t>Y</a:t>
            </a:r>
            <a:r>
              <a:rPr lang="en-US" i="1">
                <a:latin typeface="Times New Roman" panose="02020603050405020304" pitchFamily="18" charset="0"/>
                <a:cs typeface="Times New Roman" panose="02020603050405020304" pitchFamily="18" charset="0"/>
              </a:rPr>
              <a:t>t</a:t>
            </a:r>
            <a:r>
              <a:rPr lang="en-US" sz="2800">
                <a:latin typeface="Times New Roman" panose="02020603050405020304" pitchFamily="18" charset="0"/>
                <a:cs typeface="Times New Roman" panose="02020603050405020304" pitchFamily="18" charset="0"/>
              </a:rPr>
              <a:t>) được mô tả dựa trên nhiễu trắng hiện tại và các nhiễu trắng trong quá khứ.</a:t>
            </a: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Ý tưởng: Giá trị hôm nay không chỉ ngẫu nhiên mà còn chịu ảnh hưởng từ "cú sốc" (shock/sai số) của những ngày trước.</a:t>
            </a:r>
            <a:endParaRPr lang="en-US" sz="24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r>
              <a:rPr lang="en-US" sz="2800" b="1">
                <a:latin typeface="Times New Roman" panose="02020603050405020304" pitchFamily="18" charset="0"/>
                <a:cs typeface="Times New Roman" panose="02020603050405020304" pitchFamily="18" charset="0"/>
              </a:rPr>
              <a:t>Công thức tổng quát: Mô hình MA(q)</a:t>
            </a:r>
            <a:r>
              <a:rPr lang="en-US" sz="2800">
                <a:latin typeface="Times New Roman" panose="02020603050405020304" pitchFamily="18" charset="0"/>
                <a:cs typeface="Times New Roman" panose="02020603050405020304" pitchFamily="18" charset="0"/>
              </a:rPr>
              <a:t>:</a:t>
            </a:r>
          </a:p>
          <a:p>
            <a:pPr marL="857250" lvl="1" indent="-457200">
              <a:buFont typeface="Arial" panose="020B0604020202020204" pitchFamily="34" charset="0"/>
              <a:buChar char="•"/>
            </a:pPr>
            <a:endParaRPr lang="en-US" sz="24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endParaRPr lang="en-US" sz="2200">
              <a:latin typeface="Times New Roman" panose="02020603050405020304" pitchFamily="18" charset="0"/>
              <a:cs typeface="Times New Roman" panose="02020603050405020304" pitchFamily="18" charset="0"/>
            </a:endParaRPr>
          </a:p>
          <a:p>
            <a:pPr marL="1257300" lvl="2" indent="-457200">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   : giá trị trung bình.</a:t>
            </a:r>
          </a:p>
          <a:p>
            <a:pPr marL="1257300" lvl="2" indent="-457200">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    : hệ số MA (tác động của nhiễu quá khứ).</a:t>
            </a:r>
          </a:p>
          <a:p>
            <a:pPr marL="1257300" lvl="2" indent="-457200">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    : nhiễu trắng (white noise).</a:t>
            </a:r>
          </a:p>
          <a:p>
            <a:pPr marL="514350" indent="-457200">
              <a:buFont typeface="Courier New" panose="02070309020205020404" pitchFamily="49" charset="0"/>
              <a:buChar char="o"/>
            </a:pPr>
            <a:endParaRPr lang="en-US" sz="2800">
              <a:latin typeface="Times New Roman" panose="02020603050405020304" pitchFamily="18" charset="0"/>
              <a:cs typeface="Times New Roman" panose="02020603050405020304" pitchFamily="18" charset="0"/>
            </a:endParaRPr>
          </a:p>
        </p:txBody>
      </p:sp>
      <p:pic>
        <p:nvPicPr>
          <p:cNvPr id="3" name="Picture 2" descr="\documentclass{article}&#10;\usepackage{amsmath}&#10;\pagestyle{empty}&#10;\begin{document}&#10;&#10;$Y_t = \mu + \epsilon_t + \theta_1 \epsilon_{t-1} + \theta_2 \epsilon_{t-2} + \dots + \theta_q \epsilon_{t-q}$&#10;&#10;&#10;\end{document}" title="IguanaTex Bitmap Display">
            <a:extLst>
              <a:ext uri="{FF2B5EF4-FFF2-40B4-BE49-F238E27FC236}">
                <a16:creationId xmlns:a16="http://schemas.microsoft.com/office/drawing/2014/main" id="{1AC4A1EB-2369-15CD-5967-60A0222D665F}"/>
              </a:ext>
            </a:extLst>
          </p:cNvPr>
          <p:cNvPicPr>
            <a:picLocks noChangeAspect="1"/>
          </p:cNvPicPr>
          <p:nvPr>
            <p:custDataLst>
              <p:tags r:id="rId1"/>
            </p:custDataLst>
          </p:nvPr>
        </p:nvPicPr>
        <p:blipFill>
          <a:blip r:embed="rId5">
            <a:extLst>
              <a:ext uri="{28A0092B-C50C-407E-A947-70E740481C1C}">
                <a14:useLocalDpi xmlns:a14="http://schemas.microsoft.com/office/drawing/2010/main" val="0"/>
              </a:ext>
            </a:extLst>
          </a:blip>
          <a:stretch>
            <a:fillRect/>
          </a:stretch>
        </p:blipFill>
        <p:spPr>
          <a:xfrm>
            <a:off x="1042852" y="4342776"/>
            <a:ext cx="6685867" cy="352000"/>
          </a:xfrm>
          <a:prstGeom prst="rect">
            <a:avLst/>
          </a:prstGeom>
        </p:spPr>
      </p:pic>
      <p:pic>
        <p:nvPicPr>
          <p:cNvPr id="5" name="Picture 4" descr="\documentclass{article}&#10;\usepackage{amsmath}&#10;\pagestyle{empty}&#10;\begin{document}&#10;&#10;$\mu$&#10;&#10;$\theta_i$&#10;&#10;$\epsilon_t$&#10;&#10;&#10;\end{document}" title="IguanaTex Bitmap Display">
            <a:extLst>
              <a:ext uri="{FF2B5EF4-FFF2-40B4-BE49-F238E27FC236}">
                <a16:creationId xmlns:a16="http://schemas.microsoft.com/office/drawing/2014/main" id="{78658DDF-BF92-869B-F401-3F891115E7A9}"/>
              </a:ext>
            </a:extLst>
          </p:cNvPr>
          <p:cNvPicPr>
            <a:picLocks noChangeAspect="1"/>
          </p:cNvPicPr>
          <p:nvPr>
            <p:custDataLst>
              <p:tags r:id="rId2"/>
            </p:custDataLst>
          </p:nvPr>
        </p:nvPicPr>
        <p:blipFill>
          <a:blip r:embed="rId6">
            <a:extLst>
              <a:ext uri="{28A0092B-C50C-407E-A947-70E740481C1C}">
                <a14:useLocalDpi xmlns:a14="http://schemas.microsoft.com/office/drawing/2010/main" val="0"/>
              </a:ext>
            </a:extLst>
          </a:blip>
          <a:stretch>
            <a:fillRect/>
          </a:stretch>
        </p:blipFill>
        <p:spPr>
          <a:xfrm>
            <a:off x="1371600" y="5184400"/>
            <a:ext cx="210286" cy="908800"/>
          </a:xfrm>
          <a:prstGeom prst="rect">
            <a:avLst/>
          </a:prstGeom>
        </p:spPr>
      </p:pic>
    </p:spTree>
    <p:extLst>
      <p:ext uri="{BB962C8B-B14F-4D97-AF65-F5344CB8AC3E}">
        <p14:creationId xmlns:p14="http://schemas.microsoft.com/office/powerpoint/2010/main" val="275996631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F278E-3840-7FA8-A7A0-E6760FABEC19}"/>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6B6A4B7B-9BFC-F974-DE8C-B46C49DDA8A1}"/>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Mô hình trung bình động</a:t>
            </a:r>
            <a:r>
              <a:rPr lang="en-US" sz="3200" b="0">
                <a:latin typeface="Times New Roman" panose="02020603050405020304" pitchFamily="18" charset="0"/>
                <a:cs typeface="Times New Roman" panose="02020603050405020304" pitchFamily="18" charset="0"/>
              </a:rPr>
              <a:t> </a:t>
            </a:r>
          </a:p>
        </p:txBody>
      </p:sp>
      <p:sp>
        <p:nvSpPr>
          <p:cNvPr id="31747" name="Rectangle 3">
            <a:extLst>
              <a:ext uri="{FF2B5EF4-FFF2-40B4-BE49-F238E27FC236}">
                <a16:creationId xmlns:a16="http://schemas.microsoft.com/office/drawing/2014/main" id="{3C5B838C-816A-D80A-807D-A86B500B1200}"/>
              </a:ext>
            </a:extLst>
          </p:cNvPr>
          <p:cNvSpPr>
            <a:spLocks noChangeArrowheads="1"/>
          </p:cNvSpPr>
          <p:nvPr/>
        </p:nvSpPr>
        <p:spPr bwMode="auto">
          <a:xfrm>
            <a:off x="0" y="10668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lvl="0" indent="-457200">
              <a:buFont typeface="Wingdings" panose="05000000000000000000" pitchFamily="2" charset="2"/>
              <a:buChar char="Ø"/>
            </a:pPr>
            <a:r>
              <a:rPr lang="en-US" sz="2800" b="1" dirty="0">
                <a:latin typeface="Times New Roman" panose="02020603050405020304" pitchFamily="18" charset="0"/>
                <a:cs typeface="Times New Roman" panose="02020603050405020304" pitchFamily="18" charset="0"/>
              </a:rPr>
              <a:t>Moving Average (MA)</a:t>
            </a:r>
            <a:r>
              <a:rPr lang="en-US" sz="2800" dirty="0">
                <a:latin typeface="Times New Roman" panose="02020603050405020304" pitchFamily="18" charset="0"/>
                <a:cs typeface="Times New Roman" panose="02020603050405020304" pitchFamily="18" charset="0"/>
              </a:rPr>
              <a:t>:</a:t>
            </a:r>
          </a:p>
          <a:p>
            <a:pPr marL="857250" lvl="1" indent="-457200">
              <a:buFont typeface="Wingdings" panose="05000000000000000000" pitchFamily="2" charset="2"/>
              <a:buChar char="q"/>
            </a:pPr>
            <a:r>
              <a:rPr lang="en-US" sz="2400" dirty="0" err="1">
                <a:latin typeface="Times New Roman" panose="02020603050405020304" pitchFamily="18" charset="0"/>
                <a:cs typeface="Times New Roman" panose="02020603050405020304" pitchFamily="18" charset="0"/>
              </a:rPr>
              <a:t>Lưu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ý</a:t>
            </a:r>
            <a:r>
              <a:rPr lang="en-US" sz="2400" dirty="0">
                <a:latin typeface="Times New Roman" panose="02020603050405020304" pitchFamily="18" charset="0"/>
                <a:cs typeface="Times New Roman" panose="02020603050405020304" pitchFamily="18" charset="0"/>
              </a:rPr>
              <a:t>: </a:t>
            </a:r>
            <a:r>
              <a:rPr lang="vi-VN" sz="2400" dirty="0">
                <a:latin typeface="Times New Roman" panose="02020603050405020304" pitchFamily="18" charset="0"/>
                <a:cs typeface="Times New Roman" panose="02020603050405020304" pitchFamily="18" charset="0"/>
              </a:rPr>
              <a:t>Chúng ta đã đề cập trước đó rằng bất kỳ quá trình tuyến tính dừng nào cũng có thể được viết dưới dạng:</a:t>
            </a:r>
            <a:endParaRPr lang="en-US" sz="2400">
              <a:latin typeface="Times New Roman" panose="02020603050405020304" pitchFamily="18" charset="0"/>
              <a:cs typeface="Times New Roman" panose="02020603050405020304" pitchFamily="18" charset="0"/>
            </a:endParaRPr>
          </a:p>
          <a:p>
            <a:pPr marL="857250" lvl="1" indent="-457200">
              <a:buFont typeface="Wingdings" panose="05000000000000000000" pitchFamily="2" charset="2"/>
              <a:buChar char="q"/>
            </a:pPr>
            <a:endParaRPr lang="en-US" sz="2400">
              <a:latin typeface="Times New Roman" panose="02020603050405020304" pitchFamily="18" charset="0"/>
              <a:cs typeface="Times New Roman" panose="02020603050405020304" pitchFamily="18" charset="0"/>
            </a:endParaRPr>
          </a:p>
          <a:p>
            <a:pPr marL="857250" lvl="1" indent="-457200">
              <a:buFont typeface="Wingdings" panose="05000000000000000000" pitchFamily="2" charset="2"/>
              <a:buChar char="q"/>
            </a:pPr>
            <a:endParaRPr lang="en-US" sz="2400" dirty="0">
              <a:latin typeface="Times New Roman" panose="02020603050405020304" pitchFamily="18" charset="0"/>
              <a:cs typeface="Times New Roman" panose="02020603050405020304" pitchFamily="18" charset="0"/>
            </a:endParaRPr>
          </a:p>
          <a:p>
            <a:pPr marL="857250" lvl="1" indent="-457200">
              <a:buFont typeface="Wingdings" panose="05000000000000000000" pitchFamily="2" charset="2"/>
              <a:buChar char="q"/>
            </a:pPr>
            <a:r>
              <a:rPr lang="vi-VN" sz="2400" dirty="0">
                <a:latin typeface="Times New Roman" panose="02020603050405020304" pitchFamily="18" charset="0"/>
                <a:cs typeface="Times New Roman" panose="02020603050405020304" pitchFamily="18" charset="0"/>
              </a:rPr>
              <a:t>Trên thực tế, nhiều hiện tượng trong kinh tế học hoặc khoa học xã hội có thể được</a:t>
            </a:r>
            <a:r>
              <a:rPr lang="en-US" sz="2400" dirty="0">
                <a:latin typeface="Times New Roman" panose="02020603050405020304" pitchFamily="18" charset="0"/>
                <a:cs typeface="Times New Roman" panose="02020603050405020304" pitchFamily="18" charset="0"/>
              </a:rPr>
              <a:t> </a:t>
            </a:r>
            <a:r>
              <a:rPr lang="vi-VN" sz="2400" dirty="0">
                <a:latin typeface="Times New Roman" panose="02020603050405020304" pitchFamily="18" charset="0"/>
                <a:cs typeface="Times New Roman" panose="02020603050405020304" pitchFamily="18" charset="0"/>
              </a:rPr>
              <a:t>biểu diễn (có thể sau phép sai phân thứ nhất hoặc thứ hai) theo cùng cách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trên</a:t>
            </a:r>
            <a:endParaRPr lang="en-US" sz="2400" dirty="0">
              <a:latin typeface="Times New Roman" panose="02020603050405020304" pitchFamily="18" charset="0"/>
              <a:cs typeface="Times New Roman" panose="02020603050405020304" pitchFamily="18" charset="0"/>
            </a:endParaRPr>
          </a:p>
          <a:p>
            <a:pPr marL="857250" lvl="1" indent="-457200">
              <a:buFont typeface="Wingdings" panose="05000000000000000000" pitchFamily="2" charset="2"/>
              <a:buChar char="q"/>
            </a:pPr>
            <a:r>
              <a:rPr lang="vi-VN" sz="2400" dirty="0">
                <a:latin typeface="Times New Roman" panose="02020603050405020304" pitchFamily="18" charset="0"/>
                <a:cs typeface="Times New Roman" panose="02020603050405020304" pitchFamily="18" charset="0"/>
              </a:rPr>
              <a:t>Các mô hình MA luôn dừng bất kể giá trị tham số là bao nhiêu, vì số lượng giá trị 𝜓 khác không trong biểu diễn quy trình tuyến tính bị giới hạn</a:t>
            </a:r>
            <a:r>
              <a:rPr lang="en-US" sz="2400" dirty="0">
                <a:latin typeface="Times New Roman" panose="02020603050405020304" pitchFamily="18" charset="0"/>
                <a:cs typeface="Times New Roman" panose="02020603050405020304" pitchFamily="18" charset="0"/>
              </a:rPr>
              <a:t>.</a:t>
            </a:r>
          </a:p>
          <a:p>
            <a:pPr marL="857250" lvl="1" indent="-457200">
              <a:buFont typeface="Wingdings" panose="05000000000000000000" pitchFamily="2" charset="2"/>
              <a:buChar char="q"/>
            </a:pPr>
            <a:r>
              <a:rPr lang="en-US" sz="2400" dirty="0" err="1">
                <a:latin typeface="Times New Roman" panose="02020603050405020304" pitchFamily="18" charset="0"/>
                <a:cs typeface="Times New Roman" panose="02020603050405020304" pitchFamily="18" charset="0"/>
              </a:rPr>
              <a:t>Đôi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cần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phải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biểu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diễn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mô</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hình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này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bằng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sử</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dụng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giá</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trị</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quá</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khứ</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chuỗi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điều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này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có</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nghĩa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chúng</a:t>
            </a:r>
            <a:r>
              <a:rPr lang="en-US" sz="2400" dirty="0">
                <a:latin typeface="Times New Roman" panose="02020603050405020304" pitchFamily="18" charset="0"/>
                <a:cs typeface="Times New Roman" panose="02020603050405020304" pitchFamily="18" charset="0"/>
              </a:rPr>
              <a:t> ta </a:t>
            </a:r>
            <a:r>
              <a:rPr lang="en-US" sz="2400" dirty="0" err="1">
                <a:latin typeface="Times New Roman" panose="02020603050405020304" pitchFamily="18" charset="0"/>
                <a:cs typeface="Times New Roman" panose="02020603050405020304" pitchFamily="18" charset="0"/>
              </a:rPr>
              <a:t>sử</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dụng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công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thức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nghịch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xem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phần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sau</a:t>
            </a:r>
            <a:r>
              <a:rPr lang="en-US" sz="2400" dirty="0">
                <a:latin typeface="Times New Roman" panose="02020603050405020304" pitchFamily="18" charset="0"/>
                <a:cs typeface="Times New Roman" panose="02020603050405020304" pitchFamily="18" charset="0"/>
              </a:rPr>
              <a:t>).</a:t>
            </a:r>
          </a:p>
        </p:txBody>
      </p:sp>
      <p:pic>
        <p:nvPicPr>
          <p:cNvPr id="4" name="Picture 3">
            <a:extLst>
              <a:ext uri="{FF2B5EF4-FFF2-40B4-BE49-F238E27FC236}">
                <a16:creationId xmlns:a16="http://schemas.microsoft.com/office/drawing/2014/main" id="{BF621DBB-01B8-8734-04A3-7C7C03A3515A}"/>
              </a:ext>
            </a:extLst>
          </p:cNvPr>
          <p:cNvPicPr>
            <a:picLocks noChangeAspect="1"/>
          </p:cNvPicPr>
          <p:nvPr/>
        </p:nvPicPr>
        <p:blipFill>
          <a:blip r:embed="rId3"/>
          <a:stretch>
            <a:fillRect/>
          </a:stretch>
        </p:blipFill>
        <p:spPr>
          <a:xfrm>
            <a:off x="2819400" y="2209800"/>
            <a:ext cx="3924300" cy="765579"/>
          </a:xfrm>
          <a:prstGeom prst="rect">
            <a:avLst/>
          </a:prstGeom>
        </p:spPr>
      </p:pic>
    </p:spTree>
    <p:extLst>
      <p:ext uri="{BB962C8B-B14F-4D97-AF65-F5344CB8AC3E}">
        <p14:creationId xmlns:p14="http://schemas.microsoft.com/office/powerpoint/2010/main" val="78793423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4FE9C9-F3A3-B8EC-37DF-ADB79FA7A645}"/>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6C723AB3-ED97-CABD-E022-C87F47A35A29}"/>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Mô hình trung bình động</a:t>
            </a:r>
            <a:r>
              <a:rPr lang="en-US" sz="3200" b="0">
                <a:latin typeface="Times New Roman" panose="02020603050405020304" pitchFamily="18" charset="0"/>
                <a:cs typeface="Times New Roman" panose="02020603050405020304" pitchFamily="18" charset="0"/>
              </a:rPr>
              <a:t> </a:t>
            </a:r>
          </a:p>
        </p:txBody>
      </p:sp>
      <p:sp>
        <p:nvSpPr>
          <p:cNvPr id="31747" name="Rectangle 3">
            <a:extLst>
              <a:ext uri="{FF2B5EF4-FFF2-40B4-BE49-F238E27FC236}">
                <a16:creationId xmlns:a16="http://schemas.microsoft.com/office/drawing/2014/main" id="{AAE81EB2-6D48-1E2C-6469-3B71F00FD4C0}"/>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Trung bình động bậc nhất: MA(1)</a:t>
            </a:r>
          </a:p>
          <a:p>
            <a:pPr lvl="0"/>
            <a:endParaRPr lang="es-ES" sz="280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r>
              <a:rPr lang="vi-VN" sz="2800">
                <a:latin typeface="Times New Roman" panose="02020603050405020304" pitchFamily="18" charset="0"/>
                <a:cs typeface="Times New Roman" panose="02020603050405020304" pitchFamily="18" charset="0"/>
              </a:rPr>
              <a:t>Mô hình MA(1) được coi là một trong những mô hình phân tích chuỗi thời gian quan trọng được sử dụng trong việc mô hình hóa hàng tồn kho, kiểm soát chất lượng, nhiệt độ, tỷ lệ ô nhiễm và các chỉ số kinh tế chung sau khi bị ảnh hưởng bởi các nhiễu loạn đột ngột từ bên trong hệ thống như đình công của công nhân, hoặc từ bên ngoài hệ thống như chiến tranh hoặc thiên tai, v.v.</a:t>
            </a:r>
            <a:endParaRPr lang="en-US" sz="280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r>
              <a:rPr lang="vi-VN" sz="2800">
                <a:latin typeface="Times New Roman" panose="02020603050405020304" pitchFamily="18" charset="0"/>
                <a:cs typeface="Times New Roman" panose="02020603050405020304" pitchFamily="18" charset="0"/>
              </a:rPr>
              <a:t>Như đã đề cập trước đó, mô hình MA(1) luôn dừng, bất kể giá trị của tham số là bao nhiêu</a:t>
            </a:r>
            <a:r>
              <a:rPr lang="en-US" sz="2800">
                <a:latin typeface="Times New Roman" panose="02020603050405020304" pitchFamily="18" charset="0"/>
                <a:cs typeface="Times New Roman" panose="02020603050405020304" pitchFamily="18" charset="0"/>
              </a:rPr>
              <a:t>.</a:t>
            </a:r>
            <a:endParaRPr lang="es-ES" sz="2800">
              <a:latin typeface="Times New Roman" panose="02020603050405020304" pitchFamily="18" charset="0"/>
              <a:cs typeface="Times New Roman" panose="02020603050405020304" pitchFamily="18" charset="0"/>
            </a:endParaRPr>
          </a:p>
          <a:p>
            <a:pPr marL="457200" lvl="0" indent="-457200">
              <a:buFont typeface="Wingdings" panose="05000000000000000000" pitchFamily="2" charset="2"/>
              <a:buChar char="Ø"/>
            </a:pPr>
            <a:endParaRPr lang="en-US" sz="280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9362F9F4-390C-0581-240F-1B492120DBE9}"/>
              </a:ext>
            </a:extLst>
          </p:cNvPr>
          <p:cNvPicPr>
            <a:picLocks noChangeAspect="1"/>
          </p:cNvPicPr>
          <p:nvPr/>
        </p:nvPicPr>
        <p:blipFill>
          <a:blip r:embed="rId3"/>
          <a:stretch>
            <a:fillRect/>
          </a:stretch>
        </p:blipFill>
        <p:spPr>
          <a:xfrm>
            <a:off x="3200400" y="1676400"/>
            <a:ext cx="2486372" cy="476316"/>
          </a:xfrm>
          <a:prstGeom prst="rect">
            <a:avLst/>
          </a:prstGeom>
        </p:spPr>
      </p:pic>
    </p:spTree>
    <p:extLst>
      <p:ext uri="{BB962C8B-B14F-4D97-AF65-F5344CB8AC3E}">
        <p14:creationId xmlns:p14="http://schemas.microsoft.com/office/powerpoint/2010/main" val="43659020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C6C9A1-CE74-9C01-CCBC-455A0FC80520}"/>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062995DF-4A2F-7FB6-CD36-DDA3CF9116ED}"/>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Mô hình trung bình động</a:t>
            </a:r>
            <a:r>
              <a:rPr lang="en-US" sz="3200" b="0">
                <a:latin typeface="Times New Roman" panose="02020603050405020304" pitchFamily="18" charset="0"/>
                <a:cs typeface="Times New Roman" panose="02020603050405020304" pitchFamily="18" charset="0"/>
              </a:rPr>
              <a:t> </a:t>
            </a:r>
          </a:p>
        </p:txBody>
      </p:sp>
      <mc:AlternateContent xmlns:mc="http://schemas.openxmlformats.org/markup-compatibility/2006" xmlns:a14="http://schemas.microsoft.com/office/drawing/2010/main">
        <mc:Choice Requires="a14">
          <p:sp>
            <p:nvSpPr>
              <p:cNvPr id="31747" name="Rectangle 3">
                <a:extLst>
                  <a:ext uri="{FF2B5EF4-FFF2-40B4-BE49-F238E27FC236}">
                    <a16:creationId xmlns:a16="http://schemas.microsoft.com/office/drawing/2014/main" id="{31A4CEDF-78A9-3768-64C0-670CC9622DE9}"/>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Trung bình động bậc nhất: MA(1)</a:t>
                </a:r>
              </a:p>
              <a:p>
                <a:pPr lvl="0"/>
                <a:endParaRPr lang="es-ES" sz="28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r>
                  <a:rPr lang="vi-VN" sz="2800">
                    <a:latin typeface="Times New Roman" panose="02020603050405020304" pitchFamily="18" charset="0"/>
                    <a:cs typeface="Times New Roman" panose="02020603050405020304" pitchFamily="18" charset="0"/>
                  </a:rPr>
                  <a:t>Mô hình này có thể được viết ngắn gọn như sau:</a:t>
                </a:r>
                <a:endParaRPr lang="en-US" sz="28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800100" lvl="2" indent="0"/>
                <a:r>
                  <a:rPr lang="en-US" sz="2800">
                    <a:latin typeface="Times New Roman" panose="02020603050405020304" pitchFamily="18" charset="0"/>
                    <a:cs typeface="Times New Roman" panose="02020603050405020304" pitchFamily="18" charset="0"/>
                  </a:rPr>
                  <a:t>Trong đó </a:t>
                </a:r>
                <a14:m>
                  <m:oMath xmlns:m="http://schemas.openxmlformats.org/officeDocument/2006/math">
                    <m:r>
                      <a:rPr lang="en-US" sz="2800" i="1" smtClean="0">
                        <a:latin typeface="Cambria Math" panose="02040503050406030204" pitchFamily="18" charset="0"/>
                        <a:ea typeface="Cambria Math" panose="02040503050406030204" pitchFamily="18" charset="0"/>
                        <a:cs typeface="Times New Roman" panose="02020603050405020304" pitchFamily="18" charset="0"/>
                      </a:rPr>
                      <m:t>𝜃</m:t>
                    </m:r>
                    <m:d>
                      <m:dPr>
                        <m:ctrlPr>
                          <a:rPr lang="en-US" sz="2800" b="0"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US" sz="2800" b="0" i="1" smtClean="0">
                            <a:latin typeface="Cambria Math" panose="02040503050406030204" pitchFamily="18" charset="0"/>
                            <a:ea typeface="Cambria Math" panose="02040503050406030204" pitchFamily="18" charset="0"/>
                            <a:cs typeface="Times New Roman" panose="02020603050405020304" pitchFamily="18" charset="0"/>
                          </a:rPr>
                          <m:t>𝐵</m:t>
                        </m:r>
                      </m:e>
                    </m:d>
                    <m:r>
                      <a:rPr lang="en-US" sz="2800" b="0" i="1" smtClean="0">
                        <a:latin typeface="Cambria Math" panose="02040503050406030204" pitchFamily="18" charset="0"/>
                        <a:ea typeface="Cambria Math" panose="02040503050406030204" pitchFamily="18" charset="0"/>
                        <a:cs typeface="Times New Roman" panose="02020603050405020304" pitchFamily="18" charset="0"/>
                      </a:rPr>
                      <m:t>=1+ </m:t>
                    </m:r>
                    <m:sSub>
                      <m:sSubPr>
                        <m:ctrlPr>
                          <a:rPr lang="en-US" sz="2800"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sz="2800" i="1">
                            <a:latin typeface="Cambria Math" panose="02040503050406030204" pitchFamily="18" charset="0"/>
                            <a:ea typeface="Cambria Math" panose="02040503050406030204" pitchFamily="18" charset="0"/>
                            <a:cs typeface="Times New Roman" panose="02020603050405020304" pitchFamily="18" charset="0"/>
                          </a:rPr>
                          <m:t>𝜃</m:t>
                        </m:r>
                      </m:e>
                      <m:sub>
                        <m:r>
                          <a:rPr lang="en-US" sz="2800" b="0" i="1" smtClean="0">
                            <a:latin typeface="Cambria Math" panose="02040503050406030204" pitchFamily="18" charset="0"/>
                            <a:ea typeface="Cambria Math" panose="02040503050406030204" pitchFamily="18" charset="0"/>
                            <a:cs typeface="Times New Roman" panose="02020603050405020304" pitchFamily="18" charset="0"/>
                          </a:rPr>
                          <m:t>1</m:t>
                        </m:r>
                      </m:sub>
                    </m:sSub>
                    <m:r>
                      <a:rPr lang="en-US" sz="2800" b="0" i="1" smtClean="0">
                        <a:latin typeface="Cambria Math" panose="02040503050406030204" pitchFamily="18" charset="0"/>
                        <a:ea typeface="Cambria Math" panose="02040503050406030204" pitchFamily="18" charset="0"/>
                        <a:cs typeface="Times New Roman" panose="02020603050405020304" pitchFamily="18" charset="0"/>
                      </a:rPr>
                      <m:t>𝐵</m:t>
                    </m:r>
                  </m:oMath>
                </a14:m>
                <a:r>
                  <a:rPr lang="en-US" sz="2800">
                    <a:latin typeface="Times New Roman" panose="02020603050405020304" pitchFamily="18" charset="0"/>
                    <a:cs typeface="Times New Roman" panose="02020603050405020304" pitchFamily="18" charset="0"/>
                  </a:rPr>
                  <a:t> còn được gọi </a:t>
                </a:r>
                <a:r>
                  <a:rPr lang="vi-VN" sz="2800">
                    <a:latin typeface="Times New Roman" panose="02020603050405020304" pitchFamily="18" charset="0"/>
                    <a:cs typeface="Times New Roman" panose="02020603050405020304" pitchFamily="18" charset="0"/>
                  </a:rPr>
                  <a:t>là toán tử trung bình động, nó liên kếtquy trình {</a:t>
                </a:r>
                <a14:m>
                  <m:oMath xmlns:m="http://schemas.openxmlformats.org/officeDocument/2006/math">
                    <m:sSub>
                      <m:sSubPr>
                        <m:ctrlPr>
                          <a:rPr lang="en-US" sz="2800" i="1">
                            <a:latin typeface="Cambria Math" panose="02040503050406030204" pitchFamily="18" charset="0"/>
                            <a:ea typeface="Cambria Math" panose="02040503050406030204" pitchFamily="18" charset="0"/>
                            <a:cs typeface="Times New Roman" panose="02020603050405020304" pitchFamily="18" charset="0"/>
                          </a:rPr>
                        </m:ctrlPr>
                      </m:sSubPr>
                      <m:e>
                        <m:r>
                          <a:rPr lang="en-US" sz="2800" b="0" i="1" smtClean="0">
                            <a:latin typeface="Cambria Math" panose="02040503050406030204" pitchFamily="18" charset="0"/>
                            <a:ea typeface="Cambria Math" panose="02040503050406030204" pitchFamily="18" charset="0"/>
                            <a:cs typeface="Times New Roman" panose="02020603050405020304" pitchFamily="18" charset="0"/>
                          </a:rPr>
                          <m:t>𝑦</m:t>
                        </m:r>
                      </m:e>
                      <m:sub>
                        <m:r>
                          <a:rPr lang="en-US" sz="2800" b="0" i="1" smtClean="0">
                            <a:latin typeface="Cambria Math" panose="02040503050406030204" pitchFamily="18" charset="0"/>
                            <a:ea typeface="Cambria Math" panose="02040503050406030204" pitchFamily="18" charset="0"/>
                            <a:cs typeface="Times New Roman" panose="02020603050405020304" pitchFamily="18" charset="0"/>
                          </a:rPr>
                          <m:t>𝑡</m:t>
                        </m:r>
                      </m:sub>
                    </m:sSub>
                  </m:oMath>
                </a14:m>
                <a:r>
                  <a:rPr lang="vi-VN" sz="2800">
                    <a:latin typeface="Times New Roman" panose="02020603050405020304" pitchFamily="18" charset="0"/>
                    <a:cs typeface="Times New Roman" panose="02020603050405020304" pitchFamily="18" charset="0"/>
                  </a:rPr>
                  <a:t>} làm đầu ra với quy trình {</a:t>
                </a:r>
                <a14:m>
                  <m:oMath xmlns:m="http://schemas.openxmlformats.org/officeDocument/2006/math">
                    <m:sSub>
                      <m:sSubPr>
                        <m:ctrlPr>
                          <a:rPr lang="en-US" sz="2800" i="1">
                            <a:latin typeface="Cambria Math" panose="02040503050406030204" pitchFamily="18" charset="0"/>
                            <a:ea typeface="Cambria Math" panose="02040503050406030204" pitchFamily="18" charset="0"/>
                            <a:cs typeface="Times New Roman" panose="02020603050405020304" pitchFamily="18" charset="0"/>
                          </a:rPr>
                        </m:ctrlPr>
                      </m:sSubPr>
                      <m:e>
                        <m:r>
                          <m:rPr>
                            <m:nor/>
                          </m:rPr>
                          <a:rPr lang="vi-VN" sz="2800">
                            <a:latin typeface="Times New Roman" panose="02020603050405020304" pitchFamily="18" charset="0"/>
                            <a:cs typeface="Times New Roman" panose="02020603050405020304" pitchFamily="18" charset="0"/>
                          </a:rPr>
                          <m:t>𝜀</m:t>
                        </m:r>
                      </m:e>
                      <m:sub>
                        <m:r>
                          <a:rPr lang="en-US" sz="2800" b="0" i="1" smtClean="0">
                            <a:latin typeface="Cambria Math" panose="02040503050406030204" pitchFamily="18" charset="0"/>
                            <a:ea typeface="Cambria Math" panose="02040503050406030204" pitchFamily="18" charset="0"/>
                            <a:cs typeface="Times New Roman" panose="02020603050405020304" pitchFamily="18" charset="0"/>
                          </a:rPr>
                          <m:t>𝑡</m:t>
                        </m:r>
                      </m:sub>
                    </m:sSub>
                  </m:oMath>
                </a14:m>
                <a:r>
                  <a:rPr lang="vi-VN" sz="2800">
                    <a:latin typeface="Times New Roman" panose="02020603050405020304" pitchFamily="18" charset="0"/>
                    <a:cs typeface="Times New Roman" panose="02020603050405020304" pitchFamily="18" charset="0"/>
                  </a:rPr>
                  <a:t>} làm đầu vào.</a:t>
                </a:r>
                <a:endParaRPr lang="en-US" sz="2800">
                  <a:latin typeface="Times New Roman" panose="02020603050405020304" pitchFamily="18" charset="0"/>
                  <a:cs typeface="Times New Roman" panose="02020603050405020304" pitchFamily="18" charset="0"/>
                </a:endParaRPr>
              </a:p>
            </p:txBody>
          </p:sp>
        </mc:Choice>
        <mc:Fallback xmlns="">
          <p:sp>
            <p:nvSpPr>
              <p:cNvPr id="31747" name="Rectangle 3">
                <a:extLst>
                  <a:ext uri="{FF2B5EF4-FFF2-40B4-BE49-F238E27FC236}">
                    <a16:creationId xmlns:a16="http://schemas.microsoft.com/office/drawing/2014/main" id="{31A4CEDF-78A9-3768-64C0-670CC9622DE9}"/>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3"/>
                <a:stretch>
                  <a:fillRect l="-1136" t="-1230" r="-187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pic>
        <p:nvPicPr>
          <p:cNvPr id="4" name="Picture 3">
            <a:extLst>
              <a:ext uri="{FF2B5EF4-FFF2-40B4-BE49-F238E27FC236}">
                <a16:creationId xmlns:a16="http://schemas.microsoft.com/office/drawing/2014/main" id="{79D3326B-A462-99AD-AC54-5E12863C1A1D}"/>
              </a:ext>
            </a:extLst>
          </p:cNvPr>
          <p:cNvPicPr>
            <a:picLocks noChangeAspect="1"/>
          </p:cNvPicPr>
          <p:nvPr/>
        </p:nvPicPr>
        <p:blipFill>
          <a:blip r:embed="rId4"/>
          <a:stretch>
            <a:fillRect/>
          </a:stretch>
        </p:blipFill>
        <p:spPr>
          <a:xfrm>
            <a:off x="3648075" y="2514646"/>
            <a:ext cx="1847850" cy="447675"/>
          </a:xfrm>
          <a:prstGeom prst="rect">
            <a:avLst/>
          </a:prstGeom>
        </p:spPr>
      </p:pic>
      <p:pic>
        <p:nvPicPr>
          <p:cNvPr id="8" name="Picture 7">
            <a:extLst>
              <a:ext uri="{FF2B5EF4-FFF2-40B4-BE49-F238E27FC236}">
                <a16:creationId xmlns:a16="http://schemas.microsoft.com/office/drawing/2014/main" id="{492CE8A1-62E1-1552-DA95-42098246CC71}"/>
              </a:ext>
            </a:extLst>
          </p:cNvPr>
          <p:cNvPicPr>
            <a:picLocks noChangeAspect="1"/>
          </p:cNvPicPr>
          <p:nvPr/>
        </p:nvPicPr>
        <p:blipFill>
          <a:blip r:embed="rId5"/>
          <a:stretch>
            <a:fillRect/>
          </a:stretch>
        </p:blipFill>
        <p:spPr>
          <a:xfrm>
            <a:off x="3457575" y="1652522"/>
            <a:ext cx="2486372" cy="476316"/>
          </a:xfrm>
          <a:prstGeom prst="rect">
            <a:avLst/>
          </a:prstGeom>
        </p:spPr>
      </p:pic>
    </p:spTree>
    <p:extLst>
      <p:ext uri="{BB962C8B-B14F-4D97-AF65-F5344CB8AC3E}">
        <p14:creationId xmlns:p14="http://schemas.microsoft.com/office/powerpoint/2010/main" val="316947560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B16BA1-377E-8559-F244-43591D15EC47}"/>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BA1A0616-1742-7BA7-DD77-33D203509A25}"/>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Mô hình trung bình động</a:t>
            </a:r>
            <a:r>
              <a:rPr lang="en-US" sz="3200" b="0">
                <a:latin typeface="Times New Roman" panose="02020603050405020304" pitchFamily="18" charset="0"/>
                <a:cs typeface="Times New Roman" panose="02020603050405020304" pitchFamily="18" charset="0"/>
              </a:rPr>
              <a:t> </a:t>
            </a:r>
          </a:p>
        </p:txBody>
      </p:sp>
      <p:sp>
        <p:nvSpPr>
          <p:cNvPr id="31747" name="Rectangle 3">
            <a:extLst>
              <a:ext uri="{FF2B5EF4-FFF2-40B4-BE49-F238E27FC236}">
                <a16:creationId xmlns:a16="http://schemas.microsoft.com/office/drawing/2014/main" id="{E934DFBB-22FA-41DD-C028-8AC36B4EF0FE}"/>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Trung bình động bậc nhất: MA(1)</a:t>
            </a:r>
          </a:p>
          <a:p>
            <a:pPr lvl="0"/>
            <a:endParaRPr lang="es-ES" sz="28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Giá trị trung bình</a:t>
            </a: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H</a:t>
            </a:r>
            <a:r>
              <a:rPr lang="vi-VN" sz="2800">
                <a:latin typeface="Times New Roman" panose="02020603050405020304" pitchFamily="18" charset="0"/>
                <a:cs typeface="Times New Roman" panose="02020603050405020304" pitchFamily="18" charset="0"/>
              </a:rPr>
              <a:t>àm tự hiệp phương sai</a:t>
            </a:r>
            <a:r>
              <a:rPr lang="en-US" sz="2800">
                <a:latin typeface="Times New Roman" panose="02020603050405020304" pitchFamily="18" charset="0"/>
                <a:cs typeface="Times New Roman" panose="02020603050405020304" pitchFamily="18" charset="0"/>
              </a:rPr>
              <a:t> (auto-covariance)</a:t>
            </a:r>
          </a:p>
        </p:txBody>
      </p:sp>
      <p:pic>
        <p:nvPicPr>
          <p:cNvPr id="8" name="Picture 7">
            <a:extLst>
              <a:ext uri="{FF2B5EF4-FFF2-40B4-BE49-F238E27FC236}">
                <a16:creationId xmlns:a16="http://schemas.microsoft.com/office/drawing/2014/main" id="{A7D7543A-8299-9C44-6488-73C6499C6A63}"/>
              </a:ext>
            </a:extLst>
          </p:cNvPr>
          <p:cNvPicPr>
            <a:picLocks noChangeAspect="1"/>
          </p:cNvPicPr>
          <p:nvPr/>
        </p:nvPicPr>
        <p:blipFill>
          <a:blip r:embed="rId3"/>
          <a:stretch>
            <a:fillRect/>
          </a:stretch>
        </p:blipFill>
        <p:spPr>
          <a:xfrm>
            <a:off x="3457575" y="1652522"/>
            <a:ext cx="2486372" cy="476316"/>
          </a:xfrm>
          <a:prstGeom prst="rect">
            <a:avLst/>
          </a:prstGeom>
        </p:spPr>
      </p:pic>
      <p:pic>
        <p:nvPicPr>
          <p:cNvPr id="3" name="Picture 2">
            <a:extLst>
              <a:ext uri="{FF2B5EF4-FFF2-40B4-BE49-F238E27FC236}">
                <a16:creationId xmlns:a16="http://schemas.microsoft.com/office/drawing/2014/main" id="{2B94CA78-5BC6-53B2-F27D-364F26D77A4D}"/>
              </a:ext>
            </a:extLst>
          </p:cNvPr>
          <p:cNvPicPr>
            <a:picLocks noChangeAspect="1"/>
          </p:cNvPicPr>
          <p:nvPr/>
        </p:nvPicPr>
        <p:blipFill>
          <a:blip r:embed="rId4"/>
          <a:stretch>
            <a:fillRect/>
          </a:stretch>
        </p:blipFill>
        <p:spPr>
          <a:xfrm>
            <a:off x="3581400" y="2128838"/>
            <a:ext cx="1667108" cy="514422"/>
          </a:xfrm>
          <a:prstGeom prst="rect">
            <a:avLst/>
          </a:prstGeom>
        </p:spPr>
      </p:pic>
      <p:pic>
        <p:nvPicPr>
          <p:cNvPr id="7" name="Picture 6">
            <a:extLst>
              <a:ext uri="{FF2B5EF4-FFF2-40B4-BE49-F238E27FC236}">
                <a16:creationId xmlns:a16="http://schemas.microsoft.com/office/drawing/2014/main" id="{DE265F7F-97EE-172F-A80D-9C7AE88550E5}"/>
              </a:ext>
            </a:extLst>
          </p:cNvPr>
          <p:cNvPicPr>
            <a:picLocks noChangeAspect="1"/>
          </p:cNvPicPr>
          <p:nvPr/>
        </p:nvPicPr>
        <p:blipFill>
          <a:blip r:embed="rId5"/>
          <a:stretch>
            <a:fillRect/>
          </a:stretch>
        </p:blipFill>
        <p:spPr>
          <a:xfrm>
            <a:off x="1299707" y="3119576"/>
            <a:ext cx="6525536" cy="1438476"/>
          </a:xfrm>
          <a:prstGeom prst="rect">
            <a:avLst/>
          </a:prstGeom>
        </p:spPr>
      </p:pic>
    </p:spTree>
    <p:extLst>
      <p:ext uri="{BB962C8B-B14F-4D97-AF65-F5344CB8AC3E}">
        <p14:creationId xmlns:p14="http://schemas.microsoft.com/office/powerpoint/2010/main" val="36321934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431003-4394-EF30-913E-E3DEDA457072}"/>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C309C09A-B113-1088-493A-91818444F0B2}"/>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Mô hình trung bình động</a:t>
            </a:r>
            <a:r>
              <a:rPr lang="en-US" sz="3200" b="0">
                <a:latin typeface="Times New Roman" panose="02020603050405020304" pitchFamily="18" charset="0"/>
                <a:cs typeface="Times New Roman" panose="02020603050405020304" pitchFamily="18" charset="0"/>
              </a:rPr>
              <a:t> </a:t>
            </a:r>
          </a:p>
        </p:txBody>
      </p:sp>
      <p:sp>
        <p:nvSpPr>
          <p:cNvPr id="31747" name="Rectangle 3">
            <a:extLst>
              <a:ext uri="{FF2B5EF4-FFF2-40B4-BE49-F238E27FC236}">
                <a16:creationId xmlns:a16="http://schemas.microsoft.com/office/drawing/2014/main" id="{425E5D24-FF80-AB0E-3707-98B41BFAFC2D}"/>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Trung bình động bậc nhất: MA(1)</a:t>
            </a:r>
          </a:p>
          <a:p>
            <a:pPr lvl="0"/>
            <a:endParaRPr lang="es-ES" sz="28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Hàm tự hiệp phương sai</a:t>
            </a:r>
          </a:p>
          <a:p>
            <a:pPr marL="85725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400050" lvl="1" indent="0"/>
            <a:r>
              <a:rPr lang="en-US" sz="2800">
                <a:latin typeface="Times New Roman" panose="02020603050405020304" pitchFamily="18" charset="0"/>
                <a:cs typeface="Times New Roman" panose="02020603050405020304" pitchFamily="18" charset="0"/>
              </a:rPr>
              <a:t>                                                     </a:t>
            </a:r>
            <a:r>
              <a:rPr lang="en-US" sz="2800" i="1">
                <a:latin typeface="Times New Roman" panose="02020603050405020304" pitchFamily="18" charset="0"/>
                <a:cs typeface="Times New Roman" panose="02020603050405020304" pitchFamily="18" charset="0"/>
              </a:rPr>
              <a:t>k = 2, 3, …</a:t>
            </a:r>
          </a:p>
        </p:txBody>
      </p:sp>
      <p:pic>
        <p:nvPicPr>
          <p:cNvPr id="8" name="Picture 7">
            <a:extLst>
              <a:ext uri="{FF2B5EF4-FFF2-40B4-BE49-F238E27FC236}">
                <a16:creationId xmlns:a16="http://schemas.microsoft.com/office/drawing/2014/main" id="{17CAD8DF-A48D-B238-7DC6-BFA6CEB0705F}"/>
              </a:ext>
            </a:extLst>
          </p:cNvPr>
          <p:cNvPicPr>
            <a:picLocks noChangeAspect="1"/>
          </p:cNvPicPr>
          <p:nvPr/>
        </p:nvPicPr>
        <p:blipFill>
          <a:blip r:embed="rId3"/>
          <a:stretch>
            <a:fillRect/>
          </a:stretch>
        </p:blipFill>
        <p:spPr>
          <a:xfrm>
            <a:off x="3457575" y="1652522"/>
            <a:ext cx="2486372" cy="476316"/>
          </a:xfrm>
          <a:prstGeom prst="rect">
            <a:avLst/>
          </a:prstGeom>
        </p:spPr>
      </p:pic>
      <p:pic>
        <p:nvPicPr>
          <p:cNvPr id="6" name="Picture 5">
            <a:extLst>
              <a:ext uri="{FF2B5EF4-FFF2-40B4-BE49-F238E27FC236}">
                <a16:creationId xmlns:a16="http://schemas.microsoft.com/office/drawing/2014/main" id="{3409DEFF-3A45-408D-0A90-828C311273B3}"/>
              </a:ext>
            </a:extLst>
          </p:cNvPr>
          <p:cNvPicPr>
            <a:picLocks noChangeAspect="1"/>
          </p:cNvPicPr>
          <p:nvPr/>
        </p:nvPicPr>
        <p:blipFill>
          <a:blip r:embed="rId4"/>
          <a:stretch>
            <a:fillRect/>
          </a:stretch>
        </p:blipFill>
        <p:spPr>
          <a:xfrm>
            <a:off x="1115206" y="2622735"/>
            <a:ext cx="8028794" cy="1415866"/>
          </a:xfrm>
          <a:prstGeom prst="rect">
            <a:avLst/>
          </a:prstGeom>
        </p:spPr>
      </p:pic>
      <p:pic>
        <p:nvPicPr>
          <p:cNvPr id="10" name="Picture 9">
            <a:extLst>
              <a:ext uri="{FF2B5EF4-FFF2-40B4-BE49-F238E27FC236}">
                <a16:creationId xmlns:a16="http://schemas.microsoft.com/office/drawing/2014/main" id="{F5648B82-F22F-016B-EF7E-E9CB605F8EF5}"/>
              </a:ext>
            </a:extLst>
          </p:cNvPr>
          <p:cNvPicPr>
            <a:picLocks noChangeAspect="1"/>
          </p:cNvPicPr>
          <p:nvPr/>
        </p:nvPicPr>
        <p:blipFill>
          <a:blip r:embed="rId5"/>
          <a:stretch>
            <a:fillRect/>
          </a:stretch>
        </p:blipFill>
        <p:spPr>
          <a:xfrm>
            <a:off x="1115206" y="4113398"/>
            <a:ext cx="2980997" cy="382402"/>
          </a:xfrm>
          <a:prstGeom prst="rect">
            <a:avLst/>
          </a:prstGeom>
        </p:spPr>
      </p:pic>
      <p:pic>
        <p:nvPicPr>
          <p:cNvPr id="14" name="Picture 13">
            <a:extLst>
              <a:ext uri="{FF2B5EF4-FFF2-40B4-BE49-F238E27FC236}">
                <a16:creationId xmlns:a16="http://schemas.microsoft.com/office/drawing/2014/main" id="{2068B84F-E55E-E46A-9E07-6F69873A7DE8}"/>
              </a:ext>
            </a:extLst>
          </p:cNvPr>
          <p:cNvPicPr>
            <a:picLocks noChangeAspect="1"/>
          </p:cNvPicPr>
          <p:nvPr/>
        </p:nvPicPr>
        <p:blipFill>
          <a:blip r:embed="rId6"/>
          <a:stretch>
            <a:fillRect/>
          </a:stretch>
        </p:blipFill>
        <p:spPr>
          <a:xfrm>
            <a:off x="1150040" y="4572000"/>
            <a:ext cx="4953691" cy="1390844"/>
          </a:xfrm>
          <a:prstGeom prst="rect">
            <a:avLst/>
          </a:prstGeom>
        </p:spPr>
      </p:pic>
    </p:spTree>
    <p:extLst>
      <p:ext uri="{BB962C8B-B14F-4D97-AF65-F5344CB8AC3E}">
        <p14:creationId xmlns:p14="http://schemas.microsoft.com/office/powerpoint/2010/main" val="405340933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0BA1FC-4D98-8E51-3984-12FA22B9209D}"/>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B2AB6A7E-00BC-6A31-A7D4-F19B8EE82E14}"/>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Mô hình trung bình động</a:t>
            </a:r>
            <a:r>
              <a:rPr lang="en-US" sz="3200" b="0">
                <a:latin typeface="Times New Roman" panose="02020603050405020304" pitchFamily="18" charset="0"/>
                <a:cs typeface="Times New Roman" panose="02020603050405020304" pitchFamily="18" charset="0"/>
              </a:rPr>
              <a:t> </a:t>
            </a:r>
          </a:p>
        </p:txBody>
      </p:sp>
      <p:sp>
        <p:nvSpPr>
          <p:cNvPr id="31747" name="Rectangle 3">
            <a:extLst>
              <a:ext uri="{FF2B5EF4-FFF2-40B4-BE49-F238E27FC236}">
                <a16:creationId xmlns:a16="http://schemas.microsoft.com/office/drawing/2014/main" id="{E8F5726F-874A-BD0A-BE8F-EFD9582A4227}"/>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Trung bình động bậc nhất: MA(1)</a:t>
            </a:r>
          </a:p>
          <a:p>
            <a:pPr lvl="0"/>
            <a:endParaRPr lang="es-ES" sz="28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Hàm tự tương quan</a:t>
            </a:r>
          </a:p>
          <a:p>
            <a:pPr marL="400050" lvl="1" indent="0"/>
            <a:endParaRPr lang="en-US" sz="2800">
              <a:latin typeface="Times New Roman" panose="02020603050405020304" pitchFamily="18" charset="0"/>
              <a:cs typeface="Times New Roman" panose="02020603050405020304" pitchFamily="18" charset="0"/>
            </a:endParaRPr>
          </a:p>
          <a:p>
            <a:pPr marL="400050" lvl="1" indent="0"/>
            <a:endParaRPr lang="en-US" sz="2800">
              <a:latin typeface="Times New Roman" panose="02020603050405020304" pitchFamily="18" charset="0"/>
              <a:cs typeface="Times New Roman" panose="02020603050405020304" pitchFamily="18" charset="0"/>
            </a:endParaRPr>
          </a:p>
          <a:p>
            <a:pPr marL="400050" lvl="1" indent="0"/>
            <a:endParaRPr lang="en-US" sz="2800">
              <a:latin typeface="Times New Roman" panose="02020603050405020304" pitchFamily="18" charset="0"/>
              <a:cs typeface="Times New Roman" panose="02020603050405020304" pitchFamily="18" charset="0"/>
            </a:endParaRPr>
          </a:p>
          <a:p>
            <a:pPr marL="400050" lvl="1" indent="0"/>
            <a:r>
              <a:rPr lang="en-US" sz="2800">
                <a:latin typeface="Times New Roman" panose="02020603050405020304" pitchFamily="18" charset="0"/>
                <a:cs typeface="Times New Roman" panose="02020603050405020304" pitchFamily="18" charset="0"/>
              </a:rPr>
              <a:t>                                                               </a:t>
            </a:r>
            <a:r>
              <a:rPr lang="en-US" sz="2800" i="1">
                <a:latin typeface="Times New Roman" panose="02020603050405020304" pitchFamily="18" charset="0"/>
                <a:cs typeface="Times New Roman" panose="02020603050405020304" pitchFamily="18" charset="0"/>
              </a:rPr>
              <a:t>k = 2, 3, …</a:t>
            </a:r>
            <a:endParaRPr lang="en-US" sz="28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DAEC67CA-FF38-B774-1D93-30AFC85757A9}"/>
              </a:ext>
            </a:extLst>
          </p:cNvPr>
          <p:cNvPicPr>
            <a:picLocks noChangeAspect="1"/>
          </p:cNvPicPr>
          <p:nvPr/>
        </p:nvPicPr>
        <p:blipFill>
          <a:blip r:embed="rId3"/>
          <a:stretch>
            <a:fillRect/>
          </a:stretch>
        </p:blipFill>
        <p:spPr>
          <a:xfrm>
            <a:off x="3457575" y="1652522"/>
            <a:ext cx="2486372" cy="476316"/>
          </a:xfrm>
          <a:prstGeom prst="rect">
            <a:avLst/>
          </a:prstGeom>
        </p:spPr>
      </p:pic>
      <p:pic>
        <p:nvPicPr>
          <p:cNvPr id="9" name="Picture 8">
            <a:extLst>
              <a:ext uri="{FF2B5EF4-FFF2-40B4-BE49-F238E27FC236}">
                <a16:creationId xmlns:a16="http://schemas.microsoft.com/office/drawing/2014/main" id="{D41AEA6D-2E53-1ED0-553C-B330681862B3}"/>
              </a:ext>
            </a:extLst>
          </p:cNvPr>
          <p:cNvPicPr>
            <a:picLocks noChangeAspect="1"/>
          </p:cNvPicPr>
          <p:nvPr/>
        </p:nvPicPr>
        <p:blipFill>
          <a:blip r:embed="rId4"/>
          <a:stretch>
            <a:fillRect/>
          </a:stretch>
        </p:blipFill>
        <p:spPr>
          <a:xfrm>
            <a:off x="2195181" y="2590800"/>
            <a:ext cx="4753638" cy="1733792"/>
          </a:xfrm>
          <a:prstGeom prst="rect">
            <a:avLst/>
          </a:prstGeom>
        </p:spPr>
      </p:pic>
    </p:spTree>
    <p:extLst>
      <p:ext uri="{BB962C8B-B14F-4D97-AF65-F5344CB8AC3E}">
        <p14:creationId xmlns:p14="http://schemas.microsoft.com/office/powerpoint/2010/main" val="292229284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E0915A-3B7A-C96D-AC5D-D6D5DE51F878}"/>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955CA6E9-79BA-31B2-DD4C-2DA79DE7D8CE}"/>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Mô hình trung bình động</a:t>
            </a:r>
            <a:r>
              <a:rPr lang="en-US" sz="3200" b="0">
                <a:latin typeface="Times New Roman" panose="02020603050405020304" pitchFamily="18" charset="0"/>
                <a:cs typeface="Times New Roman" panose="02020603050405020304" pitchFamily="18" charset="0"/>
              </a:rPr>
              <a:t> </a:t>
            </a:r>
          </a:p>
        </p:txBody>
      </p:sp>
      <p:sp>
        <p:nvSpPr>
          <p:cNvPr id="31747" name="Rectangle 3">
            <a:extLst>
              <a:ext uri="{FF2B5EF4-FFF2-40B4-BE49-F238E27FC236}">
                <a16:creationId xmlns:a16="http://schemas.microsoft.com/office/drawing/2014/main" id="{97058113-FA10-77BF-36A5-2359DCBBCDE8}"/>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Trung bình động bậc nhất: MA(1)</a:t>
            </a:r>
          </a:p>
          <a:p>
            <a:pPr lvl="0"/>
            <a:endParaRPr lang="es-ES" sz="28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Hàm tự tương quan cục bộ</a:t>
            </a:r>
          </a:p>
          <a:p>
            <a:pPr marL="85725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4348E4E3-30FE-51E0-C512-3C5BCFE00442}"/>
              </a:ext>
            </a:extLst>
          </p:cNvPr>
          <p:cNvPicPr>
            <a:picLocks noChangeAspect="1"/>
          </p:cNvPicPr>
          <p:nvPr/>
        </p:nvPicPr>
        <p:blipFill>
          <a:blip r:embed="rId3"/>
          <a:stretch>
            <a:fillRect/>
          </a:stretch>
        </p:blipFill>
        <p:spPr>
          <a:xfrm>
            <a:off x="3457575" y="1652522"/>
            <a:ext cx="2486372" cy="476316"/>
          </a:xfrm>
          <a:prstGeom prst="rect">
            <a:avLst/>
          </a:prstGeom>
        </p:spPr>
      </p:pic>
      <p:pic>
        <p:nvPicPr>
          <p:cNvPr id="3" name="Picture 2">
            <a:extLst>
              <a:ext uri="{FF2B5EF4-FFF2-40B4-BE49-F238E27FC236}">
                <a16:creationId xmlns:a16="http://schemas.microsoft.com/office/drawing/2014/main" id="{A9DB5C8D-46E0-1A19-A040-578F3660A9F6}"/>
              </a:ext>
            </a:extLst>
          </p:cNvPr>
          <p:cNvPicPr>
            <a:picLocks noChangeAspect="1"/>
          </p:cNvPicPr>
          <p:nvPr/>
        </p:nvPicPr>
        <p:blipFill>
          <a:blip r:embed="rId4"/>
          <a:stretch>
            <a:fillRect/>
          </a:stretch>
        </p:blipFill>
        <p:spPr>
          <a:xfrm>
            <a:off x="3733800" y="2562160"/>
            <a:ext cx="1276350" cy="428625"/>
          </a:xfrm>
          <a:prstGeom prst="rect">
            <a:avLst/>
          </a:prstGeom>
        </p:spPr>
      </p:pic>
      <p:pic>
        <p:nvPicPr>
          <p:cNvPr id="9" name="Picture 8">
            <a:extLst>
              <a:ext uri="{FF2B5EF4-FFF2-40B4-BE49-F238E27FC236}">
                <a16:creationId xmlns:a16="http://schemas.microsoft.com/office/drawing/2014/main" id="{9C3129A2-5140-B121-B001-0BAE936110F2}"/>
              </a:ext>
            </a:extLst>
          </p:cNvPr>
          <p:cNvPicPr>
            <a:picLocks noChangeAspect="1"/>
          </p:cNvPicPr>
          <p:nvPr/>
        </p:nvPicPr>
        <p:blipFill>
          <a:blip r:embed="rId5"/>
          <a:stretch>
            <a:fillRect/>
          </a:stretch>
        </p:blipFill>
        <p:spPr>
          <a:xfrm>
            <a:off x="3023971" y="2952683"/>
            <a:ext cx="3096057" cy="952633"/>
          </a:xfrm>
          <a:prstGeom prst="rect">
            <a:avLst/>
          </a:prstGeom>
        </p:spPr>
      </p:pic>
      <p:pic>
        <p:nvPicPr>
          <p:cNvPr id="11" name="Picture 10">
            <a:extLst>
              <a:ext uri="{FF2B5EF4-FFF2-40B4-BE49-F238E27FC236}">
                <a16:creationId xmlns:a16="http://schemas.microsoft.com/office/drawing/2014/main" id="{452788DF-6337-B677-C635-A123D2522208}"/>
              </a:ext>
            </a:extLst>
          </p:cNvPr>
          <p:cNvPicPr>
            <a:picLocks noChangeAspect="1"/>
          </p:cNvPicPr>
          <p:nvPr/>
        </p:nvPicPr>
        <p:blipFill>
          <a:blip r:embed="rId6"/>
          <a:stretch>
            <a:fillRect/>
          </a:stretch>
        </p:blipFill>
        <p:spPr>
          <a:xfrm>
            <a:off x="357361" y="3907493"/>
            <a:ext cx="8686800" cy="1435702"/>
          </a:xfrm>
          <a:prstGeom prst="rect">
            <a:avLst/>
          </a:prstGeom>
        </p:spPr>
      </p:pic>
    </p:spTree>
    <p:extLst>
      <p:ext uri="{BB962C8B-B14F-4D97-AF65-F5344CB8AC3E}">
        <p14:creationId xmlns:p14="http://schemas.microsoft.com/office/powerpoint/2010/main" val="104993116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E78AFD-BEA3-4AF5-5858-1C102997DE27}"/>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332640A9-318F-C2A9-5BAF-011C06810FE0}"/>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Mô hình trung bình động</a:t>
            </a:r>
            <a:r>
              <a:rPr lang="en-US" sz="3200" b="0">
                <a:latin typeface="Times New Roman" panose="02020603050405020304" pitchFamily="18" charset="0"/>
                <a:cs typeface="Times New Roman" panose="02020603050405020304" pitchFamily="18" charset="0"/>
              </a:rPr>
              <a:t> </a:t>
            </a:r>
          </a:p>
        </p:txBody>
      </p:sp>
      <mc:AlternateContent xmlns:mc="http://schemas.openxmlformats.org/markup-compatibility/2006" xmlns:a14="http://schemas.microsoft.com/office/drawing/2010/main">
        <mc:Choice Requires="a14">
          <p:sp>
            <p:nvSpPr>
              <p:cNvPr id="31747" name="Rectangle 3">
                <a:extLst>
                  <a:ext uri="{FF2B5EF4-FFF2-40B4-BE49-F238E27FC236}">
                    <a16:creationId xmlns:a16="http://schemas.microsoft.com/office/drawing/2014/main" id="{04D303F7-555C-6824-2BFD-B8B96CD79A66}"/>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Trung bình động bậc hai: MA(2)</a:t>
                </a:r>
              </a:p>
              <a:p>
                <a:pPr lvl="0"/>
                <a:endParaRPr lang="es-ES" sz="28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r>
                  <a:rPr lang="vi-VN" sz="2800">
                    <a:latin typeface="Times New Roman" panose="02020603050405020304" pitchFamily="18" charset="0"/>
                    <a:cs typeface="Times New Roman" panose="02020603050405020304" pitchFamily="18" charset="0"/>
                  </a:rPr>
                  <a:t>Mô hình này có thể được viết ngắn gọn như sau:</a:t>
                </a:r>
                <a:endParaRPr lang="en-US" sz="28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800100" lvl="2" indent="0"/>
                <a:r>
                  <a:rPr lang="en-US" sz="2800">
                    <a:latin typeface="Times New Roman" panose="02020603050405020304" pitchFamily="18" charset="0"/>
                    <a:cs typeface="Times New Roman" panose="02020603050405020304" pitchFamily="18" charset="0"/>
                  </a:rPr>
                  <a:t>Trong đó </a:t>
                </a:r>
                <a14:m>
                  <m:oMath xmlns:m="http://schemas.openxmlformats.org/officeDocument/2006/math">
                    <m:r>
                      <a:rPr lang="en-US" sz="2800" i="1">
                        <a:latin typeface="Cambria Math" panose="02040503050406030204" pitchFamily="18" charset="0"/>
                        <a:ea typeface="Cambria Math" panose="02040503050406030204" pitchFamily="18" charset="0"/>
                        <a:cs typeface="Times New Roman" panose="02020603050405020304" pitchFamily="18" charset="0"/>
                      </a:rPr>
                      <m:t>𝜃</m:t>
                    </m:r>
                    <m:d>
                      <m:dPr>
                        <m:ctrlPr>
                          <a:rPr lang="en-US" sz="2800" i="1">
                            <a:latin typeface="Cambria Math" panose="02040503050406030204" pitchFamily="18" charset="0"/>
                            <a:ea typeface="Cambria Math" panose="02040503050406030204" pitchFamily="18" charset="0"/>
                            <a:cs typeface="Times New Roman" panose="02020603050405020304" pitchFamily="18" charset="0"/>
                          </a:rPr>
                        </m:ctrlPr>
                      </m:dPr>
                      <m:e>
                        <m:r>
                          <a:rPr lang="en-US" sz="2800" i="1">
                            <a:latin typeface="Cambria Math" panose="02040503050406030204" pitchFamily="18" charset="0"/>
                            <a:ea typeface="Cambria Math" panose="02040503050406030204" pitchFamily="18" charset="0"/>
                            <a:cs typeface="Times New Roman" panose="02020603050405020304" pitchFamily="18" charset="0"/>
                          </a:rPr>
                          <m:t>𝐵</m:t>
                        </m:r>
                      </m:e>
                    </m:d>
                    <m:r>
                      <a:rPr lang="en-US" sz="2800" i="1">
                        <a:latin typeface="Cambria Math" panose="02040503050406030204" pitchFamily="18" charset="0"/>
                        <a:ea typeface="Cambria Math" panose="02040503050406030204" pitchFamily="18" charset="0"/>
                        <a:cs typeface="Times New Roman" panose="02020603050405020304" pitchFamily="18" charset="0"/>
                      </a:rPr>
                      <m:t>=1+ </m:t>
                    </m:r>
                    <m:sSub>
                      <m:sSubPr>
                        <m:ctrlPr>
                          <a:rPr lang="en-US" sz="2800" i="1">
                            <a:latin typeface="Cambria Math" panose="02040503050406030204" pitchFamily="18" charset="0"/>
                            <a:ea typeface="Cambria Math" panose="02040503050406030204" pitchFamily="18" charset="0"/>
                            <a:cs typeface="Times New Roman" panose="02020603050405020304" pitchFamily="18" charset="0"/>
                          </a:rPr>
                        </m:ctrlPr>
                      </m:sSubPr>
                      <m:e>
                        <m:r>
                          <a:rPr lang="en-US" sz="2800" i="1">
                            <a:latin typeface="Cambria Math" panose="02040503050406030204" pitchFamily="18" charset="0"/>
                            <a:ea typeface="Cambria Math" panose="02040503050406030204" pitchFamily="18" charset="0"/>
                            <a:cs typeface="Times New Roman" panose="02020603050405020304" pitchFamily="18" charset="0"/>
                          </a:rPr>
                          <m:t>𝜃</m:t>
                        </m:r>
                      </m:e>
                      <m:sub>
                        <m:r>
                          <a:rPr lang="en-US" sz="2800" i="1">
                            <a:latin typeface="Cambria Math" panose="02040503050406030204" pitchFamily="18" charset="0"/>
                            <a:ea typeface="Cambria Math" panose="02040503050406030204" pitchFamily="18" charset="0"/>
                            <a:cs typeface="Times New Roman" panose="02020603050405020304" pitchFamily="18" charset="0"/>
                          </a:rPr>
                          <m:t>1</m:t>
                        </m:r>
                      </m:sub>
                    </m:sSub>
                    <m:r>
                      <a:rPr lang="en-US" sz="2800" i="1">
                        <a:latin typeface="Cambria Math" panose="02040503050406030204" pitchFamily="18" charset="0"/>
                        <a:ea typeface="Cambria Math" panose="02040503050406030204" pitchFamily="18" charset="0"/>
                        <a:cs typeface="Times New Roman" panose="02020603050405020304" pitchFamily="18" charset="0"/>
                      </a:rPr>
                      <m:t>𝐵</m:t>
                    </m:r>
                  </m:oMath>
                </a14:m>
                <a:r>
                  <a:rPr lang="en-US" sz="2800">
                    <a:latin typeface="Times New Roman" panose="02020603050405020304" pitchFamily="18" charset="0"/>
                    <a:cs typeface="Times New Roman" panose="02020603050405020304" pitchFamily="18" charset="0"/>
                  </a:rPr>
                  <a:t> + </a:t>
                </a:r>
                <a14:m>
                  <m:oMath xmlns:m="http://schemas.openxmlformats.org/officeDocument/2006/math">
                    <m:sSub>
                      <m:sSubPr>
                        <m:ctrlPr>
                          <a:rPr lang="en-US" sz="2800" i="1">
                            <a:latin typeface="Cambria Math" panose="02040503050406030204" pitchFamily="18" charset="0"/>
                            <a:ea typeface="Cambria Math" panose="02040503050406030204" pitchFamily="18" charset="0"/>
                            <a:cs typeface="Times New Roman" panose="02020603050405020304" pitchFamily="18" charset="0"/>
                          </a:rPr>
                        </m:ctrlPr>
                      </m:sSubPr>
                      <m:e>
                        <m:r>
                          <a:rPr lang="en-US" sz="2800" i="1">
                            <a:latin typeface="Cambria Math" panose="02040503050406030204" pitchFamily="18" charset="0"/>
                            <a:ea typeface="Cambria Math" panose="02040503050406030204" pitchFamily="18" charset="0"/>
                            <a:cs typeface="Times New Roman" panose="02020603050405020304" pitchFamily="18" charset="0"/>
                          </a:rPr>
                          <m:t>𝜃</m:t>
                        </m:r>
                      </m:e>
                      <m:sub>
                        <m:r>
                          <a:rPr lang="en-US" sz="2800" i="1">
                            <a:latin typeface="Cambria Math" panose="02040503050406030204" pitchFamily="18" charset="0"/>
                            <a:ea typeface="Cambria Math" panose="02040503050406030204" pitchFamily="18" charset="0"/>
                            <a:cs typeface="Times New Roman" panose="02020603050405020304" pitchFamily="18" charset="0"/>
                          </a:rPr>
                          <m:t>2</m:t>
                        </m:r>
                      </m:sub>
                    </m:sSub>
                    <m:sSup>
                      <m:sSupPr>
                        <m:ctrlPr>
                          <a:rPr lang="en-US" sz="2800" i="1">
                            <a:latin typeface="Cambria Math" panose="02040503050406030204" pitchFamily="18" charset="0"/>
                            <a:ea typeface="Cambria Math" panose="02040503050406030204" pitchFamily="18" charset="0"/>
                            <a:cs typeface="Times New Roman" panose="02020603050405020304" pitchFamily="18" charset="0"/>
                          </a:rPr>
                        </m:ctrlPr>
                      </m:sSupPr>
                      <m:e>
                        <m:r>
                          <a:rPr lang="en-US" sz="2800" i="1">
                            <a:latin typeface="Cambria Math" panose="02040503050406030204" pitchFamily="18" charset="0"/>
                            <a:ea typeface="Cambria Math" panose="02040503050406030204" pitchFamily="18" charset="0"/>
                            <a:cs typeface="Times New Roman" panose="02020603050405020304" pitchFamily="18" charset="0"/>
                          </a:rPr>
                          <m:t>𝐵</m:t>
                        </m:r>
                      </m:e>
                      <m:sup>
                        <m:r>
                          <a:rPr lang="en-US" sz="2800" i="1">
                            <a:latin typeface="Cambria Math" panose="02040503050406030204" pitchFamily="18" charset="0"/>
                            <a:ea typeface="Cambria Math" panose="02040503050406030204" pitchFamily="18" charset="0"/>
                            <a:cs typeface="Times New Roman" panose="02020603050405020304" pitchFamily="18" charset="0"/>
                          </a:rPr>
                          <m:t>2</m:t>
                        </m:r>
                      </m:sup>
                    </m:sSup>
                  </m:oMath>
                </a14:m>
                <a:r>
                  <a:rPr lang="vi-VN" sz="2800">
                    <a:latin typeface="Times New Roman" panose="02020603050405020304" pitchFamily="18" charset="0"/>
                    <a:cs typeface="Times New Roman" panose="02020603050405020304" pitchFamily="18" charset="0"/>
                  </a:rPr>
                  <a:t>.</a:t>
                </a:r>
                <a:endParaRPr lang="en-US" sz="28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Giá trị trung bình: </a:t>
                </a:r>
              </a:p>
              <a:p>
                <a:pPr marL="85725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p:txBody>
          </p:sp>
        </mc:Choice>
        <mc:Fallback xmlns="">
          <p:sp>
            <p:nvSpPr>
              <p:cNvPr id="31747" name="Rectangle 3">
                <a:extLst>
                  <a:ext uri="{FF2B5EF4-FFF2-40B4-BE49-F238E27FC236}">
                    <a16:creationId xmlns:a16="http://schemas.microsoft.com/office/drawing/2014/main" id="{04D303F7-555C-6824-2BFD-B8B96CD79A66}"/>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6"/>
                <a:stretch>
                  <a:fillRect l="-1136" t="-123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pic>
        <p:nvPicPr>
          <p:cNvPr id="5" name="Picture 4" descr="\documentclass{article}&#10;\usepackage{amsmath}&#10;\pagestyle{empty}&#10;\begin{document}&#10;&#10;$y_t = \epsilon_t + \theta_1 \epsilon_{t-1} + \theta_2 \epsilon_{t-2}$&#10;&#10;&#10;\end{document}" title="IguanaTex Bitmap Display">
            <a:extLst>
              <a:ext uri="{FF2B5EF4-FFF2-40B4-BE49-F238E27FC236}">
                <a16:creationId xmlns:a16="http://schemas.microsoft.com/office/drawing/2014/main" id="{14C07088-0FF8-03E2-231E-40BC384C9EE7}"/>
              </a:ext>
            </a:extLst>
          </p:cNvPr>
          <p:cNvPicPr>
            <a:picLocks noChangeAspect="1"/>
          </p:cNvPicPr>
          <p:nvPr>
            <p:custDataLst>
              <p:tags r:id="rId1"/>
            </p:custDataLst>
          </p:nvPr>
        </p:nvPicPr>
        <p:blipFill>
          <a:blip r:embed="rId7">
            <a:extLst>
              <a:ext uri="{28A0092B-C50C-407E-A947-70E740481C1C}">
                <a14:useLocalDpi xmlns:a14="http://schemas.microsoft.com/office/drawing/2010/main" val="0"/>
              </a:ext>
            </a:extLst>
          </a:blip>
          <a:stretch>
            <a:fillRect/>
          </a:stretch>
        </p:blipFill>
        <p:spPr>
          <a:xfrm>
            <a:off x="2675541" y="1752600"/>
            <a:ext cx="3773867" cy="322133"/>
          </a:xfrm>
          <a:prstGeom prst="rect">
            <a:avLst/>
          </a:prstGeom>
        </p:spPr>
      </p:pic>
      <p:pic>
        <p:nvPicPr>
          <p:cNvPr id="12" name="Picture 11" descr="\documentclass{article}&#10;\usepackage{amsmath}&#10;\pagestyle{empty}&#10;\begin{document}&#10;&#10;$E[y_t] = E[\epsilon_t + \theta_1 \epsilon_{t-1} + \theta_2 \epsilon_{t-2}] = 0$&#10;&#10;&#10;\end{document}" title="IguanaTex Bitmap Display">
            <a:extLst>
              <a:ext uri="{FF2B5EF4-FFF2-40B4-BE49-F238E27FC236}">
                <a16:creationId xmlns:a16="http://schemas.microsoft.com/office/drawing/2014/main" id="{D241FA1D-3AE4-994A-0344-D8F660069E61}"/>
              </a:ext>
            </a:extLst>
          </p:cNvPr>
          <p:cNvPicPr>
            <a:picLocks noChangeAspect="1"/>
          </p:cNvPicPr>
          <p:nvPr>
            <p:custDataLst>
              <p:tags r:id="rId2"/>
            </p:custDataLst>
          </p:nvPr>
        </p:nvPicPr>
        <p:blipFill>
          <a:blip r:embed="rId8">
            <a:extLst>
              <a:ext uri="{28A0092B-C50C-407E-A947-70E740481C1C}">
                <a14:useLocalDpi xmlns:a14="http://schemas.microsoft.com/office/drawing/2010/main" val="0"/>
              </a:ext>
            </a:extLst>
          </a:blip>
          <a:stretch>
            <a:fillRect/>
          </a:stretch>
        </p:blipFill>
        <p:spPr>
          <a:xfrm>
            <a:off x="2514600" y="4070912"/>
            <a:ext cx="5397335" cy="356266"/>
          </a:xfrm>
          <a:prstGeom prst="rect">
            <a:avLst/>
          </a:prstGeom>
        </p:spPr>
      </p:pic>
      <p:pic>
        <p:nvPicPr>
          <p:cNvPr id="15" name="Picture 14" descr="\documentclass{article}&#10;\usepackage{amsmath}&#10;\pagestyle{empty}&#10;\begin{document}&#10;&#10;$y_t = \theta(B)\epsilon_t$&#10;&#10;&#10;\end{document}" title="IguanaTex Bitmap Display">
            <a:extLst>
              <a:ext uri="{FF2B5EF4-FFF2-40B4-BE49-F238E27FC236}">
                <a16:creationId xmlns:a16="http://schemas.microsoft.com/office/drawing/2014/main" id="{AA0D5ACD-6B3C-32AA-149B-112DA01CC85A}"/>
              </a:ext>
            </a:extLst>
          </p:cNvPr>
          <p:cNvPicPr>
            <a:picLocks noChangeAspect="1"/>
          </p:cNvPicPr>
          <p:nvPr>
            <p:custDataLst>
              <p:tags r:id="rId3"/>
            </p:custDataLst>
          </p:nvPr>
        </p:nvPicPr>
        <p:blipFill>
          <a:blip r:embed="rId9">
            <a:extLst>
              <a:ext uri="{28A0092B-C50C-407E-A947-70E740481C1C}">
                <a14:useLocalDpi xmlns:a14="http://schemas.microsoft.com/office/drawing/2010/main" val="0"/>
              </a:ext>
            </a:extLst>
          </a:blip>
          <a:stretch>
            <a:fillRect/>
          </a:stretch>
        </p:blipFill>
        <p:spPr>
          <a:xfrm>
            <a:off x="3692074" y="2605956"/>
            <a:ext cx="1740800" cy="356266"/>
          </a:xfrm>
          <a:prstGeom prst="rect">
            <a:avLst/>
          </a:prstGeom>
        </p:spPr>
      </p:pic>
    </p:spTree>
    <p:extLst>
      <p:ext uri="{BB962C8B-B14F-4D97-AF65-F5344CB8AC3E}">
        <p14:creationId xmlns:p14="http://schemas.microsoft.com/office/powerpoint/2010/main" val="112142270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40824A-F32E-BA9B-7FE1-35327160CE21}"/>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56A00E1C-5AAA-6D76-DFF6-C3C77BCAF47F}"/>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Mô hình trung bình động</a:t>
            </a:r>
            <a:r>
              <a:rPr lang="en-US" sz="3200" b="0">
                <a:latin typeface="Times New Roman" panose="02020603050405020304" pitchFamily="18" charset="0"/>
                <a:cs typeface="Times New Roman" panose="02020603050405020304" pitchFamily="18" charset="0"/>
              </a:rPr>
              <a:t> </a:t>
            </a:r>
          </a:p>
        </p:txBody>
      </p:sp>
      <p:sp>
        <p:nvSpPr>
          <p:cNvPr id="31747" name="Rectangle 3">
            <a:extLst>
              <a:ext uri="{FF2B5EF4-FFF2-40B4-BE49-F238E27FC236}">
                <a16:creationId xmlns:a16="http://schemas.microsoft.com/office/drawing/2014/main" id="{42363107-FBA5-0BE3-F924-6F28B0CF17A1}"/>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Trung bình động bậc hai: MA(2)</a:t>
            </a:r>
          </a:p>
          <a:p>
            <a:pPr lvl="0"/>
            <a:endParaRPr lang="es-ES" sz="28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H</a:t>
            </a:r>
            <a:r>
              <a:rPr lang="vi-VN" sz="2800">
                <a:latin typeface="Times New Roman" panose="02020603050405020304" pitchFamily="18" charset="0"/>
                <a:cs typeface="Times New Roman" panose="02020603050405020304" pitchFamily="18" charset="0"/>
              </a:rPr>
              <a:t>àm tự hiệp phương sai</a:t>
            </a:r>
            <a:r>
              <a:rPr lang="en-US" sz="2800">
                <a:latin typeface="Times New Roman" panose="02020603050405020304" pitchFamily="18" charset="0"/>
                <a:cs typeface="Times New Roman" panose="02020603050405020304" pitchFamily="18" charset="0"/>
              </a:rPr>
              <a:t> (auto-covariance)</a:t>
            </a:r>
          </a:p>
          <a:p>
            <a:pPr marL="85725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p:txBody>
      </p:sp>
      <p:pic>
        <p:nvPicPr>
          <p:cNvPr id="5" name="Picture 4" descr="\documentclass{article}&#10;\usepackage{amsmath}&#10;\pagestyle{empty}&#10;\begin{document}&#10;&#10;$y_t = \epsilon_t + \theta_1 \epsilon_{t-1} + \theta_2 \epsilon_{t-2}$&#10;&#10;&#10;\end{document}" title="IguanaTex Bitmap Display">
            <a:extLst>
              <a:ext uri="{FF2B5EF4-FFF2-40B4-BE49-F238E27FC236}">
                <a16:creationId xmlns:a16="http://schemas.microsoft.com/office/drawing/2014/main" id="{7BED46EC-71FB-5413-AB77-F9087F71753A}"/>
              </a:ext>
            </a:extLst>
          </p:cNvPr>
          <p:cNvPicPr>
            <a:picLocks noChangeAspect="1"/>
          </p:cNvPicPr>
          <p:nvPr>
            <p:custDataLst>
              <p:tags r:id="rId1"/>
            </p:custDataLst>
          </p:nvPr>
        </p:nvPicPr>
        <p:blipFill>
          <a:blip r:embed="rId7">
            <a:extLst>
              <a:ext uri="{28A0092B-C50C-407E-A947-70E740481C1C}">
                <a14:useLocalDpi xmlns:a14="http://schemas.microsoft.com/office/drawing/2010/main" val="0"/>
              </a:ext>
            </a:extLst>
          </a:blip>
          <a:stretch>
            <a:fillRect/>
          </a:stretch>
        </p:blipFill>
        <p:spPr>
          <a:xfrm>
            <a:off x="2675541" y="1752600"/>
            <a:ext cx="3773867" cy="322133"/>
          </a:xfrm>
          <a:prstGeom prst="rect">
            <a:avLst/>
          </a:prstGeom>
        </p:spPr>
      </p:pic>
      <p:pic>
        <p:nvPicPr>
          <p:cNvPr id="19" name="Picture 18" descr="\documentclass{article}&#10;\usepackage{amsmath}&#10;\pagestyle{empty}&#10;\begin{document}&#10;&#10;\begin{align*}&#10;\gamma(0) &amp;= Var[y_t] = Var[\epsilon_t + \theta_1 \epsilon_{t-1} + \theta_2 \epsilon_{t-2}]\\ &amp;= (1 + \theta_1^2 + \theta_2^2) \sigma^2&#10;\end{align*}&#10;&#10;&#10;\end{document}" title="IguanaTex Bitmap Display">
            <a:extLst>
              <a:ext uri="{FF2B5EF4-FFF2-40B4-BE49-F238E27FC236}">
                <a16:creationId xmlns:a16="http://schemas.microsoft.com/office/drawing/2014/main" id="{4CE526C6-5C8A-6A05-66DE-240FEB92DE8D}"/>
              </a:ext>
            </a:extLst>
          </p:cNvPr>
          <p:cNvPicPr>
            <a:picLocks noChangeAspect="1"/>
          </p:cNvPicPr>
          <p:nvPr>
            <p:custDataLst>
              <p:tags r:id="rId2"/>
            </p:custDataLst>
          </p:nvPr>
        </p:nvPicPr>
        <p:blipFill>
          <a:blip r:embed="rId8">
            <a:extLst>
              <a:ext uri="{28A0092B-C50C-407E-A947-70E740481C1C}">
                <a14:useLocalDpi xmlns:a14="http://schemas.microsoft.com/office/drawing/2010/main" val="0"/>
              </a:ext>
            </a:extLst>
          </a:blip>
          <a:stretch>
            <a:fillRect/>
          </a:stretch>
        </p:blipFill>
        <p:spPr>
          <a:xfrm>
            <a:off x="1273939" y="2729423"/>
            <a:ext cx="5637486" cy="799086"/>
          </a:xfrm>
          <a:prstGeom prst="rect">
            <a:avLst/>
          </a:prstGeom>
        </p:spPr>
      </p:pic>
      <p:pic>
        <p:nvPicPr>
          <p:cNvPr id="21" name="Picture 20" descr="\documentclass{article}&#10;\usepackage{amsmath}&#10;\pagestyle{empty}&#10;\begin{document}&#10;&#10;\begin{align*}&#10;\gamma(1) &amp;= Cov[\epsilon_t + \theta_1 \epsilon_{t-1} + \theta_2 \epsilon_{t-2}, \epsilon_{t-1} + \theta_1 \epsilon_{t-2} + \theta_2 \epsilon_{t-3}]\\ &amp;= \theta_1(1 + \theta_2) \sigma^2&#10;\end{align*}&#10;&#10;&#10;\end{document}" title="IguanaTex Bitmap Display">
            <a:extLst>
              <a:ext uri="{FF2B5EF4-FFF2-40B4-BE49-F238E27FC236}">
                <a16:creationId xmlns:a16="http://schemas.microsoft.com/office/drawing/2014/main" id="{6BF9BDD3-DDBE-1198-B2B9-A949C9464D2D}"/>
              </a:ext>
            </a:extLst>
          </p:cNvPr>
          <p:cNvPicPr>
            <a:picLocks noChangeAspect="1"/>
          </p:cNvPicPr>
          <p:nvPr>
            <p:custDataLst>
              <p:tags r:id="rId3"/>
            </p:custDataLst>
          </p:nvPr>
        </p:nvPicPr>
        <p:blipFill>
          <a:blip r:embed="rId9">
            <a:extLst>
              <a:ext uri="{28A0092B-C50C-407E-A947-70E740481C1C}">
                <a14:useLocalDpi xmlns:a14="http://schemas.microsoft.com/office/drawing/2010/main" val="0"/>
              </a:ext>
            </a:extLst>
          </a:blip>
          <a:stretch>
            <a:fillRect/>
          </a:stretch>
        </p:blipFill>
        <p:spPr>
          <a:xfrm>
            <a:off x="1273939" y="3719777"/>
            <a:ext cx="7306971" cy="799086"/>
          </a:xfrm>
          <a:prstGeom prst="rect">
            <a:avLst/>
          </a:prstGeom>
        </p:spPr>
      </p:pic>
      <p:pic>
        <p:nvPicPr>
          <p:cNvPr id="25" name="Picture 24" descr="\documentclass{article}&#10;\usepackage{amsmath}&#10;\pagestyle{empty}&#10;\begin{document}&#10;&#10;$\gamma(k) = \left\{\begin{matrix}&#10;\sigma^2 (1 + \theta_1^2 + \theta_2^2), &amp; k = 0\\&#10;\sigma^2 \theta_1(1 + \theta_2), &amp; k = 1\\&#10;\theta_2\sigma^2 , &amp; k = 2\\&#10;0, &amp; k = 3, 4, \dots&#10;\end{matrix}\right.$&#10;&#10;&#10;\end{document}" title="IguanaTex Bitmap Display">
            <a:extLst>
              <a:ext uri="{FF2B5EF4-FFF2-40B4-BE49-F238E27FC236}">
                <a16:creationId xmlns:a16="http://schemas.microsoft.com/office/drawing/2014/main" id="{EE26FD1A-ECD9-7BEA-57EB-CDE9A0F65A2E}"/>
              </a:ext>
            </a:extLst>
          </p:cNvPr>
          <p:cNvPicPr>
            <a:picLocks noChangeAspect="1"/>
          </p:cNvPicPr>
          <p:nvPr>
            <p:custDataLst>
              <p:tags r:id="rId4"/>
            </p:custDataLst>
          </p:nvPr>
        </p:nvPicPr>
        <p:blipFill>
          <a:blip r:embed="rId10">
            <a:extLst>
              <a:ext uri="{28A0092B-C50C-407E-A947-70E740481C1C}">
                <a14:useLocalDpi xmlns:a14="http://schemas.microsoft.com/office/drawing/2010/main" val="0"/>
              </a:ext>
            </a:extLst>
          </a:blip>
          <a:stretch>
            <a:fillRect/>
          </a:stretch>
        </p:blipFill>
        <p:spPr>
          <a:xfrm>
            <a:off x="1249990" y="4679995"/>
            <a:ext cx="5134627" cy="1457371"/>
          </a:xfrm>
          <a:prstGeom prst="rect">
            <a:avLst/>
          </a:prstGeom>
        </p:spPr>
      </p:pic>
    </p:spTree>
    <p:extLst>
      <p:ext uri="{BB962C8B-B14F-4D97-AF65-F5344CB8AC3E}">
        <p14:creationId xmlns:p14="http://schemas.microsoft.com/office/powerpoint/2010/main" val="108669360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16323C-8CA4-5C82-ECCA-CE0AB8D97E1E}"/>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4C0D5713-DA13-E97A-CF46-586E6B96D38F}"/>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Mô hình trung bình động</a:t>
            </a:r>
            <a:r>
              <a:rPr lang="en-US" sz="3200" b="0">
                <a:latin typeface="Times New Roman" panose="02020603050405020304" pitchFamily="18" charset="0"/>
                <a:cs typeface="Times New Roman" panose="02020603050405020304" pitchFamily="18" charset="0"/>
              </a:rPr>
              <a:t> </a:t>
            </a:r>
          </a:p>
        </p:txBody>
      </p:sp>
      <p:sp>
        <p:nvSpPr>
          <p:cNvPr id="31747" name="Rectangle 3">
            <a:extLst>
              <a:ext uri="{FF2B5EF4-FFF2-40B4-BE49-F238E27FC236}">
                <a16:creationId xmlns:a16="http://schemas.microsoft.com/office/drawing/2014/main" id="{511F1857-B204-C97F-0F87-3EE5647F0297}"/>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Trung bình động bậc hai: MA(2)</a:t>
            </a:r>
          </a:p>
          <a:p>
            <a:pPr lvl="0"/>
            <a:endParaRPr lang="es-ES" sz="28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Hàm tự tương quan</a:t>
            </a:r>
          </a:p>
          <a:p>
            <a:pPr marL="85725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p:txBody>
      </p:sp>
      <p:pic>
        <p:nvPicPr>
          <p:cNvPr id="5" name="Picture 4" descr="\documentclass{article}&#10;\usepackage{amsmath}&#10;\pagestyle{empty}&#10;\begin{document}&#10;&#10;$y_t = \epsilon_t + \theta_1 \epsilon_{t-1} + \theta_2 \epsilon_{t-2}$&#10;&#10;&#10;\end{document}" title="IguanaTex Bitmap Display">
            <a:extLst>
              <a:ext uri="{FF2B5EF4-FFF2-40B4-BE49-F238E27FC236}">
                <a16:creationId xmlns:a16="http://schemas.microsoft.com/office/drawing/2014/main" id="{4E1864C4-BA61-643D-230F-39089A95BB28}"/>
              </a:ext>
            </a:extLst>
          </p:cNvPr>
          <p:cNvPicPr>
            <a:picLocks noChangeAspect="1"/>
          </p:cNvPicPr>
          <p:nvPr>
            <p:custDataLst>
              <p:tags r:id="rId1"/>
            </p:custDataLst>
          </p:nvPr>
        </p:nvPicPr>
        <p:blipFill>
          <a:blip r:embed="rId5">
            <a:extLst>
              <a:ext uri="{28A0092B-C50C-407E-A947-70E740481C1C}">
                <a14:useLocalDpi xmlns:a14="http://schemas.microsoft.com/office/drawing/2010/main" val="0"/>
              </a:ext>
            </a:extLst>
          </a:blip>
          <a:stretch>
            <a:fillRect/>
          </a:stretch>
        </p:blipFill>
        <p:spPr>
          <a:xfrm>
            <a:off x="2675541" y="1752600"/>
            <a:ext cx="3773867" cy="322133"/>
          </a:xfrm>
          <a:prstGeom prst="rect">
            <a:avLst/>
          </a:prstGeom>
        </p:spPr>
      </p:pic>
      <p:pic>
        <p:nvPicPr>
          <p:cNvPr id="7" name="Picture 6" descr="\documentclass{article}&#10;\usepackage{amsmath}&#10;\pagestyle{empty}&#10;\begin{document}&#10;&#10;$\rho(k) = \left\{\begin{matrix}&#10;1, &amp; k = 0\\&#10;\frac{\theta_1(1 + \theta_2)}{1 + \theta_1^2 + \theta_2^2}, &amp; k = 1\\&#10;\frac{\theta_2}{1 + \theta_1^2 + \theta_2^2}, &amp; k = 2\\&#10;\theta_2\sigma^2 , &amp; k = 2\\&#10;0, &amp; k = 3, 4, \dots&#10;\end{matrix}\right.$&#10;&#10;&#10;\end{document}" title="IguanaTex Bitmap Display">
            <a:extLst>
              <a:ext uri="{FF2B5EF4-FFF2-40B4-BE49-F238E27FC236}">
                <a16:creationId xmlns:a16="http://schemas.microsoft.com/office/drawing/2014/main" id="{790760E6-21D0-C286-AE8B-0E5512D8609C}"/>
              </a:ext>
            </a:extLst>
          </p:cNvPr>
          <p:cNvPicPr>
            <a:picLocks noChangeAspect="1"/>
          </p:cNvPicPr>
          <p:nvPr>
            <p:custDataLst>
              <p:tags r:id="rId2"/>
            </p:custDataLst>
          </p:nvPr>
        </p:nvPicPr>
        <p:blipFill>
          <a:blip r:embed="rId6">
            <a:extLst>
              <a:ext uri="{28A0092B-C50C-407E-A947-70E740481C1C}">
                <a14:useLocalDpi xmlns:a14="http://schemas.microsoft.com/office/drawing/2010/main" val="0"/>
              </a:ext>
            </a:extLst>
          </a:blip>
          <a:stretch>
            <a:fillRect/>
          </a:stretch>
        </p:blipFill>
        <p:spPr>
          <a:xfrm>
            <a:off x="1600200" y="2967014"/>
            <a:ext cx="4827733" cy="2338133"/>
          </a:xfrm>
          <a:prstGeom prst="rect">
            <a:avLst/>
          </a:prstGeom>
        </p:spPr>
      </p:pic>
    </p:spTree>
    <p:extLst>
      <p:ext uri="{BB962C8B-B14F-4D97-AF65-F5344CB8AC3E}">
        <p14:creationId xmlns:p14="http://schemas.microsoft.com/office/powerpoint/2010/main" val="94997332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174CC9-64E5-39A5-E46E-49E5F8B674FE}"/>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608FB72D-FBA1-20BD-CE07-849AE27C5254}"/>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Mô hình trung bình động</a:t>
            </a:r>
            <a:r>
              <a:rPr lang="en-US" sz="3200" b="0">
                <a:latin typeface="Times New Roman" panose="02020603050405020304" pitchFamily="18" charset="0"/>
                <a:cs typeface="Times New Roman" panose="02020603050405020304" pitchFamily="18" charset="0"/>
              </a:rPr>
              <a:t> </a:t>
            </a:r>
          </a:p>
        </p:txBody>
      </p:sp>
      <mc:AlternateContent xmlns:mc="http://schemas.openxmlformats.org/markup-compatibility/2006" xmlns:a14="http://schemas.microsoft.com/office/drawing/2010/main">
        <mc:Choice Requires="a14">
          <p:sp>
            <p:nvSpPr>
              <p:cNvPr id="31747" name="Rectangle 3">
                <a:extLst>
                  <a:ext uri="{FF2B5EF4-FFF2-40B4-BE49-F238E27FC236}">
                    <a16:creationId xmlns:a16="http://schemas.microsoft.com/office/drawing/2014/main" id="{52F8FA29-FD0B-3113-90A5-E2BE34B87C43}"/>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Trung bình động bậc q: MA(q)</a:t>
                </a:r>
              </a:p>
              <a:p>
                <a:pPr lvl="0"/>
                <a:endParaRPr lang="es-ES" sz="28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r>
                  <a:rPr lang="vi-VN" sz="2800">
                    <a:latin typeface="Times New Roman" panose="02020603050405020304" pitchFamily="18" charset="0"/>
                    <a:cs typeface="Times New Roman" panose="02020603050405020304" pitchFamily="18" charset="0"/>
                  </a:rPr>
                  <a:t>Mô hình này có thể được viết ngắn gọn như sau:</a:t>
                </a:r>
                <a:endParaRPr lang="en-US" sz="28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800100" lvl="2" indent="0"/>
                <a:r>
                  <a:rPr lang="en-US" sz="2800">
                    <a:latin typeface="Times New Roman" panose="02020603050405020304" pitchFamily="18" charset="0"/>
                    <a:cs typeface="Times New Roman" panose="02020603050405020304" pitchFamily="18" charset="0"/>
                  </a:rPr>
                  <a:t>Trong đó </a:t>
                </a:r>
                <a14:m>
                  <m:oMath xmlns:m="http://schemas.openxmlformats.org/officeDocument/2006/math">
                    <m:r>
                      <a:rPr lang="en-US" sz="2800" i="1">
                        <a:latin typeface="Cambria Math" panose="02040503050406030204" pitchFamily="18" charset="0"/>
                        <a:ea typeface="Cambria Math" panose="02040503050406030204" pitchFamily="18" charset="0"/>
                        <a:cs typeface="Times New Roman" panose="02020603050405020304" pitchFamily="18" charset="0"/>
                      </a:rPr>
                      <m:t>𝜃</m:t>
                    </m:r>
                    <m:d>
                      <m:dPr>
                        <m:ctrlPr>
                          <a:rPr lang="en-US" sz="2800" i="1">
                            <a:latin typeface="Cambria Math" panose="02040503050406030204" pitchFamily="18" charset="0"/>
                            <a:ea typeface="Cambria Math" panose="02040503050406030204" pitchFamily="18" charset="0"/>
                            <a:cs typeface="Times New Roman" panose="02020603050405020304" pitchFamily="18" charset="0"/>
                          </a:rPr>
                        </m:ctrlPr>
                      </m:dPr>
                      <m:e>
                        <m:r>
                          <a:rPr lang="en-US" sz="2800" i="1">
                            <a:latin typeface="Cambria Math" panose="02040503050406030204" pitchFamily="18" charset="0"/>
                            <a:ea typeface="Cambria Math" panose="02040503050406030204" pitchFamily="18" charset="0"/>
                            <a:cs typeface="Times New Roman" panose="02020603050405020304" pitchFamily="18" charset="0"/>
                          </a:rPr>
                          <m:t>𝐵</m:t>
                        </m:r>
                      </m:e>
                    </m:d>
                    <m:r>
                      <a:rPr lang="en-US" sz="2800" i="1">
                        <a:latin typeface="Cambria Math" panose="02040503050406030204" pitchFamily="18" charset="0"/>
                        <a:ea typeface="Cambria Math" panose="02040503050406030204" pitchFamily="18" charset="0"/>
                        <a:cs typeface="Times New Roman" panose="02020603050405020304" pitchFamily="18" charset="0"/>
                      </a:rPr>
                      <m:t>=1+ </m:t>
                    </m:r>
                    <m:sSub>
                      <m:sSubPr>
                        <m:ctrlPr>
                          <a:rPr lang="en-US" sz="2800" i="1">
                            <a:latin typeface="Cambria Math" panose="02040503050406030204" pitchFamily="18" charset="0"/>
                            <a:ea typeface="Cambria Math" panose="02040503050406030204" pitchFamily="18" charset="0"/>
                            <a:cs typeface="Times New Roman" panose="02020603050405020304" pitchFamily="18" charset="0"/>
                          </a:rPr>
                        </m:ctrlPr>
                      </m:sSubPr>
                      <m:e>
                        <m:r>
                          <a:rPr lang="en-US" sz="2800" i="1">
                            <a:latin typeface="Cambria Math" panose="02040503050406030204" pitchFamily="18" charset="0"/>
                            <a:ea typeface="Cambria Math" panose="02040503050406030204" pitchFamily="18" charset="0"/>
                            <a:cs typeface="Times New Roman" panose="02020603050405020304" pitchFamily="18" charset="0"/>
                          </a:rPr>
                          <m:t>𝜃</m:t>
                        </m:r>
                      </m:e>
                      <m:sub>
                        <m:r>
                          <a:rPr lang="en-US" sz="2800" i="1">
                            <a:latin typeface="Cambria Math" panose="02040503050406030204" pitchFamily="18" charset="0"/>
                            <a:ea typeface="Cambria Math" panose="02040503050406030204" pitchFamily="18" charset="0"/>
                            <a:cs typeface="Times New Roman" panose="02020603050405020304" pitchFamily="18" charset="0"/>
                          </a:rPr>
                          <m:t>1</m:t>
                        </m:r>
                      </m:sub>
                    </m:sSub>
                    <m:r>
                      <a:rPr lang="en-US" sz="2800" i="1">
                        <a:latin typeface="Cambria Math" panose="02040503050406030204" pitchFamily="18" charset="0"/>
                        <a:ea typeface="Cambria Math" panose="02040503050406030204" pitchFamily="18" charset="0"/>
                        <a:cs typeface="Times New Roman" panose="02020603050405020304" pitchFamily="18" charset="0"/>
                      </a:rPr>
                      <m:t>𝐵</m:t>
                    </m:r>
                  </m:oMath>
                </a14:m>
                <a:r>
                  <a:rPr lang="en-US" sz="280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sz="2800" i="1">
                            <a:latin typeface="Cambria Math" panose="02040503050406030204" pitchFamily="18" charset="0"/>
                            <a:ea typeface="Cambria Math" panose="02040503050406030204" pitchFamily="18" charset="0"/>
                            <a:cs typeface="Times New Roman" panose="02020603050405020304" pitchFamily="18" charset="0"/>
                          </a:rPr>
                        </m:ctrlPr>
                      </m:sSubPr>
                      <m:e>
                        <m:r>
                          <a:rPr lang="en-US" sz="2800" i="1">
                            <a:latin typeface="Cambria Math" panose="02040503050406030204" pitchFamily="18" charset="0"/>
                            <a:ea typeface="Cambria Math" panose="02040503050406030204" pitchFamily="18" charset="0"/>
                            <a:cs typeface="Times New Roman" panose="02020603050405020304" pitchFamily="18" charset="0"/>
                          </a:rPr>
                          <m:t>𝜃</m:t>
                        </m:r>
                      </m:e>
                      <m:sub>
                        <m:r>
                          <a:rPr lang="en-US" sz="2800" b="0" i="1" smtClean="0">
                            <a:latin typeface="Cambria Math" panose="02040503050406030204" pitchFamily="18" charset="0"/>
                            <a:ea typeface="Cambria Math" panose="02040503050406030204" pitchFamily="18" charset="0"/>
                            <a:cs typeface="Times New Roman" panose="02020603050405020304" pitchFamily="18" charset="0"/>
                          </a:rPr>
                          <m:t>2</m:t>
                        </m:r>
                      </m:sub>
                    </m:sSub>
                    <m:sSup>
                      <m:sSupPr>
                        <m:ctrlPr>
                          <a:rPr lang="en-US" sz="2800" i="1">
                            <a:latin typeface="Cambria Math" panose="02040503050406030204" pitchFamily="18" charset="0"/>
                            <a:ea typeface="Cambria Math" panose="02040503050406030204" pitchFamily="18" charset="0"/>
                            <a:cs typeface="Times New Roman" panose="02020603050405020304" pitchFamily="18" charset="0"/>
                          </a:rPr>
                        </m:ctrlPr>
                      </m:sSupPr>
                      <m:e>
                        <m:r>
                          <a:rPr lang="en-US" sz="2800" i="1">
                            <a:latin typeface="Cambria Math" panose="02040503050406030204" pitchFamily="18" charset="0"/>
                            <a:ea typeface="Cambria Math" panose="02040503050406030204" pitchFamily="18" charset="0"/>
                            <a:cs typeface="Times New Roman" panose="02020603050405020304" pitchFamily="18" charset="0"/>
                          </a:rPr>
                          <m:t>𝐵</m:t>
                        </m:r>
                      </m:e>
                      <m:sup>
                        <m:r>
                          <a:rPr lang="en-US" sz="2800" b="0" i="1" smtClean="0">
                            <a:latin typeface="Cambria Math" panose="02040503050406030204" pitchFamily="18" charset="0"/>
                            <a:ea typeface="Cambria Math" panose="02040503050406030204" pitchFamily="18" charset="0"/>
                            <a:cs typeface="Times New Roman" panose="02020603050405020304" pitchFamily="18" charset="0"/>
                          </a:rPr>
                          <m:t>2</m:t>
                        </m:r>
                      </m:sup>
                    </m:sSup>
                    <m:r>
                      <a:rPr lang="en-US" sz="2800" b="0" i="1" smtClean="0">
                        <a:latin typeface="Cambria Math" panose="02040503050406030204" pitchFamily="18" charset="0"/>
                        <a:ea typeface="Cambria Math" panose="02040503050406030204" pitchFamily="18" charset="0"/>
                        <a:cs typeface="Times New Roman" panose="02020603050405020304" pitchFamily="18" charset="0"/>
                      </a:rPr>
                      <m:t>+ …+ </m:t>
                    </m:r>
                    <m:sSub>
                      <m:sSubPr>
                        <m:ctrlPr>
                          <a:rPr lang="en-US" sz="2800" i="1">
                            <a:latin typeface="Cambria Math" panose="02040503050406030204" pitchFamily="18" charset="0"/>
                            <a:ea typeface="Cambria Math" panose="02040503050406030204" pitchFamily="18" charset="0"/>
                            <a:cs typeface="Times New Roman" panose="02020603050405020304" pitchFamily="18" charset="0"/>
                          </a:rPr>
                        </m:ctrlPr>
                      </m:sSubPr>
                      <m:e>
                        <m:r>
                          <a:rPr lang="en-US" sz="2800" i="1">
                            <a:latin typeface="Cambria Math" panose="02040503050406030204" pitchFamily="18" charset="0"/>
                            <a:ea typeface="Cambria Math" panose="02040503050406030204" pitchFamily="18" charset="0"/>
                            <a:cs typeface="Times New Roman" panose="02020603050405020304" pitchFamily="18" charset="0"/>
                          </a:rPr>
                          <m:t>𝜃</m:t>
                        </m:r>
                      </m:e>
                      <m:sub>
                        <m:r>
                          <a:rPr lang="en-US" sz="2800" b="0" i="1" smtClean="0">
                            <a:latin typeface="Cambria Math" panose="02040503050406030204" pitchFamily="18" charset="0"/>
                            <a:ea typeface="Cambria Math" panose="02040503050406030204" pitchFamily="18" charset="0"/>
                            <a:cs typeface="Times New Roman" panose="02020603050405020304" pitchFamily="18" charset="0"/>
                          </a:rPr>
                          <m:t>𝑞</m:t>
                        </m:r>
                      </m:sub>
                    </m:sSub>
                    <m:sSup>
                      <m:sSupPr>
                        <m:ctrlPr>
                          <a:rPr lang="en-US" sz="2800"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en-US" sz="2800" i="1">
                            <a:latin typeface="Cambria Math" panose="02040503050406030204" pitchFamily="18" charset="0"/>
                            <a:ea typeface="Cambria Math" panose="02040503050406030204" pitchFamily="18" charset="0"/>
                            <a:cs typeface="Times New Roman" panose="02020603050405020304" pitchFamily="18" charset="0"/>
                          </a:rPr>
                          <m:t>𝐵</m:t>
                        </m:r>
                      </m:e>
                      <m:sup>
                        <m:r>
                          <a:rPr lang="en-US" sz="2800" b="0" i="1" smtClean="0">
                            <a:latin typeface="Cambria Math" panose="02040503050406030204" pitchFamily="18" charset="0"/>
                            <a:ea typeface="Cambria Math" panose="02040503050406030204" pitchFamily="18" charset="0"/>
                            <a:cs typeface="Times New Roman" panose="02020603050405020304" pitchFamily="18" charset="0"/>
                          </a:rPr>
                          <m:t>𝑞</m:t>
                        </m:r>
                      </m:sup>
                    </m:sSup>
                  </m:oMath>
                </a14:m>
                <a:r>
                  <a:rPr lang="vi-VN" sz="2800">
                    <a:latin typeface="Times New Roman" panose="02020603050405020304" pitchFamily="18" charset="0"/>
                    <a:cs typeface="Times New Roman" panose="02020603050405020304" pitchFamily="18" charset="0"/>
                  </a:rPr>
                  <a:t>.</a:t>
                </a:r>
                <a:endParaRPr lang="en-US" sz="28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Giá trị trung bình:</a:t>
                </a: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Hàm tự hiệp phương sai:</a:t>
                </a: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Hàm tự tương quan: </a:t>
                </a:r>
              </a:p>
              <a:p>
                <a:pPr marL="85725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p:txBody>
          </p:sp>
        </mc:Choice>
        <mc:Fallback xmlns="">
          <p:sp>
            <p:nvSpPr>
              <p:cNvPr id="31747" name="Rectangle 3">
                <a:extLst>
                  <a:ext uri="{FF2B5EF4-FFF2-40B4-BE49-F238E27FC236}">
                    <a16:creationId xmlns:a16="http://schemas.microsoft.com/office/drawing/2014/main" id="{52F8FA29-FD0B-3113-90A5-E2BE34B87C43}"/>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8"/>
                <a:stretch>
                  <a:fillRect l="-1136" t="-123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pic>
        <p:nvPicPr>
          <p:cNvPr id="7" name="Picture 6" descr="\documentclass{article}&#10;\usepackage{amsmath}&#10;\pagestyle{empty}&#10;\begin{document}&#10;&#10;$y_t = \epsilon_t + \theta_1 \epsilon_{t-1} + \theta_2 \epsilon_{t-2} + \dots + \theta_q \epsilon_{t-q}$&#10;&#10;&#10;\end{document}" title="IguanaTex Bitmap Display">
            <a:extLst>
              <a:ext uri="{FF2B5EF4-FFF2-40B4-BE49-F238E27FC236}">
                <a16:creationId xmlns:a16="http://schemas.microsoft.com/office/drawing/2014/main" id="{E78A3513-9CF2-4293-F249-91242220CAC0}"/>
              </a:ext>
            </a:extLst>
          </p:cNvPr>
          <p:cNvPicPr>
            <a:picLocks noChangeAspect="1"/>
          </p:cNvPicPr>
          <p:nvPr>
            <p:custDataLst>
              <p:tags r:id="rId1"/>
            </p:custDataLst>
          </p:nvPr>
        </p:nvPicPr>
        <p:blipFill>
          <a:blip r:embed="rId9">
            <a:extLst>
              <a:ext uri="{28A0092B-C50C-407E-A947-70E740481C1C}">
                <a14:useLocalDpi xmlns:a14="http://schemas.microsoft.com/office/drawing/2010/main" val="0"/>
              </a:ext>
            </a:extLst>
          </a:blip>
          <a:stretch>
            <a:fillRect/>
          </a:stretch>
        </p:blipFill>
        <p:spPr>
          <a:xfrm>
            <a:off x="1447800" y="1752600"/>
            <a:ext cx="6009599" cy="352000"/>
          </a:xfrm>
          <a:prstGeom prst="rect">
            <a:avLst/>
          </a:prstGeom>
        </p:spPr>
      </p:pic>
      <p:pic>
        <p:nvPicPr>
          <p:cNvPr id="8" name="Picture 7" descr="\documentclass{article}&#10;\usepackage{amsmath}&#10;\pagestyle{empty}&#10;\begin{document}&#10;&#10;$y_t = \theta(B)\epsilon_t$&#10;&#10;&#10;\end{document}" title="IguanaTex Bitmap Display">
            <a:extLst>
              <a:ext uri="{FF2B5EF4-FFF2-40B4-BE49-F238E27FC236}">
                <a16:creationId xmlns:a16="http://schemas.microsoft.com/office/drawing/2014/main" id="{33CCFDF4-8E0A-DD74-BAE1-AC4F8CCBF196}"/>
              </a:ext>
            </a:extLst>
          </p:cNvPr>
          <p:cNvPicPr>
            <a:picLocks noChangeAspect="1"/>
          </p:cNvPicPr>
          <p:nvPr>
            <p:custDataLst>
              <p:tags r:id="rId2"/>
            </p:custDataLst>
          </p:nvPr>
        </p:nvPicPr>
        <p:blipFill>
          <a:blip r:embed="rId10">
            <a:extLst>
              <a:ext uri="{28A0092B-C50C-407E-A947-70E740481C1C}">
                <a14:useLocalDpi xmlns:a14="http://schemas.microsoft.com/office/drawing/2010/main" val="0"/>
              </a:ext>
            </a:extLst>
          </a:blip>
          <a:stretch>
            <a:fillRect/>
          </a:stretch>
        </p:blipFill>
        <p:spPr>
          <a:xfrm>
            <a:off x="3692074" y="2605956"/>
            <a:ext cx="1740800" cy="356266"/>
          </a:xfrm>
          <a:prstGeom prst="rect">
            <a:avLst/>
          </a:prstGeom>
        </p:spPr>
      </p:pic>
      <p:pic>
        <p:nvPicPr>
          <p:cNvPr id="11" name="Picture 10" descr="\documentclass{article}&#10;\usepackage{amsmath}&#10;\pagestyle{empty}&#10;\begin{document}&#10;&#10;$E[y_t] = 0$&#10;&#10;&#10;\end{document}" title="IguanaTex Bitmap Display">
            <a:extLst>
              <a:ext uri="{FF2B5EF4-FFF2-40B4-BE49-F238E27FC236}">
                <a16:creationId xmlns:a16="http://schemas.microsoft.com/office/drawing/2014/main" id="{24CA5E75-8DC8-8713-983B-0CF712C1012B}"/>
              </a:ext>
            </a:extLst>
          </p:cNvPr>
          <p:cNvPicPr>
            <a:picLocks noChangeAspect="1"/>
          </p:cNvPicPr>
          <p:nvPr>
            <p:custDataLst>
              <p:tags r:id="rId3"/>
            </p:custDataLst>
          </p:nvPr>
        </p:nvPicPr>
        <p:blipFill>
          <a:blip r:embed="rId11">
            <a:extLst>
              <a:ext uri="{28A0092B-C50C-407E-A947-70E740481C1C}">
                <a14:useLocalDpi xmlns:a14="http://schemas.microsoft.com/office/drawing/2010/main" val="0"/>
              </a:ext>
            </a:extLst>
          </a:blip>
          <a:stretch>
            <a:fillRect/>
          </a:stretch>
        </p:blipFill>
        <p:spPr>
          <a:xfrm>
            <a:off x="3810000" y="3463578"/>
            <a:ext cx="1401600" cy="356266"/>
          </a:xfrm>
          <a:prstGeom prst="rect">
            <a:avLst/>
          </a:prstGeom>
        </p:spPr>
      </p:pic>
      <p:pic>
        <p:nvPicPr>
          <p:cNvPr id="19" name="Picture 18" descr="\documentclass{article}&#10;\usepackage{amsmath}&#10;\pagestyle{empty}&#10;\begin{document}&#10;&#10;$\gamma(0) = (1 + \theta_1^2 + \dots + \theta_q^2)\sigma$&#10;&#10;&#10;\end{document}" title="IguanaTex Bitmap Display">
            <a:extLst>
              <a:ext uri="{FF2B5EF4-FFF2-40B4-BE49-F238E27FC236}">
                <a16:creationId xmlns:a16="http://schemas.microsoft.com/office/drawing/2014/main" id="{709B1459-50EC-0302-8F4B-9A32F49F51EC}"/>
              </a:ext>
            </a:extLst>
          </p:cNvPr>
          <p:cNvPicPr>
            <a:picLocks noChangeAspect="1"/>
          </p:cNvPicPr>
          <p:nvPr>
            <p:custDataLst>
              <p:tags r:id="rId4"/>
            </p:custDataLst>
          </p:nvPr>
        </p:nvPicPr>
        <p:blipFill>
          <a:blip r:embed="rId12">
            <a:extLst>
              <a:ext uri="{28A0092B-C50C-407E-A947-70E740481C1C}">
                <a14:useLocalDpi xmlns:a14="http://schemas.microsoft.com/office/drawing/2010/main" val="0"/>
              </a:ext>
            </a:extLst>
          </a:blip>
          <a:stretch>
            <a:fillRect/>
          </a:stretch>
        </p:blipFill>
        <p:spPr>
          <a:xfrm>
            <a:off x="4648200" y="3892401"/>
            <a:ext cx="4162134" cy="428799"/>
          </a:xfrm>
          <a:prstGeom prst="rect">
            <a:avLst/>
          </a:prstGeom>
        </p:spPr>
      </p:pic>
      <p:pic>
        <p:nvPicPr>
          <p:cNvPr id="17" name="Picture 16" descr="\documentclass{article}&#10;\usepackage{amsmath}&#10;\pagestyle{empty}&#10;\begin{document}&#10;&#10;$\rho(k) = \left\{\begin{matrix}&#10;1, &amp; k = 0\\&#10;\frac{\theta_k + \theta_1\theta_{k+1} + \cdots + \theta_{q-k}\theta_{q}}{1 + \theta_1^2 + \cdots + \theta_q^2}, &amp; k = 1, 2, \dots, q\\&#10;0, &amp; k &gt; q&#10;\end{matrix}\right.$&#10;&#10;&#10;\end{document}" title="IguanaTex Bitmap Display">
            <a:extLst>
              <a:ext uri="{FF2B5EF4-FFF2-40B4-BE49-F238E27FC236}">
                <a16:creationId xmlns:a16="http://schemas.microsoft.com/office/drawing/2014/main" id="{4D5D81FA-9878-53E3-1880-746B9201B0F6}"/>
              </a:ext>
            </a:extLst>
          </p:cNvPr>
          <p:cNvPicPr>
            <a:picLocks noChangeAspect="1"/>
          </p:cNvPicPr>
          <p:nvPr>
            <p:custDataLst>
              <p:tags r:id="rId5"/>
            </p:custDataLst>
          </p:nvPr>
        </p:nvPicPr>
        <p:blipFill>
          <a:blip r:embed="rId13">
            <a:extLst>
              <a:ext uri="{28A0092B-C50C-407E-A947-70E740481C1C}">
                <a14:useLocalDpi xmlns:a14="http://schemas.microsoft.com/office/drawing/2010/main" val="0"/>
              </a:ext>
            </a:extLst>
          </a:blip>
          <a:stretch>
            <a:fillRect/>
          </a:stretch>
        </p:blipFill>
        <p:spPr>
          <a:xfrm>
            <a:off x="1371600" y="4789495"/>
            <a:ext cx="7035732" cy="1489067"/>
          </a:xfrm>
          <a:prstGeom prst="rect">
            <a:avLst/>
          </a:prstGeom>
        </p:spPr>
      </p:pic>
    </p:spTree>
    <p:extLst>
      <p:ext uri="{BB962C8B-B14F-4D97-AF65-F5344CB8AC3E}">
        <p14:creationId xmlns:p14="http://schemas.microsoft.com/office/powerpoint/2010/main" val="108650462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4F760-2E9D-BA31-8044-865BD622D54D}"/>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8EBD07F3-892D-A283-53DF-8F12A45AD517}"/>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Mô hình trung bình động</a:t>
            </a:r>
            <a:r>
              <a:rPr lang="en-US" sz="3200" b="0">
                <a:latin typeface="Times New Roman" panose="02020603050405020304" pitchFamily="18" charset="0"/>
                <a:cs typeface="Times New Roman" panose="02020603050405020304" pitchFamily="18" charset="0"/>
              </a:rPr>
              <a:t> </a:t>
            </a:r>
          </a:p>
        </p:txBody>
      </p:sp>
      <p:sp>
        <p:nvSpPr>
          <p:cNvPr id="31747" name="Rectangle 3">
            <a:extLst>
              <a:ext uri="{FF2B5EF4-FFF2-40B4-BE49-F238E27FC236}">
                <a16:creationId xmlns:a16="http://schemas.microsoft.com/office/drawing/2014/main" id="{E1399A9F-2810-0FCB-9639-C574EE964508}"/>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Tính chất của mô hình MA</a:t>
            </a:r>
            <a:endParaRPr lang="en-US" sz="280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r>
              <a:rPr lang="en-US" sz="2800" b="1">
                <a:latin typeface="Times New Roman" panose="02020603050405020304" pitchFamily="18" charset="0"/>
                <a:cs typeface="Times New Roman" panose="02020603050405020304" pitchFamily="18" charset="0"/>
              </a:rPr>
              <a:t>Ưu điểm:</a:t>
            </a:r>
            <a:endParaRPr lang="en-US" sz="2800">
              <a:latin typeface="Times New Roman" panose="02020603050405020304" pitchFamily="18" charset="0"/>
              <a:cs typeface="Times New Roman" panose="02020603050405020304" pitchFamily="18" charset="0"/>
            </a:endParaRPr>
          </a:p>
          <a:p>
            <a:pPr marL="1371600" lvl="2" indent="-457200">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Hiệu quả trong mô tả dữ liệu có cấu trúc nhiễu.</a:t>
            </a:r>
          </a:p>
          <a:p>
            <a:pPr marL="1371600" lvl="2" indent="-457200">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Đảm bảo tính dừng tự nhiên (stationary).</a:t>
            </a:r>
          </a:p>
          <a:p>
            <a:pPr marL="914400" lvl="1" indent="-457200">
              <a:buFont typeface="Arial" panose="020B0604020202020204" pitchFamily="34" charset="0"/>
              <a:buChar char="•"/>
            </a:pPr>
            <a:r>
              <a:rPr lang="en-US" sz="2800" b="1">
                <a:latin typeface="Times New Roman" panose="02020603050405020304" pitchFamily="18" charset="0"/>
                <a:cs typeface="Times New Roman" panose="02020603050405020304" pitchFamily="18" charset="0"/>
              </a:rPr>
              <a:t>Hạn chế:</a:t>
            </a:r>
            <a:endParaRPr lang="en-US" sz="2800">
              <a:latin typeface="Times New Roman" panose="02020603050405020304" pitchFamily="18" charset="0"/>
              <a:cs typeface="Times New Roman" panose="02020603050405020304" pitchFamily="18" charset="0"/>
            </a:endParaRPr>
          </a:p>
          <a:p>
            <a:pPr marL="1371600" lvl="2" indent="-457200">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Không tận dụng trực tiếp thông tin của giá trị trong quá khứ (chỉ dùng thông tin từ nhiễu).</a:t>
            </a:r>
          </a:p>
          <a:p>
            <a:pPr marL="1371600" lvl="2" indent="-457200">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Khó xác định bậc (q) tối ưu.</a:t>
            </a:r>
          </a:p>
          <a:p>
            <a:pPr marL="514350" indent="-457200">
              <a:buFont typeface="Courier New" panose="02070309020205020404" pitchFamily="49" charset="0"/>
              <a:buChar char="o"/>
            </a:pPr>
            <a:endParaRPr lang="en-US"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9971953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63A2EA-789C-ADE5-6CF8-F5C578BAE3A9}"/>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E82C5BD7-9117-275B-ABC5-2EA56A08F248}"/>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Mô hình trung bình động</a:t>
            </a:r>
            <a:r>
              <a:rPr lang="en-US" sz="3200" b="0">
                <a:latin typeface="Times New Roman" panose="02020603050405020304" pitchFamily="18" charset="0"/>
                <a:cs typeface="Times New Roman" panose="02020603050405020304" pitchFamily="18" charset="0"/>
              </a:rPr>
              <a:t> </a:t>
            </a:r>
          </a:p>
        </p:txBody>
      </p:sp>
      <p:sp>
        <p:nvSpPr>
          <p:cNvPr id="31747" name="Rectangle 3">
            <a:extLst>
              <a:ext uri="{FF2B5EF4-FFF2-40B4-BE49-F238E27FC236}">
                <a16:creationId xmlns:a16="http://schemas.microsoft.com/office/drawing/2014/main" id="{C5E1FE1E-025C-6CAD-4A73-AE6F3BA1150C}"/>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Ước lượng tham số</a:t>
            </a:r>
            <a:endParaRPr lang="en-US" sz="280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Các hệ số (\theta_i) thường được ước lượng bằng:</a:t>
            </a:r>
          </a:p>
          <a:p>
            <a:pPr marL="1371600" lvl="2" indent="-457200">
              <a:buFont typeface="Courier New" panose="02070309020205020404" pitchFamily="49" charset="0"/>
              <a:buChar char="o"/>
            </a:pPr>
            <a:r>
              <a:rPr lang="en-US" sz="2800" b="1">
                <a:latin typeface="Times New Roman" panose="02020603050405020304" pitchFamily="18" charset="0"/>
                <a:cs typeface="Times New Roman" panose="02020603050405020304" pitchFamily="18" charset="0"/>
              </a:rPr>
              <a:t>Phương pháp bình phương tối thiểu phi tuyến (Nonlinear Least Squares)</a:t>
            </a:r>
            <a:r>
              <a:rPr lang="en-US" sz="2800">
                <a:latin typeface="Times New Roman" panose="02020603050405020304" pitchFamily="18" charset="0"/>
                <a:cs typeface="Times New Roman" panose="02020603050405020304" pitchFamily="18" charset="0"/>
              </a:rPr>
              <a:t>.</a:t>
            </a:r>
          </a:p>
          <a:p>
            <a:pPr marL="1371600" lvl="2" indent="-457200">
              <a:buFont typeface="Courier New" panose="02070309020205020404" pitchFamily="49" charset="0"/>
              <a:buChar char="o"/>
            </a:pPr>
            <a:r>
              <a:rPr lang="en-US" sz="2800" b="1">
                <a:latin typeface="Times New Roman" panose="02020603050405020304" pitchFamily="18" charset="0"/>
                <a:cs typeface="Times New Roman" panose="02020603050405020304" pitchFamily="18" charset="0"/>
              </a:rPr>
              <a:t>Phương pháp cực đại khả năng (MLE)</a:t>
            </a:r>
            <a:r>
              <a:rPr lang="en-US" sz="2800">
                <a:latin typeface="Times New Roman" panose="02020603050405020304" pitchFamily="18" charset="0"/>
                <a:cs typeface="Times New Roman" panose="02020603050405020304" pitchFamily="18" charset="0"/>
              </a:rPr>
              <a:t>.</a:t>
            </a:r>
          </a:p>
          <a:p>
            <a:pPr marL="91440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Công cụ: Python (statsmodels), R.</a:t>
            </a:r>
          </a:p>
          <a:p>
            <a:pPr marL="514350" indent="-457200">
              <a:buFont typeface="Courier New" panose="02070309020205020404" pitchFamily="49" charset="0"/>
              <a:buChar char="o"/>
            </a:pPr>
            <a:endParaRPr lang="en-US"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01417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0845B-62EF-32C8-2888-5ECDF8F0639B}"/>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85132F14-D6E8-2290-7763-640337682F73}"/>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Mô hình trung bình động</a:t>
            </a:r>
            <a:r>
              <a:rPr lang="en-US" sz="3200" b="0">
                <a:latin typeface="Times New Roman" panose="02020603050405020304" pitchFamily="18" charset="0"/>
                <a:cs typeface="Times New Roman" panose="02020603050405020304" pitchFamily="18" charset="0"/>
              </a:rPr>
              <a:t> </a:t>
            </a:r>
          </a:p>
        </p:txBody>
      </p:sp>
      <p:sp>
        <p:nvSpPr>
          <p:cNvPr id="31747" name="Rectangle 3">
            <a:extLst>
              <a:ext uri="{FF2B5EF4-FFF2-40B4-BE49-F238E27FC236}">
                <a16:creationId xmlns:a16="http://schemas.microsoft.com/office/drawing/2014/main" id="{ACAB1839-FE42-6A77-774F-A005800DAEAF}"/>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Ứng dụng</a:t>
            </a:r>
          </a:p>
          <a:p>
            <a:pPr lvl="1">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Mô hình MA mô tả chuỗi thời gian bằng tác động của các cú sốc quá khứ.</a:t>
            </a:r>
          </a:p>
          <a:p>
            <a:pPr marL="1200150" lvl="2" indent="-285750">
              <a:buFont typeface="Courier New" panose="02070309020205020404" pitchFamily="49" charset="0"/>
              <a:buChar char="o"/>
            </a:pPr>
            <a:r>
              <a:rPr lang="en-US" sz="2800" b="1">
                <a:latin typeface="Times New Roman" panose="02020603050405020304" pitchFamily="18" charset="0"/>
                <a:cs typeface="Times New Roman" panose="02020603050405020304" pitchFamily="18" charset="0"/>
              </a:rPr>
              <a:t>Kinh tế - tài chính</a:t>
            </a:r>
            <a:r>
              <a:rPr lang="en-US" sz="2800">
                <a:latin typeface="Times New Roman" panose="02020603050405020304" pitchFamily="18" charset="0"/>
                <a:cs typeface="Times New Roman" panose="02020603050405020304" pitchFamily="18" charset="0"/>
              </a:rPr>
              <a:t>: mô hình hoá biến động lợi nhuận, tỷ giá.</a:t>
            </a:r>
          </a:p>
          <a:p>
            <a:pPr marL="1200150" lvl="2" indent="-285750">
              <a:buFont typeface="Courier New" panose="02070309020205020404" pitchFamily="49" charset="0"/>
              <a:buChar char="o"/>
            </a:pPr>
            <a:r>
              <a:rPr lang="en-US" sz="2800" b="1">
                <a:latin typeface="Times New Roman" panose="02020603050405020304" pitchFamily="18" charset="0"/>
                <a:cs typeface="Times New Roman" panose="02020603050405020304" pitchFamily="18" charset="0"/>
              </a:rPr>
              <a:t>Dự báo ngắn hạn</a:t>
            </a:r>
            <a:r>
              <a:rPr lang="en-US" sz="2800">
                <a:latin typeface="Times New Roman" panose="02020603050405020304" pitchFamily="18" charset="0"/>
                <a:cs typeface="Times New Roman" panose="02020603050405020304" pitchFamily="18" charset="0"/>
              </a:rPr>
              <a:t> khi dữ liệu chứa nhiều nhiễu ngẫu nhiên.</a:t>
            </a:r>
          </a:p>
          <a:p>
            <a:pPr lvl="1">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Đơn giản nhưng mạnh mẽ để phân tích dữ liệu có yếu tố ngẫu nhiên.</a:t>
            </a:r>
          </a:p>
          <a:p>
            <a:pPr lvl="1">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Thường dùng kết hợp với AR trong các mô hình phức tạp hơn (ARMA/ARIMA).</a:t>
            </a:r>
          </a:p>
          <a:p>
            <a:pPr marL="514350" indent="-457200">
              <a:buFont typeface="Courier New" panose="02070309020205020404" pitchFamily="49" charset="0"/>
              <a:buChar char="o"/>
            </a:pPr>
            <a:endParaRPr lang="en-US"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7621220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E14E71-92FE-E7B2-2CAC-44EE7EF463CF}"/>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2B2DD390-446E-E97E-6C0C-DDCF290DA07B}"/>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Mô hình ARMA (Autoregressive Moving Average)</a:t>
            </a:r>
            <a:endParaRPr lang="en-US" sz="3200" b="0">
              <a:latin typeface="Times New Roman" panose="02020603050405020304" pitchFamily="18" charset="0"/>
              <a:cs typeface="Times New Roman" panose="02020603050405020304" pitchFamily="18" charset="0"/>
            </a:endParaRPr>
          </a:p>
        </p:txBody>
      </p:sp>
      <p:sp>
        <p:nvSpPr>
          <p:cNvPr id="31747" name="Rectangle 3">
            <a:extLst>
              <a:ext uri="{FF2B5EF4-FFF2-40B4-BE49-F238E27FC236}">
                <a16:creationId xmlns:a16="http://schemas.microsoft.com/office/drawing/2014/main" id="{58A51EE4-2CA6-AF7B-0B69-4C8BCE1B3387}"/>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Khái niệm cơ bản</a:t>
            </a:r>
            <a:endParaRPr lang="en-US" sz="28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r>
              <a:rPr lang="en-US" sz="2800" b="1">
                <a:latin typeface="Times New Roman" panose="02020603050405020304" pitchFamily="18" charset="0"/>
                <a:cs typeface="Times New Roman" panose="02020603050405020304" pitchFamily="18" charset="0"/>
              </a:rPr>
              <a:t>ARMA</a:t>
            </a:r>
            <a:r>
              <a:rPr lang="en-US" sz="2800">
                <a:latin typeface="Times New Roman" panose="02020603050405020304" pitchFamily="18" charset="0"/>
                <a:cs typeface="Times New Roman" panose="02020603050405020304" pitchFamily="18" charset="0"/>
              </a:rPr>
              <a:t> = AR + MA.</a:t>
            </a:r>
          </a:p>
          <a:p>
            <a:pPr marL="800100" lvl="2" indent="0"/>
            <a:r>
              <a:rPr lang="en-US" sz="2800">
                <a:latin typeface="Times New Roman" panose="02020603050405020304" pitchFamily="18" charset="0"/>
                <a:cs typeface="Times New Roman" panose="02020603050405020304" pitchFamily="18" charset="0"/>
              </a:rPr>
              <a:t>Kết hợp cả hai yếu tố: Autoregressive Moving Average = Autoregression + Moving Average </a:t>
            </a:r>
          </a:p>
          <a:p>
            <a:pPr marL="1314450" lvl="2" indent="-457200">
              <a:buFont typeface="Courier New" panose="02070309020205020404" pitchFamily="49" charset="0"/>
              <a:buChar char="o"/>
            </a:pPr>
            <a:r>
              <a:rPr lang="en-US" sz="2800" b="1">
                <a:latin typeface="Times New Roman" panose="02020603050405020304" pitchFamily="18" charset="0"/>
                <a:cs typeface="Times New Roman" panose="02020603050405020304" pitchFamily="18" charset="0"/>
              </a:rPr>
              <a:t>AR</a:t>
            </a:r>
            <a:r>
              <a:rPr lang="en-US" sz="2800">
                <a:latin typeface="Times New Roman" panose="02020603050405020304" pitchFamily="18" charset="0"/>
                <a:cs typeface="Times New Roman" panose="02020603050405020304" pitchFamily="18" charset="0"/>
              </a:rPr>
              <a:t>: Giá trị hiện tại phụ thuộc vào các giá trị trong quá khứ.</a:t>
            </a:r>
          </a:p>
          <a:p>
            <a:pPr marL="1314450" lvl="2" indent="-457200">
              <a:buFont typeface="Courier New" panose="02070309020205020404" pitchFamily="49" charset="0"/>
              <a:buChar char="o"/>
            </a:pPr>
            <a:r>
              <a:rPr lang="en-US" sz="2800" b="1">
                <a:latin typeface="Times New Roman" panose="02020603050405020304" pitchFamily="18" charset="0"/>
                <a:cs typeface="Times New Roman" panose="02020603050405020304" pitchFamily="18" charset="0"/>
              </a:rPr>
              <a:t>MA</a:t>
            </a:r>
            <a:r>
              <a:rPr lang="en-US" sz="2800">
                <a:latin typeface="Times New Roman" panose="02020603050405020304" pitchFamily="18" charset="0"/>
                <a:cs typeface="Times New Roman" panose="02020603050405020304" pitchFamily="18" charset="0"/>
              </a:rPr>
              <a:t>: Giá trị hiện tại phụ thuộc vào các cú sốc (nhiễu trắng) trong quá khứ.</a:t>
            </a:r>
          </a:p>
          <a:p>
            <a:pPr marL="91440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Phù hợp cho các chuỗi thời gian </a:t>
            </a:r>
            <a:r>
              <a:rPr lang="en-US" sz="2800" b="1">
                <a:latin typeface="Times New Roman" panose="02020603050405020304" pitchFamily="18" charset="0"/>
                <a:cs typeface="Times New Roman" panose="02020603050405020304" pitchFamily="18" charset="0"/>
              </a:rPr>
              <a:t>dừng (stationary)</a:t>
            </a:r>
            <a:r>
              <a:rPr lang="en-US" sz="2800">
                <a:latin typeface="Times New Roman" panose="02020603050405020304" pitchFamily="18" charset="0"/>
                <a:cs typeface="Times New Roman" panose="02020603050405020304" pitchFamily="18" charset="0"/>
              </a:rPr>
              <a:t>.</a:t>
            </a:r>
          </a:p>
          <a:p>
            <a:pPr marL="514350" indent="-457200">
              <a:buFont typeface="Courier New" panose="02070309020205020404" pitchFamily="49" charset="0"/>
              <a:buChar char="o"/>
            </a:pPr>
            <a:endParaRPr lang="en-US"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2238530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709A87-D804-1D32-4684-5ED69EC63EF0}"/>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48ABE5B0-6BCD-766F-0290-125BA15DC18C}"/>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Mô hình ARMA (Autoregressive Moving Average)</a:t>
            </a:r>
            <a:endParaRPr lang="en-US" sz="3200" b="0">
              <a:latin typeface="Times New Roman" panose="02020603050405020304" pitchFamily="18" charset="0"/>
              <a:cs typeface="Times New Roman" panose="02020603050405020304" pitchFamily="18" charset="0"/>
            </a:endParaRPr>
          </a:p>
        </p:txBody>
      </p:sp>
      <p:sp>
        <p:nvSpPr>
          <p:cNvPr id="31747" name="Rectangle 3">
            <a:extLst>
              <a:ext uri="{FF2B5EF4-FFF2-40B4-BE49-F238E27FC236}">
                <a16:creationId xmlns:a16="http://schemas.microsoft.com/office/drawing/2014/main" id="{B08F6DEC-B837-A59C-8F24-24072C05C990}"/>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Mô hình ARMA(p, q)</a:t>
            </a:r>
            <a:r>
              <a:rPr lang="en-US" sz="2800">
                <a:latin typeface="Times New Roman" panose="02020603050405020304" pitchFamily="18" charset="0"/>
                <a:cs typeface="Times New Roman" panose="02020603050405020304" pitchFamily="18" charset="0"/>
              </a:rPr>
              <a:t>:</a:t>
            </a:r>
          </a:p>
          <a:p>
            <a:pPr marL="457200" indent="-457200">
              <a:buFont typeface="Wingdings" panose="05000000000000000000" pitchFamily="2" charset="2"/>
              <a:buChar char="Ø"/>
            </a:pPr>
            <a:endParaRPr lang="en-US" sz="280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endParaRPr lang="en-US" sz="280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endParaRPr lang="en-US" sz="2800">
              <a:latin typeface="Times New Roman" panose="02020603050405020304" pitchFamily="18" charset="0"/>
              <a:cs typeface="Times New Roman" panose="02020603050405020304" pitchFamily="18" charset="0"/>
            </a:endParaRPr>
          </a:p>
          <a:p>
            <a:pPr marL="457200" lvl="0"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    : hằng số.</a:t>
            </a:r>
          </a:p>
          <a:p>
            <a:pPr marL="457200" lvl="0"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      : hệ số AR.</a:t>
            </a:r>
          </a:p>
          <a:p>
            <a:pPr marL="457200" lvl="0" indent="-457200">
              <a:buFont typeface="Arial" panose="020B0604020202020204" pitchFamily="34" charset="0"/>
              <a:buChar char="•"/>
            </a:pPr>
            <a:r>
              <a:rPr lang="es-ES" sz="2800">
                <a:latin typeface="Times New Roman" panose="02020603050405020304" pitchFamily="18" charset="0"/>
                <a:cs typeface="Times New Roman" panose="02020603050405020304" pitchFamily="18" charset="0"/>
              </a:rPr>
              <a:t>      : hệ số MA.</a:t>
            </a:r>
            <a:endParaRPr lang="en-US" sz="2800">
              <a:latin typeface="Times New Roman" panose="02020603050405020304" pitchFamily="18" charset="0"/>
              <a:cs typeface="Times New Roman" panose="02020603050405020304" pitchFamily="18" charset="0"/>
            </a:endParaRPr>
          </a:p>
          <a:p>
            <a:pPr marL="457200" lvl="0"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      : nhiễu trắng.</a:t>
            </a:r>
          </a:p>
          <a:p>
            <a:pPr marL="457200" indent="-457200">
              <a:buFont typeface="Wingdings" panose="05000000000000000000" pitchFamily="2" charset="2"/>
              <a:buChar char="Ø"/>
            </a:pPr>
            <a:endParaRPr lang="en-US" sz="2800">
              <a:latin typeface="Times New Roman" panose="02020603050405020304" pitchFamily="18" charset="0"/>
              <a:cs typeface="Times New Roman" panose="02020603050405020304" pitchFamily="18" charset="0"/>
            </a:endParaRPr>
          </a:p>
        </p:txBody>
      </p:sp>
      <p:pic>
        <p:nvPicPr>
          <p:cNvPr id="3" name="Picture 2" descr="\documentclass{article}&#10;\usepackage{amsmath}&#10;\pagestyle{empty}&#10;\begin{document}&#10;\begin{align*}&#10;Y_t =&amp; c + \phi_1 Y_{t-1} + \phi_2 Y_{t-2} + \dots + \phi_p Y_{t-p}\\ &amp; + \epsilon_t - \theta_1 \epsilon_{t-1} - \theta_2 \epsilon_{t-2} - \cdots - \theta_q \epsilon_{t-q}&#10;\end{align*}&#10;&#10;\end{document}" title="IguanaTex Bitmap Display">
            <a:extLst>
              <a:ext uri="{FF2B5EF4-FFF2-40B4-BE49-F238E27FC236}">
                <a16:creationId xmlns:a16="http://schemas.microsoft.com/office/drawing/2014/main" id="{05D95D12-8E70-4694-362C-4DC024053641}"/>
              </a:ext>
            </a:extLst>
          </p:cNvPr>
          <p:cNvPicPr>
            <a:picLocks noChangeAspect="1"/>
          </p:cNvPicPr>
          <p:nvPr>
            <p:custDataLst>
              <p:tags r:id="rId1"/>
            </p:custDataLst>
          </p:nvPr>
        </p:nvPicPr>
        <p:blipFill>
          <a:blip r:embed="rId5">
            <a:extLst>
              <a:ext uri="{28A0092B-C50C-407E-A947-70E740481C1C}">
                <a14:useLocalDpi xmlns:a14="http://schemas.microsoft.com/office/drawing/2010/main" val="0"/>
              </a:ext>
            </a:extLst>
          </a:blip>
          <a:stretch>
            <a:fillRect/>
          </a:stretch>
        </p:blipFill>
        <p:spPr>
          <a:xfrm>
            <a:off x="1141599" y="1981200"/>
            <a:ext cx="6372269" cy="878933"/>
          </a:xfrm>
          <a:prstGeom prst="rect">
            <a:avLst/>
          </a:prstGeom>
        </p:spPr>
      </p:pic>
      <p:pic>
        <p:nvPicPr>
          <p:cNvPr id="11" name="Picture 10" descr="\documentclass{article}&#10;\usepackage{amsmath}&#10;\pagestyle{empty}&#10;\begin{document}&#10;&#10;$c$&#10;&#10;$\phi_i$&#10;&#10;$\theta_i$&#10;&#10;$\epsilon_t$&#10;&#10;&#10;\end{document}" title="IguanaTex Bitmap Display">
            <a:extLst>
              <a:ext uri="{FF2B5EF4-FFF2-40B4-BE49-F238E27FC236}">
                <a16:creationId xmlns:a16="http://schemas.microsoft.com/office/drawing/2014/main" id="{FBF60668-88C0-1319-3A93-DC1D7BCB8FBD}"/>
              </a:ext>
            </a:extLst>
          </p:cNvPr>
          <p:cNvPicPr>
            <a:picLocks noChangeAspect="1"/>
          </p:cNvPicPr>
          <p:nvPr>
            <p:custDataLst>
              <p:tags r:id="rId2"/>
            </p:custDataLst>
          </p:nvPr>
        </p:nvPicPr>
        <p:blipFill>
          <a:blip r:embed="rId6">
            <a:extLst>
              <a:ext uri="{28A0092B-C50C-407E-A947-70E740481C1C}">
                <a14:useLocalDpi xmlns:a14="http://schemas.microsoft.com/office/drawing/2010/main" val="0"/>
              </a:ext>
            </a:extLst>
          </a:blip>
          <a:stretch>
            <a:fillRect/>
          </a:stretch>
        </p:blipFill>
        <p:spPr>
          <a:xfrm>
            <a:off x="685800" y="3124200"/>
            <a:ext cx="285867" cy="1484800"/>
          </a:xfrm>
          <a:prstGeom prst="rect">
            <a:avLst/>
          </a:prstGeom>
        </p:spPr>
      </p:pic>
    </p:spTree>
    <p:extLst>
      <p:ext uri="{BB962C8B-B14F-4D97-AF65-F5344CB8AC3E}">
        <p14:creationId xmlns:p14="http://schemas.microsoft.com/office/powerpoint/2010/main" val="139630297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29FA53-11BA-B9BD-853C-4B10F8CFE28D}"/>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6FE6107B-5927-DEF7-B1CF-4966AE0EAC01}"/>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Mô hình ARMA (Autoregressive Moving Average)</a:t>
            </a:r>
            <a:endParaRPr lang="en-US" sz="3200" b="0">
              <a:latin typeface="Times New Roman" panose="02020603050405020304" pitchFamily="18" charset="0"/>
              <a:cs typeface="Times New Roman" panose="02020603050405020304" pitchFamily="18" charset="0"/>
            </a:endParaRPr>
          </a:p>
        </p:txBody>
      </p:sp>
      <p:sp>
        <p:nvSpPr>
          <p:cNvPr id="31747" name="Rectangle 3">
            <a:extLst>
              <a:ext uri="{FF2B5EF4-FFF2-40B4-BE49-F238E27FC236}">
                <a16:creationId xmlns:a16="http://schemas.microsoft.com/office/drawing/2014/main" id="{FDC78647-CE6C-1D04-E1D1-5DA09894E0E8}"/>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Tính khả nghịch (Invertibility )</a:t>
            </a:r>
          </a:p>
          <a:p>
            <a:pPr lvl="1">
              <a:buFont typeface="Arial" panose="020B0604020202020204" pitchFamily="34" charset="0"/>
              <a:buChar char="•"/>
            </a:pPr>
            <a:r>
              <a:rPr lang="vi-VN" sz="2800">
                <a:latin typeface="Times New Roman" panose="02020603050405020304" pitchFamily="18" charset="0"/>
                <a:cs typeface="Times New Roman" panose="02020603050405020304" pitchFamily="18" charset="0"/>
              </a:rPr>
              <a:t>Trong phân tích chuỗi thời gian, đặc biệt với mô hình Moving Average (MA) hoặc ARMA, invertibility (khả nghịch) là tính chất cho phép viết mô hình MA dưới dạng mô hình AR vô hạn.</a:t>
            </a:r>
            <a:endParaRPr lang="en-US" sz="2800">
              <a:latin typeface="Times New Roman" panose="02020603050405020304" pitchFamily="18" charset="0"/>
              <a:cs typeface="Times New Roman" panose="02020603050405020304" pitchFamily="18" charset="0"/>
            </a:endParaRPr>
          </a:p>
          <a:p>
            <a:pPr marL="1371600" lvl="2" indent="-457200">
              <a:buFont typeface="Courier New" panose="02070309020205020404" pitchFamily="49" charset="0"/>
              <a:buChar char="o"/>
            </a:pPr>
            <a:r>
              <a:rPr lang="vi-VN" sz="2400">
                <a:latin typeface="Times New Roman" panose="02020603050405020304" pitchFamily="18" charset="0"/>
                <a:cs typeface="Times New Roman" panose="02020603050405020304" pitchFamily="18" charset="0"/>
              </a:rPr>
              <a:t>Nói cách khác: chuỗi trắng (white noise) có thể được biểu diễn lại từ dữ liệu quan sát thông qua một chuỗi AR vô hạn.</a:t>
            </a:r>
            <a:endParaRPr lang="en-US" sz="2400">
              <a:latin typeface="Times New Roman" panose="02020603050405020304" pitchFamily="18" charset="0"/>
              <a:cs typeface="Times New Roman" panose="02020603050405020304" pitchFamily="18" charset="0"/>
            </a:endParaRPr>
          </a:p>
          <a:p>
            <a:pPr marL="1371600" lvl="2" indent="-457200">
              <a:buFont typeface="Courier New" panose="02070309020205020404" pitchFamily="49" charset="0"/>
              <a:buChar char="o"/>
            </a:pPr>
            <a:r>
              <a:rPr lang="vi-VN" sz="2400">
                <a:latin typeface="Times New Roman" panose="02020603050405020304" pitchFamily="18" charset="0"/>
                <a:cs typeface="Times New Roman" panose="02020603050405020304" pitchFamily="18" charset="0"/>
              </a:rPr>
              <a:t>Điều này giúp ước lượng thông số dễ dàng hơn và mô hình duy nhất (unique).</a:t>
            </a:r>
          </a:p>
          <a:p>
            <a:pPr marL="514350" indent="-457200">
              <a:buFont typeface="Courier New" panose="02070309020205020404" pitchFamily="49" charset="0"/>
              <a:buChar char="o"/>
            </a:pPr>
            <a:endParaRPr lang="en-US"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6317847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588811-082A-61C0-916F-DFFD8113B5F4}"/>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E53BB05F-D4BE-ECED-375B-C0E5622986E4}"/>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Mô hình ARMA (Autoregressive Moving Average)</a:t>
            </a:r>
            <a:endParaRPr lang="en-US" sz="3200" b="0">
              <a:latin typeface="Times New Roman" panose="02020603050405020304" pitchFamily="18" charset="0"/>
              <a:cs typeface="Times New Roman" panose="02020603050405020304" pitchFamily="18" charset="0"/>
            </a:endParaRPr>
          </a:p>
        </p:txBody>
      </p:sp>
      <p:sp>
        <p:nvSpPr>
          <p:cNvPr id="31747" name="Rectangle 3">
            <a:extLst>
              <a:ext uri="{FF2B5EF4-FFF2-40B4-BE49-F238E27FC236}">
                <a16:creationId xmlns:a16="http://schemas.microsoft.com/office/drawing/2014/main" id="{1B528704-D6A1-116B-BB72-13EE8EB572B2}"/>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Mô hình ARMA(p, q)</a:t>
            </a:r>
            <a:r>
              <a:rPr lang="en-US" sz="2800">
                <a:latin typeface="Times New Roman" panose="02020603050405020304" pitchFamily="18" charset="0"/>
                <a:cs typeface="Times New Roman" panose="02020603050405020304" pitchFamily="18" charset="0"/>
              </a:rPr>
              <a:t>:</a:t>
            </a:r>
          </a:p>
          <a:p>
            <a:pPr marL="85725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Chúng ta có thể viết ARMA(p,q) lại thành dạng sau</a:t>
            </a:r>
          </a:p>
        </p:txBody>
      </p:sp>
      <p:pic>
        <p:nvPicPr>
          <p:cNvPr id="9" name="Picture 8" descr="\documentclass{article}&#10;\usepackage{amsmath}&#10;\pagestyle{empty}&#10;\begin{document}&#10;\begin{align*}&#10;y_t =&amp; c + \phi_1 Y_{t-1} + \phi_2 Y_{t-2} + \dots + \phi_p Y_{t-p}\\ &amp; + \epsilon_t - \theta_1 \epsilon_{t-1} - \theta_2 \epsilon_{t-2} - \cdots - \theta_q \epsilon_{t-q}&#10;\end{align*}&#10;&#10;\end{document}" title="IguanaTex Bitmap Display">
            <a:extLst>
              <a:ext uri="{FF2B5EF4-FFF2-40B4-BE49-F238E27FC236}">
                <a16:creationId xmlns:a16="http://schemas.microsoft.com/office/drawing/2014/main" id="{982C1C84-71AC-B73F-9DC0-CEC57E585767}"/>
              </a:ext>
            </a:extLst>
          </p:cNvPr>
          <p:cNvPicPr>
            <a:picLocks noChangeAspect="1"/>
          </p:cNvPicPr>
          <p:nvPr>
            <p:custDataLst>
              <p:tags r:id="rId1"/>
            </p:custDataLst>
          </p:nvPr>
        </p:nvPicPr>
        <p:blipFill>
          <a:blip r:embed="rId4">
            <a:extLst>
              <a:ext uri="{28A0092B-C50C-407E-A947-70E740481C1C}">
                <a14:useLocalDpi xmlns:a14="http://schemas.microsoft.com/office/drawing/2010/main" val="0"/>
              </a:ext>
            </a:extLst>
          </a:blip>
          <a:stretch>
            <a:fillRect/>
          </a:stretch>
        </p:blipFill>
        <p:spPr>
          <a:xfrm>
            <a:off x="1141599" y="1981200"/>
            <a:ext cx="6344536" cy="878933"/>
          </a:xfrm>
          <a:prstGeom prst="rect">
            <a:avLst/>
          </a:prstGeom>
        </p:spPr>
      </p:pic>
      <p:pic>
        <p:nvPicPr>
          <p:cNvPr id="5" name="Picture 4">
            <a:extLst>
              <a:ext uri="{FF2B5EF4-FFF2-40B4-BE49-F238E27FC236}">
                <a16:creationId xmlns:a16="http://schemas.microsoft.com/office/drawing/2014/main" id="{6491B028-6988-4406-C83A-1FCAA4D10943}"/>
              </a:ext>
            </a:extLst>
          </p:cNvPr>
          <p:cNvPicPr>
            <a:picLocks noChangeAspect="1"/>
          </p:cNvPicPr>
          <p:nvPr/>
        </p:nvPicPr>
        <p:blipFill>
          <a:blip r:embed="rId5"/>
          <a:stretch>
            <a:fillRect/>
          </a:stretch>
        </p:blipFill>
        <p:spPr>
          <a:xfrm>
            <a:off x="3243262" y="3429000"/>
            <a:ext cx="2638425" cy="533400"/>
          </a:xfrm>
          <a:prstGeom prst="rect">
            <a:avLst/>
          </a:prstGeom>
        </p:spPr>
      </p:pic>
      <p:pic>
        <p:nvPicPr>
          <p:cNvPr id="7" name="Picture 6">
            <a:extLst>
              <a:ext uri="{FF2B5EF4-FFF2-40B4-BE49-F238E27FC236}">
                <a16:creationId xmlns:a16="http://schemas.microsoft.com/office/drawing/2014/main" id="{50855E20-E2B3-89E9-7944-4197DBD99077}"/>
              </a:ext>
            </a:extLst>
          </p:cNvPr>
          <p:cNvPicPr>
            <a:picLocks noChangeAspect="1"/>
          </p:cNvPicPr>
          <p:nvPr/>
        </p:nvPicPr>
        <p:blipFill>
          <a:blip r:embed="rId6"/>
          <a:stretch>
            <a:fillRect/>
          </a:stretch>
        </p:blipFill>
        <p:spPr>
          <a:xfrm>
            <a:off x="1295400" y="3990516"/>
            <a:ext cx="5477639" cy="2191056"/>
          </a:xfrm>
          <a:prstGeom prst="rect">
            <a:avLst/>
          </a:prstGeom>
        </p:spPr>
      </p:pic>
    </p:spTree>
    <p:extLst>
      <p:ext uri="{BB962C8B-B14F-4D97-AF65-F5344CB8AC3E}">
        <p14:creationId xmlns:p14="http://schemas.microsoft.com/office/powerpoint/2010/main" val="149336005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C5453F-821B-F6FE-7652-4FDF429E1840}"/>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3573CFD8-AB03-7009-CB55-49B6EDA1A340}"/>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Mô hình ARMA (Autoregressive Moving Average)</a:t>
            </a:r>
            <a:endParaRPr lang="en-US" sz="3200" b="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1747" name="Rectangle 3">
                <a:extLst>
                  <a:ext uri="{FF2B5EF4-FFF2-40B4-BE49-F238E27FC236}">
                    <a16:creationId xmlns:a16="http://schemas.microsoft.com/office/drawing/2014/main" id="{F99876CF-3AD2-ACBB-9FED-6ED6F8B32B2D}"/>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Tính khả nghịch (Invertibility)</a:t>
                </a:r>
              </a:p>
              <a:p>
                <a:pPr marL="800100" lvl="1" indent="-342900">
                  <a:buFont typeface="Arial" panose="020B0604020202020204" pitchFamily="34" charset="0"/>
                  <a:buChar char="•"/>
                </a:pPr>
                <a:r>
                  <a:rPr lang="vi-VN" sz="2400" b="1">
                    <a:latin typeface="Times New Roman" panose="02020603050405020304" pitchFamily="18" charset="0"/>
                    <a:cs typeface="Times New Roman" panose="02020603050405020304" pitchFamily="18" charset="0"/>
                  </a:rPr>
                  <a:t>Ví dụ mô hình MA(1)</a:t>
                </a:r>
              </a:p>
              <a:p>
                <a:pPr lvl="1"/>
                <a14:m>
                  <m:oMathPara xmlns:m="http://schemas.openxmlformats.org/officeDocument/2006/math">
                    <m:oMathParaPr>
                      <m:jc m:val="centerGroup"/>
                    </m:oMathParaPr>
                    <m:oMath xmlns:m="http://schemas.openxmlformats.org/officeDocument/2006/math">
                      <m:sSub>
                        <m:sSubPr>
                          <m:ctrlPr>
                            <a:rPr lang="ar-AE" sz="2400" i="1">
                              <a:latin typeface="Cambria Math" panose="02040503050406030204" pitchFamily="18" charset="0"/>
                            </a:rPr>
                          </m:ctrlPr>
                        </m:sSubPr>
                        <m:e>
                          <m:r>
                            <a:rPr lang="en-US" sz="2400" b="0" i="1" smtClean="0">
                              <a:latin typeface="Cambria Math" panose="02040503050406030204" pitchFamily="18" charset="0"/>
                            </a:rPr>
                            <m:t>𝑦</m:t>
                          </m:r>
                        </m:e>
                        <m:sub>
                          <m:r>
                            <a:rPr lang="ar-AE" sz="2400" i="1">
                              <a:latin typeface="Cambria Math" panose="02040503050406030204" pitchFamily="18" charset="0"/>
                            </a:rPr>
                            <m:t>𝑡</m:t>
                          </m:r>
                        </m:sub>
                      </m:sSub>
                      <m:r>
                        <a:rPr lang="ar-AE" sz="2400">
                          <a:latin typeface="Cambria Math" panose="02040503050406030204" pitchFamily="18" charset="0"/>
                        </a:rPr>
                        <m:t>=</m:t>
                      </m:r>
                      <m:sSub>
                        <m:sSubPr>
                          <m:ctrlPr>
                            <a:rPr lang="ar-AE" sz="2400" i="1">
                              <a:latin typeface="Cambria Math" panose="02040503050406030204" pitchFamily="18" charset="0"/>
                            </a:rPr>
                          </m:ctrlPr>
                        </m:sSubPr>
                        <m:e>
                          <m:r>
                            <a:rPr lang="ar-AE" sz="2400" i="1">
                              <a:latin typeface="Cambria Math" panose="02040503050406030204" pitchFamily="18" charset="0"/>
                            </a:rPr>
                            <m:t>𝜖</m:t>
                          </m:r>
                        </m:e>
                        <m:sub>
                          <m:r>
                            <a:rPr lang="ar-AE" sz="2400" i="1">
                              <a:latin typeface="Cambria Math" panose="02040503050406030204" pitchFamily="18" charset="0"/>
                            </a:rPr>
                            <m:t>𝑡</m:t>
                          </m:r>
                        </m:sub>
                      </m:sSub>
                      <m:r>
                        <a:rPr lang="en-US" sz="2400" b="0" i="0" smtClean="0">
                          <a:latin typeface="Cambria Math" panose="02040503050406030204" pitchFamily="18" charset="0"/>
                        </a:rPr>
                        <m:t>−</m:t>
                      </m:r>
                      <m:sSub>
                        <m:sSubPr>
                          <m:ctrlPr>
                            <a:rPr lang="ar-AE" sz="2400" i="1">
                              <a:latin typeface="Cambria Math" panose="02040503050406030204" pitchFamily="18" charset="0"/>
                            </a:rPr>
                          </m:ctrlPr>
                        </m:sSubPr>
                        <m:e>
                          <m:r>
                            <a:rPr lang="ar-AE" sz="2400" i="1">
                              <a:latin typeface="Cambria Math" panose="02040503050406030204" pitchFamily="18" charset="0"/>
                            </a:rPr>
                            <m:t>𝜃</m:t>
                          </m:r>
                        </m:e>
                        <m:sub>
                          <m:r>
                            <a:rPr lang="ar-AE" sz="2400">
                              <a:latin typeface="Cambria Math" panose="02040503050406030204" pitchFamily="18" charset="0"/>
                            </a:rPr>
                            <m:t>1</m:t>
                          </m:r>
                        </m:sub>
                      </m:sSub>
                      <m:sSub>
                        <m:sSubPr>
                          <m:ctrlPr>
                            <a:rPr lang="ar-AE" sz="2400" i="1">
                              <a:latin typeface="Cambria Math" panose="02040503050406030204" pitchFamily="18" charset="0"/>
                            </a:rPr>
                          </m:ctrlPr>
                        </m:sSubPr>
                        <m:e>
                          <m:r>
                            <a:rPr lang="ar-AE" sz="2400" i="1">
                              <a:latin typeface="Cambria Math" panose="02040503050406030204" pitchFamily="18" charset="0"/>
                            </a:rPr>
                            <m:t>𝜖</m:t>
                          </m:r>
                        </m:e>
                        <m:sub>
                          <m:r>
                            <a:rPr lang="ar-AE" sz="2400" i="1">
                              <a:latin typeface="Cambria Math" panose="02040503050406030204" pitchFamily="18" charset="0"/>
                            </a:rPr>
                            <m:t>𝑡</m:t>
                          </m:r>
                          <m:r>
                            <a:rPr lang="ar-AE" sz="2400">
                              <a:latin typeface="Cambria Math" panose="02040503050406030204" pitchFamily="18" charset="0"/>
                            </a:rPr>
                            <m:t>−1</m:t>
                          </m:r>
                        </m:sub>
                      </m:sSub>
                    </m:oMath>
                  </m:oMathPara>
                </a14:m>
                <a:endParaRPr lang="ar-AE" sz="2400">
                  <a:latin typeface="Times New Roman" panose="02020603050405020304" pitchFamily="18" charset="0"/>
                  <a:cs typeface="Times New Roman" panose="02020603050405020304" pitchFamily="18" charset="0"/>
                </a:endParaRPr>
              </a:p>
              <a:p>
                <a:pPr marL="1714500" lvl="3" indent="-342900">
                  <a:buFont typeface="Wingdings" panose="05000000000000000000" pitchFamily="2" charset="2"/>
                  <a:buChar char="§"/>
                </a:pPr>
                <a14:m>
                  <m:oMath xmlns:m="http://schemas.openxmlformats.org/officeDocument/2006/math">
                    <m:sSub>
                      <m:sSubPr>
                        <m:ctrlPr>
                          <a:rPr lang="ar-AE" sz="2400" i="1">
                            <a:latin typeface="Cambria Math" panose="02040503050406030204" pitchFamily="18" charset="0"/>
                          </a:rPr>
                        </m:ctrlPr>
                      </m:sSubPr>
                      <m:e>
                        <m:r>
                          <a:rPr lang="ar-AE" sz="2400" i="1">
                            <a:latin typeface="Cambria Math" panose="02040503050406030204" pitchFamily="18" charset="0"/>
                          </a:rPr>
                          <m:t>𝜖</m:t>
                        </m:r>
                      </m:e>
                      <m:sub>
                        <m:r>
                          <a:rPr lang="ar-AE" sz="2400" i="1">
                            <a:latin typeface="Cambria Math" panose="02040503050406030204" pitchFamily="18" charset="0"/>
                          </a:rPr>
                          <m:t>𝑡</m:t>
                        </m:r>
                      </m:sub>
                    </m:sSub>
                  </m:oMath>
                </a14:m>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là white noise</a:t>
                </a:r>
                <a:endParaRPr lang="vi-VN" b="1">
                  <a:latin typeface="Times New Roman" panose="02020603050405020304" pitchFamily="18" charset="0"/>
                  <a:cs typeface="Times New Roman" panose="02020603050405020304" pitchFamily="18" charset="0"/>
                </a:endParaRPr>
              </a:p>
              <a:p>
                <a:pPr marL="57150" indent="0"/>
                <a:endParaRPr lang="en-US" sz="2800">
                  <a:latin typeface="Times New Roman" panose="02020603050405020304" pitchFamily="18" charset="0"/>
                  <a:cs typeface="Times New Roman" panose="02020603050405020304" pitchFamily="18" charset="0"/>
                </a:endParaRPr>
              </a:p>
              <a:p>
                <a:pPr marL="57150" indent="0"/>
                <a:endParaRPr lang="en-US" sz="2800">
                  <a:latin typeface="Times New Roman" panose="02020603050405020304" pitchFamily="18" charset="0"/>
                  <a:cs typeface="Times New Roman" panose="02020603050405020304" pitchFamily="18" charset="0"/>
                </a:endParaRPr>
              </a:p>
              <a:p>
                <a:pPr marL="57150" indent="0"/>
                <a:endParaRPr lang="en-US" sz="2800">
                  <a:latin typeface="Times New Roman" panose="02020603050405020304" pitchFamily="18" charset="0"/>
                  <a:cs typeface="Times New Roman" panose="02020603050405020304" pitchFamily="18" charset="0"/>
                </a:endParaRPr>
              </a:p>
              <a:p>
                <a:pPr marL="57150" indent="0"/>
                <a:endParaRPr lang="en-US" sz="2800">
                  <a:latin typeface="Times New Roman" panose="02020603050405020304" pitchFamily="18" charset="0"/>
                  <a:cs typeface="Times New Roman" panose="02020603050405020304" pitchFamily="18" charset="0"/>
                </a:endParaRPr>
              </a:p>
              <a:p>
                <a:pPr marL="57150" indent="0"/>
                <a:endParaRPr lang="en-US" sz="2800">
                  <a:latin typeface="Times New Roman" panose="02020603050405020304" pitchFamily="18" charset="0"/>
                  <a:cs typeface="Times New Roman" panose="02020603050405020304" pitchFamily="18" charset="0"/>
                </a:endParaRPr>
              </a:p>
              <a:p>
                <a:pPr marL="57150" indent="0"/>
                <a:endParaRPr lang="en-US" sz="2800">
                  <a:latin typeface="Times New Roman" panose="02020603050405020304" pitchFamily="18" charset="0"/>
                  <a:cs typeface="Times New Roman" panose="02020603050405020304" pitchFamily="18" charset="0"/>
                </a:endParaRPr>
              </a:p>
              <a:p>
                <a:pPr marL="57150" indent="0"/>
                <a:r>
                  <a:rPr lang="en-US" sz="2800">
                    <a:latin typeface="Times New Roman" panose="02020603050405020304" pitchFamily="18" charset="0"/>
                    <a:cs typeface="Times New Roman" panose="02020603050405020304" pitchFamily="18" charset="0"/>
                  </a:rPr>
                  <a:t>         Nếu </a:t>
                </a:r>
                <a14:m>
                  <m:oMath xmlns:m="http://schemas.openxmlformats.org/officeDocument/2006/math">
                    <m:sSub>
                      <m:sSubPr>
                        <m:ctrlPr>
                          <a:rPr lang="ar-AE" sz="2800" i="1">
                            <a:latin typeface="Cambria Math" panose="02040503050406030204" pitchFamily="18" charset="0"/>
                          </a:rPr>
                        </m:ctrlPr>
                      </m:sSubPr>
                      <m:e>
                        <m:r>
                          <m:rPr>
                            <m:nor/>
                          </m:rPr>
                          <a:rPr lang="vi-VN" sz="2800" b="1">
                            <a:latin typeface="Times New Roman" panose="02020603050405020304" pitchFamily="18" charset="0"/>
                            <a:cs typeface="Times New Roman" panose="02020603050405020304" pitchFamily="18" charset="0"/>
                          </a:rPr>
                          <m:t>|</m:t>
                        </m:r>
                        <m:r>
                          <a:rPr lang="ar-AE" sz="2800" i="1">
                            <a:latin typeface="Cambria Math" panose="02040503050406030204" pitchFamily="18" charset="0"/>
                          </a:rPr>
                          <m:t>𝜃</m:t>
                        </m:r>
                      </m:e>
                      <m:sub>
                        <m:r>
                          <a:rPr lang="ar-AE" sz="2800">
                            <a:latin typeface="Cambria Math" panose="02040503050406030204" pitchFamily="18" charset="0"/>
                          </a:rPr>
                          <m:t>1</m:t>
                        </m:r>
                      </m:sub>
                    </m:sSub>
                    <m:r>
                      <a:rPr lang="en-US" sz="2800" b="1">
                        <a:latin typeface="Cambria Math" panose="02040503050406030204" pitchFamily="18" charset="0"/>
                      </a:rPr>
                      <m:t>|&lt;</m:t>
                    </m:r>
                    <m:r>
                      <a:rPr lang="en-US" sz="2800">
                        <a:latin typeface="Cambria Math" panose="02040503050406030204" pitchFamily="18" charset="0"/>
                      </a:rPr>
                      <m:t>1</m:t>
                    </m:r>
                    <m:r>
                      <a:rPr lang="en-US" sz="2800" b="0" i="0" smtClean="0">
                        <a:latin typeface="Cambria Math" panose="02040503050406030204" pitchFamily="18" charset="0"/>
                      </a:rPr>
                      <m:t>,   </m:t>
                    </m:r>
                  </m:oMath>
                </a14:m>
                <a:r>
                  <a:rPr lang="en-US" sz="2800">
                    <a:latin typeface="Times New Roman" panose="02020603050405020304" pitchFamily="18" charset="0"/>
                    <a:cs typeface="Times New Roman" panose="02020603050405020304" pitchFamily="18" charset="0"/>
                  </a:rPr>
                  <a:t>                        </a:t>
                </a:r>
                <a:r>
                  <a:rPr lang="en-US" sz="2800">
                    <a:latin typeface="Times New Roman" panose="02020603050405020304" pitchFamily="18" charset="0"/>
                    <a:cs typeface="Times New Roman" panose="02020603050405020304" pitchFamily="18" charset="0"/>
                    <a:sym typeface="Wingdings" panose="05000000000000000000" pitchFamily="2" charset="2"/>
                  </a:rPr>
                  <a:t> 0 as k  </a:t>
                </a:r>
                <a14:m>
                  <m:oMath xmlns:m="http://schemas.openxmlformats.org/officeDocument/2006/math">
                    <m:r>
                      <a:rPr lang="en-US" sz="2800" i="1" smtClean="0">
                        <a:latin typeface="Cambria Math" panose="02040503050406030204" pitchFamily="18" charset="0"/>
                        <a:ea typeface="Cambria Math" panose="02040503050406030204" pitchFamily="18" charset="0"/>
                        <a:cs typeface="Times New Roman" panose="02020603050405020304" pitchFamily="18" charset="0"/>
                        <a:sym typeface="Wingdings" panose="05000000000000000000" pitchFamily="2" charset="2"/>
                      </a:rPr>
                      <m:t>∞</m:t>
                    </m:r>
                  </m:oMath>
                </a14:m>
                <a:r>
                  <a:rPr lang="en-US" sz="2800">
                    <a:latin typeface="Times New Roman" panose="02020603050405020304" pitchFamily="18" charset="0"/>
                    <a:cs typeface="Times New Roman" panose="02020603050405020304" pitchFamily="18" charset="0"/>
                  </a:rPr>
                  <a:t>  </a:t>
                </a:r>
              </a:p>
              <a:p>
                <a:pPr marL="57150" indent="0"/>
                <a:endParaRPr lang="en-US" sz="2800">
                  <a:latin typeface="Times New Roman" panose="02020603050405020304" pitchFamily="18" charset="0"/>
                  <a:cs typeface="Times New Roman" panose="02020603050405020304" pitchFamily="18" charset="0"/>
                </a:endParaRPr>
              </a:p>
            </p:txBody>
          </p:sp>
        </mc:Choice>
        <mc:Fallback xmlns="">
          <p:sp>
            <p:nvSpPr>
              <p:cNvPr id="31747" name="Rectangle 3">
                <a:extLst>
                  <a:ext uri="{FF2B5EF4-FFF2-40B4-BE49-F238E27FC236}">
                    <a16:creationId xmlns:a16="http://schemas.microsoft.com/office/drawing/2014/main" id="{F99876CF-3AD2-ACBB-9FED-6ED6F8B32B2D}"/>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3"/>
                <a:stretch>
                  <a:fillRect l="-1136" t="-123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pic>
        <p:nvPicPr>
          <p:cNvPr id="3" name="Picture 2">
            <a:extLst>
              <a:ext uri="{FF2B5EF4-FFF2-40B4-BE49-F238E27FC236}">
                <a16:creationId xmlns:a16="http://schemas.microsoft.com/office/drawing/2014/main" id="{4FD9252A-97DF-77C3-3941-F064316E7238}"/>
              </a:ext>
            </a:extLst>
          </p:cNvPr>
          <p:cNvPicPr>
            <a:picLocks noChangeAspect="1"/>
          </p:cNvPicPr>
          <p:nvPr/>
        </p:nvPicPr>
        <p:blipFill>
          <a:blip r:embed="rId4"/>
          <a:stretch>
            <a:fillRect/>
          </a:stretch>
        </p:blipFill>
        <p:spPr>
          <a:xfrm>
            <a:off x="1752600" y="2819400"/>
            <a:ext cx="2524125" cy="466725"/>
          </a:xfrm>
          <a:prstGeom prst="rect">
            <a:avLst/>
          </a:prstGeom>
        </p:spPr>
      </p:pic>
      <p:pic>
        <p:nvPicPr>
          <p:cNvPr id="5" name="Picture 4">
            <a:extLst>
              <a:ext uri="{FF2B5EF4-FFF2-40B4-BE49-F238E27FC236}">
                <a16:creationId xmlns:a16="http://schemas.microsoft.com/office/drawing/2014/main" id="{6E6A733C-44E3-F91E-8149-7A766572E720}"/>
              </a:ext>
            </a:extLst>
          </p:cNvPr>
          <p:cNvPicPr>
            <a:picLocks noChangeAspect="1"/>
          </p:cNvPicPr>
          <p:nvPr/>
        </p:nvPicPr>
        <p:blipFill>
          <a:blip r:embed="rId5"/>
          <a:stretch>
            <a:fillRect/>
          </a:stretch>
        </p:blipFill>
        <p:spPr>
          <a:xfrm>
            <a:off x="1447800" y="3276600"/>
            <a:ext cx="3200400" cy="457200"/>
          </a:xfrm>
          <a:prstGeom prst="rect">
            <a:avLst/>
          </a:prstGeom>
        </p:spPr>
      </p:pic>
      <p:pic>
        <p:nvPicPr>
          <p:cNvPr id="7" name="Picture 6">
            <a:extLst>
              <a:ext uri="{FF2B5EF4-FFF2-40B4-BE49-F238E27FC236}">
                <a16:creationId xmlns:a16="http://schemas.microsoft.com/office/drawing/2014/main" id="{01A5714E-F1D5-3789-83E6-BC0F3353ACA7}"/>
              </a:ext>
            </a:extLst>
          </p:cNvPr>
          <p:cNvPicPr>
            <a:picLocks noChangeAspect="1"/>
          </p:cNvPicPr>
          <p:nvPr/>
        </p:nvPicPr>
        <p:blipFill>
          <a:blip r:embed="rId6"/>
          <a:stretch>
            <a:fillRect/>
          </a:stretch>
        </p:blipFill>
        <p:spPr>
          <a:xfrm>
            <a:off x="1400174" y="3799613"/>
            <a:ext cx="3228975" cy="381000"/>
          </a:xfrm>
          <a:prstGeom prst="rect">
            <a:avLst/>
          </a:prstGeom>
        </p:spPr>
      </p:pic>
      <p:pic>
        <p:nvPicPr>
          <p:cNvPr id="9" name="Picture 8">
            <a:extLst>
              <a:ext uri="{FF2B5EF4-FFF2-40B4-BE49-F238E27FC236}">
                <a16:creationId xmlns:a16="http://schemas.microsoft.com/office/drawing/2014/main" id="{2D3ED879-FA37-9091-1349-FF07CB375DC9}"/>
              </a:ext>
            </a:extLst>
          </p:cNvPr>
          <p:cNvPicPr>
            <a:picLocks noChangeAspect="1"/>
          </p:cNvPicPr>
          <p:nvPr/>
        </p:nvPicPr>
        <p:blipFill>
          <a:blip r:embed="rId7"/>
          <a:stretch>
            <a:fillRect/>
          </a:stretch>
        </p:blipFill>
        <p:spPr>
          <a:xfrm>
            <a:off x="1400174" y="4246426"/>
            <a:ext cx="3590925" cy="361950"/>
          </a:xfrm>
          <a:prstGeom prst="rect">
            <a:avLst/>
          </a:prstGeom>
        </p:spPr>
      </p:pic>
      <p:pic>
        <p:nvPicPr>
          <p:cNvPr id="11" name="Picture 10">
            <a:extLst>
              <a:ext uri="{FF2B5EF4-FFF2-40B4-BE49-F238E27FC236}">
                <a16:creationId xmlns:a16="http://schemas.microsoft.com/office/drawing/2014/main" id="{E1D1F706-982E-8D93-5E28-2749FD48F1CC}"/>
              </a:ext>
            </a:extLst>
          </p:cNvPr>
          <p:cNvPicPr>
            <a:picLocks noChangeAspect="1"/>
          </p:cNvPicPr>
          <p:nvPr/>
        </p:nvPicPr>
        <p:blipFill>
          <a:blip r:embed="rId8"/>
          <a:stretch>
            <a:fillRect/>
          </a:stretch>
        </p:blipFill>
        <p:spPr>
          <a:xfrm>
            <a:off x="0" y="4775713"/>
            <a:ext cx="9144000" cy="434584"/>
          </a:xfrm>
          <a:prstGeom prst="rect">
            <a:avLst/>
          </a:prstGeom>
        </p:spPr>
      </p:pic>
      <p:pic>
        <p:nvPicPr>
          <p:cNvPr id="13" name="Picture 12">
            <a:extLst>
              <a:ext uri="{FF2B5EF4-FFF2-40B4-BE49-F238E27FC236}">
                <a16:creationId xmlns:a16="http://schemas.microsoft.com/office/drawing/2014/main" id="{8091A8CA-0642-B18C-1D7C-B007DB2C9B8F}"/>
              </a:ext>
            </a:extLst>
          </p:cNvPr>
          <p:cNvPicPr>
            <a:picLocks noChangeAspect="1"/>
          </p:cNvPicPr>
          <p:nvPr/>
        </p:nvPicPr>
        <p:blipFill>
          <a:blip r:embed="rId9"/>
          <a:stretch>
            <a:fillRect/>
          </a:stretch>
        </p:blipFill>
        <p:spPr>
          <a:xfrm>
            <a:off x="3019697" y="5295900"/>
            <a:ext cx="2000250" cy="495300"/>
          </a:xfrm>
          <a:prstGeom prst="rect">
            <a:avLst/>
          </a:prstGeom>
        </p:spPr>
      </p:pic>
    </p:spTree>
    <p:extLst>
      <p:ext uri="{BB962C8B-B14F-4D97-AF65-F5344CB8AC3E}">
        <p14:creationId xmlns:p14="http://schemas.microsoft.com/office/powerpoint/2010/main" val="85436572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1C894B-E63E-7A15-A20C-91A3502B6FD9}"/>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411AB04C-436F-9DB3-5E37-17FDEDB1E439}"/>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Mô hình ARMA (Autoregressive Moving Average)</a:t>
            </a:r>
            <a:endParaRPr lang="en-US" sz="3200" b="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1747" name="Rectangle 3">
                <a:extLst>
                  <a:ext uri="{FF2B5EF4-FFF2-40B4-BE49-F238E27FC236}">
                    <a16:creationId xmlns:a16="http://schemas.microsoft.com/office/drawing/2014/main" id="{57E97F63-0EC6-D69F-D288-E13705E8B18C}"/>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Tính khả nghịch (Invertibility)</a:t>
                </a:r>
              </a:p>
              <a:p>
                <a:pPr marL="800100" lvl="1" indent="-342900">
                  <a:buFont typeface="Arial" panose="020B0604020202020204" pitchFamily="34" charset="0"/>
                  <a:buChar char="•"/>
                </a:pPr>
                <a:r>
                  <a:rPr lang="vi-VN" sz="2400" b="1">
                    <a:latin typeface="Times New Roman" panose="02020603050405020304" pitchFamily="18" charset="0"/>
                    <a:cs typeface="Times New Roman" panose="02020603050405020304" pitchFamily="18" charset="0"/>
                  </a:rPr>
                  <a:t>Ví dụ mô hình MA(1)</a:t>
                </a:r>
              </a:p>
              <a:p>
                <a:pPr lvl="1"/>
                <a14:m>
                  <m:oMathPara xmlns:m="http://schemas.openxmlformats.org/officeDocument/2006/math">
                    <m:oMathParaPr>
                      <m:jc m:val="centerGroup"/>
                    </m:oMathParaPr>
                    <m:oMath xmlns:m="http://schemas.openxmlformats.org/officeDocument/2006/math">
                      <m:sSub>
                        <m:sSubPr>
                          <m:ctrlPr>
                            <a:rPr lang="ar-AE" sz="2400" i="1">
                              <a:latin typeface="Cambria Math" panose="02040503050406030204" pitchFamily="18" charset="0"/>
                            </a:rPr>
                          </m:ctrlPr>
                        </m:sSubPr>
                        <m:e>
                          <m:r>
                            <a:rPr lang="en-US" sz="2400" b="0" i="1" smtClean="0">
                              <a:latin typeface="Cambria Math" panose="02040503050406030204" pitchFamily="18" charset="0"/>
                            </a:rPr>
                            <m:t>𝑦</m:t>
                          </m:r>
                        </m:e>
                        <m:sub>
                          <m:r>
                            <a:rPr lang="ar-AE" sz="2400" i="1">
                              <a:latin typeface="Cambria Math" panose="02040503050406030204" pitchFamily="18" charset="0"/>
                            </a:rPr>
                            <m:t>𝑡</m:t>
                          </m:r>
                        </m:sub>
                      </m:sSub>
                      <m:r>
                        <a:rPr lang="ar-AE" sz="2400">
                          <a:latin typeface="Cambria Math" panose="02040503050406030204" pitchFamily="18" charset="0"/>
                        </a:rPr>
                        <m:t>=</m:t>
                      </m:r>
                      <m:sSub>
                        <m:sSubPr>
                          <m:ctrlPr>
                            <a:rPr lang="ar-AE" sz="2400" i="1">
                              <a:latin typeface="Cambria Math" panose="02040503050406030204" pitchFamily="18" charset="0"/>
                            </a:rPr>
                          </m:ctrlPr>
                        </m:sSubPr>
                        <m:e>
                          <m:r>
                            <a:rPr lang="ar-AE" sz="2400" i="1">
                              <a:latin typeface="Cambria Math" panose="02040503050406030204" pitchFamily="18" charset="0"/>
                            </a:rPr>
                            <m:t>𝜖</m:t>
                          </m:r>
                        </m:e>
                        <m:sub>
                          <m:r>
                            <a:rPr lang="ar-AE" sz="2400" i="1">
                              <a:latin typeface="Cambria Math" panose="02040503050406030204" pitchFamily="18" charset="0"/>
                            </a:rPr>
                            <m:t>𝑡</m:t>
                          </m:r>
                        </m:sub>
                      </m:sSub>
                      <m:r>
                        <a:rPr lang="en-US" sz="2400" b="0" i="0" smtClean="0">
                          <a:latin typeface="Cambria Math" panose="02040503050406030204" pitchFamily="18" charset="0"/>
                        </a:rPr>
                        <m:t>−</m:t>
                      </m:r>
                      <m:sSub>
                        <m:sSubPr>
                          <m:ctrlPr>
                            <a:rPr lang="ar-AE" sz="2400" i="1">
                              <a:latin typeface="Cambria Math" panose="02040503050406030204" pitchFamily="18" charset="0"/>
                            </a:rPr>
                          </m:ctrlPr>
                        </m:sSubPr>
                        <m:e>
                          <m:r>
                            <a:rPr lang="ar-AE" sz="2400" i="1">
                              <a:latin typeface="Cambria Math" panose="02040503050406030204" pitchFamily="18" charset="0"/>
                            </a:rPr>
                            <m:t>𝜃</m:t>
                          </m:r>
                        </m:e>
                        <m:sub>
                          <m:r>
                            <a:rPr lang="ar-AE" sz="2400">
                              <a:latin typeface="Cambria Math" panose="02040503050406030204" pitchFamily="18" charset="0"/>
                            </a:rPr>
                            <m:t>1</m:t>
                          </m:r>
                        </m:sub>
                      </m:sSub>
                      <m:sSub>
                        <m:sSubPr>
                          <m:ctrlPr>
                            <a:rPr lang="ar-AE" sz="2400" i="1">
                              <a:latin typeface="Cambria Math" panose="02040503050406030204" pitchFamily="18" charset="0"/>
                            </a:rPr>
                          </m:ctrlPr>
                        </m:sSubPr>
                        <m:e>
                          <m:r>
                            <a:rPr lang="ar-AE" sz="2400" i="1">
                              <a:latin typeface="Cambria Math" panose="02040503050406030204" pitchFamily="18" charset="0"/>
                            </a:rPr>
                            <m:t>𝜖</m:t>
                          </m:r>
                        </m:e>
                        <m:sub>
                          <m:r>
                            <a:rPr lang="ar-AE" sz="2400" i="1">
                              <a:latin typeface="Cambria Math" panose="02040503050406030204" pitchFamily="18" charset="0"/>
                            </a:rPr>
                            <m:t>𝑡</m:t>
                          </m:r>
                          <m:r>
                            <a:rPr lang="ar-AE" sz="2400">
                              <a:latin typeface="Cambria Math" panose="02040503050406030204" pitchFamily="18" charset="0"/>
                            </a:rPr>
                            <m:t>−1</m:t>
                          </m:r>
                        </m:sub>
                      </m:sSub>
                    </m:oMath>
                  </m:oMathPara>
                </a14:m>
                <a:endParaRPr lang="ar-AE" sz="2400">
                  <a:latin typeface="Times New Roman" panose="02020603050405020304" pitchFamily="18" charset="0"/>
                  <a:cs typeface="Times New Roman" panose="02020603050405020304" pitchFamily="18" charset="0"/>
                </a:endParaRPr>
              </a:p>
              <a:p>
                <a:pPr marL="1714500" lvl="3" indent="-342900">
                  <a:buFont typeface="Wingdings" panose="05000000000000000000" pitchFamily="2" charset="2"/>
                  <a:buChar char="§"/>
                </a:pPr>
                <a14:m>
                  <m:oMath xmlns:m="http://schemas.openxmlformats.org/officeDocument/2006/math">
                    <m:sSub>
                      <m:sSubPr>
                        <m:ctrlPr>
                          <a:rPr lang="ar-AE" sz="2400" i="1">
                            <a:latin typeface="Cambria Math" panose="02040503050406030204" pitchFamily="18" charset="0"/>
                          </a:rPr>
                        </m:ctrlPr>
                      </m:sSubPr>
                      <m:e>
                        <m:r>
                          <a:rPr lang="ar-AE" sz="2400" i="1">
                            <a:latin typeface="Cambria Math" panose="02040503050406030204" pitchFamily="18" charset="0"/>
                          </a:rPr>
                          <m:t>𝜖</m:t>
                        </m:r>
                      </m:e>
                      <m:sub>
                        <m:r>
                          <a:rPr lang="ar-AE" sz="2400" i="1">
                            <a:latin typeface="Cambria Math" panose="02040503050406030204" pitchFamily="18" charset="0"/>
                          </a:rPr>
                          <m:t>𝑡</m:t>
                        </m:r>
                      </m:sub>
                    </m:sSub>
                  </m:oMath>
                </a14:m>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là white noise</a:t>
                </a:r>
                <a:endParaRPr lang="vi-VN" b="1">
                  <a:latin typeface="Times New Roman" panose="02020603050405020304" pitchFamily="18" charset="0"/>
                  <a:cs typeface="Times New Roman" panose="02020603050405020304" pitchFamily="18" charset="0"/>
                </a:endParaRPr>
              </a:p>
              <a:p>
                <a:pPr marL="1200150" lvl="2" indent="-285750">
                  <a:buFont typeface="Courier New" panose="02070309020205020404" pitchFamily="49" charset="0"/>
                  <a:buChar char="o"/>
                </a:pPr>
                <a:r>
                  <a:rPr lang="vi-VN" sz="2400">
                    <a:latin typeface="Times New Roman" panose="02020603050405020304" pitchFamily="18" charset="0"/>
                    <a:cs typeface="Times New Roman" panose="02020603050405020304" pitchFamily="18" charset="0"/>
                  </a:rPr>
                  <a:t>MA(1) là </a:t>
                </a:r>
                <a:r>
                  <a:rPr lang="vi-VN" sz="2400" b="1">
                    <a:latin typeface="Times New Roman" panose="02020603050405020304" pitchFamily="18" charset="0"/>
                    <a:cs typeface="Times New Roman" panose="02020603050405020304" pitchFamily="18" charset="0"/>
                  </a:rPr>
                  <a:t>khả nghịch</a:t>
                </a:r>
                <a:r>
                  <a:rPr lang="vi-VN" sz="2400">
                    <a:latin typeface="Times New Roman" panose="02020603050405020304" pitchFamily="18" charset="0"/>
                    <a:cs typeface="Times New Roman" panose="02020603050405020304" pitchFamily="18" charset="0"/>
                  </a:rPr>
                  <a:t> nếu tồn tại dãy </a:t>
                </a:r>
                <a14:m>
                  <m:oMath xmlns:m="http://schemas.openxmlformats.org/officeDocument/2006/math">
                    <m:d>
                      <m:dPr>
                        <m:begChr m:val="{"/>
                        <m:endChr m:val="}"/>
                        <m:ctrlPr>
                          <a:rPr lang="ar-AE" sz="2400" i="1">
                            <a:latin typeface="Cambria Math" panose="02040503050406030204" pitchFamily="18" charset="0"/>
                          </a:rPr>
                        </m:ctrlPr>
                      </m:dPr>
                      <m:e>
                        <m:sSub>
                          <m:sSubPr>
                            <m:ctrlPr>
                              <a:rPr lang="ar-AE" sz="2400" i="1">
                                <a:latin typeface="Cambria Math" panose="02040503050406030204" pitchFamily="18" charset="0"/>
                              </a:rPr>
                            </m:ctrlPr>
                          </m:sSubPr>
                          <m:e>
                            <m:r>
                              <a:rPr lang="ar-AE" sz="2400" i="1">
                                <a:latin typeface="Cambria Math" panose="02040503050406030204" pitchFamily="18" charset="0"/>
                              </a:rPr>
                              <m:t>𝜙</m:t>
                            </m:r>
                          </m:e>
                          <m:sub>
                            <m:r>
                              <a:rPr lang="ar-AE" sz="2400" i="1">
                                <a:latin typeface="Cambria Math" panose="02040503050406030204" pitchFamily="18" charset="0"/>
                              </a:rPr>
                              <m:t>𝑗</m:t>
                            </m:r>
                          </m:sub>
                        </m:sSub>
                      </m:e>
                    </m:d>
                  </m:oMath>
                </a14:m>
                <a:r>
                  <a:rPr lang="vi-VN" sz="2400">
                    <a:latin typeface="Times New Roman" panose="02020603050405020304" pitchFamily="18" charset="0"/>
                    <a:cs typeface="Times New Roman" panose="02020603050405020304" pitchFamily="18" charset="0"/>
                  </a:rPr>
                  <a:t>sao cho:</a:t>
                </a:r>
              </a:p>
              <a:p>
                <a:pPr/>
                <a14:m>
                  <m:oMathPara xmlns:m="http://schemas.openxmlformats.org/officeDocument/2006/math">
                    <m:oMathParaPr>
                      <m:jc m:val="centerGroup"/>
                    </m:oMathParaPr>
                    <m:oMath xmlns:m="http://schemas.openxmlformats.org/officeDocument/2006/math">
                      <m:sSub>
                        <m:sSubPr>
                          <m:ctrlPr>
                            <a:rPr lang="ar-AE" sz="2400" i="1">
                              <a:latin typeface="Cambria Math" panose="02040503050406030204" pitchFamily="18" charset="0"/>
                            </a:rPr>
                          </m:ctrlPr>
                        </m:sSubPr>
                        <m:e>
                          <m:r>
                            <a:rPr lang="ar-AE" sz="2400" i="1">
                              <a:latin typeface="Cambria Math" panose="02040503050406030204" pitchFamily="18" charset="0"/>
                            </a:rPr>
                            <m:t>𝜖</m:t>
                          </m:r>
                        </m:e>
                        <m:sub>
                          <m:r>
                            <a:rPr lang="ar-AE" sz="2400" i="1">
                              <a:latin typeface="Cambria Math" panose="02040503050406030204" pitchFamily="18" charset="0"/>
                            </a:rPr>
                            <m:t>𝑡</m:t>
                          </m:r>
                        </m:sub>
                      </m:sSub>
                      <m:r>
                        <a:rPr lang="ar-AE" sz="2400">
                          <a:latin typeface="Cambria Math" panose="02040503050406030204" pitchFamily="18" charset="0"/>
                        </a:rPr>
                        <m:t>=</m:t>
                      </m:r>
                      <m:sSub>
                        <m:sSubPr>
                          <m:ctrlPr>
                            <a:rPr lang="ar-AE" sz="2400" i="1">
                              <a:latin typeface="Cambria Math" panose="02040503050406030204" pitchFamily="18" charset="0"/>
                            </a:rPr>
                          </m:ctrlPr>
                        </m:sSubPr>
                        <m:e>
                          <m:r>
                            <a:rPr lang="en-US" sz="2400" b="0" i="1" smtClean="0">
                              <a:latin typeface="Cambria Math" panose="02040503050406030204" pitchFamily="18" charset="0"/>
                            </a:rPr>
                            <m:t>𝑦</m:t>
                          </m:r>
                        </m:e>
                        <m:sub>
                          <m:r>
                            <a:rPr lang="ar-AE" sz="2400" i="1">
                              <a:latin typeface="Cambria Math" panose="02040503050406030204" pitchFamily="18" charset="0"/>
                            </a:rPr>
                            <m:t>𝑡</m:t>
                          </m:r>
                        </m:sub>
                      </m:sSub>
                      <m:r>
                        <a:rPr lang="en-US" sz="2400" b="0" i="0" smtClean="0">
                          <a:latin typeface="Cambria Math" panose="02040503050406030204" pitchFamily="18" charset="0"/>
                        </a:rPr>
                        <m:t>+</m:t>
                      </m:r>
                      <m:nary>
                        <m:naryPr>
                          <m:chr m:val="∑"/>
                          <m:grow m:val="on"/>
                          <m:ctrlPr>
                            <a:rPr lang="ar-AE" sz="2400" i="1">
                              <a:latin typeface="Cambria Math" panose="02040503050406030204" pitchFamily="18" charset="0"/>
                            </a:rPr>
                          </m:ctrlPr>
                        </m:naryPr>
                        <m:sub>
                          <m:r>
                            <a:rPr lang="ar-AE" sz="2400" i="1">
                              <a:latin typeface="Cambria Math" panose="02040503050406030204" pitchFamily="18" charset="0"/>
                            </a:rPr>
                            <m:t>𝑗</m:t>
                          </m:r>
                          <m:r>
                            <a:rPr lang="ar-AE" sz="2400">
                              <a:latin typeface="Cambria Math" panose="02040503050406030204" pitchFamily="18" charset="0"/>
                            </a:rPr>
                            <m:t>=1</m:t>
                          </m:r>
                        </m:sub>
                        <m:sup>
                          <m:r>
                            <a:rPr lang="ar-AE" sz="2400">
                              <a:latin typeface="Cambria Math" panose="02040503050406030204" pitchFamily="18" charset="0"/>
                            </a:rPr>
                            <m:t>∞</m:t>
                          </m:r>
                        </m:sup>
                        <m:e>
                          <m:sSub>
                            <m:sSubPr>
                              <m:ctrlPr>
                                <a:rPr lang="ar-AE" sz="2400" i="1">
                                  <a:latin typeface="Cambria Math" panose="02040503050406030204" pitchFamily="18" charset="0"/>
                                </a:rPr>
                              </m:ctrlPr>
                            </m:sSubPr>
                            <m:e>
                              <m:r>
                                <a:rPr lang="ar-AE" sz="2400" i="1">
                                  <a:latin typeface="Cambria Math" panose="02040503050406030204" pitchFamily="18" charset="0"/>
                                </a:rPr>
                                <m:t>𝜙</m:t>
                              </m:r>
                            </m:e>
                            <m:sub>
                              <m:r>
                                <a:rPr lang="ar-AE" sz="2400" i="1">
                                  <a:latin typeface="Cambria Math" panose="02040503050406030204" pitchFamily="18" charset="0"/>
                                </a:rPr>
                                <m:t>𝑗</m:t>
                              </m:r>
                            </m:sub>
                          </m:sSub>
                        </m:e>
                      </m:nary>
                      <m:sSub>
                        <m:sSubPr>
                          <m:ctrlPr>
                            <a:rPr lang="ar-AE" sz="2400" i="1">
                              <a:latin typeface="Cambria Math" panose="02040503050406030204" pitchFamily="18" charset="0"/>
                            </a:rPr>
                          </m:ctrlPr>
                        </m:sSubPr>
                        <m:e>
                          <m:r>
                            <a:rPr lang="en-US" sz="2400" b="0" i="1" smtClean="0">
                              <a:latin typeface="Cambria Math" panose="02040503050406030204" pitchFamily="18" charset="0"/>
                            </a:rPr>
                            <m:t>𝑦</m:t>
                          </m:r>
                        </m:e>
                        <m:sub>
                          <m:r>
                            <a:rPr lang="ar-AE" sz="2400" i="1">
                              <a:latin typeface="Cambria Math" panose="02040503050406030204" pitchFamily="18" charset="0"/>
                            </a:rPr>
                            <m:t>𝑡</m:t>
                          </m:r>
                          <m:r>
                            <a:rPr lang="ar-AE" sz="2400">
                              <a:latin typeface="Cambria Math" panose="02040503050406030204" pitchFamily="18" charset="0"/>
                            </a:rPr>
                            <m:t>−</m:t>
                          </m:r>
                          <m:r>
                            <a:rPr lang="ar-AE" sz="2400" i="1">
                              <a:latin typeface="Cambria Math" panose="02040503050406030204" pitchFamily="18" charset="0"/>
                            </a:rPr>
                            <m:t>𝑗</m:t>
                          </m:r>
                        </m:sub>
                      </m:sSub>
                    </m:oMath>
                  </m:oMathPara>
                </a14:m>
                <a:endParaRPr lang="ar-AE" sz="2400">
                  <a:latin typeface="Times New Roman" panose="02020603050405020304" pitchFamily="18" charset="0"/>
                  <a:cs typeface="Times New Roman" panose="02020603050405020304" pitchFamily="18" charset="0"/>
                </a:endParaRPr>
              </a:p>
              <a:p>
                <a:pPr marL="1714500" lvl="3" indent="-342900">
                  <a:buFont typeface="Wingdings" panose="05000000000000000000" pitchFamily="2" charset="2"/>
                  <a:buChar char="§"/>
                </a:pPr>
                <a:r>
                  <a:rPr lang="vi-VN" sz="2400">
                    <a:latin typeface="Times New Roman" panose="02020603050405020304" pitchFamily="18" charset="0"/>
                    <a:cs typeface="Times New Roman" panose="02020603050405020304" pitchFamily="18" charset="0"/>
                  </a:rPr>
                  <a:t>Điều kiện: </a:t>
                </a:r>
                <a14:m>
                  <m:oMath xmlns:m="http://schemas.openxmlformats.org/officeDocument/2006/math">
                    <m:sSub>
                      <m:sSubPr>
                        <m:ctrlPr>
                          <a:rPr lang="ar-AE" sz="2400" i="1">
                            <a:latin typeface="Cambria Math" panose="02040503050406030204" pitchFamily="18" charset="0"/>
                          </a:rPr>
                        </m:ctrlPr>
                      </m:sSubPr>
                      <m:e>
                        <m:r>
                          <m:rPr>
                            <m:nor/>
                          </m:rPr>
                          <a:rPr lang="vi-VN" sz="2400" b="1">
                            <a:latin typeface="Times New Roman" panose="02020603050405020304" pitchFamily="18" charset="0"/>
                            <a:cs typeface="Times New Roman" panose="02020603050405020304" pitchFamily="18" charset="0"/>
                          </a:rPr>
                          <m:t>|</m:t>
                        </m:r>
                        <m:r>
                          <a:rPr lang="ar-AE" sz="2400" i="1">
                            <a:latin typeface="Cambria Math" panose="02040503050406030204" pitchFamily="18" charset="0"/>
                          </a:rPr>
                          <m:t>𝜃</m:t>
                        </m:r>
                      </m:e>
                      <m:sub>
                        <m:r>
                          <a:rPr lang="ar-AE" sz="2400">
                            <a:latin typeface="Cambria Math" panose="02040503050406030204" pitchFamily="18" charset="0"/>
                          </a:rPr>
                          <m:t>1</m:t>
                        </m:r>
                      </m:sub>
                    </m:sSub>
                    <m:r>
                      <a:rPr lang="en-US" sz="2400" b="1" i="0" smtClean="0">
                        <a:latin typeface="Cambria Math" panose="02040503050406030204" pitchFamily="18" charset="0"/>
                      </a:rPr>
                      <m:t>|&lt;</m:t>
                    </m:r>
                    <m:r>
                      <a:rPr lang="en-US" sz="2400" b="0" i="0" smtClean="0">
                        <a:latin typeface="Cambria Math" panose="02040503050406030204" pitchFamily="18" charset="0"/>
                      </a:rPr>
                      <m:t>1</m:t>
                    </m:r>
                  </m:oMath>
                </a14:m>
                <a:endParaRPr lang="en-US" sz="2400">
                  <a:latin typeface="Times New Roman" panose="02020603050405020304" pitchFamily="18" charset="0"/>
                  <a:cs typeface="Times New Roman" panose="02020603050405020304" pitchFamily="18" charset="0"/>
                </a:endParaRPr>
              </a:p>
              <a:p>
                <a:pPr marL="1714500" lvl="3" indent="-342900">
                  <a:buFont typeface="Wingdings" panose="05000000000000000000" pitchFamily="2" charset="2"/>
                  <a:buChar char="§"/>
                </a:pPr>
                <a:r>
                  <a:rPr lang="vi-VN" sz="2400">
                    <a:latin typeface="Times New Roman" panose="02020603050405020304" pitchFamily="18" charset="0"/>
                    <a:cs typeface="Times New Roman" panose="02020603050405020304" pitchFamily="18" charset="0"/>
                  </a:rPr>
                  <a:t>Khi invertible, bạn có thể tái tạo lại chuỗi nhiễu trắng </a:t>
                </a:r>
                <a14:m>
                  <m:oMath xmlns:m="http://schemas.openxmlformats.org/officeDocument/2006/math">
                    <m:sSub>
                      <m:sSubPr>
                        <m:ctrlPr>
                          <a:rPr lang="ar-AE" sz="2400" i="1">
                            <a:latin typeface="Cambria Math" panose="02040503050406030204" pitchFamily="18" charset="0"/>
                          </a:rPr>
                        </m:ctrlPr>
                      </m:sSubPr>
                      <m:e>
                        <m:r>
                          <a:rPr lang="ar-AE" sz="2400" b="0" i="1">
                            <a:latin typeface="Cambria Math" panose="02040503050406030204" pitchFamily="18" charset="0"/>
                          </a:rPr>
                          <m:t>𝜖</m:t>
                        </m:r>
                      </m:e>
                      <m:sub>
                        <m:r>
                          <a:rPr lang="ar-AE" sz="2400" b="0" i="1">
                            <a:latin typeface="Cambria Math" panose="02040503050406030204" pitchFamily="18" charset="0"/>
                          </a:rPr>
                          <m:t>𝑡</m:t>
                        </m:r>
                      </m:sub>
                    </m:sSub>
                  </m:oMath>
                </a14:m>
                <a:r>
                  <a:rPr lang="vi-VN" sz="2400">
                    <a:latin typeface="Times New Roman" panose="02020603050405020304" pitchFamily="18" charset="0"/>
                    <a:cs typeface="Times New Roman" panose="02020603050405020304" pitchFamily="18" charset="0"/>
                  </a:rPr>
                  <a:t>từ dữ liệu quan sát </a:t>
                </a:r>
                <a14:m>
                  <m:oMath xmlns:m="http://schemas.openxmlformats.org/officeDocument/2006/math">
                    <m:sSub>
                      <m:sSubPr>
                        <m:ctrlPr>
                          <a:rPr lang="ar-AE" sz="2400" i="1">
                            <a:latin typeface="Cambria Math" panose="02040503050406030204" pitchFamily="18" charset="0"/>
                          </a:rPr>
                        </m:ctrlPr>
                      </m:sSubPr>
                      <m:e>
                        <m:r>
                          <a:rPr lang="en-US" sz="2400" b="0" i="1" smtClean="0">
                            <a:latin typeface="Cambria Math" panose="02040503050406030204" pitchFamily="18" charset="0"/>
                          </a:rPr>
                          <m:t>𝑦</m:t>
                        </m:r>
                      </m:e>
                      <m:sub>
                        <m:r>
                          <a:rPr lang="ar-AE" sz="2400" i="1">
                            <a:latin typeface="Cambria Math" panose="02040503050406030204" pitchFamily="18" charset="0"/>
                          </a:rPr>
                          <m:t>𝑡</m:t>
                        </m:r>
                      </m:sub>
                    </m:sSub>
                  </m:oMath>
                </a14:m>
                <a:r>
                  <a:rPr lang="ar-AE" sz="2400">
                    <a:latin typeface="Times New Roman" panose="02020603050405020304" pitchFamily="18" charset="0"/>
                    <a:cs typeface="Times New Roman" panose="02020603050405020304" pitchFamily="18" charset="0"/>
                  </a:rPr>
                  <a:t>.</a:t>
                </a:r>
              </a:p>
              <a:p>
                <a:pPr marL="514350" indent="-457200">
                  <a:buFont typeface="Courier New" panose="02070309020205020404" pitchFamily="49" charset="0"/>
                  <a:buChar char="o"/>
                </a:pPr>
                <a:endParaRPr lang="en-US" sz="2800">
                  <a:latin typeface="Times New Roman" panose="02020603050405020304" pitchFamily="18" charset="0"/>
                  <a:cs typeface="Times New Roman" panose="02020603050405020304" pitchFamily="18" charset="0"/>
                </a:endParaRPr>
              </a:p>
            </p:txBody>
          </p:sp>
        </mc:Choice>
        <mc:Fallback xmlns="">
          <p:sp>
            <p:nvSpPr>
              <p:cNvPr id="31747" name="Rectangle 3">
                <a:extLst>
                  <a:ext uri="{FF2B5EF4-FFF2-40B4-BE49-F238E27FC236}">
                    <a16:creationId xmlns:a16="http://schemas.microsoft.com/office/drawing/2014/main" id="{57E97F63-0EC6-D69F-D288-E13705E8B18C}"/>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3"/>
                <a:stretch>
                  <a:fillRect l="-1136" t="-1230" r="-401"/>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412752818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EE594C-01F9-0566-963C-301C31F8C3DD}"/>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0A3D8085-8002-EF25-EA99-EDBB4423AB3E}"/>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Mô hình ARMA (Autoregressive Moving Average)</a:t>
            </a:r>
            <a:endParaRPr lang="en-US" sz="3200" b="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1747" name="Rectangle 3">
                <a:extLst>
                  <a:ext uri="{FF2B5EF4-FFF2-40B4-BE49-F238E27FC236}">
                    <a16:creationId xmlns:a16="http://schemas.microsoft.com/office/drawing/2014/main" id="{ADCA666E-1688-279E-5BA0-C1FE1EF949A0}"/>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Tính khả nghịch (Invertibility)</a:t>
                </a:r>
              </a:p>
              <a:p>
                <a:pPr marL="800100" lvl="1" indent="-342900">
                  <a:buFont typeface="Arial" panose="020B0604020202020204" pitchFamily="34" charset="0"/>
                  <a:buChar char="•"/>
                </a:pPr>
                <a:r>
                  <a:rPr lang="vi-VN" sz="2400" b="1">
                    <a:latin typeface="Times New Roman" panose="02020603050405020304" pitchFamily="18" charset="0"/>
                    <a:cs typeface="Times New Roman" panose="02020603050405020304" pitchFamily="18" charset="0"/>
                  </a:rPr>
                  <a:t>Ví dụ mô hình MA(1)</a:t>
                </a:r>
              </a:p>
              <a:p>
                <a:pPr lvl="1"/>
                <a14:m>
                  <m:oMathPara xmlns:m="http://schemas.openxmlformats.org/officeDocument/2006/math">
                    <m:oMathParaPr>
                      <m:jc m:val="centerGroup"/>
                    </m:oMathParaPr>
                    <m:oMath xmlns:m="http://schemas.openxmlformats.org/officeDocument/2006/math">
                      <m:sSub>
                        <m:sSubPr>
                          <m:ctrlPr>
                            <a:rPr lang="ar-AE" sz="2400" i="1">
                              <a:latin typeface="Cambria Math" panose="02040503050406030204" pitchFamily="18" charset="0"/>
                            </a:rPr>
                          </m:ctrlPr>
                        </m:sSubPr>
                        <m:e>
                          <m:r>
                            <a:rPr lang="en-US" sz="2400" b="0" i="1" smtClean="0">
                              <a:latin typeface="Cambria Math" panose="02040503050406030204" pitchFamily="18" charset="0"/>
                            </a:rPr>
                            <m:t>𝑦</m:t>
                          </m:r>
                        </m:e>
                        <m:sub>
                          <m:r>
                            <a:rPr lang="ar-AE" sz="2400" i="1">
                              <a:latin typeface="Cambria Math" panose="02040503050406030204" pitchFamily="18" charset="0"/>
                            </a:rPr>
                            <m:t>𝑡</m:t>
                          </m:r>
                        </m:sub>
                      </m:sSub>
                      <m:r>
                        <a:rPr lang="ar-AE" sz="2400">
                          <a:latin typeface="Cambria Math" panose="02040503050406030204" pitchFamily="18" charset="0"/>
                        </a:rPr>
                        <m:t>=</m:t>
                      </m:r>
                      <m:sSub>
                        <m:sSubPr>
                          <m:ctrlPr>
                            <a:rPr lang="ar-AE" sz="2400" i="1">
                              <a:latin typeface="Cambria Math" panose="02040503050406030204" pitchFamily="18" charset="0"/>
                            </a:rPr>
                          </m:ctrlPr>
                        </m:sSubPr>
                        <m:e>
                          <m:r>
                            <a:rPr lang="ar-AE" sz="2400" i="1">
                              <a:latin typeface="Cambria Math" panose="02040503050406030204" pitchFamily="18" charset="0"/>
                            </a:rPr>
                            <m:t>𝜖</m:t>
                          </m:r>
                        </m:e>
                        <m:sub>
                          <m:r>
                            <a:rPr lang="ar-AE" sz="2400" i="1">
                              <a:latin typeface="Cambria Math" panose="02040503050406030204" pitchFamily="18" charset="0"/>
                            </a:rPr>
                            <m:t>𝑡</m:t>
                          </m:r>
                        </m:sub>
                      </m:sSub>
                      <m:r>
                        <a:rPr lang="en-US" sz="2400" b="0" i="0" smtClean="0">
                          <a:latin typeface="Cambria Math" panose="02040503050406030204" pitchFamily="18" charset="0"/>
                        </a:rPr>
                        <m:t>−</m:t>
                      </m:r>
                      <m:sSub>
                        <m:sSubPr>
                          <m:ctrlPr>
                            <a:rPr lang="ar-AE" sz="2400" i="1">
                              <a:latin typeface="Cambria Math" panose="02040503050406030204" pitchFamily="18" charset="0"/>
                            </a:rPr>
                          </m:ctrlPr>
                        </m:sSubPr>
                        <m:e>
                          <m:r>
                            <a:rPr lang="ar-AE" sz="2400" i="1">
                              <a:latin typeface="Cambria Math" panose="02040503050406030204" pitchFamily="18" charset="0"/>
                            </a:rPr>
                            <m:t>𝜃</m:t>
                          </m:r>
                        </m:e>
                        <m:sub>
                          <m:r>
                            <a:rPr lang="ar-AE" sz="2400">
                              <a:latin typeface="Cambria Math" panose="02040503050406030204" pitchFamily="18" charset="0"/>
                            </a:rPr>
                            <m:t>1</m:t>
                          </m:r>
                        </m:sub>
                      </m:sSub>
                      <m:sSub>
                        <m:sSubPr>
                          <m:ctrlPr>
                            <a:rPr lang="ar-AE" sz="2400" i="1">
                              <a:latin typeface="Cambria Math" panose="02040503050406030204" pitchFamily="18" charset="0"/>
                            </a:rPr>
                          </m:ctrlPr>
                        </m:sSubPr>
                        <m:e>
                          <m:r>
                            <a:rPr lang="ar-AE" sz="2400" i="1">
                              <a:latin typeface="Cambria Math" panose="02040503050406030204" pitchFamily="18" charset="0"/>
                            </a:rPr>
                            <m:t>𝜖</m:t>
                          </m:r>
                        </m:e>
                        <m:sub>
                          <m:r>
                            <a:rPr lang="ar-AE" sz="2400" i="1">
                              <a:latin typeface="Cambria Math" panose="02040503050406030204" pitchFamily="18" charset="0"/>
                            </a:rPr>
                            <m:t>𝑡</m:t>
                          </m:r>
                          <m:r>
                            <a:rPr lang="ar-AE" sz="2400">
                              <a:latin typeface="Cambria Math" panose="02040503050406030204" pitchFamily="18" charset="0"/>
                            </a:rPr>
                            <m:t>−1</m:t>
                          </m:r>
                        </m:sub>
                      </m:sSub>
                    </m:oMath>
                  </m:oMathPara>
                </a14:m>
                <a:endParaRPr lang="ar-AE" sz="2400">
                  <a:latin typeface="Times New Roman" panose="02020603050405020304" pitchFamily="18" charset="0"/>
                  <a:cs typeface="Times New Roman" panose="02020603050405020304" pitchFamily="18" charset="0"/>
                </a:endParaRPr>
              </a:p>
              <a:p>
                <a:pPr marL="1714500" lvl="3" indent="-342900">
                  <a:buFont typeface="Wingdings" panose="05000000000000000000" pitchFamily="2" charset="2"/>
                  <a:buChar char="§"/>
                </a:pPr>
                <a14:m>
                  <m:oMath xmlns:m="http://schemas.openxmlformats.org/officeDocument/2006/math">
                    <m:sSub>
                      <m:sSubPr>
                        <m:ctrlPr>
                          <a:rPr lang="ar-AE" sz="2400" i="1">
                            <a:latin typeface="Cambria Math" panose="02040503050406030204" pitchFamily="18" charset="0"/>
                          </a:rPr>
                        </m:ctrlPr>
                      </m:sSubPr>
                      <m:e>
                        <m:r>
                          <a:rPr lang="ar-AE" sz="2400" i="1">
                            <a:latin typeface="Cambria Math" panose="02040503050406030204" pitchFamily="18" charset="0"/>
                          </a:rPr>
                          <m:t>𝜖</m:t>
                        </m:r>
                      </m:e>
                      <m:sub>
                        <m:r>
                          <a:rPr lang="ar-AE" sz="2400" i="1">
                            <a:latin typeface="Cambria Math" panose="02040503050406030204" pitchFamily="18" charset="0"/>
                          </a:rPr>
                          <m:t>𝑡</m:t>
                        </m:r>
                      </m:sub>
                    </m:sSub>
                  </m:oMath>
                </a14:m>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là white noise</a:t>
                </a:r>
                <a:endParaRPr lang="vi-VN" b="1">
                  <a:latin typeface="Times New Roman" panose="02020603050405020304" pitchFamily="18" charset="0"/>
                  <a:cs typeface="Times New Roman" panose="02020603050405020304" pitchFamily="18" charset="0"/>
                </a:endParaRPr>
              </a:p>
              <a:p>
                <a:pPr marL="1200150" lvl="2" indent="-285750">
                  <a:buFont typeface="Courier New" panose="02070309020205020404" pitchFamily="49" charset="0"/>
                  <a:buChar char="o"/>
                </a:pPr>
                <a:r>
                  <a:rPr lang="vi-VN" sz="2400">
                    <a:latin typeface="Times New Roman" panose="02020603050405020304" pitchFamily="18" charset="0"/>
                    <a:cs typeface="Times New Roman" panose="02020603050405020304" pitchFamily="18" charset="0"/>
                  </a:rPr>
                  <a:t>MA(1) là </a:t>
                </a:r>
                <a:r>
                  <a:rPr lang="en-US" sz="2400" b="1">
                    <a:latin typeface="Times New Roman" panose="02020603050405020304" pitchFamily="18" charset="0"/>
                    <a:cs typeface="Times New Roman" panose="02020603050405020304" pitchFamily="18" charset="0"/>
                  </a:rPr>
                  <a:t>không</a:t>
                </a:r>
                <a:r>
                  <a:rPr lang="en-US" sz="2400">
                    <a:latin typeface="Times New Roman" panose="02020603050405020304" pitchFamily="18" charset="0"/>
                    <a:cs typeface="Times New Roman" panose="02020603050405020304" pitchFamily="18" charset="0"/>
                  </a:rPr>
                  <a:t> </a:t>
                </a:r>
                <a:r>
                  <a:rPr lang="vi-VN" sz="2400" b="1">
                    <a:latin typeface="Times New Roman" panose="02020603050405020304" pitchFamily="18" charset="0"/>
                    <a:cs typeface="Times New Roman" panose="02020603050405020304" pitchFamily="18" charset="0"/>
                  </a:rPr>
                  <a:t>khả nghịch</a:t>
                </a:r>
                <a:r>
                  <a:rPr lang="vi-VN" sz="2400">
                    <a:latin typeface="Times New Roman" panose="02020603050405020304" pitchFamily="18" charset="0"/>
                    <a:cs typeface="Times New Roman" panose="02020603050405020304" pitchFamily="18" charset="0"/>
                  </a:rPr>
                  <a:t> nếu tồn tại dãy </a:t>
                </a:r>
                <a14:m>
                  <m:oMath xmlns:m="http://schemas.openxmlformats.org/officeDocument/2006/math">
                    <m:d>
                      <m:dPr>
                        <m:begChr m:val="{"/>
                        <m:endChr m:val="}"/>
                        <m:ctrlPr>
                          <a:rPr lang="ar-AE" sz="2400" i="1">
                            <a:latin typeface="Cambria Math" panose="02040503050406030204" pitchFamily="18" charset="0"/>
                          </a:rPr>
                        </m:ctrlPr>
                      </m:dPr>
                      <m:e>
                        <m:sSub>
                          <m:sSubPr>
                            <m:ctrlPr>
                              <a:rPr lang="ar-AE" sz="2400" i="1">
                                <a:latin typeface="Cambria Math" panose="02040503050406030204" pitchFamily="18" charset="0"/>
                              </a:rPr>
                            </m:ctrlPr>
                          </m:sSubPr>
                          <m:e>
                            <m:r>
                              <a:rPr lang="ar-AE" sz="2400" i="1">
                                <a:latin typeface="Cambria Math" panose="02040503050406030204" pitchFamily="18" charset="0"/>
                              </a:rPr>
                              <m:t>𝜙</m:t>
                            </m:r>
                          </m:e>
                          <m:sub>
                            <m:r>
                              <a:rPr lang="ar-AE" sz="2400" i="1">
                                <a:latin typeface="Cambria Math" panose="02040503050406030204" pitchFamily="18" charset="0"/>
                              </a:rPr>
                              <m:t>𝑗</m:t>
                            </m:r>
                          </m:sub>
                        </m:sSub>
                      </m:e>
                    </m:d>
                  </m:oMath>
                </a14:m>
                <a:r>
                  <a:rPr lang="vi-VN" sz="2400">
                    <a:latin typeface="Times New Roman" panose="02020603050405020304" pitchFamily="18" charset="0"/>
                    <a:cs typeface="Times New Roman" panose="02020603050405020304" pitchFamily="18" charset="0"/>
                  </a:rPr>
                  <a:t>sao cho:</a:t>
                </a:r>
              </a:p>
              <a:p>
                <a:pPr/>
                <a14:m>
                  <m:oMathPara xmlns:m="http://schemas.openxmlformats.org/officeDocument/2006/math">
                    <m:oMathParaPr>
                      <m:jc m:val="centerGroup"/>
                    </m:oMathParaPr>
                    <m:oMath xmlns:m="http://schemas.openxmlformats.org/officeDocument/2006/math">
                      <m:sSub>
                        <m:sSubPr>
                          <m:ctrlPr>
                            <a:rPr lang="ar-AE" sz="2400" i="1">
                              <a:latin typeface="Cambria Math" panose="02040503050406030204" pitchFamily="18" charset="0"/>
                            </a:rPr>
                          </m:ctrlPr>
                        </m:sSubPr>
                        <m:e>
                          <m:r>
                            <a:rPr lang="ar-AE" sz="2400" i="1">
                              <a:latin typeface="Cambria Math" panose="02040503050406030204" pitchFamily="18" charset="0"/>
                            </a:rPr>
                            <m:t>𝜖</m:t>
                          </m:r>
                        </m:e>
                        <m:sub>
                          <m:r>
                            <a:rPr lang="ar-AE" sz="2400" i="1">
                              <a:latin typeface="Cambria Math" panose="02040503050406030204" pitchFamily="18" charset="0"/>
                            </a:rPr>
                            <m:t>𝑡</m:t>
                          </m:r>
                        </m:sub>
                      </m:sSub>
                      <m:r>
                        <a:rPr lang="ar-AE" sz="2400">
                          <a:latin typeface="Cambria Math" panose="02040503050406030204" pitchFamily="18" charset="0"/>
                        </a:rPr>
                        <m:t>=</m:t>
                      </m:r>
                      <m:sSub>
                        <m:sSubPr>
                          <m:ctrlPr>
                            <a:rPr lang="ar-AE" sz="2400" i="1">
                              <a:latin typeface="Cambria Math" panose="02040503050406030204" pitchFamily="18" charset="0"/>
                            </a:rPr>
                          </m:ctrlPr>
                        </m:sSubPr>
                        <m:e>
                          <m:r>
                            <a:rPr lang="en-US" sz="2400" b="0" i="1" smtClean="0">
                              <a:latin typeface="Cambria Math" panose="02040503050406030204" pitchFamily="18" charset="0"/>
                            </a:rPr>
                            <m:t>𝑦</m:t>
                          </m:r>
                        </m:e>
                        <m:sub>
                          <m:r>
                            <a:rPr lang="ar-AE" sz="2400" i="1">
                              <a:latin typeface="Cambria Math" panose="02040503050406030204" pitchFamily="18" charset="0"/>
                            </a:rPr>
                            <m:t>𝑡</m:t>
                          </m:r>
                        </m:sub>
                      </m:sSub>
                      <m:r>
                        <a:rPr lang="en-US" sz="2400" b="0" i="0" smtClean="0">
                          <a:latin typeface="Cambria Math" panose="02040503050406030204" pitchFamily="18" charset="0"/>
                        </a:rPr>
                        <m:t>+</m:t>
                      </m:r>
                      <m:nary>
                        <m:naryPr>
                          <m:chr m:val="∑"/>
                          <m:grow m:val="on"/>
                          <m:ctrlPr>
                            <a:rPr lang="ar-AE" sz="2400" i="1">
                              <a:latin typeface="Cambria Math" panose="02040503050406030204" pitchFamily="18" charset="0"/>
                            </a:rPr>
                          </m:ctrlPr>
                        </m:naryPr>
                        <m:sub>
                          <m:r>
                            <a:rPr lang="ar-AE" sz="2400" i="1">
                              <a:latin typeface="Cambria Math" panose="02040503050406030204" pitchFamily="18" charset="0"/>
                            </a:rPr>
                            <m:t>𝑗</m:t>
                          </m:r>
                          <m:r>
                            <a:rPr lang="ar-AE" sz="2400">
                              <a:latin typeface="Cambria Math" panose="02040503050406030204" pitchFamily="18" charset="0"/>
                            </a:rPr>
                            <m:t>=1</m:t>
                          </m:r>
                        </m:sub>
                        <m:sup>
                          <m:r>
                            <a:rPr lang="ar-AE" sz="2400">
                              <a:latin typeface="Cambria Math" panose="02040503050406030204" pitchFamily="18" charset="0"/>
                            </a:rPr>
                            <m:t>∞</m:t>
                          </m:r>
                        </m:sup>
                        <m:e>
                          <m:sSub>
                            <m:sSubPr>
                              <m:ctrlPr>
                                <a:rPr lang="ar-AE" sz="2400" i="1">
                                  <a:latin typeface="Cambria Math" panose="02040503050406030204" pitchFamily="18" charset="0"/>
                                </a:rPr>
                              </m:ctrlPr>
                            </m:sSubPr>
                            <m:e>
                              <m:r>
                                <a:rPr lang="ar-AE" sz="2400" i="1">
                                  <a:latin typeface="Cambria Math" panose="02040503050406030204" pitchFamily="18" charset="0"/>
                                </a:rPr>
                                <m:t>𝜙</m:t>
                              </m:r>
                            </m:e>
                            <m:sub>
                              <m:r>
                                <a:rPr lang="ar-AE" sz="2400" i="1">
                                  <a:latin typeface="Cambria Math" panose="02040503050406030204" pitchFamily="18" charset="0"/>
                                </a:rPr>
                                <m:t>𝑗</m:t>
                              </m:r>
                            </m:sub>
                          </m:sSub>
                        </m:e>
                      </m:nary>
                      <m:sSub>
                        <m:sSubPr>
                          <m:ctrlPr>
                            <a:rPr lang="ar-AE" sz="2400" i="1">
                              <a:latin typeface="Cambria Math" panose="02040503050406030204" pitchFamily="18" charset="0"/>
                            </a:rPr>
                          </m:ctrlPr>
                        </m:sSubPr>
                        <m:e>
                          <m:r>
                            <a:rPr lang="en-US" sz="2400" b="0" i="1" smtClean="0">
                              <a:latin typeface="Cambria Math" panose="02040503050406030204" pitchFamily="18" charset="0"/>
                            </a:rPr>
                            <m:t>𝑦</m:t>
                          </m:r>
                        </m:e>
                        <m:sub>
                          <m:r>
                            <a:rPr lang="ar-AE" sz="2400" i="1">
                              <a:latin typeface="Cambria Math" panose="02040503050406030204" pitchFamily="18" charset="0"/>
                            </a:rPr>
                            <m:t>𝑡</m:t>
                          </m:r>
                          <m:r>
                            <a:rPr lang="ar-AE" sz="2400">
                              <a:latin typeface="Cambria Math" panose="02040503050406030204" pitchFamily="18" charset="0"/>
                            </a:rPr>
                            <m:t>−</m:t>
                          </m:r>
                          <m:r>
                            <a:rPr lang="ar-AE" sz="2400" i="1">
                              <a:latin typeface="Cambria Math" panose="02040503050406030204" pitchFamily="18" charset="0"/>
                            </a:rPr>
                            <m:t>𝑗</m:t>
                          </m:r>
                        </m:sub>
                      </m:sSub>
                    </m:oMath>
                  </m:oMathPara>
                </a14:m>
                <a:endParaRPr lang="ar-AE" sz="2400">
                  <a:latin typeface="Times New Roman" panose="02020603050405020304" pitchFamily="18" charset="0"/>
                  <a:cs typeface="Times New Roman" panose="02020603050405020304" pitchFamily="18" charset="0"/>
                </a:endParaRPr>
              </a:p>
              <a:p>
                <a:pPr marL="1714500" lvl="3" indent="-342900">
                  <a:buFont typeface="Wingdings" panose="05000000000000000000" pitchFamily="2" charset="2"/>
                  <a:buChar char="§"/>
                </a:pPr>
                <a:r>
                  <a:rPr lang="en-US" sz="2400">
                    <a:latin typeface="Times New Roman" panose="02020603050405020304" pitchFamily="18" charset="0"/>
                    <a:cs typeface="Times New Roman" panose="02020603050405020304" pitchFamily="18" charset="0"/>
                  </a:rPr>
                  <a:t>N</a:t>
                </a:r>
                <a14:m>
                  <m:oMath xmlns:m="http://schemas.openxmlformats.org/officeDocument/2006/math">
                    <m:r>
                      <a:rPr lang="en-US" sz="2400" b="0" smtClean="0">
                        <a:latin typeface="Cambria Math" panose="02040503050406030204" pitchFamily="18" charset="0"/>
                      </a:rPr>
                      <m:t>ế</m:t>
                    </m:r>
                    <m:r>
                      <m:rPr>
                        <m:sty m:val="p"/>
                      </m:rPr>
                      <a:rPr lang="en-US" sz="2400" b="0" i="0" smtClean="0">
                        <a:latin typeface="Cambria Math" panose="02040503050406030204" pitchFamily="18" charset="0"/>
                      </a:rPr>
                      <m:t>u</m:t>
                    </m:r>
                    <m:r>
                      <a:rPr lang="en-US" sz="2400" b="0" i="0" smtClean="0">
                        <a:latin typeface="Cambria Math" panose="02040503050406030204" pitchFamily="18" charset="0"/>
                      </a:rPr>
                      <m:t> </m:t>
                    </m:r>
                    <m:sSub>
                      <m:sSubPr>
                        <m:ctrlPr>
                          <a:rPr lang="ar-AE" sz="2400" i="1">
                            <a:latin typeface="Cambria Math" panose="02040503050406030204" pitchFamily="18" charset="0"/>
                          </a:rPr>
                        </m:ctrlPr>
                      </m:sSubPr>
                      <m:e>
                        <m:r>
                          <m:rPr>
                            <m:nor/>
                          </m:rPr>
                          <a:rPr lang="vi-VN" sz="2400">
                            <a:latin typeface="Times New Roman" panose="02020603050405020304" pitchFamily="18" charset="0"/>
                            <a:cs typeface="Times New Roman" panose="02020603050405020304" pitchFamily="18" charset="0"/>
                          </a:rPr>
                          <m:t>|</m:t>
                        </m:r>
                        <m:r>
                          <a:rPr lang="ar-AE" sz="2400" b="0" i="1">
                            <a:latin typeface="Cambria Math" panose="02040503050406030204" pitchFamily="18" charset="0"/>
                          </a:rPr>
                          <m:t>𝜃</m:t>
                        </m:r>
                      </m:e>
                      <m:sub>
                        <m:r>
                          <a:rPr lang="ar-AE" sz="2400" b="0" i="1">
                            <a:latin typeface="Cambria Math" panose="02040503050406030204" pitchFamily="18" charset="0"/>
                          </a:rPr>
                          <m:t>1</m:t>
                        </m:r>
                      </m:sub>
                    </m:sSub>
                    <m:r>
                      <a:rPr lang="en-US" sz="2400" b="0" i="0" smtClean="0">
                        <a:latin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m:t>
                    </m:r>
                    <m:r>
                      <a:rPr lang="en-US" sz="2400" b="0" i="0" smtClean="0">
                        <a:latin typeface="Cambria Math" panose="02040503050406030204" pitchFamily="18" charset="0"/>
                      </a:rPr>
                      <m:t>1</m:t>
                    </m:r>
                  </m:oMath>
                </a14:m>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không thể biểu diễn MA(1) dưới dạng AR vô hạn → hai bộ tham số khác nhau có thể sinh cùng dữ liệu → không xác định duy nhất.</a:t>
                </a:r>
              </a:p>
              <a:p>
                <a:pPr marL="514350" indent="-457200">
                  <a:buFont typeface="Courier New" panose="02070309020205020404" pitchFamily="49" charset="0"/>
                  <a:buChar char="o"/>
                </a:pPr>
                <a:endParaRPr lang="en-US" sz="2800">
                  <a:latin typeface="Times New Roman" panose="02020603050405020304" pitchFamily="18" charset="0"/>
                  <a:cs typeface="Times New Roman" panose="02020603050405020304" pitchFamily="18" charset="0"/>
                </a:endParaRPr>
              </a:p>
            </p:txBody>
          </p:sp>
        </mc:Choice>
        <mc:Fallback xmlns="">
          <p:sp>
            <p:nvSpPr>
              <p:cNvPr id="31747" name="Rectangle 3">
                <a:extLst>
                  <a:ext uri="{FF2B5EF4-FFF2-40B4-BE49-F238E27FC236}">
                    <a16:creationId xmlns:a16="http://schemas.microsoft.com/office/drawing/2014/main" id="{ADCA666E-1688-279E-5BA0-C1FE1EF949A0}"/>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3"/>
                <a:stretch>
                  <a:fillRect l="-1136" t="-123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419416433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14F94F-F07B-FCDD-D887-E51851781EDD}"/>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5C615CF6-2747-59AD-CAA8-63B39D3B809E}"/>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Mô hình ARMA (Autoregressive Moving Average)</a:t>
            </a:r>
            <a:endParaRPr lang="en-US" sz="3200" b="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1747" name="Rectangle 3">
                <a:extLst>
                  <a:ext uri="{FF2B5EF4-FFF2-40B4-BE49-F238E27FC236}">
                    <a16:creationId xmlns:a16="http://schemas.microsoft.com/office/drawing/2014/main" id="{AAB2AB64-50C2-D6CE-730B-C39689424C88}"/>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Tính khả nghịch (Invertibility)</a:t>
                </a:r>
              </a:p>
              <a:p>
                <a:pPr marL="914400" lvl="1" indent="-457200">
                  <a:buFont typeface="Arial" panose="020B0604020202020204" pitchFamily="34" charset="0"/>
                  <a:buChar char="•"/>
                </a:pPr>
                <a:r>
                  <a:rPr lang="vi-VN" sz="2800">
                    <a:latin typeface="Times New Roman" panose="02020603050405020304" pitchFamily="18" charset="0"/>
                    <a:cs typeface="Times New Roman" panose="02020603050405020304" pitchFamily="18" charset="0"/>
                  </a:rPr>
                  <a:t>Đảm bảo mô hình duy nhất</a:t>
                </a:r>
                <a:r>
                  <a:rPr lang="en-US" sz="2800">
                    <a:latin typeface="Times New Roman" panose="02020603050405020304" pitchFamily="18" charset="0"/>
                    <a:cs typeface="Times New Roman" panose="02020603050405020304" pitchFamily="18" charset="0"/>
                  </a:rPr>
                  <a:t>: </a:t>
                </a:r>
                <a:r>
                  <a:rPr lang="vi-VN" sz="2800">
                    <a:latin typeface="Times New Roman" panose="02020603050405020304" pitchFamily="18" charset="0"/>
                    <a:cs typeface="Times New Roman" panose="02020603050405020304" pitchFamily="18" charset="0"/>
                  </a:rPr>
                  <a:t>Không invertible → cùng chuỗi dữ liệu có thể được mô phỏng bởi nhiều bộ </a:t>
                </a:r>
                <a14:m>
                  <m:oMath xmlns:m="http://schemas.openxmlformats.org/officeDocument/2006/math">
                    <m:sSub>
                      <m:sSubPr>
                        <m:ctrlPr>
                          <a:rPr lang="ar-AE" sz="2800" i="1">
                            <a:latin typeface="Cambria Math" panose="02040503050406030204" pitchFamily="18" charset="0"/>
                          </a:rPr>
                        </m:ctrlPr>
                      </m:sSubPr>
                      <m:e>
                        <m:r>
                          <a:rPr lang="ar-AE" sz="2800" i="1">
                            <a:latin typeface="Cambria Math" panose="02040503050406030204" pitchFamily="18" charset="0"/>
                          </a:rPr>
                          <m:t>𝜃</m:t>
                        </m:r>
                      </m:e>
                      <m:sub>
                        <m:r>
                          <a:rPr lang="ar-AE" sz="2800" i="1">
                            <a:latin typeface="Cambria Math" panose="02040503050406030204" pitchFamily="18" charset="0"/>
                          </a:rPr>
                          <m:t>𝑖</m:t>
                        </m:r>
                      </m:sub>
                    </m:sSub>
                  </m:oMath>
                </a14:m>
                <a:r>
                  <a:rPr lang="en-US" sz="2800">
                    <a:latin typeface="Times New Roman" panose="02020603050405020304" pitchFamily="18" charset="0"/>
                    <a:cs typeface="Times New Roman" panose="02020603050405020304" pitchFamily="18" charset="0"/>
                  </a:rPr>
                  <a:t> </a:t>
                </a:r>
                <a:r>
                  <a:rPr lang="vi-VN" sz="2800">
                    <a:latin typeface="Times New Roman" panose="02020603050405020304" pitchFamily="18" charset="0"/>
                    <a:cs typeface="Times New Roman" panose="02020603050405020304" pitchFamily="18" charset="0"/>
                  </a:rPr>
                  <a:t>khác nhau.</a:t>
                </a:r>
              </a:p>
              <a:p>
                <a:pPr marL="914400" lvl="1" indent="-457200">
                  <a:buFont typeface="Arial" panose="020B0604020202020204" pitchFamily="34" charset="0"/>
                  <a:buChar char="•"/>
                </a:pPr>
                <a:r>
                  <a:rPr lang="vi-VN" sz="2800">
                    <a:latin typeface="Times New Roman" panose="02020603050405020304" pitchFamily="18" charset="0"/>
                    <a:cs typeface="Times New Roman" panose="02020603050405020304" pitchFamily="18" charset="0"/>
                  </a:rPr>
                  <a:t>Ước lượng thông số dễ dàng</a:t>
                </a:r>
                <a:r>
                  <a:rPr lang="en-US" sz="2800">
                    <a:latin typeface="Times New Roman" panose="02020603050405020304" pitchFamily="18" charset="0"/>
                    <a:cs typeface="Times New Roman" panose="02020603050405020304" pitchFamily="18" charset="0"/>
                  </a:rPr>
                  <a:t>: </a:t>
                </a:r>
                <a:r>
                  <a:rPr lang="vi-VN" sz="2800">
                    <a:latin typeface="Times New Roman" panose="02020603050405020304" pitchFamily="18" charset="0"/>
                    <a:cs typeface="Times New Roman" panose="02020603050405020304" pitchFamily="18" charset="0"/>
                  </a:rPr>
                  <a:t>Invertibility giúp phép ước lượng Maximum Likelihood hội tụ tốt.</a:t>
                </a:r>
              </a:p>
              <a:p>
                <a:pPr marL="914400" lvl="1" indent="-457200">
                  <a:buFont typeface="Arial" panose="020B0604020202020204" pitchFamily="34" charset="0"/>
                  <a:buChar char="•"/>
                </a:pPr>
                <a:r>
                  <a:rPr lang="vi-VN" sz="2800">
                    <a:latin typeface="Times New Roman" panose="02020603050405020304" pitchFamily="18" charset="0"/>
                    <a:cs typeface="Times New Roman" panose="02020603050405020304" pitchFamily="18" charset="0"/>
                  </a:rPr>
                  <a:t>Dễ dàng dự báo (forecasting)</a:t>
                </a:r>
                <a:r>
                  <a:rPr lang="en-US" sz="2800">
                    <a:latin typeface="Times New Roman" panose="02020603050405020304" pitchFamily="18" charset="0"/>
                    <a:cs typeface="Times New Roman" panose="02020603050405020304" pitchFamily="18" charset="0"/>
                  </a:rPr>
                  <a:t>: </a:t>
                </a:r>
                <a:r>
                  <a:rPr lang="vi-VN" sz="2800">
                    <a:latin typeface="Times New Roman" panose="02020603050405020304" pitchFamily="18" charset="0"/>
                    <a:cs typeface="Times New Roman" panose="02020603050405020304" pitchFamily="18" charset="0"/>
                  </a:rPr>
                  <a:t>Khi MA invertible, bạn có thể viết dưới dạng AR vô hạn → dự báo nhiều bước.</a:t>
                </a:r>
              </a:p>
              <a:p>
                <a:pPr marL="91440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p:txBody>
          </p:sp>
        </mc:Choice>
        <mc:Fallback xmlns="">
          <p:sp>
            <p:nvSpPr>
              <p:cNvPr id="31747" name="Rectangle 3">
                <a:extLst>
                  <a:ext uri="{FF2B5EF4-FFF2-40B4-BE49-F238E27FC236}">
                    <a16:creationId xmlns:a16="http://schemas.microsoft.com/office/drawing/2014/main" id="{AAB2AB64-50C2-D6CE-730B-C39689424C88}"/>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3"/>
                <a:stretch>
                  <a:fillRect l="-1136" t="-123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285959911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6F4D81-7197-C134-D87F-F5AB41C16E50}"/>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44C28CF6-1567-F558-F09A-EDB43088FA41}"/>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Mô hình ARMA (Autoregressive Moving Average)</a:t>
            </a:r>
            <a:endParaRPr lang="en-US" sz="3200" b="0">
              <a:latin typeface="Times New Roman" panose="02020603050405020304" pitchFamily="18" charset="0"/>
              <a:cs typeface="Times New Roman" panose="02020603050405020304" pitchFamily="18" charset="0"/>
            </a:endParaRPr>
          </a:p>
        </p:txBody>
      </p:sp>
      <p:sp>
        <p:nvSpPr>
          <p:cNvPr id="31747" name="Rectangle 3">
            <a:extLst>
              <a:ext uri="{FF2B5EF4-FFF2-40B4-BE49-F238E27FC236}">
                <a16:creationId xmlns:a16="http://schemas.microsoft.com/office/drawing/2014/main" id="{FECFDD14-9897-36A3-A4F9-78B22E789821}"/>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Tính khả nghịch và tính dừng</a:t>
            </a:r>
          </a:p>
          <a:p>
            <a:pPr>
              <a:buFont typeface="Wingdings" panose="05000000000000000000" pitchFamily="2" charset="2"/>
              <a:buChar char="Ø"/>
            </a:pPr>
            <a:endParaRPr lang="en-US" sz="2800" b="1">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2800" b="1">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2800" b="1">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2800" b="1">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2800" b="1">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2800" b="1">
              <a:latin typeface="Times New Roman" panose="02020603050405020304" pitchFamily="18" charset="0"/>
              <a:cs typeface="Times New Roman" panose="02020603050405020304" pitchFamily="18" charset="0"/>
            </a:endParaRPr>
          </a:p>
          <a:p>
            <a:pPr lvl="1">
              <a:buFont typeface="Arial" panose="020B0604020202020204" pitchFamily="34" charset="0"/>
              <a:buChar char="•"/>
            </a:pPr>
            <a:r>
              <a:rPr lang="vi-VN" sz="2800" b="1">
                <a:latin typeface="Times New Roman" panose="02020603050405020304" pitchFamily="18" charset="0"/>
                <a:cs typeface="Times New Roman" panose="02020603050405020304" pitchFamily="18" charset="0"/>
              </a:rPr>
              <a:t>Stationarity</a:t>
            </a:r>
            <a:r>
              <a:rPr lang="vi-VN" sz="2800">
                <a:latin typeface="Times New Roman" panose="02020603050405020304" pitchFamily="18" charset="0"/>
                <a:cs typeface="Times New Roman" panose="02020603050405020304" pitchFamily="18" charset="0"/>
              </a:rPr>
              <a:t> → AR có thể viết dưới dạng MA vô hạn</a:t>
            </a:r>
          </a:p>
          <a:p>
            <a:pPr lvl="1">
              <a:buFont typeface="Arial" panose="020B0604020202020204" pitchFamily="34" charset="0"/>
              <a:buChar char="•"/>
            </a:pPr>
            <a:r>
              <a:rPr lang="vi-VN" sz="2800" b="1">
                <a:latin typeface="Times New Roman" panose="02020603050405020304" pitchFamily="18" charset="0"/>
                <a:cs typeface="Times New Roman" panose="02020603050405020304" pitchFamily="18" charset="0"/>
              </a:rPr>
              <a:t>Invertibility</a:t>
            </a:r>
            <a:r>
              <a:rPr lang="vi-VN" sz="2800">
                <a:latin typeface="Times New Roman" panose="02020603050405020304" pitchFamily="18" charset="0"/>
                <a:cs typeface="Times New Roman" panose="02020603050405020304" pitchFamily="18" charset="0"/>
              </a:rPr>
              <a:t> → MA có thể viết dưới dạng AR vô hạn</a:t>
            </a:r>
          </a:p>
          <a:p>
            <a:pPr marL="857250" lvl="1" indent="-457200">
              <a:buFont typeface="Arial" panose="020B0604020202020204" pitchFamily="34" charset="0"/>
              <a:buChar char="•"/>
            </a:pPr>
            <a:endParaRPr lang="en-US" sz="2800" b="1">
              <a:latin typeface="Times New Roman" panose="02020603050405020304" pitchFamily="18" charset="0"/>
              <a:cs typeface="Times New Roman" panose="02020603050405020304" pitchFamily="18" charset="0"/>
            </a:endParaRPr>
          </a:p>
        </p:txBody>
      </p:sp>
      <p:graphicFrame>
        <p:nvGraphicFramePr>
          <p:cNvPr id="2" name="Table 1">
            <a:extLst>
              <a:ext uri="{FF2B5EF4-FFF2-40B4-BE49-F238E27FC236}">
                <a16:creationId xmlns:a16="http://schemas.microsoft.com/office/drawing/2014/main" id="{C48F3760-C1D4-0793-15DA-5C7A9130077D}"/>
              </a:ext>
            </a:extLst>
          </p:cNvPr>
          <p:cNvGraphicFramePr>
            <a:graphicFrameLocks noGrp="1"/>
          </p:cNvGraphicFramePr>
          <p:nvPr>
            <p:extLst>
              <p:ext uri="{D42A27DB-BD31-4B8C-83A1-F6EECF244321}">
                <p14:modId xmlns:p14="http://schemas.microsoft.com/office/powerpoint/2010/main" val="2480118950"/>
              </p:ext>
            </p:extLst>
          </p:nvPr>
        </p:nvGraphicFramePr>
        <p:xfrm>
          <a:off x="304800" y="1981200"/>
          <a:ext cx="8820150" cy="2103120"/>
        </p:xfrm>
        <a:graphic>
          <a:graphicData uri="http://schemas.openxmlformats.org/drawingml/2006/table">
            <a:tbl>
              <a:tblPr/>
              <a:tblGrid>
                <a:gridCol w="1981200">
                  <a:extLst>
                    <a:ext uri="{9D8B030D-6E8A-4147-A177-3AD203B41FA5}">
                      <a16:colId xmlns:a16="http://schemas.microsoft.com/office/drawing/2014/main" val="1477424582"/>
                    </a:ext>
                  </a:extLst>
                </a:gridCol>
                <a:gridCol w="2362200">
                  <a:extLst>
                    <a:ext uri="{9D8B030D-6E8A-4147-A177-3AD203B41FA5}">
                      <a16:colId xmlns:a16="http://schemas.microsoft.com/office/drawing/2014/main" val="2058256243"/>
                    </a:ext>
                  </a:extLst>
                </a:gridCol>
                <a:gridCol w="4476750">
                  <a:extLst>
                    <a:ext uri="{9D8B030D-6E8A-4147-A177-3AD203B41FA5}">
                      <a16:colId xmlns:a16="http://schemas.microsoft.com/office/drawing/2014/main" val="2189013834"/>
                    </a:ext>
                  </a:extLst>
                </a:gridCol>
              </a:tblGrid>
              <a:tr h="0">
                <a:tc>
                  <a:txBody>
                    <a:bodyPr/>
                    <a:lstStyle/>
                    <a:p>
                      <a:pPr>
                        <a:buNone/>
                      </a:pPr>
                      <a:r>
                        <a:rPr lang="en-US" sz="2400">
                          <a:latin typeface="Times New Roman" panose="02020603050405020304" pitchFamily="18" charset="0"/>
                          <a:cs typeface="Times New Roman" panose="02020603050405020304" pitchFamily="18" charset="0"/>
                        </a:rPr>
                        <a:t>Tính chất</a:t>
                      </a:r>
                    </a:p>
                  </a:txBody>
                  <a:tcPr anchor="ctr">
                    <a:lnL>
                      <a:noFill/>
                    </a:lnL>
                    <a:lnR>
                      <a:noFill/>
                    </a:lnR>
                    <a:lnT>
                      <a:noFill/>
                    </a:lnT>
                    <a:lnB>
                      <a:noFill/>
                    </a:lnB>
                    <a:noFill/>
                  </a:tcPr>
                </a:tc>
                <a:tc>
                  <a:txBody>
                    <a:bodyPr/>
                    <a:lstStyle/>
                    <a:p>
                      <a:pPr>
                        <a:buNone/>
                      </a:pPr>
                      <a:r>
                        <a:rPr lang="en-US" sz="2400">
                          <a:latin typeface="Times New Roman" panose="02020603050405020304" pitchFamily="18" charset="0"/>
                          <a:cs typeface="Times New Roman" panose="02020603050405020304" pitchFamily="18" charset="0"/>
                        </a:rPr>
                        <a:t>Mô hình áp dụng</a:t>
                      </a:r>
                    </a:p>
                  </a:txBody>
                  <a:tcPr anchor="ctr">
                    <a:lnL>
                      <a:noFill/>
                    </a:lnL>
                    <a:lnR>
                      <a:noFill/>
                    </a:lnR>
                    <a:lnT>
                      <a:noFill/>
                    </a:lnT>
                    <a:lnB>
                      <a:noFill/>
                    </a:lnB>
                    <a:noFill/>
                  </a:tcPr>
                </a:tc>
                <a:tc>
                  <a:txBody>
                    <a:bodyPr/>
                    <a:lstStyle/>
                    <a:p>
                      <a:pPr>
                        <a:buNone/>
                      </a:pPr>
                      <a:r>
                        <a:rPr lang="en-US" sz="2400">
                          <a:latin typeface="Times New Roman" panose="02020603050405020304" pitchFamily="18" charset="0"/>
                          <a:cs typeface="Times New Roman" panose="02020603050405020304" pitchFamily="18" charset="0"/>
                        </a:rPr>
                        <a:t>Ý nghĩa</a:t>
                      </a:r>
                    </a:p>
                  </a:txBody>
                  <a:tcPr anchor="ctr">
                    <a:lnL>
                      <a:noFill/>
                    </a:lnL>
                    <a:lnR>
                      <a:noFill/>
                    </a:lnR>
                    <a:lnT>
                      <a:noFill/>
                    </a:lnT>
                    <a:lnB>
                      <a:noFill/>
                    </a:lnB>
                    <a:noFill/>
                  </a:tcPr>
                </a:tc>
                <a:extLst>
                  <a:ext uri="{0D108BD9-81ED-4DB2-BD59-A6C34878D82A}">
                    <a16:rowId xmlns:a16="http://schemas.microsoft.com/office/drawing/2014/main" val="2692573356"/>
                  </a:ext>
                </a:extLst>
              </a:tr>
              <a:tr h="0">
                <a:tc>
                  <a:txBody>
                    <a:bodyPr/>
                    <a:lstStyle/>
                    <a:p>
                      <a:pPr>
                        <a:buNone/>
                      </a:pPr>
                      <a:r>
                        <a:rPr lang="en-US" sz="2400">
                          <a:latin typeface="Times New Roman" panose="02020603050405020304" pitchFamily="18" charset="0"/>
                          <a:cs typeface="Times New Roman" panose="02020603050405020304" pitchFamily="18" charset="0"/>
                        </a:rPr>
                        <a:t>Stationarity</a:t>
                      </a:r>
                    </a:p>
                  </a:txBody>
                  <a:tcPr anchor="ctr">
                    <a:lnL>
                      <a:noFill/>
                    </a:lnL>
                    <a:lnR>
                      <a:noFill/>
                    </a:lnR>
                    <a:lnT>
                      <a:noFill/>
                    </a:lnT>
                    <a:lnB>
                      <a:noFill/>
                    </a:lnB>
                    <a:noFill/>
                  </a:tcPr>
                </a:tc>
                <a:tc>
                  <a:txBody>
                    <a:bodyPr/>
                    <a:lstStyle/>
                    <a:p>
                      <a:pPr>
                        <a:buNone/>
                      </a:pPr>
                      <a:r>
                        <a:rPr lang="en-US" sz="2400">
                          <a:latin typeface="Times New Roman" panose="02020603050405020304" pitchFamily="18" charset="0"/>
                          <a:cs typeface="Times New Roman" panose="02020603050405020304" pitchFamily="18" charset="0"/>
                        </a:rPr>
                        <a:t>AR(p)</a:t>
                      </a:r>
                    </a:p>
                  </a:txBody>
                  <a:tcPr anchor="ctr">
                    <a:lnL>
                      <a:noFill/>
                    </a:lnL>
                    <a:lnR>
                      <a:noFill/>
                    </a:lnR>
                    <a:lnT>
                      <a:noFill/>
                    </a:lnT>
                    <a:lnB>
                      <a:noFill/>
                    </a:lnB>
                    <a:noFill/>
                  </a:tcPr>
                </a:tc>
                <a:tc>
                  <a:txBody>
                    <a:bodyPr/>
                    <a:lstStyle/>
                    <a:p>
                      <a:pPr>
                        <a:buNone/>
                      </a:pPr>
                      <a:r>
                        <a:rPr lang="vi-VN" sz="2400">
                          <a:latin typeface="Times New Roman" panose="02020603050405020304" pitchFamily="18" charset="0"/>
                          <a:cs typeface="Times New Roman" panose="02020603050405020304" pitchFamily="18" charset="0"/>
                        </a:rPr>
                        <a:t>Các nghiệm đa thức AR phải nằm ngoài vòng tròn đơn vị</a:t>
                      </a:r>
                    </a:p>
                  </a:txBody>
                  <a:tcPr anchor="ctr">
                    <a:lnL>
                      <a:noFill/>
                    </a:lnL>
                    <a:lnR>
                      <a:noFill/>
                    </a:lnR>
                    <a:lnT>
                      <a:noFill/>
                    </a:lnT>
                    <a:lnB>
                      <a:noFill/>
                    </a:lnB>
                    <a:noFill/>
                  </a:tcPr>
                </a:tc>
                <a:extLst>
                  <a:ext uri="{0D108BD9-81ED-4DB2-BD59-A6C34878D82A}">
                    <a16:rowId xmlns:a16="http://schemas.microsoft.com/office/drawing/2014/main" val="2964850459"/>
                  </a:ext>
                </a:extLst>
              </a:tr>
              <a:tr h="0">
                <a:tc>
                  <a:txBody>
                    <a:bodyPr/>
                    <a:lstStyle/>
                    <a:p>
                      <a:pPr>
                        <a:buNone/>
                      </a:pPr>
                      <a:r>
                        <a:rPr lang="en-US" sz="2400">
                          <a:latin typeface="Times New Roman" panose="02020603050405020304" pitchFamily="18" charset="0"/>
                          <a:cs typeface="Times New Roman" panose="02020603050405020304" pitchFamily="18" charset="0"/>
                        </a:rPr>
                        <a:t>Invertibility</a:t>
                      </a:r>
                    </a:p>
                  </a:txBody>
                  <a:tcPr anchor="ctr">
                    <a:lnL>
                      <a:noFill/>
                    </a:lnL>
                    <a:lnR>
                      <a:noFill/>
                    </a:lnR>
                    <a:lnT>
                      <a:noFill/>
                    </a:lnT>
                    <a:lnB>
                      <a:noFill/>
                    </a:lnB>
                    <a:noFill/>
                  </a:tcPr>
                </a:tc>
                <a:tc>
                  <a:txBody>
                    <a:bodyPr/>
                    <a:lstStyle/>
                    <a:p>
                      <a:pPr>
                        <a:buNone/>
                      </a:pPr>
                      <a:r>
                        <a:rPr lang="en-US" sz="2400">
                          <a:latin typeface="Times New Roman" panose="02020603050405020304" pitchFamily="18" charset="0"/>
                          <a:cs typeface="Times New Roman" panose="02020603050405020304" pitchFamily="18" charset="0"/>
                        </a:rPr>
                        <a:t>MA(q)</a:t>
                      </a:r>
                    </a:p>
                  </a:txBody>
                  <a:tcPr anchor="ctr">
                    <a:lnL>
                      <a:noFill/>
                    </a:lnL>
                    <a:lnR>
                      <a:noFill/>
                    </a:lnR>
                    <a:lnT>
                      <a:noFill/>
                    </a:lnT>
                    <a:lnB>
                      <a:noFill/>
                    </a:lnB>
                    <a:noFill/>
                  </a:tcPr>
                </a:tc>
                <a:tc>
                  <a:txBody>
                    <a:bodyPr/>
                    <a:lstStyle/>
                    <a:p>
                      <a:pPr>
                        <a:buNone/>
                      </a:pPr>
                      <a:r>
                        <a:rPr lang="vi-VN" sz="2400">
                          <a:latin typeface="Times New Roman" panose="02020603050405020304" pitchFamily="18" charset="0"/>
                          <a:cs typeface="Times New Roman" panose="02020603050405020304" pitchFamily="18" charset="0"/>
                        </a:rPr>
                        <a:t>Các nghiệm đa thức MA phải nằm ngoài vòng tròn đơn vị</a:t>
                      </a:r>
                    </a:p>
                  </a:txBody>
                  <a:tcPr anchor="ctr">
                    <a:lnL>
                      <a:noFill/>
                    </a:lnL>
                    <a:lnR>
                      <a:noFill/>
                    </a:lnR>
                    <a:lnT>
                      <a:noFill/>
                    </a:lnT>
                    <a:lnB>
                      <a:noFill/>
                    </a:lnB>
                    <a:noFill/>
                  </a:tcPr>
                </a:tc>
                <a:extLst>
                  <a:ext uri="{0D108BD9-81ED-4DB2-BD59-A6C34878D82A}">
                    <a16:rowId xmlns:a16="http://schemas.microsoft.com/office/drawing/2014/main" val="301370058"/>
                  </a:ext>
                </a:extLst>
              </a:tr>
            </a:tbl>
          </a:graphicData>
        </a:graphic>
      </p:graphicFrame>
    </p:spTree>
    <p:extLst>
      <p:ext uri="{BB962C8B-B14F-4D97-AF65-F5344CB8AC3E}">
        <p14:creationId xmlns:p14="http://schemas.microsoft.com/office/powerpoint/2010/main" val="102057960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4678E9-A5B1-36A2-DC10-B311DF18C50A}"/>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969DFA67-265E-96F5-B9D3-803740734386}"/>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Mô hình ARMA (Autoregressive Moving Average)</a:t>
            </a:r>
            <a:endParaRPr lang="en-US" sz="3200" b="0">
              <a:latin typeface="Times New Roman" panose="02020603050405020304" pitchFamily="18" charset="0"/>
              <a:cs typeface="Times New Roman" panose="02020603050405020304" pitchFamily="18" charset="0"/>
            </a:endParaRPr>
          </a:p>
        </p:txBody>
      </p:sp>
      <p:sp>
        <p:nvSpPr>
          <p:cNvPr id="31747" name="Rectangle 3">
            <a:extLst>
              <a:ext uri="{FF2B5EF4-FFF2-40B4-BE49-F238E27FC236}">
                <a16:creationId xmlns:a16="http://schemas.microsoft.com/office/drawing/2014/main" id="{1E914AEC-C3D4-C9AB-2356-C9CC2E179E95}"/>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Mô hình ARMA(p, q)</a:t>
            </a:r>
            <a:r>
              <a:rPr lang="en-US" sz="2800">
                <a:latin typeface="Times New Roman" panose="02020603050405020304" pitchFamily="18" charset="0"/>
                <a:cs typeface="Times New Roman" panose="02020603050405020304" pitchFamily="18" charset="0"/>
              </a:rPr>
              <a:t>:</a:t>
            </a:r>
          </a:p>
          <a:p>
            <a:pPr marL="85725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Chúng ta có thể viết ARMA(p,q) lại thành dạng sau</a:t>
            </a:r>
          </a:p>
        </p:txBody>
      </p:sp>
      <p:pic>
        <p:nvPicPr>
          <p:cNvPr id="9" name="Picture 8" descr="\documentclass{article}&#10;\usepackage{amsmath}&#10;\pagestyle{empty}&#10;\begin{document}&#10;\begin{align*}&#10;y_t =&amp; c + \phi_1 Y_{t-1} + \phi_2 Y_{t-2} + \dots + \phi_p Y_{t-p}\\ &amp; + \epsilon_t - \theta_1 \epsilon_{t-1} - \theta_2 \epsilon_{t-2} - \cdots - \theta_q \epsilon_{t-q}&#10;\end{align*}&#10;&#10;\end{document}" title="IguanaTex Bitmap Display">
            <a:extLst>
              <a:ext uri="{FF2B5EF4-FFF2-40B4-BE49-F238E27FC236}">
                <a16:creationId xmlns:a16="http://schemas.microsoft.com/office/drawing/2014/main" id="{AAD30368-97A7-F0A0-74DD-2D909A2F82C0}"/>
              </a:ext>
            </a:extLst>
          </p:cNvPr>
          <p:cNvPicPr>
            <a:picLocks noChangeAspect="1"/>
          </p:cNvPicPr>
          <p:nvPr>
            <p:custDataLst>
              <p:tags r:id="rId1"/>
            </p:custDataLst>
          </p:nvPr>
        </p:nvPicPr>
        <p:blipFill>
          <a:blip r:embed="rId4">
            <a:extLst>
              <a:ext uri="{28A0092B-C50C-407E-A947-70E740481C1C}">
                <a14:useLocalDpi xmlns:a14="http://schemas.microsoft.com/office/drawing/2010/main" val="0"/>
              </a:ext>
            </a:extLst>
          </a:blip>
          <a:stretch>
            <a:fillRect/>
          </a:stretch>
        </p:blipFill>
        <p:spPr>
          <a:xfrm>
            <a:off x="1141599" y="1981200"/>
            <a:ext cx="6344536" cy="878933"/>
          </a:xfrm>
          <a:prstGeom prst="rect">
            <a:avLst/>
          </a:prstGeom>
        </p:spPr>
      </p:pic>
      <p:pic>
        <p:nvPicPr>
          <p:cNvPr id="5" name="Picture 4">
            <a:extLst>
              <a:ext uri="{FF2B5EF4-FFF2-40B4-BE49-F238E27FC236}">
                <a16:creationId xmlns:a16="http://schemas.microsoft.com/office/drawing/2014/main" id="{CAAD11AD-FD3C-18E8-E26F-9B1E9DFFBFE1}"/>
              </a:ext>
            </a:extLst>
          </p:cNvPr>
          <p:cNvPicPr>
            <a:picLocks noChangeAspect="1"/>
          </p:cNvPicPr>
          <p:nvPr/>
        </p:nvPicPr>
        <p:blipFill>
          <a:blip r:embed="rId5"/>
          <a:stretch>
            <a:fillRect/>
          </a:stretch>
        </p:blipFill>
        <p:spPr>
          <a:xfrm>
            <a:off x="3243262" y="3429000"/>
            <a:ext cx="2638425" cy="533400"/>
          </a:xfrm>
          <a:prstGeom prst="rect">
            <a:avLst/>
          </a:prstGeom>
        </p:spPr>
      </p:pic>
      <p:pic>
        <p:nvPicPr>
          <p:cNvPr id="7" name="Picture 6">
            <a:extLst>
              <a:ext uri="{FF2B5EF4-FFF2-40B4-BE49-F238E27FC236}">
                <a16:creationId xmlns:a16="http://schemas.microsoft.com/office/drawing/2014/main" id="{51EECAFE-EE69-C64D-0788-8C1E52C44468}"/>
              </a:ext>
            </a:extLst>
          </p:cNvPr>
          <p:cNvPicPr>
            <a:picLocks noChangeAspect="1"/>
          </p:cNvPicPr>
          <p:nvPr/>
        </p:nvPicPr>
        <p:blipFill>
          <a:blip r:embed="rId6"/>
          <a:stretch>
            <a:fillRect/>
          </a:stretch>
        </p:blipFill>
        <p:spPr>
          <a:xfrm>
            <a:off x="1295400" y="3990516"/>
            <a:ext cx="5477639" cy="2191056"/>
          </a:xfrm>
          <a:prstGeom prst="rect">
            <a:avLst/>
          </a:prstGeom>
        </p:spPr>
      </p:pic>
    </p:spTree>
    <p:extLst>
      <p:ext uri="{BB962C8B-B14F-4D97-AF65-F5344CB8AC3E}">
        <p14:creationId xmlns:p14="http://schemas.microsoft.com/office/powerpoint/2010/main" val="404274020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4D24E3-6812-D724-EA9D-C24A61ACF1C1}"/>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3E1C1A67-87E0-D313-9711-E3065198E247}"/>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Mô hình ARMA (Autoregressive Moving Average)</a:t>
            </a:r>
            <a:endParaRPr lang="en-US" sz="3200" b="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1747" name="Rectangle 3">
                <a:extLst>
                  <a:ext uri="{FF2B5EF4-FFF2-40B4-BE49-F238E27FC236}">
                    <a16:creationId xmlns:a16="http://schemas.microsoft.com/office/drawing/2014/main" id="{FB472095-E766-C292-2CCD-EC9705B1299E}"/>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Mô hình ARMA(p, q)</a:t>
                </a:r>
                <a:r>
                  <a:rPr lang="en-US" sz="2800">
                    <a:latin typeface="Times New Roman" panose="02020603050405020304" pitchFamily="18" charset="0"/>
                    <a:cs typeface="Times New Roman" panose="02020603050405020304" pitchFamily="18" charset="0"/>
                  </a:rPr>
                  <a:t>:</a:t>
                </a:r>
              </a:p>
              <a:p>
                <a:pPr marL="857250" lvl="1" indent="-457200">
                  <a:buFont typeface="Arial" panose="020B0604020202020204" pitchFamily="34" charset="0"/>
                  <a:buChar char="•"/>
                </a:pPr>
                <a14:m>
                  <m:oMath xmlns:m="http://schemas.openxmlformats.org/officeDocument/2006/math">
                    <m:sSub>
                      <m:sSubPr>
                        <m:ctrlPr>
                          <a:rPr lang="vi-VN" sz="2800" i="1" smtClean="0">
                            <a:latin typeface="Cambria Math" panose="02040503050406030204" pitchFamily="18" charset="0"/>
                            <a:cs typeface="Times New Roman" panose="02020603050405020304" pitchFamily="18" charset="0"/>
                          </a:rPr>
                        </m:ctrlPr>
                      </m:sSubPr>
                      <m:e>
                        <m:r>
                          <a:rPr lang="en-US" sz="2800" b="0" i="1" smtClean="0">
                            <a:latin typeface="Cambria Math" panose="02040503050406030204" pitchFamily="18" charset="0"/>
                            <a:cs typeface="Times New Roman" panose="02020603050405020304" pitchFamily="18" charset="0"/>
                          </a:rPr>
                          <m:t>𝑦</m:t>
                        </m:r>
                      </m:e>
                      <m:sub>
                        <m:r>
                          <a:rPr lang="en-US" sz="2800" b="0" i="1" smtClean="0">
                            <a:latin typeface="Cambria Math" panose="02040503050406030204" pitchFamily="18" charset="0"/>
                            <a:cs typeface="Times New Roman" panose="02020603050405020304" pitchFamily="18" charset="0"/>
                          </a:rPr>
                          <m:t>𝑡</m:t>
                        </m:r>
                      </m:sub>
                    </m:sSub>
                  </m:oMath>
                </a14:m>
                <a:r>
                  <a:rPr lang="vi-VN" sz="2800">
                    <a:latin typeface="Times New Roman" panose="02020603050405020304" pitchFamily="18" charset="0"/>
                    <a:cs typeface="Times New Roman" panose="02020603050405020304" pitchFamily="18" charset="0"/>
                  </a:rPr>
                  <a:t> có thể được viết dưới dạng một quá trình trung bình động vô hạn, và trong trường hợp này, chúng ta yêu cầu các nghiệm của phương trình đặc trưng 𝜙(𝐵) = 0,</a:t>
                </a:r>
                <a:r>
                  <a:rPr lang="en-US" sz="2800">
                    <a:latin typeface="Times New Roman" panose="02020603050405020304" pitchFamily="18" charset="0"/>
                    <a:cs typeface="Times New Roman" panose="02020603050405020304" pitchFamily="18" charset="0"/>
                  </a:rPr>
                  <a:t> </a:t>
                </a:r>
                <a:r>
                  <a:rPr lang="vi-VN" sz="2800">
                    <a:latin typeface="Times New Roman" panose="02020603050405020304" pitchFamily="18" charset="0"/>
                    <a:cs typeface="Times New Roman" panose="02020603050405020304" pitchFamily="18" charset="0"/>
                  </a:rPr>
                  <a:t>nằm ngoài đường tròn đơn vị như một điều kiện dừng cho mô hình này.</a:t>
                </a:r>
                <a:endParaRPr lang="en-US" sz="2800">
                  <a:latin typeface="Times New Roman" panose="02020603050405020304" pitchFamily="18" charset="0"/>
                  <a:cs typeface="Times New Roman" panose="02020603050405020304" pitchFamily="18" charset="0"/>
                </a:endParaRPr>
              </a:p>
            </p:txBody>
          </p:sp>
        </mc:Choice>
        <mc:Fallback xmlns="">
          <p:sp>
            <p:nvSpPr>
              <p:cNvPr id="31747" name="Rectangle 3">
                <a:extLst>
                  <a:ext uri="{FF2B5EF4-FFF2-40B4-BE49-F238E27FC236}">
                    <a16:creationId xmlns:a16="http://schemas.microsoft.com/office/drawing/2014/main" id="{FB472095-E766-C292-2CCD-EC9705B1299E}"/>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3"/>
                <a:stretch>
                  <a:fillRect l="-1136" t="-1230" r="-668"/>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pic>
        <p:nvPicPr>
          <p:cNvPr id="5" name="Picture 4">
            <a:extLst>
              <a:ext uri="{FF2B5EF4-FFF2-40B4-BE49-F238E27FC236}">
                <a16:creationId xmlns:a16="http://schemas.microsoft.com/office/drawing/2014/main" id="{E7101041-DA10-B8AC-2216-6A6C3FBBA273}"/>
              </a:ext>
            </a:extLst>
          </p:cNvPr>
          <p:cNvPicPr>
            <a:picLocks noChangeAspect="1"/>
          </p:cNvPicPr>
          <p:nvPr/>
        </p:nvPicPr>
        <p:blipFill>
          <a:blip r:embed="rId4"/>
          <a:stretch>
            <a:fillRect/>
          </a:stretch>
        </p:blipFill>
        <p:spPr>
          <a:xfrm>
            <a:off x="4343400" y="1221377"/>
            <a:ext cx="2638425" cy="533400"/>
          </a:xfrm>
          <a:prstGeom prst="rect">
            <a:avLst/>
          </a:prstGeom>
        </p:spPr>
      </p:pic>
      <p:pic>
        <p:nvPicPr>
          <p:cNvPr id="8" name="Picture 7">
            <a:extLst>
              <a:ext uri="{FF2B5EF4-FFF2-40B4-BE49-F238E27FC236}">
                <a16:creationId xmlns:a16="http://schemas.microsoft.com/office/drawing/2014/main" id="{5E8C045D-4FD0-4BFD-BC50-5D69E95746FF}"/>
              </a:ext>
            </a:extLst>
          </p:cNvPr>
          <p:cNvPicPr>
            <a:picLocks noChangeAspect="1"/>
          </p:cNvPicPr>
          <p:nvPr/>
        </p:nvPicPr>
        <p:blipFill>
          <a:blip r:embed="rId5"/>
          <a:stretch>
            <a:fillRect/>
          </a:stretch>
        </p:blipFill>
        <p:spPr>
          <a:xfrm>
            <a:off x="2667000" y="3695700"/>
            <a:ext cx="3677163" cy="990738"/>
          </a:xfrm>
          <a:prstGeom prst="rect">
            <a:avLst/>
          </a:prstGeom>
        </p:spPr>
      </p:pic>
    </p:spTree>
    <p:extLst>
      <p:ext uri="{BB962C8B-B14F-4D97-AF65-F5344CB8AC3E}">
        <p14:creationId xmlns:p14="http://schemas.microsoft.com/office/powerpoint/2010/main" val="59579726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A22C3E-6E2F-9F49-57D9-73A0C4C0A0CB}"/>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109F9421-9160-4811-B9B1-C453A85F408B}"/>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Mô hình ARMA (Autoregressive Moving Average)</a:t>
            </a:r>
            <a:endParaRPr lang="en-US" sz="3200" b="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1747" name="Rectangle 3">
                <a:extLst>
                  <a:ext uri="{FF2B5EF4-FFF2-40B4-BE49-F238E27FC236}">
                    <a16:creationId xmlns:a16="http://schemas.microsoft.com/office/drawing/2014/main" id="{FCE72051-7BDE-E1B9-E3A0-240BD671B36B}"/>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Mô hình ARMA(p, q)</a:t>
                </a:r>
                <a:r>
                  <a:rPr lang="en-US" sz="2800">
                    <a:latin typeface="Times New Roman" panose="02020603050405020304" pitchFamily="18" charset="0"/>
                    <a:cs typeface="Times New Roman" panose="02020603050405020304" pitchFamily="18" charset="0"/>
                  </a:rPr>
                  <a:t>:</a:t>
                </a:r>
              </a:p>
              <a:p>
                <a:pPr marL="857250" lvl="1" indent="-457200">
                  <a:buFont typeface="Arial" panose="020B0604020202020204" pitchFamily="34" charset="0"/>
                  <a:buChar char="•"/>
                </a:pPr>
                <a14:m>
                  <m:oMath xmlns:m="http://schemas.openxmlformats.org/officeDocument/2006/math">
                    <m:sSub>
                      <m:sSubPr>
                        <m:ctrlPr>
                          <a:rPr lang="vi-VN" sz="2800" i="1" smtClean="0">
                            <a:latin typeface="Cambria Math" panose="02040503050406030204" pitchFamily="18" charset="0"/>
                            <a:cs typeface="Times New Roman" panose="02020603050405020304" pitchFamily="18" charset="0"/>
                          </a:rPr>
                        </m:ctrlPr>
                      </m:sSubPr>
                      <m:e>
                        <m:r>
                          <m:rPr>
                            <m:nor/>
                          </m:rPr>
                          <a:rPr lang="vi-VN" sz="2800">
                            <a:latin typeface="Times New Roman" panose="02020603050405020304" pitchFamily="18" charset="0"/>
                            <a:cs typeface="Times New Roman" panose="02020603050405020304" pitchFamily="18" charset="0"/>
                          </a:rPr>
                          <m:t>𝜀</m:t>
                        </m:r>
                      </m:e>
                      <m:sub>
                        <m:r>
                          <a:rPr lang="en-US" sz="2800" b="0" i="1" smtClean="0">
                            <a:latin typeface="Cambria Math" panose="02040503050406030204" pitchFamily="18" charset="0"/>
                            <a:cs typeface="Times New Roman" panose="02020603050405020304" pitchFamily="18" charset="0"/>
                          </a:rPr>
                          <m:t>𝑡</m:t>
                        </m:r>
                      </m:sub>
                    </m:sSub>
                  </m:oMath>
                </a14:m>
                <a:r>
                  <a:rPr lang="vi-VN" sz="2800">
                    <a:latin typeface="Times New Roman" panose="02020603050405020304" pitchFamily="18" charset="0"/>
                    <a:cs typeface="Times New Roman" panose="02020603050405020304" pitchFamily="18" charset="0"/>
                  </a:rPr>
                  <a:t> có thể được viết dưới dạng một quá trình tự hồi quy vô hạn, và trong trường hợp này, chúng ta yêu cầu các nghiệm của phương trình đặc trưng 𝜃(𝐵)=0,</a:t>
                </a:r>
                <a:r>
                  <a:rPr lang="en-US" sz="2800">
                    <a:latin typeface="Times New Roman" panose="02020603050405020304" pitchFamily="18" charset="0"/>
                    <a:cs typeface="Times New Roman" panose="02020603050405020304" pitchFamily="18" charset="0"/>
                  </a:rPr>
                  <a:t> </a:t>
                </a:r>
                <a:r>
                  <a:rPr lang="vi-VN" sz="2800">
                    <a:latin typeface="Times New Roman" panose="02020603050405020304" pitchFamily="18" charset="0"/>
                    <a:cs typeface="Times New Roman" panose="02020603050405020304" pitchFamily="18" charset="0"/>
                  </a:rPr>
                  <a:t>nằm ngoài đường tròn đơn vị như một điều kiện khả nghịch cho mô hình này..</a:t>
                </a:r>
                <a:endParaRPr lang="en-US" sz="2800">
                  <a:latin typeface="Times New Roman" panose="02020603050405020304" pitchFamily="18" charset="0"/>
                  <a:cs typeface="Times New Roman" panose="02020603050405020304" pitchFamily="18" charset="0"/>
                </a:endParaRPr>
              </a:p>
            </p:txBody>
          </p:sp>
        </mc:Choice>
        <mc:Fallback xmlns="">
          <p:sp>
            <p:nvSpPr>
              <p:cNvPr id="31747" name="Rectangle 3">
                <a:extLst>
                  <a:ext uri="{FF2B5EF4-FFF2-40B4-BE49-F238E27FC236}">
                    <a16:creationId xmlns:a16="http://schemas.microsoft.com/office/drawing/2014/main" id="{FCE72051-7BDE-E1B9-E3A0-240BD671B36B}"/>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3"/>
                <a:stretch>
                  <a:fillRect l="-1136" t="-1230" r="-193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pic>
        <p:nvPicPr>
          <p:cNvPr id="5" name="Picture 4">
            <a:extLst>
              <a:ext uri="{FF2B5EF4-FFF2-40B4-BE49-F238E27FC236}">
                <a16:creationId xmlns:a16="http://schemas.microsoft.com/office/drawing/2014/main" id="{F08CC0EB-37BD-161E-F133-15C934288A7A}"/>
              </a:ext>
            </a:extLst>
          </p:cNvPr>
          <p:cNvPicPr>
            <a:picLocks noChangeAspect="1"/>
          </p:cNvPicPr>
          <p:nvPr/>
        </p:nvPicPr>
        <p:blipFill>
          <a:blip r:embed="rId4"/>
          <a:stretch>
            <a:fillRect/>
          </a:stretch>
        </p:blipFill>
        <p:spPr>
          <a:xfrm>
            <a:off x="4343400" y="1221377"/>
            <a:ext cx="2638425" cy="533400"/>
          </a:xfrm>
          <a:prstGeom prst="rect">
            <a:avLst/>
          </a:prstGeom>
        </p:spPr>
      </p:pic>
      <p:pic>
        <p:nvPicPr>
          <p:cNvPr id="3" name="Picture 2">
            <a:extLst>
              <a:ext uri="{FF2B5EF4-FFF2-40B4-BE49-F238E27FC236}">
                <a16:creationId xmlns:a16="http://schemas.microsoft.com/office/drawing/2014/main" id="{1DD5E6A5-65EA-1331-02B8-89E313378CF1}"/>
              </a:ext>
            </a:extLst>
          </p:cNvPr>
          <p:cNvPicPr>
            <a:picLocks noChangeAspect="1"/>
          </p:cNvPicPr>
          <p:nvPr/>
        </p:nvPicPr>
        <p:blipFill>
          <a:blip r:embed="rId5"/>
          <a:stretch>
            <a:fillRect/>
          </a:stretch>
        </p:blipFill>
        <p:spPr>
          <a:xfrm>
            <a:off x="2543175" y="3810000"/>
            <a:ext cx="2028825" cy="885825"/>
          </a:xfrm>
          <a:prstGeom prst="rect">
            <a:avLst/>
          </a:prstGeom>
        </p:spPr>
      </p:pic>
      <p:pic>
        <p:nvPicPr>
          <p:cNvPr id="6" name="Picture 5">
            <a:extLst>
              <a:ext uri="{FF2B5EF4-FFF2-40B4-BE49-F238E27FC236}">
                <a16:creationId xmlns:a16="http://schemas.microsoft.com/office/drawing/2014/main" id="{2C6066B2-E27F-2B13-2F84-7EA74D493528}"/>
              </a:ext>
            </a:extLst>
          </p:cNvPr>
          <p:cNvPicPr>
            <a:picLocks noChangeAspect="1"/>
          </p:cNvPicPr>
          <p:nvPr/>
        </p:nvPicPr>
        <p:blipFill>
          <a:blip r:embed="rId6"/>
          <a:stretch>
            <a:fillRect/>
          </a:stretch>
        </p:blipFill>
        <p:spPr>
          <a:xfrm>
            <a:off x="4724400" y="4005262"/>
            <a:ext cx="1581150" cy="495300"/>
          </a:xfrm>
          <a:prstGeom prst="rect">
            <a:avLst/>
          </a:prstGeom>
        </p:spPr>
      </p:pic>
      <p:pic>
        <p:nvPicPr>
          <p:cNvPr id="9" name="Picture 8">
            <a:extLst>
              <a:ext uri="{FF2B5EF4-FFF2-40B4-BE49-F238E27FC236}">
                <a16:creationId xmlns:a16="http://schemas.microsoft.com/office/drawing/2014/main" id="{18CB86A9-D7E3-8134-5B87-F6F06342CD3C}"/>
              </a:ext>
            </a:extLst>
          </p:cNvPr>
          <p:cNvPicPr>
            <a:picLocks noChangeAspect="1"/>
          </p:cNvPicPr>
          <p:nvPr/>
        </p:nvPicPr>
        <p:blipFill>
          <a:blip r:embed="rId7"/>
          <a:stretch>
            <a:fillRect/>
          </a:stretch>
        </p:blipFill>
        <p:spPr>
          <a:xfrm>
            <a:off x="2543175" y="4846049"/>
            <a:ext cx="2495550" cy="514350"/>
          </a:xfrm>
          <a:prstGeom prst="rect">
            <a:avLst/>
          </a:prstGeom>
        </p:spPr>
      </p:pic>
      <p:pic>
        <p:nvPicPr>
          <p:cNvPr id="11" name="Picture 10">
            <a:extLst>
              <a:ext uri="{FF2B5EF4-FFF2-40B4-BE49-F238E27FC236}">
                <a16:creationId xmlns:a16="http://schemas.microsoft.com/office/drawing/2014/main" id="{F5F5FF1A-B755-0200-CA9C-C6E5E13746B9}"/>
              </a:ext>
            </a:extLst>
          </p:cNvPr>
          <p:cNvPicPr>
            <a:picLocks noChangeAspect="1"/>
          </p:cNvPicPr>
          <p:nvPr/>
        </p:nvPicPr>
        <p:blipFill>
          <a:blip r:embed="rId8"/>
          <a:stretch>
            <a:fillRect/>
          </a:stretch>
        </p:blipFill>
        <p:spPr>
          <a:xfrm>
            <a:off x="2549706" y="5360399"/>
            <a:ext cx="2257425" cy="504825"/>
          </a:xfrm>
          <a:prstGeom prst="rect">
            <a:avLst/>
          </a:prstGeom>
        </p:spPr>
      </p:pic>
    </p:spTree>
    <p:extLst>
      <p:ext uri="{BB962C8B-B14F-4D97-AF65-F5344CB8AC3E}">
        <p14:creationId xmlns:p14="http://schemas.microsoft.com/office/powerpoint/2010/main" val="334482325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D0DBAD-53EE-2BD9-9109-568492E007EE}"/>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BF03859E-175B-4BF6-6284-59F0590ECE67}"/>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Mô hình ARMA (Autoregressive Moving Average)</a:t>
            </a:r>
            <a:endParaRPr lang="en-US" sz="3200" b="0">
              <a:latin typeface="Times New Roman" panose="02020603050405020304" pitchFamily="18" charset="0"/>
              <a:cs typeface="Times New Roman" panose="02020603050405020304" pitchFamily="18" charset="0"/>
            </a:endParaRPr>
          </a:p>
        </p:txBody>
      </p:sp>
      <p:sp>
        <p:nvSpPr>
          <p:cNvPr id="31747" name="Rectangle 3">
            <a:extLst>
              <a:ext uri="{FF2B5EF4-FFF2-40B4-BE49-F238E27FC236}">
                <a16:creationId xmlns:a16="http://schemas.microsoft.com/office/drawing/2014/main" id="{88DDE952-09C4-C340-5BC7-0E3242090A38}"/>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Ưu điểm và hạn chế</a:t>
            </a:r>
            <a:endParaRPr lang="en-US" sz="2800">
              <a:latin typeface="Times New Roman" panose="02020603050405020304" pitchFamily="18" charset="0"/>
              <a:cs typeface="Times New Roman" panose="02020603050405020304" pitchFamily="18" charset="0"/>
            </a:endParaRPr>
          </a:p>
          <a:p>
            <a:pPr lvl="1">
              <a:buFont typeface="Arial" panose="020B0604020202020204" pitchFamily="34" charset="0"/>
              <a:buChar char="•"/>
            </a:pPr>
            <a:r>
              <a:rPr lang="en-US" sz="2800" b="1">
                <a:latin typeface="Times New Roman" panose="02020603050405020304" pitchFamily="18" charset="0"/>
                <a:cs typeface="Times New Roman" panose="02020603050405020304" pitchFamily="18" charset="0"/>
              </a:rPr>
              <a:t>Ưu điểm:</a:t>
            </a:r>
            <a:endParaRPr lang="en-US" sz="2800">
              <a:latin typeface="Times New Roman" panose="02020603050405020304" pitchFamily="18" charset="0"/>
              <a:cs typeface="Times New Roman" panose="02020603050405020304" pitchFamily="18" charset="0"/>
            </a:endParaRPr>
          </a:p>
          <a:p>
            <a:pPr marL="1200150" lvl="2" indent="-285750">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Kết hợp được cả AR và MA → mô tả linh hoạt hơn.</a:t>
            </a:r>
          </a:p>
          <a:p>
            <a:pPr marL="1200150" lvl="2" indent="-285750">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Phù hợp cho chuỗi dừng.</a:t>
            </a:r>
          </a:p>
          <a:p>
            <a:pPr lvl="1">
              <a:buFont typeface="Arial" panose="020B0604020202020204" pitchFamily="34" charset="0"/>
              <a:buChar char="•"/>
            </a:pPr>
            <a:r>
              <a:rPr lang="en-US" sz="2800" b="1">
                <a:latin typeface="Times New Roman" panose="02020603050405020304" pitchFamily="18" charset="0"/>
                <a:cs typeface="Times New Roman" panose="02020603050405020304" pitchFamily="18" charset="0"/>
              </a:rPr>
              <a:t>Hạn chế:</a:t>
            </a:r>
            <a:endParaRPr lang="en-US" sz="2800">
              <a:latin typeface="Times New Roman" panose="02020603050405020304" pitchFamily="18" charset="0"/>
              <a:cs typeface="Times New Roman" panose="02020603050405020304" pitchFamily="18" charset="0"/>
            </a:endParaRPr>
          </a:p>
          <a:p>
            <a:pPr marL="1200150" lvl="2" indent="-285750">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Khó chọn bậc (p, q) tối ưu.</a:t>
            </a:r>
          </a:p>
          <a:p>
            <a:pPr marL="1200150" lvl="2" indent="-285750">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Không áp dụng trực tiếp cho chuỗi không dừng.</a:t>
            </a:r>
          </a:p>
          <a:p>
            <a:pPr marL="457200" lvl="1" indent="0"/>
            <a:r>
              <a:rPr lang="en-US" sz="2800">
                <a:latin typeface="Times New Roman" panose="02020603050405020304" pitchFamily="18" charset="0"/>
                <a:cs typeface="Times New Roman" panose="02020603050405020304" pitchFamily="18" charset="0"/>
                <a:sym typeface="Wingdings" panose="05000000000000000000" pitchFamily="2" charset="2"/>
              </a:rPr>
              <a:t></a:t>
            </a:r>
            <a:r>
              <a:rPr lang="en-US" sz="2800">
                <a:latin typeface="Times New Roman" panose="02020603050405020304" pitchFamily="18" charset="0"/>
                <a:cs typeface="Times New Roman" panose="02020603050405020304" pitchFamily="18" charset="0"/>
              </a:rPr>
              <a:t>Nền tảng quan trọng cho mô hình </a:t>
            </a:r>
            <a:r>
              <a:rPr lang="en-US" sz="2800" b="1">
                <a:latin typeface="Times New Roman" panose="02020603050405020304" pitchFamily="18" charset="0"/>
                <a:cs typeface="Times New Roman" panose="02020603050405020304" pitchFamily="18" charset="0"/>
              </a:rPr>
              <a:t>ARIMA</a:t>
            </a:r>
            <a:r>
              <a:rPr lang="en-US" sz="2800">
                <a:latin typeface="Times New Roman" panose="02020603050405020304" pitchFamily="18" charset="0"/>
                <a:cs typeface="Times New Roman" panose="02020603050405020304" pitchFamily="18" charset="0"/>
              </a:rPr>
              <a:t> (khi chuỗi không dừng).</a:t>
            </a:r>
          </a:p>
          <a:p>
            <a:pPr marL="514350" indent="-457200">
              <a:buFont typeface="Courier New" panose="02070309020205020404" pitchFamily="49" charset="0"/>
              <a:buChar char="o"/>
            </a:pPr>
            <a:endParaRPr lang="en-US"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2974059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530D32-05C8-F63D-D7AC-A8BEAD6C7FBF}"/>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BB91E266-36E1-9832-F430-B10D1071C8C0}"/>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Mô hình ARMA (Autoregressive Moving Average)</a:t>
            </a:r>
            <a:endParaRPr lang="en-US" sz="3200" b="0">
              <a:latin typeface="Times New Roman" panose="02020603050405020304" pitchFamily="18" charset="0"/>
              <a:cs typeface="Times New Roman" panose="02020603050405020304" pitchFamily="18" charset="0"/>
            </a:endParaRPr>
          </a:p>
        </p:txBody>
      </p:sp>
      <p:sp>
        <p:nvSpPr>
          <p:cNvPr id="31747" name="Rectangle 3">
            <a:extLst>
              <a:ext uri="{FF2B5EF4-FFF2-40B4-BE49-F238E27FC236}">
                <a16:creationId xmlns:a16="http://schemas.microsoft.com/office/drawing/2014/main" id="{8826B906-3524-C320-95DA-CF626762A388}"/>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Ước lượng tham số</a:t>
            </a:r>
            <a:endParaRPr lang="en-US" sz="28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Dùng phương pháp </a:t>
            </a:r>
            <a:r>
              <a:rPr lang="en-US" sz="2800" b="1">
                <a:latin typeface="Times New Roman" panose="02020603050405020304" pitchFamily="18" charset="0"/>
                <a:cs typeface="Times New Roman" panose="02020603050405020304" pitchFamily="18" charset="0"/>
              </a:rPr>
              <a:t>MLE (Maximum Likelihood Estimation)</a:t>
            </a:r>
            <a:r>
              <a:rPr lang="en-US" sz="2800">
                <a:latin typeface="Times New Roman" panose="02020603050405020304" pitchFamily="18" charset="0"/>
                <a:cs typeface="Times New Roman" panose="02020603050405020304" pitchFamily="18" charset="0"/>
              </a:rPr>
              <a:t> hoặc </a:t>
            </a:r>
            <a:r>
              <a:rPr lang="en-US" sz="2800" b="1">
                <a:latin typeface="Times New Roman" panose="02020603050405020304" pitchFamily="18" charset="0"/>
                <a:cs typeface="Times New Roman" panose="02020603050405020304" pitchFamily="18" charset="0"/>
              </a:rPr>
              <a:t>Least Squares</a:t>
            </a:r>
            <a:r>
              <a:rPr lang="en-US" sz="2800">
                <a:latin typeface="Times New Roman" panose="02020603050405020304" pitchFamily="18" charset="0"/>
                <a:cs typeface="Times New Roman" panose="02020603050405020304" pitchFamily="18" charset="0"/>
              </a:rPr>
              <a:t>.</a:t>
            </a: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Công cụ: Python (statsmodels), R.</a:t>
            </a:r>
          </a:p>
          <a:p>
            <a:pPr marL="514350" indent="-457200">
              <a:buFont typeface="Courier New" panose="02070309020205020404" pitchFamily="49" charset="0"/>
              <a:buChar char="o"/>
            </a:pPr>
            <a:endParaRPr lang="en-US"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9544872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7D79D-5ACC-F31E-4C8A-3521F451FCBD}"/>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A7B403C6-DF7E-8C63-2F96-81B5A3FBBD9C}"/>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Mô hình ARMA (Autoregressive Moving Average)</a:t>
            </a:r>
            <a:endParaRPr lang="en-US" sz="3200" b="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1747" name="Rectangle 3">
                <a:extLst>
                  <a:ext uri="{FF2B5EF4-FFF2-40B4-BE49-F238E27FC236}">
                    <a16:creationId xmlns:a16="http://schemas.microsoft.com/office/drawing/2014/main" id="{A9412A8F-9239-919C-0CA9-30A5DC72C05F}"/>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Mô hình ARMA(1, 1)</a:t>
                </a:r>
                <a:r>
                  <a:rPr lang="en-US" sz="2800">
                    <a:latin typeface="Times New Roman" panose="02020603050405020304" pitchFamily="18" charset="0"/>
                    <a:cs typeface="Times New Roman" panose="02020603050405020304" pitchFamily="18" charset="0"/>
                  </a:rPr>
                  <a:t>:</a:t>
                </a:r>
              </a:p>
              <a:p>
                <a:pPr marL="85725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r>
                  <a:rPr lang="vi-VN" sz="2800">
                    <a:latin typeface="Times New Roman" panose="02020603050405020304" pitchFamily="18" charset="0"/>
                    <a:cs typeface="Times New Roman" panose="02020603050405020304" pitchFamily="18" charset="0"/>
                  </a:rPr>
                  <a:t>Quá trình ARMA(1,1) là dừng nếu |</a:t>
                </a:r>
                <a14:m>
                  <m:oMath xmlns:m="http://schemas.openxmlformats.org/officeDocument/2006/math">
                    <m:sSub>
                      <m:sSubPr>
                        <m:ctrlPr>
                          <a:rPr lang="vi-VN" sz="2800" i="1" smtClean="0">
                            <a:latin typeface="Cambria Math" panose="02040503050406030204" pitchFamily="18" charset="0"/>
                            <a:cs typeface="Times New Roman" panose="02020603050405020304" pitchFamily="18" charset="0"/>
                          </a:rPr>
                        </m:ctrlPr>
                      </m:sSubPr>
                      <m:e>
                        <m:r>
                          <m:rPr>
                            <m:nor/>
                          </m:rPr>
                          <a:rPr lang="el-GR" sz="2800" i="1">
                            <a:latin typeface="Times New Roman" panose="02020603050405020304" pitchFamily="18" charset="0"/>
                            <a:cs typeface="Times New Roman" panose="02020603050405020304" pitchFamily="18" charset="0"/>
                          </a:rPr>
                          <m:t>ϕ</m:t>
                        </m:r>
                      </m:e>
                      <m:sub>
                        <m:r>
                          <a:rPr lang="en-US" sz="2800" b="0" i="1" smtClean="0">
                            <a:latin typeface="Cambria Math" panose="02040503050406030204" pitchFamily="18" charset="0"/>
                            <a:cs typeface="Times New Roman" panose="02020603050405020304" pitchFamily="18" charset="0"/>
                          </a:rPr>
                          <m:t>1</m:t>
                        </m:r>
                      </m:sub>
                    </m:sSub>
                  </m:oMath>
                </a14:m>
                <a:r>
                  <a:rPr lang="el-GR" sz="2800">
                    <a:latin typeface="Times New Roman" panose="02020603050405020304" pitchFamily="18" charset="0"/>
                    <a:cs typeface="Times New Roman" panose="02020603050405020304" pitchFamily="18" charset="0"/>
                  </a:rPr>
                  <a:t>| &lt; 1, </a:t>
                </a:r>
                <a:r>
                  <a:rPr lang="vi-VN" sz="2800">
                    <a:latin typeface="Times New Roman" panose="02020603050405020304" pitchFamily="18" charset="0"/>
                    <a:cs typeface="Times New Roman" panose="02020603050405020304" pitchFamily="18" charset="0"/>
                  </a:rPr>
                  <a:t>trong trường hợp này, nó có thể được biểu thị dưới dạng một quá trình trung bình động vô hạn, như sau:</a:t>
                </a:r>
                <a:endParaRPr lang="en-US" sz="2800">
                  <a:latin typeface="Times New Roman" panose="02020603050405020304" pitchFamily="18" charset="0"/>
                  <a:cs typeface="Times New Roman" panose="02020603050405020304" pitchFamily="18" charset="0"/>
                </a:endParaRPr>
              </a:p>
            </p:txBody>
          </p:sp>
        </mc:Choice>
        <mc:Fallback xmlns="">
          <p:sp>
            <p:nvSpPr>
              <p:cNvPr id="31747" name="Rectangle 3">
                <a:extLst>
                  <a:ext uri="{FF2B5EF4-FFF2-40B4-BE49-F238E27FC236}">
                    <a16:creationId xmlns:a16="http://schemas.microsoft.com/office/drawing/2014/main" id="{A9412A8F-9239-919C-0CA9-30A5DC72C05F}"/>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3"/>
                <a:stretch>
                  <a:fillRect l="-1136" t="-1230" r="-173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pic>
        <p:nvPicPr>
          <p:cNvPr id="3" name="Picture 2">
            <a:extLst>
              <a:ext uri="{FF2B5EF4-FFF2-40B4-BE49-F238E27FC236}">
                <a16:creationId xmlns:a16="http://schemas.microsoft.com/office/drawing/2014/main" id="{2A35A52E-1DBA-C724-7C4E-41A241D32243}"/>
              </a:ext>
            </a:extLst>
          </p:cNvPr>
          <p:cNvPicPr>
            <a:picLocks noChangeAspect="1"/>
          </p:cNvPicPr>
          <p:nvPr/>
        </p:nvPicPr>
        <p:blipFill>
          <a:blip r:embed="rId4"/>
          <a:stretch>
            <a:fillRect/>
          </a:stretch>
        </p:blipFill>
        <p:spPr>
          <a:xfrm>
            <a:off x="2590800" y="1676400"/>
            <a:ext cx="3829050" cy="514350"/>
          </a:xfrm>
          <a:prstGeom prst="rect">
            <a:avLst/>
          </a:prstGeom>
        </p:spPr>
      </p:pic>
      <p:pic>
        <p:nvPicPr>
          <p:cNvPr id="6" name="Picture 5">
            <a:extLst>
              <a:ext uri="{FF2B5EF4-FFF2-40B4-BE49-F238E27FC236}">
                <a16:creationId xmlns:a16="http://schemas.microsoft.com/office/drawing/2014/main" id="{B64FBB3E-507E-5C73-0706-0255E3B35447}"/>
              </a:ext>
            </a:extLst>
          </p:cNvPr>
          <p:cNvPicPr>
            <a:picLocks noChangeAspect="1"/>
          </p:cNvPicPr>
          <p:nvPr/>
        </p:nvPicPr>
        <p:blipFill>
          <a:blip r:embed="rId5"/>
          <a:stretch>
            <a:fillRect/>
          </a:stretch>
        </p:blipFill>
        <p:spPr>
          <a:xfrm>
            <a:off x="2519226" y="2073274"/>
            <a:ext cx="3886200" cy="447675"/>
          </a:xfrm>
          <a:prstGeom prst="rect">
            <a:avLst/>
          </a:prstGeom>
        </p:spPr>
      </p:pic>
      <p:pic>
        <p:nvPicPr>
          <p:cNvPr id="10" name="Picture 9">
            <a:extLst>
              <a:ext uri="{FF2B5EF4-FFF2-40B4-BE49-F238E27FC236}">
                <a16:creationId xmlns:a16="http://schemas.microsoft.com/office/drawing/2014/main" id="{F8C90D52-835B-41F3-F467-519E84B8117F}"/>
              </a:ext>
            </a:extLst>
          </p:cNvPr>
          <p:cNvPicPr>
            <a:picLocks noChangeAspect="1"/>
          </p:cNvPicPr>
          <p:nvPr/>
        </p:nvPicPr>
        <p:blipFill>
          <a:blip r:embed="rId6"/>
          <a:stretch>
            <a:fillRect/>
          </a:stretch>
        </p:blipFill>
        <p:spPr>
          <a:xfrm>
            <a:off x="3352800" y="3933825"/>
            <a:ext cx="1914525" cy="495300"/>
          </a:xfrm>
          <a:prstGeom prst="rect">
            <a:avLst/>
          </a:prstGeom>
        </p:spPr>
      </p:pic>
      <p:pic>
        <p:nvPicPr>
          <p:cNvPr id="12" name="Picture 11">
            <a:extLst>
              <a:ext uri="{FF2B5EF4-FFF2-40B4-BE49-F238E27FC236}">
                <a16:creationId xmlns:a16="http://schemas.microsoft.com/office/drawing/2014/main" id="{499B08D2-907E-C951-8149-3D95DA589D5E}"/>
              </a:ext>
            </a:extLst>
          </p:cNvPr>
          <p:cNvPicPr>
            <a:picLocks noChangeAspect="1"/>
          </p:cNvPicPr>
          <p:nvPr/>
        </p:nvPicPr>
        <p:blipFill>
          <a:blip r:embed="rId7"/>
          <a:stretch>
            <a:fillRect/>
          </a:stretch>
        </p:blipFill>
        <p:spPr>
          <a:xfrm>
            <a:off x="4114800" y="4535487"/>
            <a:ext cx="2790825" cy="933450"/>
          </a:xfrm>
          <a:prstGeom prst="rect">
            <a:avLst/>
          </a:prstGeom>
        </p:spPr>
      </p:pic>
      <p:pic>
        <p:nvPicPr>
          <p:cNvPr id="14" name="Picture 13">
            <a:extLst>
              <a:ext uri="{FF2B5EF4-FFF2-40B4-BE49-F238E27FC236}">
                <a16:creationId xmlns:a16="http://schemas.microsoft.com/office/drawing/2014/main" id="{B1F96E43-F794-EC46-95EB-8EF6CE9F625B}"/>
              </a:ext>
            </a:extLst>
          </p:cNvPr>
          <p:cNvPicPr>
            <a:picLocks noChangeAspect="1"/>
          </p:cNvPicPr>
          <p:nvPr/>
        </p:nvPicPr>
        <p:blipFill>
          <a:blip r:embed="rId8"/>
          <a:stretch>
            <a:fillRect/>
          </a:stretch>
        </p:blipFill>
        <p:spPr>
          <a:xfrm>
            <a:off x="1895475" y="5676900"/>
            <a:ext cx="4524375" cy="495300"/>
          </a:xfrm>
          <a:prstGeom prst="rect">
            <a:avLst/>
          </a:prstGeom>
        </p:spPr>
      </p:pic>
    </p:spTree>
    <p:extLst>
      <p:ext uri="{BB962C8B-B14F-4D97-AF65-F5344CB8AC3E}">
        <p14:creationId xmlns:p14="http://schemas.microsoft.com/office/powerpoint/2010/main" val="286608477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9CD30-9248-414B-B3EF-6703FB0CFB20}"/>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77306135-CD64-BBF6-9A9B-B6DC374F504B}"/>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Mô hình ARMA (Autoregressive Moving Average)</a:t>
            </a:r>
            <a:endParaRPr lang="en-US" sz="3200" b="0">
              <a:latin typeface="Times New Roman" panose="02020603050405020304" pitchFamily="18" charset="0"/>
              <a:cs typeface="Times New Roman" panose="02020603050405020304" pitchFamily="18" charset="0"/>
            </a:endParaRPr>
          </a:p>
        </p:txBody>
      </p:sp>
      <p:sp>
        <p:nvSpPr>
          <p:cNvPr id="31747" name="Rectangle 3">
            <a:extLst>
              <a:ext uri="{FF2B5EF4-FFF2-40B4-BE49-F238E27FC236}">
                <a16:creationId xmlns:a16="http://schemas.microsoft.com/office/drawing/2014/main" id="{875A9C57-A4EC-121D-8D16-7D01B4E2E325}"/>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Mô hình ARMA(1, 1)</a:t>
            </a:r>
            <a:r>
              <a:rPr lang="en-US" sz="2800">
                <a:latin typeface="Times New Roman" panose="02020603050405020304" pitchFamily="18" charset="0"/>
                <a:cs typeface="Times New Roman" panose="02020603050405020304" pitchFamily="18" charset="0"/>
              </a:rPr>
              <a:t>:</a:t>
            </a:r>
          </a:p>
          <a:p>
            <a:pPr marL="85725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11201E0E-BF28-8761-728E-060320B650B1}"/>
              </a:ext>
            </a:extLst>
          </p:cNvPr>
          <p:cNvPicPr>
            <a:picLocks noChangeAspect="1"/>
          </p:cNvPicPr>
          <p:nvPr/>
        </p:nvPicPr>
        <p:blipFill>
          <a:blip r:embed="rId3"/>
          <a:stretch>
            <a:fillRect/>
          </a:stretch>
        </p:blipFill>
        <p:spPr>
          <a:xfrm>
            <a:off x="1066800" y="1676400"/>
            <a:ext cx="6800850" cy="466725"/>
          </a:xfrm>
          <a:prstGeom prst="rect">
            <a:avLst/>
          </a:prstGeom>
        </p:spPr>
      </p:pic>
      <p:pic>
        <p:nvPicPr>
          <p:cNvPr id="7" name="Picture 6">
            <a:extLst>
              <a:ext uri="{FF2B5EF4-FFF2-40B4-BE49-F238E27FC236}">
                <a16:creationId xmlns:a16="http://schemas.microsoft.com/office/drawing/2014/main" id="{813D1533-89A5-0E66-21A6-26597A70AD8F}"/>
              </a:ext>
            </a:extLst>
          </p:cNvPr>
          <p:cNvPicPr>
            <a:picLocks noChangeAspect="1"/>
          </p:cNvPicPr>
          <p:nvPr/>
        </p:nvPicPr>
        <p:blipFill>
          <a:blip r:embed="rId4"/>
          <a:stretch>
            <a:fillRect/>
          </a:stretch>
        </p:blipFill>
        <p:spPr>
          <a:xfrm>
            <a:off x="381000" y="2304415"/>
            <a:ext cx="8610600" cy="1600200"/>
          </a:xfrm>
          <a:prstGeom prst="rect">
            <a:avLst/>
          </a:prstGeom>
        </p:spPr>
      </p:pic>
      <p:pic>
        <p:nvPicPr>
          <p:cNvPr id="9" name="Picture 8">
            <a:extLst>
              <a:ext uri="{FF2B5EF4-FFF2-40B4-BE49-F238E27FC236}">
                <a16:creationId xmlns:a16="http://schemas.microsoft.com/office/drawing/2014/main" id="{F382859F-B55B-3F8C-6E7C-45E11815A9C7}"/>
              </a:ext>
            </a:extLst>
          </p:cNvPr>
          <p:cNvPicPr>
            <a:picLocks noChangeAspect="1"/>
          </p:cNvPicPr>
          <p:nvPr/>
        </p:nvPicPr>
        <p:blipFill>
          <a:blip r:embed="rId5"/>
          <a:stretch>
            <a:fillRect/>
          </a:stretch>
        </p:blipFill>
        <p:spPr>
          <a:xfrm>
            <a:off x="3810000" y="4010977"/>
            <a:ext cx="4743450" cy="438150"/>
          </a:xfrm>
          <a:prstGeom prst="rect">
            <a:avLst/>
          </a:prstGeom>
        </p:spPr>
      </p:pic>
    </p:spTree>
    <p:extLst>
      <p:ext uri="{BB962C8B-B14F-4D97-AF65-F5344CB8AC3E}">
        <p14:creationId xmlns:p14="http://schemas.microsoft.com/office/powerpoint/2010/main" val="245352720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45750F-1EE8-E8D5-AFF2-2B7709D40574}"/>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00639784-4C8F-EFE4-20FA-BAD773107405}"/>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Mô hình ARMA (Autoregressive Moving Average)</a:t>
            </a:r>
            <a:endParaRPr lang="en-US" sz="3200" b="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1747" name="Rectangle 3">
                <a:extLst>
                  <a:ext uri="{FF2B5EF4-FFF2-40B4-BE49-F238E27FC236}">
                    <a16:creationId xmlns:a16="http://schemas.microsoft.com/office/drawing/2014/main" id="{3C16099B-A013-5E03-F288-FD9BEB29ED39}"/>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Mô hình ARMA(1, 1)</a:t>
                </a:r>
                <a:r>
                  <a:rPr lang="en-US" sz="2800">
                    <a:latin typeface="Times New Roman" panose="02020603050405020304" pitchFamily="18" charset="0"/>
                    <a:cs typeface="Times New Roman" panose="02020603050405020304" pitchFamily="18" charset="0"/>
                  </a:rPr>
                  <a:t>:</a:t>
                </a:r>
              </a:p>
              <a:p>
                <a:pPr marL="85725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r>
                  <a:rPr lang="vi-VN" sz="2800">
                    <a:latin typeface="Times New Roman" panose="02020603050405020304" pitchFamily="18" charset="0"/>
                    <a:cs typeface="Times New Roman" panose="02020603050405020304" pitchFamily="18" charset="0"/>
                  </a:rPr>
                  <a:t>Quá trình ARMA(1,1) là khả nghịch nếu</a:t>
                </a:r>
                <a:r>
                  <a:rPr lang="en-US" sz="2800">
                    <a:latin typeface="Times New Roman" panose="02020603050405020304" pitchFamily="18" charset="0"/>
                    <a:cs typeface="Times New Roman" panose="02020603050405020304" pitchFamily="18" charset="0"/>
                  </a:rPr>
                  <a:t> </a:t>
                </a:r>
                <a:r>
                  <a:rPr lang="vi-VN" sz="2800">
                    <a:latin typeface="Times New Roman" panose="02020603050405020304" pitchFamily="18" charset="0"/>
                    <a:cs typeface="Times New Roman" panose="02020603050405020304" pitchFamily="18" charset="0"/>
                  </a:rPr>
                  <a:t>|</a:t>
                </a:r>
                <a14:m>
                  <m:oMath xmlns:m="http://schemas.openxmlformats.org/officeDocument/2006/math">
                    <m:sSub>
                      <m:sSubPr>
                        <m:ctrlPr>
                          <a:rPr lang="vi-VN" sz="2800" i="1" smtClean="0">
                            <a:latin typeface="Cambria Math" panose="02040503050406030204" pitchFamily="18" charset="0"/>
                            <a:cs typeface="Times New Roman" panose="02020603050405020304" pitchFamily="18" charset="0"/>
                          </a:rPr>
                        </m:ctrlPr>
                      </m:sSubPr>
                      <m:e>
                        <m:r>
                          <m:rPr>
                            <m:nor/>
                          </m:rPr>
                          <a:rPr lang="el-GR" sz="2800" i="1">
                            <a:latin typeface="Times New Roman" panose="02020603050405020304" pitchFamily="18" charset="0"/>
                            <a:cs typeface="Times New Roman" panose="02020603050405020304" pitchFamily="18" charset="0"/>
                          </a:rPr>
                          <m:t>θ</m:t>
                        </m:r>
                      </m:e>
                      <m:sub>
                        <m:r>
                          <a:rPr lang="en-US" sz="2800" b="0" i="1" smtClean="0">
                            <a:latin typeface="Cambria Math" panose="02040503050406030204" pitchFamily="18" charset="0"/>
                            <a:cs typeface="Times New Roman" panose="02020603050405020304" pitchFamily="18" charset="0"/>
                          </a:rPr>
                          <m:t>1</m:t>
                        </m:r>
                      </m:sub>
                    </m:sSub>
                  </m:oMath>
                </a14:m>
                <a:r>
                  <a:rPr lang="el-GR" sz="2800">
                    <a:latin typeface="Times New Roman" panose="02020603050405020304" pitchFamily="18" charset="0"/>
                    <a:cs typeface="Times New Roman" panose="02020603050405020304" pitchFamily="18" charset="0"/>
                  </a:rPr>
                  <a:t>| &lt; 1, </a:t>
                </a:r>
                <a:r>
                  <a:rPr lang="vi-VN" sz="2800">
                    <a:latin typeface="Times New Roman" panose="02020603050405020304" pitchFamily="18" charset="0"/>
                    <a:cs typeface="Times New Roman" panose="02020603050405020304" pitchFamily="18" charset="0"/>
                  </a:rPr>
                  <a:t>trong trường hợp này, nó có thể được biểu thị dưới dạng một quá trình tự hồi quy vô hạn, như sau:</a:t>
                </a:r>
                <a:endParaRPr lang="en-US" sz="2800">
                  <a:latin typeface="Times New Roman" panose="02020603050405020304" pitchFamily="18" charset="0"/>
                  <a:cs typeface="Times New Roman" panose="02020603050405020304" pitchFamily="18" charset="0"/>
                </a:endParaRPr>
              </a:p>
            </p:txBody>
          </p:sp>
        </mc:Choice>
        <mc:Fallback xmlns="">
          <p:sp>
            <p:nvSpPr>
              <p:cNvPr id="31747" name="Rectangle 3">
                <a:extLst>
                  <a:ext uri="{FF2B5EF4-FFF2-40B4-BE49-F238E27FC236}">
                    <a16:creationId xmlns:a16="http://schemas.microsoft.com/office/drawing/2014/main" id="{3C16099B-A013-5E03-F288-FD9BEB29ED39}"/>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3"/>
                <a:stretch>
                  <a:fillRect l="-1136" t="-123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pic>
        <p:nvPicPr>
          <p:cNvPr id="3" name="Picture 2">
            <a:extLst>
              <a:ext uri="{FF2B5EF4-FFF2-40B4-BE49-F238E27FC236}">
                <a16:creationId xmlns:a16="http://schemas.microsoft.com/office/drawing/2014/main" id="{BCDA054F-EE53-14AF-E8CA-648D4201E9E2}"/>
              </a:ext>
            </a:extLst>
          </p:cNvPr>
          <p:cNvPicPr>
            <a:picLocks noChangeAspect="1"/>
          </p:cNvPicPr>
          <p:nvPr/>
        </p:nvPicPr>
        <p:blipFill>
          <a:blip r:embed="rId4"/>
          <a:stretch>
            <a:fillRect/>
          </a:stretch>
        </p:blipFill>
        <p:spPr>
          <a:xfrm>
            <a:off x="2590800" y="1676400"/>
            <a:ext cx="3829050" cy="514350"/>
          </a:xfrm>
          <a:prstGeom prst="rect">
            <a:avLst/>
          </a:prstGeom>
        </p:spPr>
      </p:pic>
      <p:pic>
        <p:nvPicPr>
          <p:cNvPr id="6" name="Picture 5">
            <a:extLst>
              <a:ext uri="{FF2B5EF4-FFF2-40B4-BE49-F238E27FC236}">
                <a16:creationId xmlns:a16="http://schemas.microsoft.com/office/drawing/2014/main" id="{21907FDF-82F4-AE9E-FAF5-5A6A6C6AACCD}"/>
              </a:ext>
            </a:extLst>
          </p:cNvPr>
          <p:cNvPicPr>
            <a:picLocks noChangeAspect="1"/>
          </p:cNvPicPr>
          <p:nvPr/>
        </p:nvPicPr>
        <p:blipFill>
          <a:blip r:embed="rId5"/>
          <a:stretch>
            <a:fillRect/>
          </a:stretch>
        </p:blipFill>
        <p:spPr>
          <a:xfrm>
            <a:off x="2519226" y="2073274"/>
            <a:ext cx="3886200" cy="447675"/>
          </a:xfrm>
          <a:prstGeom prst="rect">
            <a:avLst/>
          </a:prstGeom>
        </p:spPr>
      </p:pic>
      <p:pic>
        <p:nvPicPr>
          <p:cNvPr id="4" name="Picture 3">
            <a:extLst>
              <a:ext uri="{FF2B5EF4-FFF2-40B4-BE49-F238E27FC236}">
                <a16:creationId xmlns:a16="http://schemas.microsoft.com/office/drawing/2014/main" id="{C8822A89-A24C-8225-C9C7-932990C1444A}"/>
              </a:ext>
            </a:extLst>
          </p:cNvPr>
          <p:cNvPicPr>
            <a:picLocks noChangeAspect="1"/>
          </p:cNvPicPr>
          <p:nvPr/>
        </p:nvPicPr>
        <p:blipFill>
          <a:blip r:embed="rId6"/>
          <a:stretch>
            <a:fillRect/>
          </a:stretch>
        </p:blipFill>
        <p:spPr>
          <a:xfrm>
            <a:off x="3429000" y="3889374"/>
            <a:ext cx="1895475" cy="457200"/>
          </a:xfrm>
          <a:prstGeom prst="rect">
            <a:avLst/>
          </a:prstGeom>
        </p:spPr>
      </p:pic>
      <p:pic>
        <p:nvPicPr>
          <p:cNvPr id="7" name="Picture 6">
            <a:extLst>
              <a:ext uri="{FF2B5EF4-FFF2-40B4-BE49-F238E27FC236}">
                <a16:creationId xmlns:a16="http://schemas.microsoft.com/office/drawing/2014/main" id="{45E54F79-3E24-DE19-9C9E-C98EFEF42052}"/>
              </a:ext>
            </a:extLst>
          </p:cNvPr>
          <p:cNvPicPr>
            <a:picLocks noChangeAspect="1"/>
          </p:cNvPicPr>
          <p:nvPr/>
        </p:nvPicPr>
        <p:blipFill>
          <a:blip r:embed="rId7"/>
          <a:stretch>
            <a:fillRect/>
          </a:stretch>
        </p:blipFill>
        <p:spPr>
          <a:xfrm>
            <a:off x="4191000" y="4392611"/>
            <a:ext cx="2724150" cy="866775"/>
          </a:xfrm>
          <a:prstGeom prst="rect">
            <a:avLst/>
          </a:prstGeom>
        </p:spPr>
      </p:pic>
      <p:pic>
        <p:nvPicPr>
          <p:cNvPr id="9" name="Picture 8">
            <a:extLst>
              <a:ext uri="{FF2B5EF4-FFF2-40B4-BE49-F238E27FC236}">
                <a16:creationId xmlns:a16="http://schemas.microsoft.com/office/drawing/2014/main" id="{F014CAC6-FA71-24C6-62F8-D6A74DC317AA}"/>
              </a:ext>
            </a:extLst>
          </p:cNvPr>
          <p:cNvPicPr>
            <a:picLocks noChangeAspect="1"/>
          </p:cNvPicPr>
          <p:nvPr/>
        </p:nvPicPr>
        <p:blipFill>
          <a:blip r:embed="rId8"/>
          <a:stretch>
            <a:fillRect/>
          </a:stretch>
        </p:blipFill>
        <p:spPr>
          <a:xfrm>
            <a:off x="2047874" y="5395912"/>
            <a:ext cx="4657725" cy="485775"/>
          </a:xfrm>
          <a:prstGeom prst="rect">
            <a:avLst/>
          </a:prstGeom>
        </p:spPr>
      </p:pic>
    </p:spTree>
    <p:extLst>
      <p:ext uri="{BB962C8B-B14F-4D97-AF65-F5344CB8AC3E}">
        <p14:creationId xmlns:p14="http://schemas.microsoft.com/office/powerpoint/2010/main" val="293745600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4D697B-98F2-FFD3-27D7-3E6782203C33}"/>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26028549-4808-A291-3F41-2FCD1793CECF}"/>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Mô hình ARMA (Autoregressive Moving Average)</a:t>
            </a:r>
            <a:endParaRPr lang="en-US" sz="3200" b="0">
              <a:latin typeface="Times New Roman" panose="02020603050405020304" pitchFamily="18" charset="0"/>
              <a:cs typeface="Times New Roman" panose="02020603050405020304" pitchFamily="18" charset="0"/>
            </a:endParaRPr>
          </a:p>
        </p:txBody>
      </p:sp>
      <p:sp>
        <p:nvSpPr>
          <p:cNvPr id="31747" name="Rectangle 3">
            <a:extLst>
              <a:ext uri="{FF2B5EF4-FFF2-40B4-BE49-F238E27FC236}">
                <a16:creationId xmlns:a16="http://schemas.microsoft.com/office/drawing/2014/main" id="{4C2133BF-D433-0008-6E4E-1E0F78E10C2E}"/>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Mô hình ARMA(1, 1)</a:t>
            </a:r>
            <a:r>
              <a:rPr lang="en-US" sz="2800">
                <a:latin typeface="Times New Roman" panose="02020603050405020304" pitchFamily="18" charset="0"/>
                <a:cs typeface="Times New Roman" panose="02020603050405020304" pitchFamily="18" charset="0"/>
              </a:rPr>
              <a:t>:</a:t>
            </a:r>
          </a:p>
          <a:p>
            <a:pPr marL="85725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8AC1B801-B5CA-45AA-3E6F-5BBFD04D5C43}"/>
              </a:ext>
            </a:extLst>
          </p:cNvPr>
          <p:cNvPicPr>
            <a:picLocks noChangeAspect="1"/>
          </p:cNvPicPr>
          <p:nvPr/>
        </p:nvPicPr>
        <p:blipFill>
          <a:blip r:embed="rId3"/>
          <a:stretch>
            <a:fillRect/>
          </a:stretch>
        </p:blipFill>
        <p:spPr>
          <a:xfrm>
            <a:off x="1185862" y="1676400"/>
            <a:ext cx="6772275" cy="438150"/>
          </a:xfrm>
          <a:prstGeom prst="rect">
            <a:avLst/>
          </a:prstGeom>
        </p:spPr>
      </p:pic>
      <p:pic>
        <p:nvPicPr>
          <p:cNvPr id="6" name="Picture 5">
            <a:extLst>
              <a:ext uri="{FF2B5EF4-FFF2-40B4-BE49-F238E27FC236}">
                <a16:creationId xmlns:a16="http://schemas.microsoft.com/office/drawing/2014/main" id="{AD27F5E1-0C9E-501C-0DBE-1B80E5A4EF45}"/>
              </a:ext>
            </a:extLst>
          </p:cNvPr>
          <p:cNvPicPr>
            <a:picLocks noChangeAspect="1"/>
          </p:cNvPicPr>
          <p:nvPr/>
        </p:nvPicPr>
        <p:blipFill>
          <a:blip r:embed="rId4"/>
          <a:stretch>
            <a:fillRect/>
          </a:stretch>
        </p:blipFill>
        <p:spPr>
          <a:xfrm>
            <a:off x="2628900" y="2614612"/>
            <a:ext cx="3886200" cy="1628775"/>
          </a:xfrm>
          <a:prstGeom prst="rect">
            <a:avLst/>
          </a:prstGeom>
        </p:spPr>
      </p:pic>
      <p:pic>
        <p:nvPicPr>
          <p:cNvPr id="10" name="Picture 9">
            <a:extLst>
              <a:ext uri="{FF2B5EF4-FFF2-40B4-BE49-F238E27FC236}">
                <a16:creationId xmlns:a16="http://schemas.microsoft.com/office/drawing/2014/main" id="{14D8E517-C936-36F5-B90F-EDCD1FF6313C}"/>
              </a:ext>
            </a:extLst>
          </p:cNvPr>
          <p:cNvPicPr>
            <a:picLocks noChangeAspect="1"/>
          </p:cNvPicPr>
          <p:nvPr/>
        </p:nvPicPr>
        <p:blipFill>
          <a:blip r:embed="rId5"/>
          <a:stretch>
            <a:fillRect/>
          </a:stretch>
        </p:blipFill>
        <p:spPr>
          <a:xfrm>
            <a:off x="2628900" y="4349749"/>
            <a:ext cx="4562475" cy="600075"/>
          </a:xfrm>
          <a:prstGeom prst="rect">
            <a:avLst/>
          </a:prstGeom>
        </p:spPr>
      </p:pic>
    </p:spTree>
    <p:extLst>
      <p:ext uri="{BB962C8B-B14F-4D97-AF65-F5344CB8AC3E}">
        <p14:creationId xmlns:p14="http://schemas.microsoft.com/office/powerpoint/2010/main" val="147567936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12FE85-92F7-8F93-4B70-E0AC61BDB7C0}"/>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B8EE4D08-3820-D4EC-E39D-35AB82080A72}"/>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Mô hình ARMA (Autoregressive Moving Average)</a:t>
            </a:r>
            <a:endParaRPr lang="en-US" sz="3200" b="0">
              <a:latin typeface="Times New Roman" panose="02020603050405020304" pitchFamily="18" charset="0"/>
              <a:cs typeface="Times New Roman" panose="02020603050405020304" pitchFamily="18" charset="0"/>
            </a:endParaRPr>
          </a:p>
        </p:txBody>
      </p:sp>
      <p:sp>
        <p:nvSpPr>
          <p:cNvPr id="31747" name="Rectangle 3">
            <a:extLst>
              <a:ext uri="{FF2B5EF4-FFF2-40B4-BE49-F238E27FC236}">
                <a16:creationId xmlns:a16="http://schemas.microsoft.com/office/drawing/2014/main" id="{9693C6F5-8A9C-AC2D-0551-8E829A5B76D5}"/>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Mô hình ARMA(1, 1)</a:t>
            </a:r>
            <a:r>
              <a:rPr lang="en-US" sz="2800">
                <a:latin typeface="Times New Roman" panose="02020603050405020304" pitchFamily="18" charset="0"/>
                <a:cs typeface="Times New Roman" panose="02020603050405020304" pitchFamily="18" charset="0"/>
              </a:rPr>
              <a:t>:</a:t>
            </a:r>
          </a:p>
          <a:p>
            <a:pPr marL="85725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Giá trị trung bình</a:t>
            </a:r>
            <a:r>
              <a:rPr lang="vi-VN" sz="2800">
                <a:latin typeface="Times New Roman" panose="02020603050405020304" pitchFamily="18" charset="0"/>
                <a:cs typeface="Times New Roman" panose="02020603050405020304" pitchFamily="18" charset="0"/>
              </a:rPr>
              <a:t>:</a:t>
            </a:r>
            <a:endParaRPr lang="en-US" sz="28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Hàm tự hiệp phương sai:</a:t>
            </a:r>
          </a:p>
          <a:p>
            <a:pPr marL="85725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400050" lvl="1" indent="0"/>
            <a:r>
              <a:rPr lang="en-US" sz="2800">
                <a:latin typeface="Times New Roman" panose="02020603050405020304" pitchFamily="18" charset="0"/>
                <a:cs typeface="Times New Roman" panose="02020603050405020304" pitchFamily="18" charset="0"/>
              </a:rPr>
              <a:t>                                                      , k = 2, 3, …</a:t>
            </a:r>
          </a:p>
        </p:txBody>
      </p:sp>
      <p:pic>
        <p:nvPicPr>
          <p:cNvPr id="3" name="Picture 2">
            <a:extLst>
              <a:ext uri="{FF2B5EF4-FFF2-40B4-BE49-F238E27FC236}">
                <a16:creationId xmlns:a16="http://schemas.microsoft.com/office/drawing/2014/main" id="{567A2186-D904-A83F-6441-79D4B9620695}"/>
              </a:ext>
            </a:extLst>
          </p:cNvPr>
          <p:cNvPicPr>
            <a:picLocks noChangeAspect="1"/>
          </p:cNvPicPr>
          <p:nvPr/>
        </p:nvPicPr>
        <p:blipFill>
          <a:blip r:embed="rId3"/>
          <a:stretch>
            <a:fillRect/>
          </a:stretch>
        </p:blipFill>
        <p:spPr>
          <a:xfrm>
            <a:off x="2590800" y="1676400"/>
            <a:ext cx="3829050" cy="514350"/>
          </a:xfrm>
          <a:prstGeom prst="rect">
            <a:avLst/>
          </a:prstGeom>
        </p:spPr>
      </p:pic>
      <p:grpSp>
        <p:nvGrpSpPr>
          <p:cNvPr id="11" name="Group 10">
            <a:extLst>
              <a:ext uri="{FF2B5EF4-FFF2-40B4-BE49-F238E27FC236}">
                <a16:creationId xmlns:a16="http://schemas.microsoft.com/office/drawing/2014/main" id="{B76BEC1C-54F1-6E2B-D231-DE342912D29A}"/>
              </a:ext>
            </a:extLst>
          </p:cNvPr>
          <p:cNvGrpSpPr/>
          <p:nvPr/>
        </p:nvGrpSpPr>
        <p:grpSpPr>
          <a:xfrm>
            <a:off x="2362200" y="2514600"/>
            <a:ext cx="4121059" cy="466725"/>
            <a:chOff x="2362200" y="2636837"/>
            <a:chExt cx="4121059" cy="466725"/>
          </a:xfrm>
        </p:grpSpPr>
        <p:pic>
          <p:nvPicPr>
            <p:cNvPr id="5" name="Picture 4">
              <a:extLst>
                <a:ext uri="{FF2B5EF4-FFF2-40B4-BE49-F238E27FC236}">
                  <a16:creationId xmlns:a16="http://schemas.microsoft.com/office/drawing/2014/main" id="{77798A28-D69E-2CB8-9C6A-56CD93A2C6BE}"/>
                </a:ext>
              </a:extLst>
            </p:cNvPr>
            <p:cNvPicPr>
              <a:picLocks noChangeAspect="1"/>
            </p:cNvPicPr>
            <p:nvPr/>
          </p:nvPicPr>
          <p:blipFill>
            <a:blip r:embed="rId4"/>
            <a:stretch>
              <a:fillRect/>
            </a:stretch>
          </p:blipFill>
          <p:spPr>
            <a:xfrm>
              <a:off x="2362200" y="2636837"/>
              <a:ext cx="3514725" cy="466725"/>
            </a:xfrm>
            <a:prstGeom prst="rect">
              <a:avLst/>
            </a:prstGeom>
          </p:spPr>
        </p:pic>
        <p:pic>
          <p:nvPicPr>
            <p:cNvPr id="10" name="Picture 9">
              <a:extLst>
                <a:ext uri="{FF2B5EF4-FFF2-40B4-BE49-F238E27FC236}">
                  <a16:creationId xmlns:a16="http://schemas.microsoft.com/office/drawing/2014/main" id="{8F2B51F4-3F2E-5881-9DD5-7289167A904D}"/>
                </a:ext>
              </a:extLst>
            </p:cNvPr>
            <p:cNvPicPr>
              <a:picLocks noChangeAspect="1"/>
            </p:cNvPicPr>
            <p:nvPr/>
          </p:nvPicPr>
          <p:blipFill>
            <a:blip r:embed="rId5"/>
            <a:stretch>
              <a:fillRect/>
            </a:stretch>
          </p:blipFill>
          <p:spPr>
            <a:xfrm>
              <a:off x="5902234" y="2647950"/>
              <a:ext cx="581025" cy="371475"/>
            </a:xfrm>
            <a:prstGeom prst="rect">
              <a:avLst/>
            </a:prstGeom>
          </p:spPr>
        </p:pic>
      </p:grpSp>
      <p:pic>
        <p:nvPicPr>
          <p:cNvPr id="13" name="Picture 12">
            <a:extLst>
              <a:ext uri="{FF2B5EF4-FFF2-40B4-BE49-F238E27FC236}">
                <a16:creationId xmlns:a16="http://schemas.microsoft.com/office/drawing/2014/main" id="{0D1B33D5-4C0F-D096-3EC6-D94EDC0D25F8}"/>
              </a:ext>
            </a:extLst>
          </p:cNvPr>
          <p:cNvPicPr>
            <a:picLocks noChangeAspect="1"/>
          </p:cNvPicPr>
          <p:nvPr/>
        </p:nvPicPr>
        <p:blipFill>
          <a:blip r:embed="rId6"/>
          <a:stretch>
            <a:fillRect/>
          </a:stretch>
        </p:blipFill>
        <p:spPr>
          <a:xfrm>
            <a:off x="942565" y="3450845"/>
            <a:ext cx="7358063" cy="491144"/>
          </a:xfrm>
          <a:prstGeom prst="rect">
            <a:avLst/>
          </a:prstGeom>
        </p:spPr>
      </p:pic>
      <p:pic>
        <p:nvPicPr>
          <p:cNvPr id="15" name="Picture 14">
            <a:extLst>
              <a:ext uri="{FF2B5EF4-FFF2-40B4-BE49-F238E27FC236}">
                <a16:creationId xmlns:a16="http://schemas.microsoft.com/office/drawing/2014/main" id="{2CD11A24-C38F-0C85-2660-AE2AEB5DDD6A}"/>
              </a:ext>
            </a:extLst>
          </p:cNvPr>
          <p:cNvPicPr>
            <a:picLocks noChangeAspect="1"/>
          </p:cNvPicPr>
          <p:nvPr/>
        </p:nvPicPr>
        <p:blipFill>
          <a:blip r:embed="rId7"/>
          <a:stretch>
            <a:fillRect/>
          </a:stretch>
        </p:blipFill>
        <p:spPr>
          <a:xfrm>
            <a:off x="2290286" y="3948360"/>
            <a:ext cx="3902460" cy="926298"/>
          </a:xfrm>
          <a:prstGeom prst="rect">
            <a:avLst/>
          </a:prstGeom>
        </p:spPr>
      </p:pic>
      <p:pic>
        <p:nvPicPr>
          <p:cNvPr id="17" name="Picture 16">
            <a:extLst>
              <a:ext uri="{FF2B5EF4-FFF2-40B4-BE49-F238E27FC236}">
                <a16:creationId xmlns:a16="http://schemas.microsoft.com/office/drawing/2014/main" id="{680FAF0D-058E-E36B-4E02-6A9767DEB02F}"/>
              </a:ext>
            </a:extLst>
          </p:cNvPr>
          <p:cNvPicPr>
            <a:picLocks noChangeAspect="1"/>
          </p:cNvPicPr>
          <p:nvPr/>
        </p:nvPicPr>
        <p:blipFill>
          <a:blip r:embed="rId8"/>
          <a:stretch>
            <a:fillRect/>
          </a:stretch>
        </p:blipFill>
        <p:spPr>
          <a:xfrm>
            <a:off x="2290287" y="4948411"/>
            <a:ext cx="4339114" cy="899253"/>
          </a:xfrm>
          <a:prstGeom prst="rect">
            <a:avLst/>
          </a:prstGeom>
        </p:spPr>
      </p:pic>
      <p:pic>
        <p:nvPicPr>
          <p:cNvPr id="19" name="Picture 18">
            <a:extLst>
              <a:ext uri="{FF2B5EF4-FFF2-40B4-BE49-F238E27FC236}">
                <a16:creationId xmlns:a16="http://schemas.microsoft.com/office/drawing/2014/main" id="{7A5EF07C-03C0-67BE-D9B0-8FA56379F12C}"/>
              </a:ext>
            </a:extLst>
          </p:cNvPr>
          <p:cNvPicPr>
            <a:picLocks noChangeAspect="1"/>
          </p:cNvPicPr>
          <p:nvPr/>
        </p:nvPicPr>
        <p:blipFill>
          <a:blip r:embed="rId9"/>
          <a:stretch>
            <a:fillRect/>
          </a:stretch>
        </p:blipFill>
        <p:spPr>
          <a:xfrm>
            <a:off x="2362200" y="5970952"/>
            <a:ext cx="2952750" cy="476250"/>
          </a:xfrm>
          <a:prstGeom prst="rect">
            <a:avLst/>
          </a:prstGeom>
        </p:spPr>
      </p:pic>
    </p:spTree>
    <p:extLst>
      <p:ext uri="{BB962C8B-B14F-4D97-AF65-F5344CB8AC3E}">
        <p14:creationId xmlns:p14="http://schemas.microsoft.com/office/powerpoint/2010/main" val="334375053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2F50A5-A161-605D-7854-5858515CC7CF}"/>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F7E3CED9-D8DF-516D-E206-123A26B96677}"/>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Mô hình ARMA (Autoregressive Moving Average)</a:t>
            </a:r>
            <a:endParaRPr lang="en-US" sz="3200" b="0">
              <a:latin typeface="Times New Roman" panose="02020603050405020304" pitchFamily="18" charset="0"/>
              <a:cs typeface="Times New Roman" panose="02020603050405020304" pitchFamily="18" charset="0"/>
            </a:endParaRPr>
          </a:p>
        </p:txBody>
      </p:sp>
      <p:sp>
        <p:nvSpPr>
          <p:cNvPr id="31747" name="Rectangle 3">
            <a:extLst>
              <a:ext uri="{FF2B5EF4-FFF2-40B4-BE49-F238E27FC236}">
                <a16:creationId xmlns:a16="http://schemas.microsoft.com/office/drawing/2014/main" id="{8D110E9F-B1E1-6D14-1554-3EF8E52B84A8}"/>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Mô hình ARMA(1, 1)</a:t>
            </a:r>
            <a:r>
              <a:rPr lang="en-US" sz="2800">
                <a:latin typeface="Times New Roman" panose="02020603050405020304" pitchFamily="18" charset="0"/>
                <a:cs typeface="Times New Roman" panose="02020603050405020304" pitchFamily="18" charset="0"/>
              </a:rPr>
              <a:t>:</a:t>
            </a: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Ví dụ:</a:t>
            </a:r>
          </a:p>
          <a:p>
            <a:pPr marL="85725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400050" lvl="1" indent="0"/>
            <a:r>
              <a:rPr lang="en-US" sz="2800">
                <a:latin typeface="Times New Roman" panose="02020603050405020304" pitchFamily="18" charset="0"/>
                <a:cs typeface="Times New Roman" panose="02020603050405020304" pitchFamily="18" charset="0"/>
              </a:rPr>
              <a:t>                                                      </a:t>
            </a:r>
          </a:p>
        </p:txBody>
      </p:sp>
      <p:pic>
        <p:nvPicPr>
          <p:cNvPr id="7" name="Picture 6">
            <a:extLst>
              <a:ext uri="{FF2B5EF4-FFF2-40B4-BE49-F238E27FC236}">
                <a16:creationId xmlns:a16="http://schemas.microsoft.com/office/drawing/2014/main" id="{3524A774-5553-71C9-C7EB-B8B4DC15B9F1}"/>
              </a:ext>
            </a:extLst>
          </p:cNvPr>
          <p:cNvPicPr>
            <a:picLocks noChangeAspect="1"/>
          </p:cNvPicPr>
          <p:nvPr/>
        </p:nvPicPr>
        <p:blipFill>
          <a:blip r:embed="rId3"/>
          <a:stretch>
            <a:fillRect/>
          </a:stretch>
        </p:blipFill>
        <p:spPr>
          <a:xfrm>
            <a:off x="2505075" y="1676400"/>
            <a:ext cx="4133850" cy="428625"/>
          </a:xfrm>
          <a:prstGeom prst="rect">
            <a:avLst/>
          </a:prstGeom>
        </p:spPr>
      </p:pic>
      <p:pic>
        <p:nvPicPr>
          <p:cNvPr id="9" name="Picture 8">
            <a:extLst>
              <a:ext uri="{FF2B5EF4-FFF2-40B4-BE49-F238E27FC236}">
                <a16:creationId xmlns:a16="http://schemas.microsoft.com/office/drawing/2014/main" id="{49259B99-F25E-68EA-40E1-7C64972E8E96}"/>
              </a:ext>
            </a:extLst>
          </p:cNvPr>
          <p:cNvPicPr>
            <a:picLocks noChangeAspect="1"/>
          </p:cNvPicPr>
          <p:nvPr/>
        </p:nvPicPr>
        <p:blipFill>
          <a:blip r:embed="rId4"/>
          <a:stretch>
            <a:fillRect/>
          </a:stretch>
        </p:blipFill>
        <p:spPr>
          <a:xfrm>
            <a:off x="2995612" y="2174376"/>
            <a:ext cx="3152775" cy="438150"/>
          </a:xfrm>
          <a:prstGeom prst="rect">
            <a:avLst/>
          </a:prstGeom>
        </p:spPr>
      </p:pic>
      <p:pic>
        <p:nvPicPr>
          <p:cNvPr id="14" name="Picture 13">
            <a:extLst>
              <a:ext uri="{FF2B5EF4-FFF2-40B4-BE49-F238E27FC236}">
                <a16:creationId xmlns:a16="http://schemas.microsoft.com/office/drawing/2014/main" id="{C6FB7EBF-1D98-7A91-A3C0-47747A36C35A}"/>
              </a:ext>
            </a:extLst>
          </p:cNvPr>
          <p:cNvPicPr>
            <a:picLocks noChangeAspect="1"/>
          </p:cNvPicPr>
          <p:nvPr/>
        </p:nvPicPr>
        <p:blipFill>
          <a:blip r:embed="rId5"/>
          <a:stretch>
            <a:fillRect/>
          </a:stretch>
        </p:blipFill>
        <p:spPr>
          <a:xfrm>
            <a:off x="1183777" y="2849313"/>
            <a:ext cx="6657975" cy="2238375"/>
          </a:xfrm>
          <a:prstGeom prst="rect">
            <a:avLst/>
          </a:prstGeom>
        </p:spPr>
      </p:pic>
      <p:pic>
        <p:nvPicPr>
          <p:cNvPr id="18" name="Picture 17">
            <a:extLst>
              <a:ext uri="{FF2B5EF4-FFF2-40B4-BE49-F238E27FC236}">
                <a16:creationId xmlns:a16="http://schemas.microsoft.com/office/drawing/2014/main" id="{7DC98706-099B-8941-B651-012ACFAA1473}"/>
              </a:ext>
            </a:extLst>
          </p:cNvPr>
          <p:cNvPicPr>
            <a:picLocks noChangeAspect="1"/>
          </p:cNvPicPr>
          <p:nvPr/>
        </p:nvPicPr>
        <p:blipFill>
          <a:blip r:embed="rId6"/>
          <a:stretch>
            <a:fillRect/>
          </a:stretch>
        </p:blipFill>
        <p:spPr>
          <a:xfrm>
            <a:off x="1190308" y="5087688"/>
            <a:ext cx="6924675" cy="1047750"/>
          </a:xfrm>
          <a:prstGeom prst="rect">
            <a:avLst/>
          </a:prstGeom>
        </p:spPr>
      </p:pic>
    </p:spTree>
    <p:extLst>
      <p:ext uri="{BB962C8B-B14F-4D97-AF65-F5344CB8AC3E}">
        <p14:creationId xmlns:p14="http://schemas.microsoft.com/office/powerpoint/2010/main" val="6942556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57CAB2-E541-66E6-7DF7-C420538AC806}"/>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70545982-D455-4F10-02AB-3114CAEAB495}"/>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Mô hình ARMA (Autoregressive Moving Average)</a:t>
            </a:r>
            <a:endParaRPr lang="en-US" sz="3200" b="0">
              <a:latin typeface="Times New Roman" panose="02020603050405020304" pitchFamily="18" charset="0"/>
              <a:cs typeface="Times New Roman" panose="02020603050405020304" pitchFamily="18" charset="0"/>
            </a:endParaRPr>
          </a:p>
        </p:txBody>
      </p:sp>
      <p:sp>
        <p:nvSpPr>
          <p:cNvPr id="31747" name="Rectangle 3">
            <a:extLst>
              <a:ext uri="{FF2B5EF4-FFF2-40B4-BE49-F238E27FC236}">
                <a16:creationId xmlns:a16="http://schemas.microsoft.com/office/drawing/2014/main" id="{17A9D62E-1DEC-4B53-406B-E954B0A80026}"/>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Mô hình ARMA(1, 1)</a:t>
            </a:r>
            <a:r>
              <a:rPr lang="en-US" sz="2800">
                <a:latin typeface="Times New Roman" panose="02020603050405020304" pitchFamily="18" charset="0"/>
                <a:cs typeface="Times New Roman" panose="02020603050405020304" pitchFamily="18" charset="0"/>
              </a:rPr>
              <a:t>:</a:t>
            </a:r>
          </a:p>
          <a:p>
            <a:pPr marL="85725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PACF:</a:t>
            </a:r>
          </a:p>
          <a:p>
            <a:pPr marL="85725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400050" lvl="1" indent="0"/>
            <a:r>
              <a:rPr lang="en-US" sz="2800">
                <a:latin typeface="Times New Roman" panose="02020603050405020304" pitchFamily="18" charset="0"/>
                <a:cs typeface="Times New Roman" panose="02020603050405020304" pitchFamily="18" charset="0"/>
              </a:rPr>
              <a:t>                                                      </a:t>
            </a:r>
          </a:p>
        </p:txBody>
      </p:sp>
      <p:pic>
        <p:nvPicPr>
          <p:cNvPr id="2" name="Picture 1">
            <a:extLst>
              <a:ext uri="{FF2B5EF4-FFF2-40B4-BE49-F238E27FC236}">
                <a16:creationId xmlns:a16="http://schemas.microsoft.com/office/drawing/2014/main" id="{3B0E3B36-E8C1-D0DE-86D4-1E4AAC1A392D}"/>
              </a:ext>
            </a:extLst>
          </p:cNvPr>
          <p:cNvPicPr>
            <a:picLocks noChangeAspect="1"/>
          </p:cNvPicPr>
          <p:nvPr/>
        </p:nvPicPr>
        <p:blipFill>
          <a:blip r:embed="rId3"/>
          <a:stretch>
            <a:fillRect/>
          </a:stretch>
        </p:blipFill>
        <p:spPr>
          <a:xfrm>
            <a:off x="2590800" y="1676400"/>
            <a:ext cx="3829050" cy="514350"/>
          </a:xfrm>
          <a:prstGeom prst="rect">
            <a:avLst/>
          </a:prstGeom>
        </p:spPr>
      </p:pic>
      <p:pic>
        <p:nvPicPr>
          <p:cNvPr id="4" name="Picture 3">
            <a:extLst>
              <a:ext uri="{FF2B5EF4-FFF2-40B4-BE49-F238E27FC236}">
                <a16:creationId xmlns:a16="http://schemas.microsoft.com/office/drawing/2014/main" id="{88209D5D-F42D-C29D-599A-784F5AAAFEFD}"/>
              </a:ext>
            </a:extLst>
          </p:cNvPr>
          <p:cNvPicPr>
            <a:picLocks noChangeAspect="1"/>
          </p:cNvPicPr>
          <p:nvPr/>
        </p:nvPicPr>
        <p:blipFill>
          <a:blip r:embed="rId4"/>
          <a:stretch>
            <a:fillRect/>
          </a:stretch>
        </p:blipFill>
        <p:spPr>
          <a:xfrm>
            <a:off x="2519363" y="2203813"/>
            <a:ext cx="3576638" cy="2617866"/>
          </a:xfrm>
          <a:prstGeom prst="rect">
            <a:avLst/>
          </a:prstGeom>
        </p:spPr>
      </p:pic>
      <p:pic>
        <p:nvPicPr>
          <p:cNvPr id="6" name="Picture 5">
            <a:extLst>
              <a:ext uri="{FF2B5EF4-FFF2-40B4-BE49-F238E27FC236}">
                <a16:creationId xmlns:a16="http://schemas.microsoft.com/office/drawing/2014/main" id="{3EBE2223-DBDD-7E93-B3C4-30B1F6B10DEF}"/>
              </a:ext>
            </a:extLst>
          </p:cNvPr>
          <p:cNvPicPr>
            <a:picLocks noChangeAspect="1"/>
          </p:cNvPicPr>
          <p:nvPr/>
        </p:nvPicPr>
        <p:blipFill>
          <a:blip r:embed="rId5"/>
          <a:stretch>
            <a:fillRect/>
          </a:stretch>
        </p:blipFill>
        <p:spPr>
          <a:xfrm>
            <a:off x="2590800" y="4883007"/>
            <a:ext cx="3576638" cy="839069"/>
          </a:xfrm>
          <a:prstGeom prst="rect">
            <a:avLst/>
          </a:prstGeom>
        </p:spPr>
      </p:pic>
      <p:pic>
        <p:nvPicPr>
          <p:cNvPr id="10" name="Picture 9">
            <a:extLst>
              <a:ext uri="{FF2B5EF4-FFF2-40B4-BE49-F238E27FC236}">
                <a16:creationId xmlns:a16="http://schemas.microsoft.com/office/drawing/2014/main" id="{2D3E447D-8F67-B2D8-1ACA-6BF165FBBF9D}"/>
              </a:ext>
            </a:extLst>
          </p:cNvPr>
          <p:cNvPicPr>
            <a:picLocks noChangeAspect="1"/>
          </p:cNvPicPr>
          <p:nvPr/>
        </p:nvPicPr>
        <p:blipFill>
          <a:blip r:embed="rId6"/>
          <a:stretch>
            <a:fillRect/>
          </a:stretch>
        </p:blipFill>
        <p:spPr>
          <a:xfrm>
            <a:off x="4267200" y="5783404"/>
            <a:ext cx="2819400" cy="391820"/>
          </a:xfrm>
          <a:prstGeom prst="rect">
            <a:avLst/>
          </a:prstGeom>
        </p:spPr>
      </p:pic>
    </p:spTree>
    <p:extLst>
      <p:ext uri="{BB962C8B-B14F-4D97-AF65-F5344CB8AC3E}">
        <p14:creationId xmlns:p14="http://schemas.microsoft.com/office/powerpoint/2010/main" val="199315750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1D4AE4-8CAE-A4DB-CDBE-E4DBC8FE3F1D}"/>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31E127C1-2B2D-533F-C88F-ED717E7B69A2}"/>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Mô hình ARIMA (Integrated Autoregressive Moving Average)</a:t>
            </a:r>
            <a:endParaRPr lang="en-US" sz="3200" b="0">
              <a:latin typeface="Times New Roman" panose="02020603050405020304" pitchFamily="18" charset="0"/>
              <a:cs typeface="Times New Roman" panose="02020603050405020304" pitchFamily="18" charset="0"/>
            </a:endParaRPr>
          </a:p>
        </p:txBody>
      </p:sp>
      <p:sp>
        <p:nvSpPr>
          <p:cNvPr id="31747" name="Rectangle 3">
            <a:extLst>
              <a:ext uri="{FF2B5EF4-FFF2-40B4-BE49-F238E27FC236}">
                <a16:creationId xmlns:a16="http://schemas.microsoft.com/office/drawing/2014/main" id="{FBDE4218-8A60-4DA1-0A0C-4D6651E2D8CE}"/>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q"/>
            </a:pPr>
            <a:r>
              <a:rPr lang="vi-VN" sz="2800">
                <a:latin typeface="Times New Roman" panose="02020603050405020304" pitchFamily="18" charset="0"/>
                <a:cs typeface="Times New Roman" panose="02020603050405020304" pitchFamily="18" charset="0"/>
              </a:rPr>
              <a:t>Hầu hết các chuỗi thời gian thực tế xuất hiện trong các ứng dụng thực tế trong nhiều lĩnh vực kiến ​​thức đều không dừng ở giá trị trung bình, và do đó, chúng ta phải sử dụng phép biến đổi </a:t>
            </a:r>
            <a:r>
              <a:rPr lang="en-US" sz="2800">
                <a:latin typeface="Times New Roman" panose="02020603050405020304" pitchFamily="18" charset="0"/>
                <a:cs typeface="Times New Roman" panose="02020603050405020304" pitchFamily="18" charset="0"/>
              </a:rPr>
              <a:t>sai phân </a:t>
            </a:r>
            <a:r>
              <a:rPr lang="vi-VN" sz="2800">
                <a:latin typeface="Times New Roman" panose="02020603050405020304" pitchFamily="18" charset="0"/>
                <a:cs typeface="Times New Roman" panose="02020603050405020304" pitchFamily="18" charset="0"/>
              </a:rPr>
              <a:t>để làm cho chúng dừng. </a:t>
            </a:r>
            <a:endParaRPr lang="en-US" sz="28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r>
              <a:rPr lang="vi-VN" sz="2800">
                <a:latin typeface="Times New Roman" panose="02020603050405020304" pitchFamily="18" charset="0"/>
                <a:cs typeface="Times New Roman" panose="02020603050405020304" pitchFamily="18" charset="0"/>
              </a:rPr>
              <a:t>Giả sử 𝑑 là bậc nhỏ nhất của các hiệu số cần thiết để làm cho chuỗi dừng. Các mô hình mô tả các quá trình này</a:t>
            </a:r>
            <a:r>
              <a:rPr lang="en-US" sz="2800">
                <a:latin typeface="Times New Roman" panose="02020603050405020304" pitchFamily="18" charset="0"/>
                <a:cs typeface="Times New Roman" panose="02020603050405020304" pitchFamily="18" charset="0"/>
              </a:rPr>
              <a:t> là quá trình trung bình động tự hồi quy tích hợp.</a:t>
            </a: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K</a:t>
            </a:r>
            <a:r>
              <a:rPr lang="vi-VN" sz="2800">
                <a:latin typeface="Times New Roman" panose="02020603050405020304" pitchFamily="18" charset="0"/>
                <a:cs typeface="Times New Roman" panose="02020603050405020304" pitchFamily="18" charset="0"/>
              </a:rPr>
              <a:t>ý hiệu là ARIMA(𝑝, 𝑑, 𝑞), để phân biệt chúng với các mô hình ARMA(𝑝, 𝑞) dừng.</a:t>
            </a:r>
            <a:endParaRPr lang="en-US" sz="28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400050" lvl="1" indent="0"/>
            <a:r>
              <a:rPr lang="en-US" sz="280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191974310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EAD3A2-1D53-0308-B6CA-36FA9818489C}"/>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C48B3D2C-14DF-FD2D-5E4A-4484EBBA3379}"/>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Mô hình ARIMA (Integrated Autoregressive Moving Average)</a:t>
            </a:r>
            <a:endParaRPr lang="en-US" sz="3200" b="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1747" name="Rectangle 3">
                <a:extLst>
                  <a:ext uri="{FF2B5EF4-FFF2-40B4-BE49-F238E27FC236}">
                    <a16:creationId xmlns:a16="http://schemas.microsoft.com/office/drawing/2014/main" id="{066A9BA6-8681-BF93-FDAF-ABDE085CE99D}"/>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a:latin typeface="Times New Roman" panose="02020603050405020304" pitchFamily="18" charset="0"/>
                    <a:cs typeface="Times New Roman" panose="02020603050405020304" pitchFamily="18" charset="0"/>
                  </a:rPr>
                  <a:t>M</a:t>
                </a:r>
                <a:r>
                  <a:rPr lang="vi-VN" sz="2800">
                    <a:latin typeface="Times New Roman" panose="02020603050405020304" pitchFamily="18" charset="0"/>
                    <a:cs typeface="Times New Roman" panose="02020603050405020304" pitchFamily="18" charset="0"/>
                  </a:rPr>
                  <a:t>ột quá trình {</a:t>
                </a:r>
                <a14:m>
                  <m:oMath xmlns:m="http://schemas.openxmlformats.org/officeDocument/2006/math">
                    <m:sSub>
                      <m:sSubPr>
                        <m:ctrlPr>
                          <a:rPr lang="vi-VN" sz="2800" i="1" smtClean="0">
                            <a:latin typeface="Cambria Math" panose="02040503050406030204" pitchFamily="18" charset="0"/>
                            <a:cs typeface="Times New Roman" panose="02020603050405020304" pitchFamily="18" charset="0"/>
                          </a:rPr>
                        </m:ctrlPr>
                      </m:sSubPr>
                      <m:e>
                        <m:r>
                          <a:rPr lang="en-US" sz="2800" b="0" i="1" smtClean="0">
                            <a:latin typeface="Cambria Math" panose="02040503050406030204" pitchFamily="18" charset="0"/>
                            <a:cs typeface="Times New Roman" panose="02020603050405020304" pitchFamily="18" charset="0"/>
                          </a:rPr>
                          <m:t>𝑦</m:t>
                        </m:r>
                      </m:e>
                      <m:sub>
                        <m:r>
                          <a:rPr lang="en-US" sz="2800" b="0" i="1" smtClean="0">
                            <a:latin typeface="Cambria Math" panose="02040503050406030204" pitchFamily="18" charset="0"/>
                            <a:cs typeface="Times New Roman" panose="02020603050405020304" pitchFamily="18" charset="0"/>
                          </a:rPr>
                          <m:t>𝑡</m:t>
                        </m:r>
                      </m:sub>
                    </m:sSub>
                  </m:oMath>
                </a14:m>
                <a:r>
                  <a:rPr lang="vi-VN" sz="2800">
                    <a:latin typeface="Times New Roman" panose="02020603050405020304" pitchFamily="18" charset="0"/>
                    <a:cs typeface="Times New Roman" panose="02020603050405020304" pitchFamily="18" charset="0"/>
                  </a:rPr>
                  <a:t>} là một quá trình ARIMA(𝑝, 𝑑, 𝑞) nếu có thể biểu diễn nó dưới dạng:</a:t>
                </a:r>
                <a:endParaRPr lang="en-US" sz="280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endParaRPr lang="en-US" sz="280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endParaRPr lang="en-US" sz="2800">
                  <a:latin typeface="Times New Roman" panose="02020603050405020304" pitchFamily="18" charset="0"/>
                  <a:cs typeface="Times New Roman" panose="02020603050405020304" pitchFamily="18" charset="0"/>
                </a:endParaRPr>
              </a:p>
              <a:p>
                <a:pPr marL="1714500" lvl="3" indent="-457200">
                  <a:buFont typeface="Wingdings" panose="05000000000000000000" pitchFamily="2" charset="2"/>
                  <a:buChar char="§"/>
                </a:pPr>
                <a:r>
                  <a:rPr lang="en-US" sz="2800">
                    <a:latin typeface="Times New Roman" panose="02020603050405020304" pitchFamily="18" charset="0"/>
                    <a:cs typeface="Times New Roman" panose="02020603050405020304" pitchFamily="18" charset="0"/>
                  </a:rPr>
                  <a:t> </a:t>
                </a:r>
              </a:p>
              <a:p>
                <a:pPr marL="1714500" lvl="3" indent="-457200">
                  <a:buFont typeface="Wingdings" panose="05000000000000000000" pitchFamily="2" charset="2"/>
                  <a:buChar char="§"/>
                </a:pPr>
                <a:r>
                  <a:rPr lang="en-US" sz="2800">
                    <a:latin typeface="Times New Roman" panose="02020603050405020304" pitchFamily="18" charset="0"/>
                    <a:cs typeface="Times New Roman" panose="02020603050405020304" pitchFamily="18" charset="0"/>
                  </a:rPr>
                  <a:t> </a:t>
                </a:r>
              </a:p>
              <a:p>
                <a:pPr marL="1714500" lvl="3" indent="-457200">
                  <a:buFont typeface="Wingdings" panose="05000000000000000000" pitchFamily="2" charset="2"/>
                  <a:buChar char="§"/>
                </a:pPr>
                <a:r>
                  <a:rPr lang="en-US" sz="2800">
                    <a:latin typeface="Times New Roman" panose="02020603050405020304" pitchFamily="18" charset="0"/>
                    <a:cs typeface="Times New Roman" panose="02020603050405020304" pitchFamily="18" charset="0"/>
                  </a:rPr>
                  <a:t> </a:t>
                </a:r>
              </a:p>
              <a:p>
                <a:pPr marL="800100" lvl="2" indent="0"/>
                <a:r>
                  <a:rPr lang="en-US" sz="2800">
                    <a:latin typeface="Times New Roman" panose="02020603050405020304" pitchFamily="18" charset="0"/>
                    <a:cs typeface="Times New Roman" panose="02020603050405020304" pitchFamily="18" charset="0"/>
                  </a:rPr>
                  <a:t>Sử dụng phép biến đổi     =         , ta thu được ARMA(p,q)</a:t>
                </a:r>
              </a:p>
              <a:p>
                <a:pPr marL="85725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400050" lvl="1" indent="0"/>
                <a:r>
                  <a:rPr lang="en-US" sz="2800">
                    <a:latin typeface="Times New Roman" panose="02020603050405020304" pitchFamily="18" charset="0"/>
                    <a:cs typeface="Times New Roman" panose="02020603050405020304" pitchFamily="18" charset="0"/>
                  </a:rPr>
                  <a:t>                                                      </a:t>
                </a:r>
              </a:p>
            </p:txBody>
          </p:sp>
        </mc:Choice>
        <mc:Fallback xmlns="">
          <p:sp>
            <p:nvSpPr>
              <p:cNvPr id="31747" name="Rectangle 3">
                <a:extLst>
                  <a:ext uri="{FF2B5EF4-FFF2-40B4-BE49-F238E27FC236}">
                    <a16:creationId xmlns:a16="http://schemas.microsoft.com/office/drawing/2014/main" id="{066A9BA6-8681-BF93-FDAF-ABDE085CE99D}"/>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3"/>
                <a:stretch>
                  <a:fillRect l="-1136" t="-1353"/>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pic>
        <p:nvPicPr>
          <p:cNvPr id="3" name="Picture 2">
            <a:extLst>
              <a:ext uri="{FF2B5EF4-FFF2-40B4-BE49-F238E27FC236}">
                <a16:creationId xmlns:a16="http://schemas.microsoft.com/office/drawing/2014/main" id="{89456A17-8CFE-9E20-FE4E-CC4259BA9605}"/>
              </a:ext>
            </a:extLst>
          </p:cNvPr>
          <p:cNvPicPr>
            <a:picLocks noChangeAspect="1"/>
          </p:cNvPicPr>
          <p:nvPr/>
        </p:nvPicPr>
        <p:blipFill>
          <a:blip r:embed="rId4"/>
          <a:stretch>
            <a:fillRect/>
          </a:stretch>
        </p:blipFill>
        <p:spPr>
          <a:xfrm>
            <a:off x="2590800" y="2209800"/>
            <a:ext cx="3095625" cy="600075"/>
          </a:xfrm>
          <a:prstGeom prst="rect">
            <a:avLst/>
          </a:prstGeom>
        </p:spPr>
      </p:pic>
      <p:pic>
        <p:nvPicPr>
          <p:cNvPr id="5" name="Picture 4">
            <a:extLst>
              <a:ext uri="{FF2B5EF4-FFF2-40B4-BE49-F238E27FC236}">
                <a16:creationId xmlns:a16="http://schemas.microsoft.com/office/drawing/2014/main" id="{E11AE04A-E855-633E-2D63-F333E03368BE}"/>
              </a:ext>
            </a:extLst>
          </p:cNvPr>
          <p:cNvPicPr>
            <a:picLocks noChangeAspect="1"/>
          </p:cNvPicPr>
          <p:nvPr/>
        </p:nvPicPr>
        <p:blipFill>
          <a:blip r:embed="rId5"/>
          <a:stretch>
            <a:fillRect/>
          </a:stretch>
        </p:blipFill>
        <p:spPr>
          <a:xfrm>
            <a:off x="1676400" y="2877502"/>
            <a:ext cx="5591175" cy="504825"/>
          </a:xfrm>
          <a:prstGeom prst="rect">
            <a:avLst/>
          </a:prstGeom>
        </p:spPr>
      </p:pic>
      <p:pic>
        <p:nvPicPr>
          <p:cNvPr id="7" name="Picture 6">
            <a:extLst>
              <a:ext uri="{FF2B5EF4-FFF2-40B4-BE49-F238E27FC236}">
                <a16:creationId xmlns:a16="http://schemas.microsoft.com/office/drawing/2014/main" id="{E7E18AD0-0A5E-9160-4626-AB6D9FB34386}"/>
              </a:ext>
            </a:extLst>
          </p:cNvPr>
          <p:cNvPicPr>
            <a:picLocks noChangeAspect="1"/>
          </p:cNvPicPr>
          <p:nvPr/>
        </p:nvPicPr>
        <p:blipFill>
          <a:blip r:embed="rId6"/>
          <a:stretch>
            <a:fillRect/>
          </a:stretch>
        </p:blipFill>
        <p:spPr>
          <a:xfrm>
            <a:off x="1676400" y="3348855"/>
            <a:ext cx="5400675" cy="542925"/>
          </a:xfrm>
          <a:prstGeom prst="rect">
            <a:avLst/>
          </a:prstGeom>
        </p:spPr>
      </p:pic>
      <p:pic>
        <p:nvPicPr>
          <p:cNvPr id="9" name="Picture 8">
            <a:extLst>
              <a:ext uri="{FF2B5EF4-FFF2-40B4-BE49-F238E27FC236}">
                <a16:creationId xmlns:a16="http://schemas.microsoft.com/office/drawing/2014/main" id="{78745DCF-DB4D-85D0-138C-1E0A7BA5D552}"/>
              </a:ext>
            </a:extLst>
          </p:cNvPr>
          <p:cNvPicPr>
            <a:picLocks noChangeAspect="1"/>
          </p:cNvPicPr>
          <p:nvPr/>
        </p:nvPicPr>
        <p:blipFill>
          <a:blip r:embed="rId7"/>
          <a:stretch>
            <a:fillRect/>
          </a:stretch>
        </p:blipFill>
        <p:spPr>
          <a:xfrm>
            <a:off x="1676400" y="3853680"/>
            <a:ext cx="2238375" cy="438150"/>
          </a:xfrm>
          <a:prstGeom prst="rect">
            <a:avLst/>
          </a:prstGeom>
        </p:spPr>
      </p:pic>
      <p:pic>
        <p:nvPicPr>
          <p:cNvPr id="11" name="Picture 10">
            <a:extLst>
              <a:ext uri="{FF2B5EF4-FFF2-40B4-BE49-F238E27FC236}">
                <a16:creationId xmlns:a16="http://schemas.microsoft.com/office/drawing/2014/main" id="{E724ABE5-89BD-7ACC-EE28-4DE1272527BF}"/>
              </a:ext>
            </a:extLst>
          </p:cNvPr>
          <p:cNvPicPr>
            <a:picLocks noChangeAspect="1"/>
          </p:cNvPicPr>
          <p:nvPr/>
        </p:nvPicPr>
        <p:blipFill>
          <a:blip r:embed="rId8"/>
          <a:stretch>
            <a:fillRect/>
          </a:stretch>
        </p:blipFill>
        <p:spPr>
          <a:xfrm>
            <a:off x="4167187" y="4336799"/>
            <a:ext cx="304800" cy="371475"/>
          </a:xfrm>
          <a:prstGeom prst="rect">
            <a:avLst/>
          </a:prstGeom>
        </p:spPr>
      </p:pic>
      <p:pic>
        <p:nvPicPr>
          <p:cNvPr id="13" name="Picture 12">
            <a:extLst>
              <a:ext uri="{FF2B5EF4-FFF2-40B4-BE49-F238E27FC236}">
                <a16:creationId xmlns:a16="http://schemas.microsoft.com/office/drawing/2014/main" id="{1BFEF5B8-7F66-9FA2-83A4-20F9208C0016}"/>
              </a:ext>
            </a:extLst>
          </p:cNvPr>
          <p:cNvPicPr>
            <a:picLocks noChangeAspect="1"/>
          </p:cNvPicPr>
          <p:nvPr/>
        </p:nvPicPr>
        <p:blipFill>
          <a:blip r:embed="rId9"/>
          <a:stretch>
            <a:fillRect/>
          </a:stretch>
        </p:blipFill>
        <p:spPr>
          <a:xfrm>
            <a:off x="4714875" y="4274886"/>
            <a:ext cx="781050" cy="495300"/>
          </a:xfrm>
          <a:prstGeom prst="rect">
            <a:avLst/>
          </a:prstGeom>
        </p:spPr>
      </p:pic>
      <p:pic>
        <p:nvPicPr>
          <p:cNvPr id="15" name="Picture 14">
            <a:extLst>
              <a:ext uri="{FF2B5EF4-FFF2-40B4-BE49-F238E27FC236}">
                <a16:creationId xmlns:a16="http://schemas.microsoft.com/office/drawing/2014/main" id="{4D747F2D-4BF9-5527-EC2D-60BA9A0871F2}"/>
              </a:ext>
            </a:extLst>
          </p:cNvPr>
          <p:cNvPicPr>
            <a:picLocks noChangeAspect="1"/>
          </p:cNvPicPr>
          <p:nvPr/>
        </p:nvPicPr>
        <p:blipFill>
          <a:blip r:embed="rId10"/>
          <a:stretch>
            <a:fillRect/>
          </a:stretch>
        </p:blipFill>
        <p:spPr>
          <a:xfrm>
            <a:off x="3090862" y="5204493"/>
            <a:ext cx="2762250" cy="533400"/>
          </a:xfrm>
          <a:prstGeom prst="rect">
            <a:avLst/>
          </a:prstGeom>
        </p:spPr>
      </p:pic>
    </p:spTree>
    <p:extLst>
      <p:ext uri="{BB962C8B-B14F-4D97-AF65-F5344CB8AC3E}">
        <p14:creationId xmlns:p14="http://schemas.microsoft.com/office/powerpoint/2010/main" val="201357278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C7DC26-81CE-E336-6689-848CCCCD11CC}"/>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F74AA4C1-F038-14F3-E028-A3E0484E6A49}"/>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Mô hình ARIMA (Integrated Autoregressive Moving Average)</a:t>
            </a:r>
            <a:endParaRPr lang="en-US" sz="3200" b="0">
              <a:latin typeface="Times New Roman" panose="02020603050405020304" pitchFamily="18" charset="0"/>
              <a:cs typeface="Times New Roman" panose="02020603050405020304" pitchFamily="18" charset="0"/>
            </a:endParaRPr>
          </a:p>
        </p:txBody>
      </p:sp>
      <p:sp>
        <p:nvSpPr>
          <p:cNvPr id="31747" name="Rectangle 3">
            <a:extLst>
              <a:ext uri="{FF2B5EF4-FFF2-40B4-BE49-F238E27FC236}">
                <a16:creationId xmlns:a16="http://schemas.microsoft.com/office/drawing/2014/main" id="{55AB55B1-4403-2BD9-242A-D718265F3922}"/>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a:latin typeface="Times New Roman" panose="02020603050405020304" pitchFamily="18" charset="0"/>
                <a:cs typeface="Times New Roman" panose="02020603050405020304" pitchFamily="18" charset="0"/>
              </a:rPr>
              <a:t>Ví dụ: Dạng của mô hình ARIMA(1.1.1)</a:t>
            </a:r>
          </a:p>
          <a:p>
            <a:pPr marL="85725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400050" lvl="1" indent="0"/>
            <a:r>
              <a:rPr lang="en-US" sz="2800">
                <a:latin typeface="Times New Roman" panose="02020603050405020304" pitchFamily="18" charset="0"/>
                <a:cs typeface="Times New Roman" panose="02020603050405020304" pitchFamily="18" charset="0"/>
              </a:rPr>
              <a:t>                                                      </a:t>
            </a:r>
          </a:p>
        </p:txBody>
      </p:sp>
      <p:pic>
        <p:nvPicPr>
          <p:cNvPr id="4" name="Picture 3">
            <a:extLst>
              <a:ext uri="{FF2B5EF4-FFF2-40B4-BE49-F238E27FC236}">
                <a16:creationId xmlns:a16="http://schemas.microsoft.com/office/drawing/2014/main" id="{1B5D54BC-6386-3F32-E847-D554CF98CA54}"/>
              </a:ext>
            </a:extLst>
          </p:cNvPr>
          <p:cNvPicPr>
            <a:picLocks noChangeAspect="1"/>
          </p:cNvPicPr>
          <p:nvPr/>
        </p:nvPicPr>
        <p:blipFill>
          <a:blip r:embed="rId3"/>
          <a:stretch>
            <a:fillRect/>
          </a:stretch>
        </p:blipFill>
        <p:spPr>
          <a:xfrm>
            <a:off x="2009775" y="1752600"/>
            <a:ext cx="5105400" cy="571500"/>
          </a:xfrm>
          <a:prstGeom prst="rect">
            <a:avLst/>
          </a:prstGeom>
        </p:spPr>
      </p:pic>
      <p:pic>
        <p:nvPicPr>
          <p:cNvPr id="12" name="Picture 11">
            <a:extLst>
              <a:ext uri="{FF2B5EF4-FFF2-40B4-BE49-F238E27FC236}">
                <a16:creationId xmlns:a16="http://schemas.microsoft.com/office/drawing/2014/main" id="{FAED1A0B-414F-4DCC-FF70-3B0D580A663E}"/>
              </a:ext>
            </a:extLst>
          </p:cNvPr>
          <p:cNvPicPr>
            <a:picLocks noChangeAspect="1"/>
          </p:cNvPicPr>
          <p:nvPr/>
        </p:nvPicPr>
        <p:blipFill>
          <a:blip r:embed="rId4"/>
          <a:stretch>
            <a:fillRect/>
          </a:stretch>
        </p:blipFill>
        <p:spPr>
          <a:xfrm>
            <a:off x="1066800" y="2408238"/>
            <a:ext cx="2266950" cy="419100"/>
          </a:xfrm>
          <a:prstGeom prst="rect">
            <a:avLst/>
          </a:prstGeom>
        </p:spPr>
      </p:pic>
      <p:pic>
        <p:nvPicPr>
          <p:cNvPr id="16" name="Picture 15">
            <a:extLst>
              <a:ext uri="{FF2B5EF4-FFF2-40B4-BE49-F238E27FC236}">
                <a16:creationId xmlns:a16="http://schemas.microsoft.com/office/drawing/2014/main" id="{4443452D-836D-4B69-F0EF-1FD4ACC08421}"/>
              </a:ext>
            </a:extLst>
          </p:cNvPr>
          <p:cNvPicPr>
            <a:picLocks noChangeAspect="1"/>
          </p:cNvPicPr>
          <p:nvPr/>
        </p:nvPicPr>
        <p:blipFill>
          <a:blip r:embed="rId5"/>
          <a:stretch>
            <a:fillRect/>
          </a:stretch>
        </p:blipFill>
        <p:spPr>
          <a:xfrm>
            <a:off x="2676525" y="3181350"/>
            <a:ext cx="3790950" cy="495300"/>
          </a:xfrm>
          <a:prstGeom prst="rect">
            <a:avLst/>
          </a:prstGeom>
        </p:spPr>
      </p:pic>
      <p:pic>
        <p:nvPicPr>
          <p:cNvPr id="18" name="Picture 17">
            <a:extLst>
              <a:ext uri="{FF2B5EF4-FFF2-40B4-BE49-F238E27FC236}">
                <a16:creationId xmlns:a16="http://schemas.microsoft.com/office/drawing/2014/main" id="{5A3FFB95-5703-5C96-2E1D-C2A5593C159D}"/>
              </a:ext>
            </a:extLst>
          </p:cNvPr>
          <p:cNvPicPr>
            <a:picLocks noChangeAspect="1"/>
          </p:cNvPicPr>
          <p:nvPr/>
        </p:nvPicPr>
        <p:blipFill>
          <a:blip r:embed="rId6"/>
          <a:stretch>
            <a:fillRect/>
          </a:stretch>
        </p:blipFill>
        <p:spPr>
          <a:xfrm>
            <a:off x="3519487" y="2393950"/>
            <a:ext cx="1762125" cy="428625"/>
          </a:xfrm>
          <a:prstGeom prst="rect">
            <a:avLst/>
          </a:prstGeom>
        </p:spPr>
      </p:pic>
      <p:pic>
        <p:nvPicPr>
          <p:cNvPr id="20" name="Picture 19">
            <a:extLst>
              <a:ext uri="{FF2B5EF4-FFF2-40B4-BE49-F238E27FC236}">
                <a16:creationId xmlns:a16="http://schemas.microsoft.com/office/drawing/2014/main" id="{A2443A18-C317-FFE1-990B-5860EA2863C0}"/>
              </a:ext>
            </a:extLst>
          </p:cNvPr>
          <p:cNvPicPr>
            <a:picLocks noChangeAspect="1"/>
          </p:cNvPicPr>
          <p:nvPr/>
        </p:nvPicPr>
        <p:blipFill>
          <a:blip r:embed="rId7"/>
          <a:stretch>
            <a:fillRect/>
          </a:stretch>
        </p:blipFill>
        <p:spPr>
          <a:xfrm>
            <a:off x="2686050" y="3702345"/>
            <a:ext cx="3781425" cy="514350"/>
          </a:xfrm>
          <a:prstGeom prst="rect">
            <a:avLst/>
          </a:prstGeom>
        </p:spPr>
      </p:pic>
      <p:pic>
        <p:nvPicPr>
          <p:cNvPr id="22" name="Picture 21">
            <a:extLst>
              <a:ext uri="{FF2B5EF4-FFF2-40B4-BE49-F238E27FC236}">
                <a16:creationId xmlns:a16="http://schemas.microsoft.com/office/drawing/2014/main" id="{C34E2EFA-F1DB-554A-7D08-D6F38DBE2C8A}"/>
              </a:ext>
            </a:extLst>
          </p:cNvPr>
          <p:cNvPicPr>
            <a:picLocks noChangeAspect="1"/>
          </p:cNvPicPr>
          <p:nvPr/>
        </p:nvPicPr>
        <p:blipFill>
          <a:blip r:embed="rId8"/>
          <a:stretch>
            <a:fillRect/>
          </a:stretch>
        </p:blipFill>
        <p:spPr>
          <a:xfrm>
            <a:off x="1423987" y="4323057"/>
            <a:ext cx="6296025" cy="533400"/>
          </a:xfrm>
          <a:prstGeom prst="rect">
            <a:avLst/>
          </a:prstGeom>
        </p:spPr>
      </p:pic>
      <p:pic>
        <p:nvPicPr>
          <p:cNvPr id="24" name="Picture 23">
            <a:extLst>
              <a:ext uri="{FF2B5EF4-FFF2-40B4-BE49-F238E27FC236}">
                <a16:creationId xmlns:a16="http://schemas.microsoft.com/office/drawing/2014/main" id="{A9F8A153-D883-971B-F1C4-9D80E38EC69E}"/>
              </a:ext>
            </a:extLst>
          </p:cNvPr>
          <p:cNvPicPr>
            <a:picLocks noChangeAspect="1"/>
          </p:cNvPicPr>
          <p:nvPr/>
        </p:nvPicPr>
        <p:blipFill>
          <a:blip r:embed="rId9"/>
          <a:stretch>
            <a:fillRect/>
          </a:stretch>
        </p:blipFill>
        <p:spPr>
          <a:xfrm>
            <a:off x="1676400" y="5019028"/>
            <a:ext cx="6219825" cy="495300"/>
          </a:xfrm>
          <a:prstGeom prst="rect">
            <a:avLst/>
          </a:prstGeom>
        </p:spPr>
      </p:pic>
    </p:spTree>
    <p:extLst>
      <p:ext uri="{BB962C8B-B14F-4D97-AF65-F5344CB8AC3E}">
        <p14:creationId xmlns:p14="http://schemas.microsoft.com/office/powerpoint/2010/main" val="121105983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23B520-816F-7D16-90C5-B4CD45DBE921}"/>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B93630CA-A5BB-0D2C-EFFD-6056E5A53A92}"/>
              </a:ext>
            </a:extLst>
          </p:cNvPr>
          <p:cNvSpPr>
            <a:spLocks noGrp="1"/>
          </p:cNvSpPr>
          <p:nvPr>
            <p:ph type="title"/>
          </p:nvPr>
        </p:nvSpPr>
        <p:spPr>
          <a:xfrm>
            <a:off x="1220788" y="365125"/>
            <a:ext cx="7904162" cy="747713"/>
          </a:xfrm>
        </p:spPr>
        <p:txBody>
          <a:bodyPr>
            <a:noAutofit/>
          </a:bodyPr>
          <a:lstStyle/>
          <a:p>
            <a:pPr marL="57150">
              <a:defRPr/>
            </a:pPr>
            <a:r>
              <a:rPr lang="vi-VN" sz="3200">
                <a:latin typeface="Times New Roman" panose="02020603050405020304" pitchFamily="18" charset="0"/>
                <a:cs typeface="Times New Roman" panose="02020603050405020304" pitchFamily="18" charset="0"/>
              </a:rPr>
              <a:t>Ước tính tham số</a:t>
            </a:r>
            <a:endParaRPr lang="en-US" sz="3200" b="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1747" name="Rectangle 3">
                <a:extLst>
                  <a:ext uri="{FF2B5EF4-FFF2-40B4-BE49-F238E27FC236}">
                    <a16:creationId xmlns:a16="http://schemas.microsoft.com/office/drawing/2014/main" id="{CAE81110-51D9-72E2-2F39-23280433D798}"/>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q"/>
                </a:pPr>
                <a:r>
                  <a:rPr lang="en-US" sz="2800">
                    <a:latin typeface="Times New Roman" panose="02020603050405020304" pitchFamily="18" charset="0"/>
                    <a:cs typeface="Times New Roman" panose="02020603050405020304" pitchFamily="18" charset="0"/>
                  </a:rPr>
                  <a:t>Chúng ta sẽ giả định rằng bậc của mô hình ARMA(p,q) đã được xác định, tức là chúng ta đã xác định được giá trị của p và q. Do đó, chúng ta cần ước tính giá trị của các tham số </a:t>
                </a:r>
                <a14:m>
                  <m:oMath xmlns:m="http://schemas.openxmlformats.org/officeDocument/2006/math">
                    <m:sSubSup>
                      <m:sSubSupPr>
                        <m:ctrlPr>
                          <a:rPr lang="en-US" sz="2800" i="1" smtClean="0">
                            <a:latin typeface="Cambria Math" panose="02040503050406030204" pitchFamily="18" charset="0"/>
                            <a:cs typeface="Times New Roman" panose="02020603050405020304" pitchFamily="18" charset="0"/>
                          </a:rPr>
                        </m:ctrlPr>
                      </m:sSubSupPr>
                      <m:e>
                        <m:r>
                          <m:rPr>
                            <m:nor/>
                          </m:rPr>
                          <a:rPr lang="en-US" sz="2800">
                            <a:latin typeface="Times New Roman" panose="02020603050405020304" pitchFamily="18" charset="0"/>
                            <a:cs typeface="Times New Roman" panose="02020603050405020304" pitchFamily="18" charset="0"/>
                          </a:rPr>
                          <m:t>𝜎</m:t>
                        </m:r>
                      </m:e>
                      <m:sub>
                        <m:r>
                          <a:rPr lang="en-US" sz="2800" i="1" smtClean="0">
                            <a:latin typeface="Cambria Math" panose="02040503050406030204" pitchFamily="18" charset="0"/>
                            <a:ea typeface="Cambria Math" panose="02040503050406030204" pitchFamily="18" charset="0"/>
                            <a:cs typeface="Times New Roman" panose="02020603050405020304" pitchFamily="18" charset="0"/>
                          </a:rPr>
                          <m:t>𝜀</m:t>
                        </m:r>
                      </m:sub>
                      <m:sup>
                        <m:r>
                          <a:rPr lang="en-US" sz="2800" b="0" i="1" smtClean="0">
                            <a:latin typeface="Cambria Math" panose="02040503050406030204" pitchFamily="18" charset="0"/>
                            <a:cs typeface="Times New Roman" panose="02020603050405020304" pitchFamily="18" charset="0"/>
                          </a:rPr>
                          <m:t>2</m:t>
                        </m:r>
                      </m:sup>
                    </m:sSubSup>
                  </m:oMath>
                </a14:m>
                <a:r>
                  <a:rPr lang="en-US" sz="2800">
                    <a:latin typeface="Times New Roman" panose="02020603050405020304" pitchFamily="18" charset="0"/>
                    <a:cs typeface="Times New Roman" panose="02020603050405020304" pitchFamily="18" charset="0"/>
                  </a:rPr>
                  <a:t>, 𝝓 và 𝜽. Trong phần tiếp theo, chúng ta sẽ thảo luận một số phương pháp: </a:t>
                </a:r>
              </a:p>
              <a:p>
                <a:pPr marL="457200" indent="-457200">
                  <a:buFont typeface="Wingdings" panose="05000000000000000000" pitchFamily="2" charset="2"/>
                  <a:buChar char="Ø"/>
                </a:pPr>
                <a:r>
                  <a:rPr lang="en-US" sz="2800">
                    <a:latin typeface="Times New Roman" panose="02020603050405020304" pitchFamily="18" charset="0"/>
                    <a:cs typeface="Times New Roman" panose="02020603050405020304" pitchFamily="18" charset="0"/>
                  </a:rPr>
                  <a:t>Phương pháp Mô men</a:t>
                </a:r>
              </a:p>
              <a:p>
                <a:pPr marL="457200" indent="-457200">
                  <a:buFont typeface="Wingdings" panose="05000000000000000000" pitchFamily="2" charset="2"/>
                  <a:buChar char="Ø"/>
                </a:pPr>
                <a:r>
                  <a:rPr lang="vi-VN" sz="2800">
                    <a:latin typeface="Times New Roman" panose="02020603050405020304" pitchFamily="18" charset="0"/>
                    <a:cs typeface="Times New Roman" panose="02020603050405020304" pitchFamily="18" charset="0"/>
                  </a:rPr>
                  <a:t>Phương pháp bình phương nhỏ nhất</a:t>
                </a:r>
                <a:endParaRPr lang="en-US" sz="280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endParaRPr lang="en-US" sz="2800">
                  <a:latin typeface="Times New Roman" panose="02020603050405020304" pitchFamily="18" charset="0"/>
                  <a:cs typeface="Times New Roman" panose="02020603050405020304" pitchFamily="18" charset="0"/>
                </a:endParaRPr>
              </a:p>
            </p:txBody>
          </p:sp>
        </mc:Choice>
        <mc:Fallback xmlns="">
          <p:sp>
            <p:nvSpPr>
              <p:cNvPr id="31747" name="Rectangle 3">
                <a:extLst>
                  <a:ext uri="{FF2B5EF4-FFF2-40B4-BE49-F238E27FC236}">
                    <a16:creationId xmlns:a16="http://schemas.microsoft.com/office/drawing/2014/main" id="{CAE81110-51D9-72E2-2F39-23280433D798}"/>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3"/>
                <a:stretch>
                  <a:fillRect l="-1136" t="-1230" r="-173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402697567"/>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F9BB13-43D5-7D17-566B-612F6BADCE9C}"/>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DC7C7676-BCBE-A2A8-2582-07121E90579A}"/>
              </a:ext>
            </a:extLst>
          </p:cNvPr>
          <p:cNvSpPr>
            <a:spLocks noGrp="1"/>
          </p:cNvSpPr>
          <p:nvPr>
            <p:ph type="title"/>
          </p:nvPr>
        </p:nvSpPr>
        <p:spPr>
          <a:xfrm>
            <a:off x="1220788" y="365125"/>
            <a:ext cx="7904162" cy="747713"/>
          </a:xfrm>
        </p:spPr>
        <p:txBody>
          <a:bodyPr>
            <a:noAutofit/>
          </a:bodyPr>
          <a:lstStyle/>
          <a:p>
            <a:pPr marL="57150">
              <a:defRPr/>
            </a:pPr>
            <a:r>
              <a:rPr lang="vi-VN" sz="3200">
                <a:latin typeface="Times New Roman" panose="02020603050405020304" pitchFamily="18" charset="0"/>
                <a:cs typeface="Times New Roman" panose="02020603050405020304" pitchFamily="18" charset="0"/>
              </a:rPr>
              <a:t>Ước tính tham số</a:t>
            </a:r>
            <a:endParaRPr lang="en-US" sz="3200" b="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1747" name="Rectangle 3">
                <a:extLst>
                  <a:ext uri="{FF2B5EF4-FFF2-40B4-BE49-F238E27FC236}">
                    <a16:creationId xmlns:a16="http://schemas.microsoft.com/office/drawing/2014/main" id="{2A708EE1-3CD0-0542-0DF8-BCCAB9E9135B}"/>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Phương pháp Mô men:</a:t>
                </a:r>
                <a:r>
                  <a:rPr lang="en-US" sz="2800">
                    <a:latin typeface="Times New Roman" panose="02020603050405020304" pitchFamily="18" charset="0"/>
                    <a:cs typeface="Times New Roman" panose="02020603050405020304" pitchFamily="18" charset="0"/>
                  </a:rPr>
                  <a:t> Phương pháp này được coi là đơn giản nhất trong số các phương pháp ước lượng, trong đó, các mô men mẫu (sample moments) được cân bằng với các mô men lý thuyết tương ứng, và bằng cách giải các phương trình thu được, ta có thể thu được các ước lượng cần thiết.</a:t>
                </a:r>
              </a:p>
              <a:p>
                <a:pPr marL="91440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Mô hình AR(1): Theo lý thuyết, </a:t>
                </a:r>
                <a14:m>
                  <m:oMath xmlns:m="http://schemas.openxmlformats.org/officeDocument/2006/math">
                    <m:sSub>
                      <m:sSubPr>
                        <m:ctrlPr>
                          <a:rPr lang="en-US" sz="2800" i="1" smtClean="0">
                            <a:latin typeface="Cambria Math" panose="02040503050406030204" pitchFamily="18" charset="0"/>
                            <a:cs typeface="Times New Roman" panose="02020603050405020304" pitchFamily="18" charset="0"/>
                          </a:rPr>
                        </m:ctrlPr>
                      </m:sSubPr>
                      <m:e>
                        <m:r>
                          <m:rPr>
                            <m:nor/>
                          </m:rPr>
                          <a:rPr lang="en-US" sz="2800">
                            <a:latin typeface="Times New Roman" panose="02020603050405020304" pitchFamily="18" charset="0"/>
                            <a:cs typeface="Times New Roman" panose="02020603050405020304" pitchFamily="18" charset="0"/>
                          </a:rPr>
                          <m:t>𝜌</m:t>
                        </m:r>
                      </m:e>
                      <m:sub>
                        <m:r>
                          <a:rPr lang="en-US" sz="2800" b="0" i="1" smtClean="0">
                            <a:latin typeface="Cambria Math" panose="02040503050406030204" pitchFamily="18" charset="0"/>
                            <a:cs typeface="Times New Roman" panose="02020603050405020304" pitchFamily="18" charset="0"/>
                          </a:rPr>
                          <m:t>1</m:t>
                        </m:r>
                      </m:sub>
                    </m:sSub>
                  </m:oMath>
                </a14:m>
                <a:r>
                  <a:rPr lang="en-US" sz="2800">
                    <a:latin typeface="Times New Roman" panose="02020603050405020304" pitchFamily="18" charset="0"/>
                    <a:cs typeface="Times New Roman" panose="02020603050405020304" pitchFamily="18" charset="0"/>
                  </a:rPr>
                  <a:t> = </a:t>
                </a:r>
                <a14:m>
                  <m:oMath xmlns:m="http://schemas.openxmlformats.org/officeDocument/2006/math">
                    <m:sSub>
                      <m:sSubPr>
                        <m:ctrlPr>
                          <a:rPr lang="en-US" sz="2800" i="1">
                            <a:latin typeface="Cambria Math" panose="02040503050406030204" pitchFamily="18" charset="0"/>
                            <a:cs typeface="Times New Roman" panose="02020603050405020304" pitchFamily="18" charset="0"/>
                          </a:rPr>
                        </m:ctrlPr>
                      </m:sSubPr>
                      <m:e>
                        <m:r>
                          <m:rPr>
                            <m:nor/>
                          </m:rPr>
                          <a:rPr lang="en-US" sz="2800">
                            <a:latin typeface="Times New Roman" panose="02020603050405020304" pitchFamily="18" charset="0"/>
                            <a:cs typeface="Times New Roman" panose="02020603050405020304" pitchFamily="18" charset="0"/>
                          </a:rPr>
                          <m:t>𝜙</m:t>
                        </m:r>
                      </m:e>
                      <m:sub>
                        <m:r>
                          <a:rPr lang="en-US" sz="2800" i="1">
                            <a:latin typeface="Cambria Math" panose="02040503050406030204" pitchFamily="18" charset="0"/>
                            <a:cs typeface="Times New Roman" panose="02020603050405020304" pitchFamily="18" charset="0"/>
                          </a:rPr>
                          <m:t>1</m:t>
                        </m:r>
                      </m:sub>
                    </m:sSub>
                  </m:oMath>
                </a14:m>
                <a:r>
                  <a:rPr lang="en-US" sz="2800">
                    <a:latin typeface="Times New Roman" panose="02020603050405020304" pitchFamily="18" charset="0"/>
                    <a:cs typeface="Times New Roman" panose="02020603050405020304" pitchFamily="18" charset="0"/>
                  </a:rPr>
                  <a:t> và</a:t>
                </a:r>
                <a:r>
                  <a:rPr lang="en-US" sz="2800">
                    <a:cs typeface="Times New Roman" panose="02020603050405020304" pitchFamily="18" charset="0"/>
                  </a:rPr>
                  <a:t> </a:t>
                </a:r>
                <a14:m>
                  <m:oMath xmlns:m="http://schemas.openxmlformats.org/officeDocument/2006/math">
                    <m:sSub>
                      <m:sSubPr>
                        <m:ctrlPr>
                          <a:rPr lang="en-US" sz="2800" i="1">
                            <a:latin typeface="Cambria Math" panose="02040503050406030204" pitchFamily="18" charset="0"/>
                            <a:cs typeface="Times New Roman" panose="02020603050405020304" pitchFamily="18" charset="0"/>
                          </a:rPr>
                        </m:ctrlPr>
                      </m:sSubPr>
                      <m:e>
                        <m:r>
                          <m:rPr>
                            <m:nor/>
                          </m:rPr>
                          <a:rPr lang="en-US" sz="2800">
                            <a:latin typeface="Times New Roman" panose="02020603050405020304" pitchFamily="18" charset="0"/>
                            <a:cs typeface="Times New Roman" panose="02020603050405020304" pitchFamily="18" charset="0"/>
                          </a:rPr>
                          <m:t>𝜌</m:t>
                        </m:r>
                      </m:e>
                      <m:sub>
                        <m:r>
                          <a:rPr lang="en-US" sz="2800" i="1">
                            <a:latin typeface="Cambria Math" panose="02040503050406030204" pitchFamily="18" charset="0"/>
                            <a:cs typeface="Times New Roman" panose="02020603050405020304" pitchFamily="18" charset="0"/>
                          </a:rPr>
                          <m:t>1</m:t>
                        </m:r>
                      </m:sub>
                    </m:sSub>
                  </m:oMath>
                </a14:m>
                <a:r>
                  <a:rPr lang="en-US" sz="2800">
                    <a:latin typeface="Times New Roman" panose="02020603050405020304" pitchFamily="18" charset="0"/>
                    <a:cs typeface="Times New Roman" panose="02020603050405020304" pitchFamily="18" charset="0"/>
                  </a:rPr>
                  <a:t> có thể ước tính bằng hệ số tự tương quan mẫu </a:t>
                </a:r>
                <a14:m>
                  <m:oMath xmlns:m="http://schemas.openxmlformats.org/officeDocument/2006/math">
                    <m:sSub>
                      <m:sSubPr>
                        <m:ctrlPr>
                          <a:rPr lang="en-US" sz="2800" i="1">
                            <a:latin typeface="Cambria Math" panose="02040503050406030204" pitchFamily="18" charset="0"/>
                            <a:cs typeface="Times New Roman" panose="02020603050405020304" pitchFamily="18" charset="0"/>
                          </a:rPr>
                        </m:ctrlPr>
                      </m:sSubPr>
                      <m:e>
                        <m:r>
                          <a:rPr lang="en-US" sz="2800" b="0" i="1" smtClean="0">
                            <a:latin typeface="Cambria Math" panose="02040503050406030204" pitchFamily="18" charset="0"/>
                            <a:cs typeface="Times New Roman" panose="02020603050405020304" pitchFamily="18" charset="0"/>
                          </a:rPr>
                          <m:t>𝑟</m:t>
                        </m:r>
                      </m:e>
                      <m:sub>
                        <m:r>
                          <a:rPr lang="en-US" sz="2800" i="1">
                            <a:latin typeface="Cambria Math" panose="02040503050406030204" pitchFamily="18" charset="0"/>
                            <a:cs typeface="Times New Roman" panose="02020603050405020304" pitchFamily="18" charset="0"/>
                          </a:rPr>
                          <m:t>1</m:t>
                        </m:r>
                      </m:sub>
                    </m:sSub>
                  </m:oMath>
                </a14:m>
                <a:r>
                  <a:rPr lang="en-US" sz="2800">
                    <a:latin typeface="Times New Roman" panose="02020603050405020304" pitchFamily="18" charset="0"/>
                    <a:cs typeface="Times New Roman" panose="02020603050405020304" pitchFamily="18" charset="0"/>
                  </a:rPr>
                  <a:t>, do đó phương pháp ước tính mô men cho </a:t>
                </a:r>
                <a14:m>
                  <m:oMath xmlns:m="http://schemas.openxmlformats.org/officeDocument/2006/math">
                    <m:sSub>
                      <m:sSubPr>
                        <m:ctrlPr>
                          <a:rPr lang="en-US" sz="2800" i="1">
                            <a:latin typeface="Cambria Math" panose="02040503050406030204" pitchFamily="18" charset="0"/>
                            <a:cs typeface="Times New Roman" panose="02020603050405020304" pitchFamily="18" charset="0"/>
                          </a:rPr>
                        </m:ctrlPr>
                      </m:sSubPr>
                      <m:e>
                        <m:r>
                          <m:rPr>
                            <m:nor/>
                          </m:rPr>
                          <a:rPr lang="en-US" sz="2800">
                            <a:latin typeface="Times New Roman" panose="02020603050405020304" pitchFamily="18" charset="0"/>
                            <a:cs typeface="Times New Roman" panose="02020603050405020304" pitchFamily="18" charset="0"/>
                          </a:rPr>
                          <m:t>𝜙</m:t>
                        </m:r>
                      </m:e>
                      <m:sub>
                        <m:r>
                          <a:rPr lang="en-US" sz="2800" i="1">
                            <a:latin typeface="Cambria Math" panose="02040503050406030204" pitchFamily="18" charset="0"/>
                            <a:cs typeface="Times New Roman" panose="02020603050405020304" pitchFamily="18" charset="0"/>
                          </a:rPr>
                          <m:t>1</m:t>
                        </m:r>
                      </m:sub>
                    </m:sSub>
                  </m:oMath>
                </a14:m>
                <a:r>
                  <a:rPr lang="en-US" sz="2800">
                    <a:latin typeface="Times New Roman" panose="02020603050405020304" pitchFamily="18" charset="0"/>
                    <a:cs typeface="Times New Roman" panose="02020603050405020304" pitchFamily="18" charset="0"/>
                  </a:rPr>
                  <a:t> là:</a:t>
                </a:r>
              </a:p>
              <a:p>
                <a:pPr marL="85725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endParaRPr lang="en-US" sz="2800">
                  <a:latin typeface="Times New Roman" panose="02020603050405020304" pitchFamily="18" charset="0"/>
                  <a:cs typeface="Times New Roman" panose="02020603050405020304" pitchFamily="18" charset="0"/>
                </a:endParaRPr>
              </a:p>
            </p:txBody>
          </p:sp>
        </mc:Choice>
        <mc:Fallback xmlns="">
          <p:sp>
            <p:nvSpPr>
              <p:cNvPr id="31747" name="Rectangle 3">
                <a:extLst>
                  <a:ext uri="{FF2B5EF4-FFF2-40B4-BE49-F238E27FC236}">
                    <a16:creationId xmlns:a16="http://schemas.microsoft.com/office/drawing/2014/main" id="{2A708EE1-3CD0-0542-0DF8-BCCAB9E9135B}"/>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3"/>
                <a:stretch>
                  <a:fillRect l="-1136" t="-1230" r="-187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pic>
        <p:nvPicPr>
          <p:cNvPr id="3" name="Picture 2">
            <a:extLst>
              <a:ext uri="{FF2B5EF4-FFF2-40B4-BE49-F238E27FC236}">
                <a16:creationId xmlns:a16="http://schemas.microsoft.com/office/drawing/2014/main" id="{854B390A-AEA4-CB9A-55B7-DBE19001FD6A}"/>
              </a:ext>
            </a:extLst>
          </p:cNvPr>
          <p:cNvPicPr>
            <a:picLocks noChangeAspect="1"/>
          </p:cNvPicPr>
          <p:nvPr/>
        </p:nvPicPr>
        <p:blipFill>
          <a:blip r:embed="rId4"/>
          <a:stretch>
            <a:fillRect/>
          </a:stretch>
        </p:blipFill>
        <p:spPr>
          <a:xfrm>
            <a:off x="3757612" y="4800600"/>
            <a:ext cx="1609725" cy="647700"/>
          </a:xfrm>
          <a:prstGeom prst="rect">
            <a:avLst/>
          </a:prstGeom>
        </p:spPr>
      </p:pic>
    </p:spTree>
    <p:extLst>
      <p:ext uri="{BB962C8B-B14F-4D97-AF65-F5344CB8AC3E}">
        <p14:creationId xmlns:p14="http://schemas.microsoft.com/office/powerpoint/2010/main" val="2102151681"/>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901F6C-6487-8010-53A3-793862F4DB4D}"/>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C5B839A0-15F7-68AC-ABEF-3794800F04DD}"/>
              </a:ext>
            </a:extLst>
          </p:cNvPr>
          <p:cNvSpPr>
            <a:spLocks noGrp="1"/>
          </p:cNvSpPr>
          <p:nvPr>
            <p:ph type="title"/>
          </p:nvPr>
        </p:nvSpPr>
        <p:spPr>
          <a:xfrm>
            <a:off x="1220788" y="365125"/>
            <a:ext cx="7904162" cy="747713"/>
          </a:xfrm>
        </p:spPr>
        <p:txBody>
          <a:bodyPr>
            <a:noAutofit/>
          </a:bodyPr>
          <a:lstStyle/>
          <a:p>
            <a:pPr marL="57150">
              <a:defRPr/>
            </a:pPr>
            <a:r>
              <a:rPr lang="vi-VN" sz="3200">
                <a:latin typeface="Times New Roman" panose="02020603050405020304" pitchFamily="18" charset="0"/>
                <a:cs typeface="Times New Roman" panose="02020603050405020304" pitchFamily="18" charset="0"/>
              </a:rPr>
              <a:t>Ước tính tham số</a:t>
            </a:r>
            <a:endParaRPr lang="en-US" sz="3200" b="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1747" name="Rectangle 3">
                <a:extLst>
                  <a:ext uri="{FF2B5EF4-FFF2-40B4-BE49-F238E27FC236}">
                    <a16:creationId xmlns:a16="http://schemas.microsoft.com/office/drawing/2014/main" id="{78C366FA-BD6E-CAC7-47B1-F34E585942BB}"/>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Phương pháp Mô men:</a:t>
                </a:r>
                <a:endParaRPr lang="en-US" sz="280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Mô hình AR(2): Chúng ta có thể sử dụng phương trình Yule-Walker</a:t>
                </a:r>
              </a:p>
              <a:p>
                <a:pPr marL="457200" lvl="1" indent="0"/>
                <a:endParaRPr lang="en-US" sz="2800">
                  <a:latin typeface="Times New Roman" panose="02020603050405020304" pitchFamily="18" charset="0"/>
                  <a:cs typeface="Times New Roman" panose="02020603050405020304" pitchFamily="18" charset="0"/>
                </a:endParaRPr>
              </a:p>
              <a:p>
                <a:pPr marL="857250" lvl="2" indent="0"/>
                <a:r>
                  <a:rPr lang="en-US" sz="2800">
                    <a:latin typeface="Times New Roman" panose="02020603050405020304" pitchFamily="18" charset="0"/>
                    <a:cs typeface="Times New Roman" panose="02020603050405020304" pitchFamily="18" charset="0"/>
                  </a:rPr>
                  <a:t>có hai tham số, chúng ta cần hai phương trình sau:</a:t>
                </a:r>
              </a:p>
              <a:p>
                <a:pPr marL="857250" lvl="2" indent="0"/>
                <a:endParaRPr lang="en-US" sz="2800">
                  <a:latin typeface="Times New Roman" panose="02020603050405020304" pitchFamily="18" charset="0"/>
                  <a:cs typeface="Times New Roman" panose="02020603050405020304" pitchFamily="18" charset="0"/>
                </a:endParaRPr>
              </a:p>
              <a:p>
                <a:pPr marL="857250" lvl="2" indent="0"/>
                <a:endParaRPr lang="en-US" sz="4000">
                  <a:latin typeface="Times New Roman" panose="02020603050405020304" pitchFamily="18" charset="0"/>
                  <a:cs typeface="Times New Roman" panose="02020603050405020304" pitchFamily="18" charset="0"/>
                </a:endParaRPr>
              </a:p>
              <a:p>
                <a:pPr marL="857250" lvl="2" indent="0"/>
                <a:r>
                  <a:rPr lang="en-US" sz="2800">
                    <a:latin typeface="Times New Roman" panose="02020603050405020304" pitchFamily="18" charset="0"/>
                    <a:cs typeface="Times New Roman" panose="02020603050405020304" pitchFamily="18" charset="0"/>
                  </a:rPr>
                  <a:t>thay </a:t>
                </a:r>
                <a14:m>
                  <m:oMath xmlns:m="http://schemas.openxmlformats.org/officeDocument/2006/math">
                    <m:sSub>
                      <m:sSubPr>
                        <m:ctrlPr>
                          <a:rPr lang="en-US" sz="2800" i="1">
                            <a:latin typeface="Cambria Math" panose="02040503050406030204" pitchFamily="18" charset="0"/>
                            <a:cs typeface="Times New Roman" panose="02020603050405020304" pitchFamily="18" charset="0"/>
                          </a:rPr>
                        </m:ctrlPr>
                      </m:sSubPr>
                      <m:e>
                        <m:r>
                          <m:rPr>
                            <m:nor/>
                          </m:rPr>
                          <a:rPr lang="en-US" sz="2800">
                            <a:latin typeface="Times New Roman" panose="02020603050405020304" pitchFamily="18" charset="0"/>
                            <a:cs typeface="Times New Roman" panose="02020603050405020304" pitchFamily="18" charset="0"/>
                          </a:rPr>
                          <m:t>𝜌</m:t>
                        </m:r>
                      </m:e>
                      <m:sub>
                        <m:r>
                          <a:rPr lang="en-US" sz="2800" i="1">
                            <a:latin typeface="Cambria Math" panose="02040503050406030204" pitchFamily="18" charset="0"/>
                            <a:cs typeface="Times New Roman" panose="02020603050405020304" pitchFamily="18" charset="0"/>
                          </a:rPr>
                          <m:t>1</m:t>
                        </m:r>
                      </m:sub>
                    </m:sSub>
                  </m:oMath>
                </a14:m>
                <a:r>
                  <a:rPr lang="en-US" sz="2800">
                    <a:latin typeface="Times New Roman" panose="02020603050405020304" pitchFamily="18" charset="0"/>
                    <a:cs typeface="Times New Roman" panose="02020603050405020304" pitchFamily="18" charset="0"/>
                  </a:rPr>
                  <a:t> bằng </a:t>
                </a:r>
                <a14:m>
                  <m:oMath xmlns:m="http://schemas.openxmlformats.org/officeDocument/2006/math">
                    <m:sSub>
                      <m:sSubPr>
                        <m:ctrlPr>
                          <a:rPr lang="en-US" sz="2800" i="1">
                            <a:latin typeface="Cambria Math" panose="02040503050406030204" pitchFamily="18" charset="0"/>
                            <a:cs typeface="Times New Roman" panose="02020603050405020304" pitchFamily="18" charset="0"/>
                          </a:rPr>
                        </m:ctrlPr>
                      </m:sSubPr>
                      <m:e>
                        <m:r>
                          <m:rPr>
                            <m:nor/>
                          </m:rPr>
                          <a:rPr lang="en-US" sz="2800" b="0" i="0" smtClean="0">
                            <a:latin typeface="Times New Roman" panose="02020603050405020304" pitchFamily="18" charset="0"/>
                            <a:cs typeface="Times New Roman" panose="02020603050405020304" pitchFamily="18" charset="0"/>
                          </a:rPr>
                          <m:t>r</m:t>
                        </m:r>
                      </m:e>
                      <m:sub>
                        <m:r>
                          <a:rPr lang="en-US" sz="2800" i="1">
                            <a:latin typeface="Cambria Math" panose="02040503050406030204" pitchFamily="18" charset="0"/>
                            <a:cs typeface="Times New Roman" panose="02020603050405020304" pitchFamily="18" charset="0"/>
                          </a:rPr>
                          <m:t>1</m:t>
                        </m:r>
                      </m:sub>
                    </m:sSub>
                  </m:oMath>
                </a14:m>
                <a:r>
                  <a:rPr lang="en-US" sz="2800">
                    <a:latin typeface="Times New Roman" panose="02020603050405020304" pitchFamily="18" charset="0"/>
                    <a:cs typeface="Times New Roman" panose="02020603050405020304" pitchFamily="18" charset="0"/>
                  </a:rPr>
                  <a:t> và </a:t>
                </a:r>
                <a14:m>
                  <m:oMath xmlns:m="http://schemas.openxmlformats.org/officeDocument/2006/math">
                    <m:sSub>
                      <m:sSubPr>
                        <m:ctrlPr>
                          <a:rPr lang="en-US" sz="2800" i="1">
                            <a:latin typeface="Cambria Math" panose="02040503050406030204" pitchFamily="18" charset="0"/>
                            <a:cs typeface="Times New Roman" panose="02020603050405020304" pitchFamily="18" charset="0"/>
                          </a:rPr>
                        </m:ctrlPr>
                      </m:sSubPr>
                      <m:e>
                        <m:r>
                          <m:rPr>
                            <m:nor/>
                          </m:rPr>
                          <a:rPr lang="en-US" sz="2800">
                            <a:latin typeface="Times New Roman" panose="02020603050405020304" pitchFamily="18" charset="0"/>
                            <a:cs typeface="Times New Roman" panose="02020603050405020304" pitchFamily="18" charset="0"/>
                          </a:rPr>
                          <m:t>𝜌</m:t>
                        </m:r>
                      </m:e>
                      <m:sub>
                        <m:r>
                          <a:rPr lang="en-US" sz="2800" b="0" i="1" smtClean="0">
                            <a:latin typeface="Cambria Math" panose="02040503050406030204" pitchFamily="18" charset="0"/>
                            <a:cs typeface="Times New Roman" panose="02020603050405020304" pitchFamily="18" charset="0"/>
                          </a:rPr>
                          <m:t>2</m:t>
                        </m:r>
                      </m:sub>
                    </m:sSub>
                  </m:oMath>
                </a14:m>
                <a:r>
                  <a:rPr lang="en-US" sz="2800">
                    <a:latin typeface="Times New Roman" panose="02020603050405020304" pitchFamily="18" charset="0"/>
                    <a:cs typeface="Times New Roman" panose="02020603050405020304" pitchFamily="18" charset="0"/>
                  </a:rPr>
                  <a:t> bằng </a:t>
                </a:r>
                <a14:m>
                  <m:oMath xmlns:m="http://schemas.openxmlformats.org/officeDocument/2006/math">
                    <m:sSub>
                      <m:sSubPr>
                        <m:ctrlPr>
                          <a:rPr lang="en-US" sz="2800" i="1">
                            <a:latin typeface="Cambria Math" panose="02040503050406030204" pitchFamily="18" charset="0"/>
                            <a:cs typeface="Times New Roman" panose="02020603050405020304" pitchFamily="18" charset="0"/>
                          </a:rPr>
                        </m:ctrlPr>
                      </m:sSubPr>
                      <m:e>
                        <m:r>
                          <m:rPr>
                            <m:nor/>
                          </m:rPr>
                          <a:rPr lang="en-US" sz="2800" b="0" i="0" smtClean="0">
                            <a:latin typeface="Times New Roman" panose="02020603050405020304" pitchFamily="18" charset="0"/>
                            <a:cs typeface="Times New Roman" panose="02020603050405020304" pitchFamily="18" charset="0"/>
                          </a:rPr>
                          <m:t>r</m:t>
                        </m:r>
                      </m:e>
                      <m:sub>
                        <m:r>
                          <a:rPr lang="en-US" sz="2800" b="0" i="1" smtClean="0">
                            <a:latin typeface="Cambria Math" panose="02040503050406030204" pitchFamily="18" charset="0"/>
                            <a:cs typeface="Times New Roman" panose="02020603050405020304" pitchFamily="18" charset="0"/>
                          </a:rPr>
                          <m:t>2</m:t>
                        </m:r>
                      </m:sub>
                    </m:sSub>
                  </m:oMath>
                </a14:m>
                <a:r>
                  <a:rPr lang="en-US" sz="2800">
                    <a:latin typeface="Times New Roman" panose="02020603050405020304" pitchFamily="18" charset="0"/>
                    <a:cs typeface="Times New Roman" panose="02020603050405020304" pitchFamily="18" charset="0"/>
                  </a:rPr>
                  <a:t> , và giải các phương trình này, chúng ta thu được:</a:t>
                </a:r>
              </a:p>
              <a:p>
                <a:pPr marL="85725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endParaRPr lang="en-US" sz="2800">
                  <a:latin typeface="Times New Roman" panose="02020603050405020304" pitchFamily="18" charset="0"/>
                  <a:cs typeface="Times New Roman" panose="02020603050405020304" pitchFamily="18" charset="0"/>
                </a:endParaRPr>
              </a:p>
            </p:txBody>
          </p:sp>
        </mc:Choice>
        <mc:Fallback xmlns="">
          <p:sp>
            <p:nvSpPr>
              <p:cNvPr id="31747" name="Rectangle 3">
                <a:extLst>
                  <a:ext uri="{FF2B5EF4-FFF2-40B4-BE49-F238E27FC236}">
                    <a16:creationId xmlns:a16="http://schemas.microsoft.com/office/drawing/2014/main" id="{78C366FA-BD6E-CAC7-47B1-F34E585942BB}"/>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3"/>
                <a:stretch>
                  <a:fillRect l="-1136" t="-1230" r="-668"/>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pic>
        <p:nvPicPr>
          <p:cNvPr id="4" name="Picture 3">
            <a:extLst>
              <a:ext uri="{FF2B5EF4-FFF2-40B4-BE49-F238E27FC236}">
                <a16:creationId xmlns:a16="http://schemas.microsoft.com/office/drawing/2014/main" id="{AE266D2E-EC24-6A06-1944-A0692EE87E78}"/>
              </a:ext>
            </a:extLst>
          </p:cNvPr>
          <p:cNvPicPr>
            <a:picLocks noChangeAspect="1"/>
          </p:cNvPicPr>
          <p:nvPr/>
        </p:nvPicPr>
        <p:blipFill>
          <a:blip r:embed="rId4"/>
          <a:stretch>
            <a:fillRect/>
          </a:stretch>
        </p:blipFill>
        <p:spPr>
          <a:xfrm>
            <a:off x="1371600" y="2518828"/>
            <a:ext cx="6705600" cy="452972"/>
          </a:xfrm>
          <a:prstGeom prst="rect">
            <a:avLst/>
          </a:prstGeom>
        </p:spPr>
      </p:pic>
      <p:pic>
        <p:nvPicPr>
          <p:cNvPr id="8" name="Picture 7">
            <a:extLst>
              <a:ext uri="{FF2B5EF4-FFF2-40B4-BE49-F238E27FC236}">
                <a16:creationId xmlns:a16="http://schemas.microsoft.com/office/drawing/2014/main" id="{09FE2E31-0AAA-935B-0180-DF6916DF1E3B}"/>
              </a:ext>
            </a:extLst>
          </p:cNvPr>
          <p:cNvPicPr>
            <a:picLocks noChangeAspect="1"/>
          </p:cNvPicPr>
          <p:nvPr/>
        </p:nvPicPr>
        <p:blipFill>
          <a:blip r:embed="rId5"/>
          <a:stretch>
            <a:fillRect/>
          </a:stretch>
        </p:blipFill>
        <p:spPr>
          <a:xfrm>
            <a:off x="2957513" y="3934263"/>
            <a:ext cx="2681288" cy="485337"/>
          </a:xfrm>
          <a:prstGeom prst="rect">
            <a:avLst/>
          </a:prstGeom>
        </p:spPr>
      </p:pic>
      <p:pic>
        <p:nvPicPr>
          <p:cNvPr id="9" name="Picture 8">
            <a:extLst>
              <a:ext uri="{FF2B5EF4-FFF2-40B4-BE49-F238E27FC236}">
                <a16:creationId xmlns:a16="http://schemas.microsoft.com/office/drawing/2014/main" id="{7FBE4202-5101-89EF-54DB-6DAA64D3E06E}"/>
              </a:ext>
            </a:extLst>
          </p:cNvPr>
          <p:cNvPicPr>
            <a:picLocks noChangeAspect="1"/>
          </p:cNvPicPr>
          <p:nvPr/>
        </p:nvPicPr>
        <p:blipFill>
          <a:blip r:embed="rId6"/>
          <a:stretch>
            <a:fillRect/>
          </a:stretch>
        </p:blipFill>
        <p:spPr>
          <a:xfrm>
            <a:off x="2971800" y="3429000"/>
            <a:ext cx="2667000" cy="508000"/>
          </a:xfrm>
          <a:prstGeom prst="rect">
            <a:avLst/>
          </a:prstGeom>
        </p:spPr>
      </p:pic>
      <p:pic>
        <p:nvPicPr>
          <p:cNvPr id="11" name="Picture 10">
            <a:extLst>
              <a:ext uri="{FF2B5EF4-FFF2-40B4-BE49-F238E27FC236}">
                <a16:creationId xmlns:a16="http://schemas.microsoft.com/office/drawing/2014/main" id="{B4B235DA-FD95-EFE2-D779-E51A22FFDFB2}"/>
              </a:ext>
            </a:extLst>
          </p:cNvPr>
          <p:cNvPicPr>
            <a:picLocks noChangeAspect="1"/>
          </p:cNvPicPr>
          <p:nvPr/>
        </p:nvPicPr>
        <p:blipFill>
          <a:blip r:embed="rId7"/>
          <a:stretch>
            <a:fillRect/>
          </a:stretch>
        </p:blipFill>
        <p:spPr>
          <a:xfrm>
            <a:off x="2331650" y="5382063"/>
            <a:ext cx="2172866" cy="833252"/>
          </a:xfrm>
          <a:prstGeom prst="rect">
            <a:avLst/>
          </a:prstGeom>
        </p:spPr>
      </p:pic>
      <p:pic>
        <p:nvPicPr>
          <p:cNvPr id="13" name="Picture 12">
            <a:extLst>
              <a:ext uri="{FF2B5EF4-FFF2-40B4-BE49-F238E27FC236}">
                <a16:creationId xmlns:a16="http://schemas.microsoft.com/office/drawing/2014/main" id="{D4C59A22-AA9F-34D2-017A-61704A5EB84D}"/>
              </a:ext>
            </a:extLst>
          </p:cNvPr>
          <p:cNvPicPr>
            <a:picLocks noChangeAspect="1"/>
          </p:cNvPicPr>
          <p:nvPr/>
        </p:nvPicPr>
        <p:blipFill>
          <a:blip r:embed="rId8"/>
          <a:stretch>
            <a:fillRect/>
          </a:stretch>
        </p:blipFill>
        <p:spPr>
          <a:xfrm>
            <a:off x="5328483" y="5233590"/>
            <a:ext cx="1992233" cy="999687"/>
          </a:xfrm>
          <a:prstGeom prst="rect">
            <a:avLst/>
          </a:prstGeom>
        </p:spPr>
      </p:pic>
    </p:spTree>
    <p:extLst>
      <p:ext uri="{BB962C8B-B14F-4D97-AF65-F5344CB8AC3E}">
        <p14:creationId xmlns:p14="http://schemas.microsoft.com/office/powerpoint/2010/main" val="2802486263"/>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4860B2-AD49-248D-4477-1B25D9A91921}"/>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0AA43064-A6CC-3BCB-4603-BBFCAFF1F601}"/>
              </a:ext>
            </a:extLst>
          </p:cNvPr>
          <p:cNvSpPr>
            <a:spLocks noGrp="1"/>
          </p:cNvSpPr>
          <p:nvPr>
            <p:ph type="title"/>
          </p:nvPr>
        </p:nvSpPr>
        <p:spPr>
          <a:xfrm>
            <a:off x="1220788" y="365125"/>
            <a:ext cx="7904162" cy="747713"/>
          </a:xfrm>
        </p:spPr>
        <p:txBody>
          <a:bodyPr>
            <a:noAutofit/>
          </a:bodyPr>
          <a:lstStyle/>
          <a:p>
            <a:pPr marL="57150">
              <a:defRPr/>
            </a:pPr>
            <a:r>
              <a:rPr lang="vi-VN" sz="3200">
                <a:latin typeface="Times New Roman" panose="02020603050405020304" pitchFamily="18" charset="0"/>
                <a:cs typeface="Times New Roman" panose="02020603050405020304" pitchFamily="18" charset="0"/>
              </a:rPr>
              <a:t>Ước tính tham số</a:t>
            </a:r>
            <a:endParaRPr lang="en-US" sz="3200" b="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1747" name="Rectangle 3">
                <a:extLst>
                  <a:ext uri="{FF2B5EF4-FFF2-40B4-BE49-F238E27FC236}">
                    <a16:creationId xmlns:a16="http://schemas.microsoft.com/office/drawing/2014/main" id="{DA5BB16A-38E9-14C0-5DB6-DC1CCB808608}"/>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Phương pháp Mô men:</a:t>
                </a:r>
                <a:endParaRPr lang="en-US" sz="280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Mô hình MA(1): Chúng ta có thể sử dụng phương trình </a:t>
                </a:r>
              </a:p>
              <a:p>
                <a:pPr marL="91440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857250" lvl="2" indent="0"/>
                <a:r>
                  <a:rPr lang="en-US" sz="2800">
                    <a:latin typeface="Times New Roman" panose="02020603050405020304" pitchFamily="18" charset="0"/>
                    <a:cs typeface="Times New Roman" panose="02020603050405020304" pitchFamily="18" charset="0"/>
                  </a:rPr>
                  <a:t>và thay </a:t>
                </a:r>
                <a14:m>
                  <m:oMath xmlns:m="http://schemas.openxmlformats.org/officeDocument/2006/math">
                    <m:sSub>
                      <m:sSubPr>
                        <m:ctrlPr>
                          <a:rPr lang="en-US" sz="2800" i="1">
                            <a:latin typeface="Cambria Math" panose="02040503050406030204" pitchFamily="18" charset="0"/>
                            <a:cs typeface="Times New Roman" panose="02020603050405020304" pitchFamily="18" charset="0"/>
                          </a:rPr>
                        </m:ctrlPr>
                      </m:sSubPr>
                      <m:e>
                        <m:r>
                          <m:rPr>
                            <m:nor/>
                          </m:rPr>
                          <a:rPr lang="en-US" sz="2800">
                            <a:latin typeface="Times New Roman" panose="02020603050405020304" pitchFamily="18" charset="0"/>
                            <a:cs typeface="Times New Roman" panose="02020603050405020304" pitchFamily="18" charset="0"/>
                          </a:rPr>
                          <m:t>𝜌</m:t>
                        </m:r>
                      </m:e>
                      <m:sub>
                        <m:r>
                          <a:rPr lang="en-US" sz="2800" b="0" i="1" smtClean="0">
                            <a:latin typeface="Cambria Math" panose="02040503050406030204" pitchFamily="18" charset="0"/>
                            <a:cs typeface="Times New Roman" panose="02020603050405020304" pitchFamily="18" charset="0"/>
                          </a:rPr>
                          <m:t>1</m:t>
                        </m:r>
                      </m:sub>
                    </m:sSub>
                  </m:oMath>
                </a14:m>
                <a:r>
                  <a:rPr lang="en-US" sz="2800">
                    <a:latin typeface="Times New Roman" panose="02020603050405020304" pitchFamily="18" charset="0"/>
                    <a:cs typeface="Times New Roman" panose="02020603050405020304" pitchFamily="18" charset="0"/>
                  </a:rPr>
                  <a:t> bằng </a:t>
                </a:r>
                <a14:m>
                  <m:oMath xmlns:m="http://schemas.openxmlformats.org/officeDocument/2006/math">
                    <m:sSub>
                      <m:sSubPr>
                        <m:ctrlPr>
                          <a:rPr lang="en-US" sz="2800" i="1">
                            <a:latin typeface="Cambria Math" panose="02040503050406030204" pitchFamily="18" charset="0"/>
                            <a:cs typeface="Times New Roman" panose="02020603050405020304" pitchFamily="18" charset="0"/>
                          </a:rPr>
                        </m:ctrlPr>
                      </m:sSubPr>
                      <m:e>
                        <m:r>
                          <m:rPr>
                            <m:nor/>
                          </m:rPr>
                          <a:rPr lang="en-US" sz="2800" b="0" i="0" smtClean="0">
                            <a:latin typeface="Times New Roman" panose="02020603050405020304" pitchFamily="18" charset="0"/>
                            <a:cs typeface="Times New Roman" panose="02020603050405020304" pitchFamily="18" charset="0"/>
                          </a:rPr>
                          <m:t>r</m:t>
                        </m:r>
                      </m:e>
                      <m:sub>
                        <m:r>
                          <a:rPr lang="en-US" sz="2800" b="0" i="1" smtClean="0">
                            <a:latin typeface="Cambria Math" panose="02040503050406030204" pitchFamily="18" charset="0"/>
                            <a:cs typeface="Times New Roman" panose="02020603050405020304" pitchFamily="18" charset="0"/>
                          </a:rPr>
                          <m:t>1</m:t>
                        </m:r>
                      </m:sub>
                    </m:sSub>
                  </m:oMath>
                </a14:m>
                <a:endParaRPr lang="en-US" sz="2800">
                  <a:latin typeface="Times New Roman" panose="02020603050405020304" pitchFamily="18" charset="0"/>
                  <a:cs typeface="Times New Roman" panose="02020603050405020304" pitchFamily="18" charset="0"/>
                </a:endParaRPr>
              </a:p>
              <a:p>
                <a:pPr marL="857250" lvl="2" indent="0"/>
                <a:endParaRPr lang="en-US" sz="2800">
                  <a:latin typeface="Times New Roman" panose="02020603050405020304" pitchFamily="18" charset="0"/>
                  <a:cs typeface="Times New Roman" panose="02020603050405020304" pitchFamily="18" charset="0"/>
                </a:endParaRPr>
              </a:p>
              <a:p>
                <a:pPr marL="857250" lvl="2" indent="0"/>
                <a:endParaRPr lang="en-US" sz="2800">
                  <a:latin typeface="Times New Roman" panose="02020603050405020304" pitchFamily="18" charset="0"/>
                  <a:cs typeface="Times New Roman" panose="02020603050405020304" pitchFamily="18" charset="0"/>
                </a:endParaRPr>
              </a:p>
              <a:p>
                <a:pPr marL="857250" lvl="2" indent="0"/>
                <a:endParaRPr lang="en-US" sz="2800">
                  <a:latin typeface="Times New Roman" panose="02020603050405020304" pitchFamily="18" charset="0"/>
                  <a:cs typeface="Times New Roman" panose="02020603050405020304" pitchFamily="18" charset="0"/>
                </a:endParaRPr>
              </a:p>
              <a:p>
                <a:pPr marL="857250" lvl="2" indent="0"/>
                <a:endParaRPr lang="en-US" sz="2800">
                  <a:latin typeface="Times New Roman" panose="02020603050405020304" pitchFamily="18" charset="0"/>
                  <a:cs typeface="Times New Roman" panose="02020603050405020304" pitchFamily="18" charset="0"/>
                </a:endParaRPr>
              </a:p>
              <a:p>
                <a:pPr marL="857250" lvl="2" indent="0"/>
                <a:endParaRPr lang="en-US" sz="2800">
                  <a:latin typeface="Times New Roman" panose="02020603050405020304" pitchFamily="18" charset="0"/>
                  <a:cs typeface="Times New Roman" panose="02020603050405020304" pitchFamily="18" charset="0"/>
                </a:endParaRPr>
              </a:p>
              <a:p>
                <a:pPr marL="857250" lvl="2" indent="0"/>
                <a:r>
                  <a:rPr lang="vi-VN" sz="2800">
                    <a:latin typeface="Times New Roman" panose="02020603050405020304" pitchFamily="18" charset="0"/>
                    <a:cs typeface="Times New Roman" panose="02020603050405020304" pitchFamily="18" charset="0"/>
                  </a:rPr>
                  <a:t>Đối với các mô hình MA bậc cao hơn, các giải pháp sẽ phức tạp hơn.</a:t>
                </a:r>
                <a:endParaRPr lang="en-US" sz="280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endParaRPr lang="en-US" sz="2800">
                  <a:latin typeface="Times New Roman" panose="02020603050405020304" pitchFamily="18" charset="0"/>
                  <a:cs typeface="Times New Roman" panose="02020603050405020304" pitchFamily="18" charset="0"/>
                </a:endParaRPr>
              </a:p>
            </p:txBody>
          </p:sp>
        </mc:Choice>
        <mc:Fallback xmlns="">
          <p:sp>
            <p:nvSpPr>
              <p:cNvPr id="31747" name="Rectangle 3">
                <a:extLst>
                  <a:ext uri="{FF2B5EF4-FFF2-40B4-BE49-F238E27FC236}">
                    <a16:creationId xmlns:a16="http://schemas.microsoft.com/office/drawing/2014/main" id="{DA5BB16A-38E9-14C0-5DB6-DC1CCB808608}"/>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3"/>
                <a:stretch>
                  <a:fillRect l="-1136" t="-1230" r="-668" b="-861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pic>
        <p:nvPicPr>
          <p:cNvPr id="16" name="Picture 15">
            <a:extLst>
              <a:ext uri="{FF2B5EF4-FFF2-40B4-BE49-F238E27FC236}">
                <a16:creationId xmlns:a16="http://schemas.microsoft.com/office/drawing/2014/main" id="{18CB7F6E-C0E1-907B-999D-11AEC5600144}"/>
              </a:ext>
            </a:extLst>
          </p:cNvPr>
          <p:cNvPicPr>
            <a:picLocks noChangeAspect="1"/>
          </p:cNvPicPr>
          <p:nvPr/>
        </p:nvPicPr>
        <p:blipFill>
          <a:blip r:embed="rId4"/>
          <a:stretch>
            <a:fillRect/>
          </a:stretch>
        </p:blipFill>
        <p:spPr>
          <a:xfrm>
            <a:off x="3200400" y="2097541"/>
            <a:ext cx="2305050" cy="950459"/>
          </a:xfrm>
          <a:prstGeom prst="rect">
            <a:avLst/>
          </a:prstGeom>
        </p:spPr>
      </p:pic>
      <p:pic>
        <p:nvPicPr>
          <p:cNvPr id="18" name="Picture 17">
            <a:extLst>
              <a:ext uri="{FF2B5EF4-FFF2-40B4-BE49-F238E27FC236}">
                <a16:creationId xmlns:a16="http://schemas.microsoft.com/office/drawing/2014/main" id="{CAF7CF9E-DF36-3566-2A10-404160152D95}"/>
              </a:ext>
            </a:extLst>
          </p:cNvPr>
          <p:cNvPicPr>
            <a:picLocks noChangeAspect="1"/>
          </p:cNvPicPr>
          <p:nvPr/>
        </p:nvPicPr>
        <p:blipFill>
          <a:blip r:embed="rId5"/>
          <a:stretch>
            <a:fillRect/>
          </a:stretch>
        </p:blipFill>
        <p:spPr>
          <a:xfrm>
            <a:off x="685800" y="3581400"/>
            <a:ext cx="2133600" cy="801843"/>
          </a:xfrm>
          <a:prstGeom prst="rect">
            <a:avLst/>
          </a:prstGeom>
        </p:spPr>
      </p:pic>
      <p:sp>
        <p:nvSpPr>
          <p:cNvPr id="19" name="Arrow: Right 18">
            <a:extLst>
              <a:ext uri="{FF2B5EF4-FFF2-40B4-BE49-F238E27FC236}">
                <a16:creationId xmlns:a16="http://schemas.microsoft.com/office/drawing/2014/main" id="{33C97657-2F30-8F65-94A9-D089F50B7711}"/>
              </a:ext>
            </a:extLst>
          </p:cNvPr>
          <p:cNvSpPr/>
          <p:nvPr/>
        </p:nvSpPr>
        <p:spPr>
          <a:xfrm>
            <a:off x="3015996" y="3868021"/>
            <a:ext cx="978408" cy="2286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Picture 20">
            <a:extLst>
              <a:ext uri="{FF2B5EF4-FFF2-40B4-BE49-F238E27FC236}">
                <a16:creationId xmlns:a16="http://schemas.microsoft.com/office/drawing/2014/main" id="{14A7F9C2-F62A-1E63-993C-304506685B30}"/>
              </a:ext>
            </a:extLst>
          </p:cNvPr>
          <p:cNvPicPr>
            <a:picLocks noChangeAspect="1"/>
          </p:cNvPicPr>
          <p:nvPr/>
        </p:nvPicPr>
        <p:blipFill>
          <a:blip r:embed="rId6"/>
          <a:stretch>
            <a:fillRect/>
          </a:stretch>
        </p:blipFill>
        <p:spPr>
          <a:xfrm>
            <a:off x="4191000" y="3651150"/>
            <a:ext cx="3157538" cy="596700"/>
          </a:xfrm>
          <a:prstGeom prst="rect">
            <a:avLst/>
          </a:prstGeom>
        </p:spPr>
      </p:pic>
      <p:pic>
        <p:nvPicPr>
          <p:cNvPr id="23" name="Picture 22">
            <a:extLst>
              <a:ext uri="{FF2B5EF4-FFF2-40B4-BE49-F238E27FC236}">
                <a16:creationId xmlns:a16="http://schemas.microsoft.com/office/drawing/2014/main" id="{55F81A7A-202F-9921-8948-D9CF45EBBDF3}"/>
              </a:ext>
            </a:extLst>
          </p:cNvPr>
          <p:cNvPicPr>
            <a:picLocks noChangeAspect="1"/>
          </p:cNvPicPr>
          <p:nvPr/>
        </p:nvPicPr>
        <p:blipFill>
          <a:blip r:embed="rId7"/>
          <a:stretch>
            <a:fillRect/>
          </a:stretch>
        </p:blipFill>
        <p:spPr>
          <a:xfrm>
            <a:off x="4210594" y="4495800"/>
            <a:ext cx="3429000" cy="1143000"/>
          </a:xfrm>
          <a:prstGeom prst="rect">
            <a:avLst/>
          </a:prstGeom>
        </p:spPr>
      </p:pic>
    </p:spTree>
    <p:extLst>
      <p:ext uri="{BB962C8B-B14F-4D97-AF65-F5344CB8AC3E}">
        <p14:creationId xmlns:p14="http://schemas.microsoft.com/office/powerpoint/2010/main" val="151024045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8A52C6-A810-7FF4-926B-F46CCAE771AE}"/>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A5D11607-B7D3-8B1D-AAF4-37925A44FEBE}"/>
              </a:ext>
            </a:extLst>
          </p:cNvPr>
          <p:cNvSpPr>
            <a:spLocks noGrp="1"/>
          </p:cNvSpPr>
          <p:nvPr>
            <p:ph type="title"/>
          </p:nvPr>
        </p:nvSpPr>
        <p:spPr>
          <a:xfrm>
            <a:off x="1220788" y="365125"/>
            <a:ext cx="7904162" cy="747713"/>
          </a:xfrm>
        </p:spPr>
        <p:txBody>
          <a:bodyPr>
            <a:noAutofit/>
          </a:bodyPr>
          <a:lstStyle/>
          <a:p>
            <a:pPr marL="57150">
              <a:defRPr/>
            </a:pPr>
            <a:r>
              <a:rPr lang="vi-VN" sz="3200">
                <a:latin typeface="Times New Roman" panose="02020603050405020304" pitchFamily="18" charset="0"/>
                <a:cs typeface="Times New Roman" panose="02020603050405020304" pitchFamily="18" charset="0"/>
              </a:rPr>
              <a:t>Ước tính tham số</a:t>
            </a:r>
            <a:endParaRPr lang="en-US" sz="3200" b="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1747" name="Rectangle 3">
                <a:extLst>
                  <a:ext uri="{FF2B5EF4-FFF2-40B4-BE49-F238E27FC236}">
                    <a16:creationId xmlns:a16="http://schemas.microsoft.com/office/drawing/2014/main" id="{90CDD839-6C84-4109-4A47-D3BE4568A83E}"/>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Phương pháp Mô men:</a:t>
                </a:r>
                <a:endParaRPr lang="en-US" sz="280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r>
                  <a:rPr lang="vi-VN" sz="2800">
                    <a:latin typeface="Times New Roman" panose="02020603050405020304" pitchFamily="18" charset="0"/>
                    <a:cs typeface="Times New Roman" panose="02020603050405020304" pitchFamily="18" charset="0"/>
                  </a:rPr>
                  <a:t>Ước tính phương sai nhiễu trắng</a:t>
                </a:r>
                <a:endParaRPr lang="en-US" sz="2800">
                  <a:latin typeface="Times New Roman" panose="02020603050405020304" pitchFamily="18" charset="0"/>
                  <a:cs typeface="Times New Roman" panose="02020603050405020304" pitchFamily="18" charset="0"/>
                </a:endParaRPr>
              </a:p>
              <a:p>
                <a:pPr marL="857250" lvl="2" indent="0"/>
                <a:r>
                  <a:rPr lang="vi-VN" sz="2800">
                    <a:latin typeface="Times New Roman" panose="02020603050405020304" pitchFamily="18" charset="0"/>
                    <a:cs typeface="Times New Roman" panose="02020603050405020304" pitchFamily="18" charset="0"/>
                  </a:rPr>
                  <a:t>Đối với bất kỳ mô hình ARMA(p, q) dừng nào, </a:t>
                </a:r>
                <a14:m>
                  <m:oMath xmlns:m="http://schemas.openxmlformats.org/officeDocument/2006/math">
                    <m:sSub>
                      <m:sSubPr>
                        <m:ctrlPr>
                          <a:rPr lang="en-US" sz="2800" i="1">
                            <a:latin typeface="Cambria Math" panose="02040503050406030204" pitchFamily="18" charset="0"/>
                            <a:cs typeface="Times New Roman" panose="02020603050405020304" pitchFamily="18" charset="0"/>
                          </a:rPr>
                        </m:ctrlPr>
                      </m:sSubPr>
                      <m:e>
                        <m:r>
                          <m:rPr>
                            <m:nor/>
                          </m:rPr>
                          <a:rPr lang="vi-VN" sz="2800">
                            <a:latin typeface="Times New Roman" panose="02020603050405020304" pitchFamily="18" charset="0"/>
                            <a:cs typeface="Times New Roman" panose="02020603050405020304" pitchFamily="18" charset="0"/>
                          </a:rPr>
                          <m:t>𝛾</m:t>
                        </m:r>
                      </m:e>
                      <m:sub>
                        <m:r>
                          <a:rPr lang="en-US" sz="2800" b="0" i="1" smtClean="0">
                            <a:latin typeface="Cambria Math" panose="02040503050406030204" pitchFamily="18" charset="0"/>
                            <a:cs typeface="Times New Roman" panose="02020603050405020304" pitchFamily="18" charset="0"/>
                          </a:rPr>
                          <m:t>0</m:t>
                        </m:r>
                      </m:sub>
                    </m:sSub>
                  </m:oMath>
                </a14:m>
                <a:r>
                  <a:rPr lang="vi-VN" sz="2800">
                    <a:latin typeface="Times New Roman" panose="02020603050405020304" pitchFamily="18" charset="0"/>
                    <a:cs typeface="Times New Roman" panose="02020603050405020304" pitchFamily="18" charset="0"/>
                  </a:rPr>
                  <a:t> = 𝑉𝑎𝑟</a:t>
                </a:r>
                <a14:m>
                  <m:oMath xmlns:m="http://schemas.openxmlformats.org/officeDocument/2006/math">
                    <m:r>
                      <a:rPr lang="en-US" sz="2800">
                        <a:latin typeface="Cambria Math" panose="02040503050406030204" pitchFamily="18" charset="0"/>
                        <a:cs typeface="Times New Roman" panose="02020603050405020304" pitchFamily="18" charset="0"/>
                      </a:rPr>
                      <m:t>[</m:t>
                    </m:r>
                    <m:sSub>
                      <m:sSubPr>
                        <m:ctrlPr>
                          <a:rPr lang="en-US" sz="2800" i="1">
                            <a:latin typeface="Cambria Math" panose="02040503050406030204" pitchFamily="18" charset="0"/>
                            <a:cs typeface="Times New Roman" panose="02020603050405020304" pitchFamily="18" charset="0"/>
                          </a:rPr>
                        </m:ctrlPr>
                      </m:sSubPr>
                      <m:e>
                        <m:r>
                          <m:rPr>
                            <m:nor/>
                          </m:rPr>
                          <a:rPr lang="en-US" sz="2800" b="0" i="1" smtClean="0">
                            <a:latin typeface="Times New Roman" panose="02020603050405020304" pitchFamily="18" charset="0"/>
                            <a:cs typeface="Times New Roman" panose="02020603050405020304" pitchFamily="18" charset="0"/>
                          </a:rPr>
                          <m:t>y</m:t>
                        </m:r>
                      </m:e>
                      <m:sub>
                        <m:r>
                          <a:rPr lang="en-US" sz="2800" b="0" i="1" smtClean="0">
                            <a:latin typeface="Cambria Math" panose="02040503050406030204" pitchFamily="18" charset="0"/>
                            <a:cs typeface="Times New Roman" panose="02020603050405020304" pitchFamily="18" charset="0"/>
                          </a:rPr>
                          <m:t>𝑡</m:t>
                        </m:r>
                      </m:sub>
                    </m:sSub>
                    <m:r>
                      <a:rPr lang="en-US" sz="2800" b="0" i="0" smtClean="0">
                        <a:latin typeface="Cambria Math" panose="02040503050406030204" pitchFamily="18" charset="0"/>
                        <a:cs typeface="Times New Roman" panose="02020603050405020304" pitchFamily="18" charset="0"/>
                      </a:rPr>
                      <m:t>]</m:t>
                    </m:r>
                  </m:oMath>
                </a14:m>
                <a:r>
                  <a:rPr lang="vi-VN" sz="2800">
                    <a:latin typeface="Times New Roman" panose="02020603050405020304" pitchFamily="18" charset="0"/>
                    <a:cs typeface="Times New Roman" panose="02020603050405020304" pitchFamily="18" charset="0"/>
                  </a:rPr>
                  <a:t> đượcước tính bằng cách sử dụng phương sai mẫu của chuỗi thời gian </a:t>
                </a:r>
                <a14:m>
                  <m:oMath xmlns:m="http://schemas.openxmlformats.org/officeDocument/2006/math">
                    <m:sSub>
                      <m:sSubPr>
                        <m:ctrlPr>
                          <a:rPr lang="en-US" sz="2800" i="1">
                            <a:latin typeface="Cambria Math" panose="02040503050406030204" pitchFamily="18" charset="0"/>
                            <a:cs typeface="Times New Roman" panose="02020603050405020304" pitchFamily="18" charset="0"/>
                          </a:rPr>
                        </m:ctrlPr>
                      </m:sSubPr>
                      <m:e>
                        <m:r>
                          <m:rPr>
                            <m:nor/>
                          </m:rPr>
                          <a:rPr lang="en-US" sz="2800" i="1">
                            <a:latin typeface="Times New Roman" panose="02020603050405020304" pitchFamily="18" charset="0"/>
                            <a:cs typeface="Times New Roman" panose="02020603050405020304" pitchFamily="18" charset="0"/>
                          </a:rPr>
                          <m:t>y</m:t>
                        </m:r>
                      </m:e>
                      <m:sub>
                        <m:r>
                          <a:rPr lang="en-US" sz="2800" i="1">
                            <a:latin typeface="Cambria Math" panose="02040503050406030204" pitchFamily="18" charset="0"/>
                            <a:cs typeface="Times New Roman" panose="02020603050405020304" pitchFamily="18" charset="0"/>
                          </a:rPr>
                          <m:t>𝑡</m:t>
                        </m:r>
                      </m:sub>
                    </m:sSub>
                  </m:oMath>
                </a14:m>
                <a:r>
                  <a:rPr lang="vi-VN" sz="2800">
                    <a:latin typeface="Times New Roman" panose="02020603050405020304" pitchFamily="18" charset="0"/>
                    <a:cs typeface="Times New Roman" panose="02020603050405020304" pitchFamily="18" charset="0"/>
                  </a:rPr>
                  <a:t>:</a:t>
                </a:r>
                <a:endParaRPr lang="en-US" sz="2800">
                  <a:latin typeface="Times New Roman" panose="02020603050405020304" pitchFamily="18" charset="0"/>
                  <a:cs typeface="Times New Roman" panose="02020603050405020304" pitchFamily="18" charset="0"/>
                </a:endParaRPr>
              </a:p>
              <a:p>
                <a:pPr marL="857250" lvl="2" indent="0"/>
                <a:endParaRPr lang="en-US" sz="2800">
                  <a:latin typeface="Times New Roman" panose="02020603050405020304" pitchFamily="18" charset="0"/>
                  <a:cs typeface="Times New Roman" panose="02020603050405020304" pitchFamily="18" charset="0"/>
                </a:endParaRPr>
              </a:p>
              <a:p>
                <a:pPr marL="857250" lvl="2" indent="0"/>
                <a:endParaRPr lang="en-US" sz="2800">
                  <a:latin typeface="Times New Roman" panose="02020603050405020304" pitchFamily="18" charset="0"/>
                  <a:cs typeface="Times New Roman" panose="02020603050405020304" pitchFamily="18" charset="0"/>
                </a:endParaRPr>
              </a:p>
              <a:p>
                <a:pPr marL="857250" lvl="2" indent="0"/>
                <a:endParaRPr lang="en-US" sz="2800">
                  <a:latin typeface="Times New Roman" panose="02020603050405020304" pitchFamily="18" charset="0"/>
                  <a:cs typeface="Times New Roman" panose="02020603050405020304" pitchFamily="18" charset="0"/>
                </a:endParaRPr>
              </a:p>
              <a:p>
                <a:pPr marL="857250" lvl="2" indent="0"/>
                <a:r>
                  <a:rPr lang="vi-VN" sz="2800">
                    <a:latin typeface="Times New Roman" panose="02020603050405020304" pitchFamily="18" charset="0"/>
                    <a:cs typeface="Times New Roman" panose="02020603050405020304" pitchFamily="18" charset="0"/>
                  </a:rPr>
                  <a:t>sau đó chúng ta sử dụng mối quan hệ giữa</a:t>
                </a:r>
                <a14:m>
                  <m:oMath xmlns:m="http://schemas.openxmlformats.org/officeDocument/2006/math">
                    <m:sSubSup>
                      <m:sSubSupPr>
                        <m:ctrlPr>
                          <a:rPr lang="en-US" sz="2800" i="1">
                            <a:latin typeface="Cambria Math" panose="02040503050406030204" pitchFamily="18" charset="0"/>
                            <a:cs typeface="Times New Roman" panose="02020603050405020304" pitchFamily="18" charset="0"/>
                          </a:rPr>
                        </m:ctrlPr>
                      </m:sSubSupPr>
                      <m:e>
                        <m:r>
                          <m:rPr>
                            <m:nor/>
                          </m:rPr>
                          <a:rPr lang="en-US" sz="2800">
                            <a:latin typeface="Times New Roman" panose="02020603050405020304" pitchFamily="18" charset="0"/>
                            <a:cs typeface="Times New Roman" panose="02020603050405020304" pitchFamily="18" charset="0"/>
                          </a:rPr>
                          <m:t>𝜎</m:t>
                        </m:r>
                      </m:e>
                      <m:sub>
                        <m:r>
                          <a:rPr lang="en-US" sz="2800" i="1">
                            <a:latin typeface="Cambria Math" panose="02040503050406030204" pitchFamily="18" charset="0"/>
                            <a:ea typeface="Cambria Math" panose="02040503050406030204" pitchFamily="18" charset="0"/>
                            <a:cs typeface="Times New Roman" panose="02020603050405020304" pitchFamily="18" charset="0"/>
                          </a:rPr>
                          <m:t>𝜀</m:t>
                        </m:r>
                      </m:sub>
                      <m:sup>
                        <m:r>
                          <a:rPr lang="en-US" sz="2800" i="1">
                            <a:latin typeface="Cambria Math" panose="02040503050406030204" pitchFamily="18" charset="0"/>
                            <a:cs typeface="Times New Roman" panose="02020603050405020304" pitchFamily="18" charset="0"/>
                          </a:rPr>
                          <m:t>2</m:t>
                        </m:r>
                      </m:sup>
                    </m:sSubSup>
                  </m:oMath>
                </a14:m>
                <a:r>
                  <a:rPr lang="vi-VN" sz="2800">
                    <a:latin typeface="Times New Roman" panose="02020603050405020304" pitchFamily="18" charset="0"/>
                    <a:cs typeface="Times New Roman" panose="02020603050405020304" pitchFamily="18" charset="0"/>
                  </a:rPr>
                  <a:t>và các tham số</a:t>
                </a:r>
                <a:r>
                  <a:rPr lang="en-US" sz="2800">
                    <a:latin typeface="Times New Roman" panose="02020603050405020304" pitchFamily="18" charset="0"/>
                    <a:cs typeface="Times New Roman" panose="02020603050405020304" pitchFamily="18" charset="0"/>
                  </a:rPr>
                  <a:t> </a:t>
                </a:r>
                <a:r>
                  <a:rPr lang="vi-VN" sz="2800">
                    <a:latin typeface="Times New Roman" panose="02020603050405020304" pitchFamily="18" charset="0"/>
                    <a:cs typeface="Times New Roman" panose="02020603050405020304" pitchFamily="18" charset="0"/>
                  </a:rPr>
                  <a:t>𝜃 hoặc 𝜙 để có được</a:t>
                </a:r>
                <a14:m>
                  <m:oMath xmlns:m="http://schemas.openxmlformats.org/officeDocument/2006/math">
                    <m:sSubSup>
                      <m:sSubSupPr>
                        <m:ctrlPr>
                          <a:rPr lang="en-US" sz="2800" i="1">
                            <a:latin typeface="Cambria Math" panose="02040503050406030204" pitchFamily="18" charset="0"/>
                            <a:cs typeface="Times New Roman" panose="02020603050405020304" pitchFamily="18" charset="0"/>
                          </a:rPr>
                        </m:ctrlPr>
                      </m:sSubSupPr>
                      <m:e>
                        <m:r>
                          <m:rPr>
                            <m:nor/>
                          </m:rPr>
                          <a:rPr lang="en-US" sz="2800">
                            <a:latin typeface="Times New Roman" panose="02020603050405020304" pitchFamily="18" charset="0"/>
                            <a:cs typeface="Times New Roman" panose="02020603050405020304" pitchFamily="18" charset="0"/>
                          </a:rPr>
                          <m:t>𝜎</m:t>
                        </m:r>
                      </m:e>
                      <m:sub>
                        <m:r>
                          <a:rPr lang="en-US" sz="2800" i="1">
                            <a:latin typeface="Cambria Math" panose="02040503050406030204" pitchFamily="18" charset="0"/>
                            <a:ea typeface="Cambria Math" panose="02040503050406030204" pitchFamily="18" charset="0"/>
                            <a:cs typeface="Times New Roman" panose="02020603050405020304" pitchFamily="18" charset="0"/>
                          </a:rPr>
                          <m:t>𝜀</m:t>
                        </m:r>
                      </m:sub>
                      <m:sup>
                        <m:r>
                          <a:rPr lang="en-US" sz="2800" i="1">
                            <a:latin typeface="Cambria Math" panose="02040503050406030204" pitchFamily="18" charset="0"/>
                            <a:cs typeface="Times New Roman" panose="02020603050405020304" pitchFamily="18" charset="0"/>
                          </a:rPr>
                          <m:t>2</m:t>
                        </m:r>
                      </m:sup>
                    </m:sSubSup>
                    <m:r>
                      <a:rPr lang="en-US" sz="2800" b="0" i="1" smtClean="0">
                        <a:latin typeface="Cambria Math" panose="02040503050406030204" pitchFamily="18" charset="0"/>
                        <a:cs typeface="Times New Roman" panose="02020603050405020304" pitchFamily="18" charset="0"/>
                      </a:rPr>
                      <m:t> </m:t>
                    </m:r>
                  </m:oMath>
                </a14:m>
                <a:r>
                  <a:rPr lang="vi-VN" sz="2800">
                    <a:latin typeface="Times New Roman" panose="02020603050405020304" pitchFamily="18" charset="0"/>
                    <a:cs typeface="Times New Roman" panose="02020603050405020304" pitchFamily="18" charset="0"/>
                  </a:rPr>
                  <a:t>cho bất kỳ mô hình nào</a:t>
                </a:r>
                <a:r>
                  <a:rPr lang="en-US" sz="2800">
                    <a:latin typeface="Times New Roman" panose="02020603050405020304" pitchFamily="18" charset="0"/>
                    <a:cs typeface="Times New Roman" panose="02020603050405020304" pitchFamily="18" charset="0"/>
                  </a:rPr>
                  <a:t>.</a:t>
                </a:r>
              </a:p>
            </p:txBody>
          </p:sp>
        </mc:Choice>
        <mc:Fallback xmlns="">
          <p:sp>
            <p:nvSpPr>
              <p:cNvPr id="31747" name="Rectangle 3">
                <a:extLst>
                  <a:ext uri="{FF2B5EF4-FFF2-40B4-BE49-F238E27FC236}">
                    <a16:creationId xmlns:a16="http://schemas.microsoft.com/office/drawing/2014/main" id="{90CDD839-6C84-4109-4A47-D3BE4568A83E}"/>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3"/>
                <a:stretch>
                  <a:fillRect l="-1136" t="-1230" r="-93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pic>
        <p:nvPicPr>
          <p:cNvPr id="3" name="Picture 2">
            <a:extLst>
              <a:ext uri="{FF2B5EF4-FFF2-40B4-BE49-F238E27FC236}">
                <a16:creationId xmlns:a16="http://schemas.microsoft.com/office/drawing/2014/main" id="{72A9E4E1-3C93-4DEA-B6F4-99300D21E863}"/>
              </a:ext>
            </a:extLst>
          </p:cNvPr>
          <p:cNvPicPr>
            <a:picLocks noChangeAspect="1"/>
          </p:cNvPicPr>
          <p:nvPr/>
        </p:nvPicPr>
        <p:blipFill>
          <a:blip r:embed="rId4"/>
          <a:stretch>
            <a:fillRect/>
          </a:stretch>
        </p:blipFill>
        <p:spPr>
          <a:xfrm>
            <a:off x="3657600" y="3429000"/>
            <a:ext cx="3381375" cy="984553"/>
          </a:xfrm>
          <a:prstGeom prst="rect">
            <a:avLst/>
          </a:prstGeom>
        </p:spPr>
      </p:pic>
    </p:spTree>
    <p:extLst>
      <p:ext uri="{BB962C8B-B14F-4D97-AF65-F5344CB8AC3E}">
        <p14:creationId xmlns:p14="http://schemas.microsoft.com/office/powerpoint/2010/main" val="3081872235"/>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CEE74D-3B9D-F491-7892-B0817F439EB2}"/>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AA30EB44-AC4D-B82B-EE5C-1450293271BC}"/>
              </a:ext>
            </a:extLst>
          </p:cNvPr>
          <p:cNvSpPr>
            <a:spLocks noGrp="1"/>
          </p:cNvSpPr>
          <p:nvPr>
            <p:ph type="title"/>
          </p:nvPr>
        </p:nvSpPr>
        <p:spPr>
          <a:xfrm>
            <a:off x="1220788" y="365125"/>
            <a:ext cx="7904162" cy="747713"/>
          </a:xfrm>
        </p:spPr>
        <p:txBody>
          <a:bodyPr>
            <a:noAutofit/>
          </a:bodyPr>
          <a:lstStyle/>
          <a:p>
            <a:pPr marL="57150">
              <a:defRPr/>
            </a:pPr>
            <a:r>
              <a:rPr lang="vi-VN" sz="3200">
                <a:latin typeface="Times New Roman" panose="02020603050405020304" pitchFamily="18" charset="0"/>
                <a:cs typeface="Times New Roman" panose="02020603050405020304" pitchFamily="18" charset="0"/>
              </a:rPr>
              <a:t>Ước tính tham số</a:t>
            </a:r>
            <a:endParaRPr lang="en-US" sz="3200" b="0">
              <a:latin typeface="Times New Roman" panose="02020603050405020304" pitchFamily="18" charset="0"/>
              <a:cs typeface="Times New Roman" panose="02020603050405020304" pitchFamily="18" charset="0"/>
            </a:endParaRPr>
          </a:p>
        </p:txBody>
      </p:sp>
      <p:sp>
        <p:nvSpPr>
          <p:cNvPr id="31747" name="Rectangle 3">
            <a:extLst>
              <a:ext uri="{FF2B5EF4-FFF2-40B4-BE49-F238E27FC236}">
                <a16:creationId xmlns:a16="http://schemas.microsoft.com/office/drawing/2014/main" id="{B3741602-523F-660E-2DDE-951079415442}"/>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Phương pháp Mô men:</a:t>
            </a:r>
            <a:endParaRPr lang="en-US" sz="280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r>
              <a:rPr lang="vi-VN" sz="2800">
                <a:latin typeface="Times New Roman" panose="02020603050405020304" pitchFamily="18" charset="0"/>
                <a:cs typeface="Times New Roman" panose="02020603050405020304" pitchFamily="18" charset="0"/>
              </a:rPr>
              <a:t>Ước tính phương sai nhiễu trắng</a:t>
            </a:r>
            <a:endParaRPr lang="en-US" sz="2800">
              <a:latin typeface="Times New Roman" panose="02020603050405020304" pitchFamily="18" charset="0"/>
              <a:cs typeface="Times New Roman" panose="02020603050405020304" pitchFamily="18" charset="0"/>
            </a:endParaRPr>
          </a:p>
          <a:p>
            <a:pPr marL="1314450" lvl="2" indent="-4572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AR(p):</a:t>
            </a:r>
          </a:p>
          <a:p>
            <a:pPr marL="1314450" lvl="2" indent="-457200">
              <a:buFont typeface="Courier New" panose="02070309020205020404" pitchFamily="49" charset="0"/>
              <a:buChar char="o"/>
            </a:pPr>
            <a:endParaRPr lang="en-US" sz="2400">
              <a:latin typeface="Times New Roman" panose="02020603050405020304" pitchFamily="18" charset="0"/>
              <a:cs typeface="Times New Roman" panose="02020603050405020304" pitchFamily="18" charset="0"/>
            </a:endParaRPr>
          </a:p>
          <a:p>
            <a:pPr marL="1314450" lvl="2" indent="-457200">
              <a:buFont typeface="Courier New" panose="02070309020205020404" pitchFamily="49" charset="0"/>
              <a:buChar char="o"/>
            </a:pPr>
            <a:endParaRPr lang="en-US" sz="2400">
              <a:latin typeface="Times New Roman" panose="02020603050405020304" pitchFamily="18" charset="0"/>
              <a:cs typeface="Times New Roman" panose="02020603050405020304" pitchFamily="18" charset="0"/>
            </a:endParaRPr>
          </a:p>
          <a:p>
            <a:pPr marL="1314450" lvl="2" indent="-457200">
              <a:buFont typeface="Courier New" panose="02070309020205020404" pitchFamily="49" charset="0"/>
              <a:buChar char="o"/>
            </a:pPr>
            <a:endParaRPr lang="en-US" sz="2400">
              <a:latin typeface="Times New Roman" panose="02020603050405020304" pitchFamily="18" charset="0"/>
              <a:cs typeface="Times New Roman" panose="02020603050405020304" pitchFamily="18" charset="0"/>
            </a:endParaRPr>
          </a:p>
          <a:p>
            <a:pPr marL="1314450" lvl="2" indent="-457200">
              <a:buFont typeface="Courier New" panose="02070309020205020404" pitchFamily="49" charset="0"/>
              <a:buChar char="o"/>
            </a:pPr>
            <a:endParaRPr lang="en-US" sz="2400">
              <a:latin typeface="Times New Roman" panose="02020603050405020304" pitchFamily="18" charset="0"/>
              <a:cs typeface="Times New Roman" panose="02020603050405020304" pitchFamily="18" charset="0"/>
            </a:endParaRPr>
          </a:p>
          <a:p>
            <a:pPr marL="1314450" lvl="2" indent="-457200">
              <a:buFont typeface="Courier New" panose="02070309020205020404" pitchFamily="49" charset="0"/>
              <a:buChar char="o"/>
            </a:pPr>
            <a:endParaRPr lang="en-US" sz="2400">
              <a:latin typeface="Times New Roman" panose="02020603050405020304" pitchFamily="18" charset="0"/>
              <a:cs typeface="Times New Roman" panose="02020603050405020304" pitchFamily="18" charset="0"/>
            </a:endParaRPr>
          </a:p>
          <a:p>
            <a:pPr marL="1314450" lvl="2" indent="-457200">
              <a:buFont typeface="Courier New" panose="02070309020205020404" pitchFamily="49" charset="0"/>
              <a:buChar char="o"/>
            </a:pPr>
            <a:endParaRPr lang="en-US" sz="2400">
              <a:latin typeface="Times New Roman" panose="02020603050405020304" pitchFamily="18" charset="0"/>
              <a:cs typeface="Times New Roman" panose="02020603050405020304" pitchFamily="18" charset="0"/>
            </a:endParaRPr>
          </a:p>
          <a:p>
            <a:pPr marL="1314450" lvl="2" indent="-457200">
              <a:buFont typeface="Courier New" panose="02070309020205020404" pitchFamily="49" charset="0"/>
              <a:buChar char="o"/>
            </a:pPr>
            <a:endParaRPr lang="en-US" sz="2400">
              <a:latin typeface="Times New Roman" panose="02020603050405020304" pitchFamily="18" charset="0"/>
              <a:cs typeface="Times New Roman" panose="02020603050405020304" pitchFamily="18" charset="0"/>
            </a:endParaRPr>
          </a:p>
          <a:p>
            <a:pPr marL="1314450" lvl="2" indent="-457200">
              <a:buFont typeface="Courier New" panose="02070309020205020404" pitchFamily="49" charset="0"/>
              <a:buChar char="o"/>
            </a:pPr>
            <a:endParaRPr lang="en-US" sz="2400">
              <a:latin typeface="Times New Roman" panose="02020603050405020304" pitchFamily="18" charset="0"/>
              <a:cs typeface="Times New Roman" panose="02020603050405020304" pitchFamily="18" charset="0"/>
            </a:endParaRPr>
          </a:p>
          <a:p>
            <a:pPr marL="1771650" lvl="3" indent="-457200">
              <a:buFont typeface="Wingdings" panose="05000000000000000000" pitchFamily="2" charset="2"/>
              <a:buChar char="§"/>
            </a:pPr>
            <a:r>
              <a:rPr lang="en-US" sz="2400">
                <a:latin typeface="Times New Roman" panose="02020603050405020304" pitchFamily="18" charset="0"/>
                <a:cs typeface="Times New Roman" panose="02020603050405020304" pitchFamily="18" charset="0"/>
              </a:rPr>
              <a:t>p = 1:</a:t>
            </a:r>
          </a:p>
          <a:p>
            <a:pPr marL="1771650" lvl="3" indent="-457200">
              <a:buFont typeface="Wingdings" panose="05000000000000000000" pitchFamily="2" charset="2"/>
              <a:buChar char="§"/>
            </a:pPr>
            <a:r>
              <a:rPr lang="en-US" sz="2400">
                <a:latin typeface="Times New Roman" panose="02020603050405020304" pitchFamily="18" charset="0"/>
                <a:cs typeface="Times New Roman" panose="02020603050405020304" pitchFamily="18" charset="0"/>
              </a:rPr>
              <a:t>p = 2: </a:t>
            </a:r>
          </a:p>
        </p:txBody>
      </p:sp>
      <p:pic>
        <p:nvPicPr>
          <p:cNvPr id="4" name="Picture 3">
            <a:extLst>
              <a:ext uri="{FF2B5EF4-FFF2-40B4-BE49-F238E27FC236}">
                <a16:creationId xmlns:a16="http://schemas.microsoft.com/office/drawing/2014/main" id="{155123A4-8121-D085-3B06-E84F583CA37A}"/>
              </a:ext>
            </a:extLst>
          </p:cNvPr>
          <p:cNvPicPr>
            <a:picLocks noChangeAspect="1"/>
          </p:cNvPicPr>
          <p:nvPr/>
        </p:nvPicPr>
        <p:blipFill>
          <a:blip r:embed="rId3"/>
          <a:stretch>
            <a:fillRect/>
          </a:stretch>
        </p:blipFill>
        <p:spPr>
          <a:xfrm>
            <a:off x="2293938" y="2438400"/>
            <a:ext cx="5757862" cy="552331"/>
          </a:xfrm>
          <a:prstGeom prst="rect">
            <a:avLst/>
          </a:prstGeom>
        </p:spPr>
      </p:pic>
      <p:pic>
        <p:nvPicPr>
          <p:cNvPr id="6" name="Picture 5">
            <a:extLst>
              <a:ext uri="{FF2B5EF4-FFF2-40B4-BE49-F238E27FC236}">
                <a16:creationId xmlns:a16="http://schemas.microsoft.com/office/drawing/2014/main" id="{254E697B-E68D-48EC-318C-18F176531E28}"/>
              </a:ext>
            </a:extLst>
          </p:cNvPr>
          <p:cNvPicPr>
            <a:picLocks noChangeAspect="1"/>
          </p:cNvPicPr>
          <p:nvPr/>
        </p:nvPicPr>
        <p:blipFill>
          <a:blip r:embed="rId4"/>
          <a:stretch>
            <a:fillRect/>
          </a:stretch>
        </p:blipFill>
        <p:spPr>
          <a:xfrm>
            <a:off x="990600" y="2976658"/>
            <a:ext cx="3348038" cy="719042"/>
          </a:xfrm>
          <a:prstGeom prst="rect">
            <a:avLst/>
          </a:prstGeom>
        </p:spPr>
      </p:pic>
      <p:pic>
        <p:nvPicPr>
          <p:cNvPr id="8" name="Picture 7">
            <a:extLst>
              <a:ext uri="{FF2B5EF4-FFF2-40B4-BE49-F238E27FC236}">
                <a16:creationId xmlns:a16="http://schemas.microsoft.com/office/drawing/2014/main" id="{CEA217F8-1D0A-0E77-4C88-D957CFD846BE}"/>
              </a:ext>
            </a:extLst>
          </p:cNvPr>
          <p:cNvPicPr>
            <a:picLocks noChangeAspect="1"/>
          </p:cNvPicPr>
          <p:nvPr/>
        </p:nvPicPr>
        <p:blipFill>
          <a:blip r:embed="rId5"/>
          <a:stretch>
            <a:fillRect/>
          </a:stretch>
        </p:blipFill>
        <p:spPr>
          <a:xfrm>
            <a:off x="2209800" y="3634637"/>
            <a:ext cx="6715125" cy="467462"/>
          </a:xfrm>
          <a:prstGeom prst="rect">
            <a:avLst/>
          </a:prstGeom>
        </p:spPr>
      </p:pic>
      <p:pic>
        <p:nvPicPr>
          <p:cNvPr id="10" name="Picture 9">
            <a:extLst>
              <a:ext uri="{FF2B5EF4-FFF2-40B4-BE49-F238E27FC236}">
                <a16:creationId xmlns:a16="http://schemas.microsoft.com/office/drawing/2014/main" id="{D3DA2B68-4F3D-99B8-AEEC-44E49647B7F7}"/>
              </a:ext>
            </a:extLst>
          </p:cNvPr>
          <p:cNvPicPr>
            <a:picLocks noChangeAspect="1"/>
          </p:cNvPicPr>
          <p:nvPr/>
        </p:nvPicPr>
        <p:blipFill>
          <a:blip r:embed="rId6"/>
          <a:stretch>
            <a:fillRect/>
          </a:stretch>
        </p:blipFill>
        <p:spPr>
          <a:xfrm>
            <a:off x="2133600" y="4208461"/>
            <a:ext cx="5918200" cy="513098"/>
          </a:xfrm>
          <a:prstGeom prst="rect">
            <a:avLst/>
          </a:prstGeom>
        </p:spPr>
      </p:pic>
      <p:pic>
        <p:nvPicPr>
          <p:cNvPr id="12" name="Picture 11">
            <a:extLst>
              <a:ext uri="{FF2B5EF4-FFF2-40B4-BE49-F238E27FC236}">
                <a16:creationId xmlns:a16="http://schemas.microsoft.com/office/drawing/2014/main" id="{49BD5332-09CE-2508-03B1-5E715DD08A15}"/>
              </a:ext>
            </a:extLst>
          </p:cNvPr>
          <p:cNvPicPr>
            <a:picLocks noChangeAspect="1"/>
          </p:cNvPicPr>
          <p:nvPr/>
        </p:nvPicPr>
        <p:blipFill>
          <a:blip r:embed="rId7"/>
          <a:stretch>
            <a:fillRect/>
          </a:stretch>
        </p:blipFill>
        <p:spPr>
          <a:xfrm>
            <a:off x="1968500" y="4694335"/>
            <a:ext cx="6248400" cy="539985"/>
          </a:xfrm>
          <a:prstGeom prst="rect">
            <a:avLst/>
          </a:prstGeom>
        </p:spPr>
      </p:pic>
      <p:pic>
        <p:nvPicPr>
          <p:cNvPr id="14" name="Picture 13">
            <a:extLst>
              <a:ext uri="{FF2B5EF4-FFF2-40B4-BE49-F238E27FC236}">
                <a16:creationId xmlns:a16="http://schemas.microsoft.com/office/drawing/2014/main" id="{BB84A829-68C9-FC64-C33E-3A94349B7D07}"/>
              </a:ext>
            </a:extLst>
          </p:cNvPr>
          <p:cNvPicPr>
            <a:picLocks noChangeAspect="1"/>
          </p:cNvPicPr>
          <p:nvPr/>
        </p:nvPicPr>
        <p:blipFill>
          <a:blip r:embed="rId8"/>
          <a:stretch>
            <a:fillRect/>
          </a:stretch>
        </p:blipFill>
        <p:spPr>
          <a:xfrm>
            <a:off x="2971800" y="5331212"/>
            <a:ext cx="2571750" cy="443405"/>
          </a:xfrm>
          <a:prstGeom prst="rect">
            <a:avLst/>
          </a:prstGeom>
        </p:spPr>
      </p:pic>
      <p:pic>
        <p:nvPicPr>
          <p:cNvPr id="16" name="Picture 15">
            <a:extLst>
              <a:ext uri="{FF2B5EF4-FFF2-40B4-BE49-F238E27FC236}">
                <a16:creationId xmlns:a16="http://schemas.microsoft.com/office/drawing/2014/main" id="{FB3845BC-DACA-8E81-ADDA-B2D6439D5FC9}"/>
              </a:ext>
            </a:extLst>
          </p:cNvPr>
          <p:cNvPicPr>
            <a:picLocks noChangeAspect="1"/>
          </p:cNvPicPr>
          <p:nvPr/>
        </p:nvPicPr>
        <p:blipFill>
          <a:blip r:embed="rId9"/>
          <a:stretch>
            <a:fillRect/>
          </a:stretch>
        </p:blipFill>
        <p:spPr>
          <a:xfrm>
            <a:off x="2895600" y="5774617"/>
            <a:ext cx="3962400" cy="464065"/>
          </a:xfrm>
          <a:prstGeom prst="rect">
            <a:avLst/>
          </a:prstGeom>
        </p:spPr>
      </p:pic>
    </p:spTree>
    <p:extLst>
      <p:ext uri="{BB962C8B-B14F-4D97-AF65-F5344CB8AC3E}">
        <p14:creationId xmlns:p14="http://schemas.microsoft.com/office/powerpoint/2010/main" val="1855267507"/>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EDBEF2-6FFA-66E2-EDD0-5FB81A82A1CD}"/>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E4154BF2-0D43-0224-591C-2DFE39C6A290}"/>
              </a:ext>
            </a:extLst>
          </p:cNvPr>
          <p:cNvSpPr>
            <a:spLocks noGrp="1"/>
          </p:cNvSpPr>
          <p:nvPr>
            <p:ph type="title"/>
          </p:nvPr>
        </p:nvSpPr>
        <p:spPr>
          <a:xfrm>
            <a:off x="1220788" y="365125"/>
            <a:ext cx="7904162" cy="747713"/>
          </a:xfrm>
        </p:spPr>
        <p:txBody>
          <a:bodyPr>
            <a:noAutofit/>
          </a:bodyPr>
          <a:lstStyle/>
          <a:p>
            <a:pPr marL="57150">
              <a:defRPr/>
            </a:pPr>
            <a:r>
              <a:rPr lang="vi-VN" sz="3200">
                <a:latin typeface="Times New Roman" panose="02020603050405020304" pitchFamily="18" charset="0"/>
                <a:cs typeface="Times New Roman" panose="02020603050405020304" pitchFamily="18" charset="0"/>
              </a:rPr>
              <a:t>Ước tính tham số</a:t>
            </a:r>
            <a:endParaRPr lang="en-US" sz="3200" b="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1747" name="Rectangle 3">
                <a:extLst>
                  <a:ext uri="{FF2B5EF4-FFF2-40B4-BE49-F238E27FC236}">
                    <a16:creationId xmlns:a16="http://schemas.microsoft.com/office/drawing/2014/main" id="{24961719-FD3A-0AA3-A16C-E38C90037587}"/>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Phương pháp Mô men:</a:t>
                </a:r>
                <a:endParaRPr lang="en-US" sz="280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r>
                  <a:rPr lang="vi-VN" sz="2800">
                    <a:latin typeface="Times New Roman" panose="02020603050405020304" pitchFamily="18" charset="0"/>
                    <a:cs typeface="Times New Roman" panose="02020603050405020304" pitchFamily="18" charset="0"/>
                  </a:rPr>
                  <a:t>Ước tính phương sai nhiễu trắng</a:t>
                </a:r>
                <a:endParaRPr lang="en-US" sz="2800">
                  <a:latin typeface="Times New Roman" panose="02020603050405020304" pitchFamily="18" charset="0"/>
                  <a:cs typeface="Times New Roman" panose="02020603050405020304" pitchFamily="18" charset="0"/>
                </a:endParaRPr>
              </a:p>
              <a:p>
                <a:pPr marL="1314450" lvl="2" indent="-4572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AR(2): </a:t>
                </a:r>
                <a:r>
                  <a:rPr lang="vi-VN" sz="2400">
                    <a:latin typeface="Times New Roman" panose="02020603050405020304" pitchFamily="18" charset="0"/>
                    <a:cs typeface="Times New Roman" panose="02020603050405020304" pitchFamily="18" charset="0"/>
                  </a:rPr>
                  <a:t>Giả sử chúng ta đã quan sát một chuỗi thời gian </a:t>
                </a:r>
                <a14:m>
                  <m:oMath xmlns:m="http://schemas.openxmlformats.org/officeDocument/2006/math">
                    <m:sSub>
                      <m:sSubPr>
                        <m:ctrlPr>
                          <a:rPr lang="en-US" sz="2400" i="1">
                            <a:latin typeface="Cambria Math" panose="02040503050406030204" pitchFamily="18" charset="0"/>
                            <a:cs typeface="Times New Roman" panose="02020603050405020304" pitchFamily="18" charset="0"/>
                          </a:rPr>
                        </m:ctrlPr>
                      </m:sSubPr>
                      <m:e>
                        <m:r>
                          <m:rPr>
                            <m:nor/>
                          </m:rPr>
                          <a:rPr lang="en-US" sz="2400" i="1">
                            <a:latin typeface="Times New Roman" panose="02020603050405020304" pitchFamily="18" charset="0"/>
                            <a:cs typeface="Times New Roman" panose="02020603050405020304" pitchFamily="18" charset="0"/>
                          </a:rPr>
                          <m:t>y</m:t>
                        </m:r>
                      </m:e>
                      <m:sub>
                        <m:r>
                          <a:rPr lang="en-US" sz="2400" i="1">
                            <a:latin typeface="Cambria Math" panose="02040503050406030204" pitchFamily="18" charset="0"/>
                            <a:cs typeface="Times New Roman" panose="02020603050405020304" pitchFamily="18" charset="0"/>
                          </a:rPr>
                          <m:t>𝑡</m:t>
                        </m:r>
                      </m:sub>
                    </m:sSub>
                  </m:oMath>
                </a14:m>
                <a:r>
                  <a:rPr lang="vi-VN" sz="2400">
                    <a:latin typeface="Times New Roman" panose="02020603050405020304" pitchFamily="18" charset="0"/>
                    <a:cs typeface="Times New Roman" panose="02020603050405020304" pitchFamily="18" charset="0"/>
                  </a:rPr>
                  <a:t> có kích thước</a:t>
                </a:r>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𝑛 = 121</a:t>
                </a:r>
                <a:r>
                  <a:rPr lang="en-US" sz="2400">
                    <a:latin typeface="Times New Roman" panose="02020603050405020304" pitchFamily="18" charset="0"/>
                    <a:cs typeface="Times New Roman" panose="02020603050405020304" pitchFamily="18" charset="0"/>
                  </a:rPr>
                  <a:t> mẫu</a:t>
                </a:r>
                <a:r>
                  <a:rPr lang="vi-VN" sz="2400">
                    <a:latin typeface="Times New Roman" panose="02020603050405020304" pitchFamily="18" charset="0"/>
                    <a:cs typeface="Times New Roman" panose="02020603050405020304" pitchFamily="18" charset="0"/>
                  </a:rPr>
                  <a:t>, và chúng ta đã ước tính các hệ số tự tương quan mẫu</a:t>
                </a:r>
                <a:r>
                  <a:rPr lang="en-US" sz="240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sz="2400" i="1">
                            <a:latin typeface="Cambria Math" panose="02040503050406030204" pitchFamily="18" charset="0"/>
                            <a:cs typeface="Times New Roman" panose="02020603050405020304" pitchFamily="18" charset="0"/>
                          </a:rPr>
                        </m:ctrlPr>
                      </m:sSubPr>
                      <m:e>
                        <m:r>
                          <m:rPr>
                            <m:nor/>
                          </m:rPr>
                          <a:rPr lang="en-US" sz="2400" b="0" i="1" smtClean="0">
                            <a:latin typeface="Times New Roman" panose="02020603050405020304" pitchFamily="18" charset="0"/>
                            <a:cs typeface="Times New Roman" panose="02020603050405020304" pitchFamily="18" charset="0"/>
                          </a:rPr>
                          <m:t>r</m:t>
                        </m:r>
                      </m:e>
                      <m:sub>
                        <m:r>
                          <a:rPr lang="en-US" sz="2400" b="0" i="1" smtClean="0">
                            <a:latin typeface="Cambria Math" panose="02040503050406030204" pitchFamily="18" charset="0"/>
                            <a:cs typeface="Times New Roman" panose="02020603050405020304" pitchFamily="18" charset="0"/>
                          </a:rPr>
                          <m:t>1</m:t>
                        </m:r>
                      </m:sub>
                    </m:sSub>
                  </m:oMath>
                </a14:m>
                <a:r>
                  <a:rPr lang="vi-VN" sz="2400">
                    <a:latin typeface="Times New Roman" panose="02020603050405020304" pitchFamily="18" charset="0"/>
                    <a:cs typeface="Times New Roman" panose="02020603050405020304" pitchFamily="18" charset="0"/>
                  </a:rPr>
                  <a:t> = 0,936 và </a:t>
                </a:r>
                <a14:m>
                  <m:oMath xmlns:m="http://schemas.openxmlformats.org/officeDocument/2006/math">
                    <m:sSub>
                      <m:sSubPr>
                        <m:ctrlPr>
                          <a:rPr lang="en-US" sz="2400" i="1">
                            <a:latin typeface="Cambria Math" panose="02040503050406030204" pitchFamily="18" charset="0"/>
                            <a:cs typeface="Times New Roman" panose="02020603050405020304" pitchFamily="18" charset="0"/>
                          </a:rPr>
                        </m:ctrlPr>
                      </m:sSubPr>
                      <m:e>
                        <m:r>
                          <m:rPr>
                            <m:nor/>
                          </m:rPr>
                          <a:rPr lang="en-US" sz="2400" i="1">
                            <a:latin typeface="Times New Roman" panose="02020603050405020304" pitchFamily="18" charset="0"/>
                            <a:cs typeface="Times New Roman" panose="02020603050405020304" pitchFamily="18" charset="0"/>
                          </a:rPr>
                          <m:t>r</m:t>
                        </m:r>
                      </m:e>
                      <m:sub>
                        <m:r>
                          <a:rPr lang="en-US" sz="2400" b="0" i="1" smtClean="0">
                            <a:latin typeface="Cambria Math" panose="02040503050406030204" pitchFamily="18" charset="0"/>
                            <a:cs typeface="Times New Roman" panose="02020603050405020304" pitchFamily="18" charset="0"/>
                          </a:rPr>
                          <m:t>2</m:t>
                        </m:r>
                      </m:sub>
                    </m:sSub>
                  </m:oMath>
                </a14:m>
                <a:r>
                  <a:rPr lang="vi-VN" sz="2400">
                    <a:latin typeface="Times New Roman" panose="02020603050405020304" pitchFamily="18" charset="0"/>
                    <a:cs typeface="Times New Roman" panose="02020603050405020304" pitchFamily="18" charset="0"/>
                  </a:rPr>
                  <a:t> = 0,802. Giá trị trung bình của chuỗi</a:t>
                </a:r>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𝜇 = 5,1069, và</a:t>
                </a:r>
                <a:r>
                  <a:rPr lang="en-US" sz="2400">
                    <a:cs typeface="Times New Roman" panose="02020603050405020304" pitchFamily="18" charset="0"/>
                  </a:rPr>
                  <a:t> </a:t>
                </a:r>
                <a14:m>
                  <m:oMath xmlns:m="http://schemas.openxmlformats.org/officeDocument/2006/math">
                    <m:sSub>
                      <m:sSubPr>
                        <m:ctrlPr>
                          <a:rPr lang="en-US" sz="2400" i="1">
                            <a:latin typeface="Cambria Math" panose="02040503050406030204" pitchFamily="18" charset="0"/>
                            <a:cs typeface="Times New Roman" panose="02020603050405020304" pitchFamily="18" charset="0"/>
                          </a:rPr>
                        </m:ctrlPr>
                      </m:sSubPr>
                      <m:e>
                        <m:r>
                          <m:rPr>
                            <m:nor/>
                          </m:rPr>
                          <a:rPr lang="vi-VN" sz="2400">
                            <a:latin typeface="Times New Roman" panose="02020603050405020304" pitchFamily="18" charset="0"/>
                            <a:cs typeface="Times New Roman" panose="02020603050405020304" pitchFamily="18" charset="0"/>
                          </a:rPr>
                          <m:t>𝛾</m:t>
                        </m:r>
                      </m:e>
                      <m:sub>
                        <m:r>
                          <a:rPr lang="en-US" sz="2400" b="0" i="1" smtClean="0">
                            <a:latin typeface="Cambria Math" panose="02040503050406030204" pitchFamily="18" charset="0"/>
                            <a:cs typeface="Times New Roman" panose="02020603050405020304" pitchFamily="18" charset="0"/>
                          </a:rPr>
                          <m:t>0</m:t>
                        </m:r>
                      </m:sub>
                    </m:sSub>
                  </m:oMath>
                </a14:m>
                <a:r>
                  <a:rPr lang="vi-VN" sz="2400">
                    <a:latin typeface="Times New Roman" panose="02020603050405020304" pitchFamily="18" charset="0"/>
                    <a:cs typeface="Times New Roman" panose="02020603050405020304" pitchFamily="18" charset="0"/>
                  </a:rPr>
                  <a:t> = 𝑉𝑎𝑟</a:t>
                </a:r>
                <a:r>
                  <a:rPr lang="en-US" sz="2400">
                    <a:latin typeface="Times New Roman" panose="02020603050405020304" pitchFamily="18" charset="0"/>
                    <a:cs typeface="Times New Roman" panose="02020603050405020304" pitchFamily="18" charset="0"/>
                  </a:rPr>
                  <a:t>[</a:t>
                </a:r>
                <a14:m>
                  <m:oMath xmlns:m="http://schemas.openxmlformats.org/officeDocument/2006/math">
                    <m:sSub>
                      <m:sSubPr>
                        <m:ctrlPr>
                          <a:rPr lang="en-US" sz="2400" i="1">
                            <a:latin typeface="Cambria Math" panose="02040503050406030204" pitchFamily="18" charset="0"/>
                            <a:cs typeface="Times New Roman" panose="02020603050405020304" pitchFamily="18" charset="0"/>
                          </a:rPr>
                        </m:ctrlPr>
                      </m:sSubPr>
                      <m:e>
                        <m:r>
                          <m:rPr>
                            <m:nor/>
                          </m:rPr>
                          <a:rPr lang="en-US" sz="2400" i="1">
                            <a:latin typeface="Times New Roman" panose="02020603050405020304" pitchFamily="18" charset="0"/>
                            <a:cs typeface="Times New Roman" panose="02020603050405020304" pitchFamily="18" charset="0"/>
                          </a:rPr>
                          <m:t>y</m:t>
                        </m:r>
                      </m:e>
                      <m:sub>
                        <m:r>
                          <a:rPr lang="en-US" sz="2400" i="1">
                            <a:latin typeface="Cambria Math" panose="02040503050406030204" pitchFamily="18" charset="0"/>
                            <a:cs typeface="Times New Roman" panose="02020603050405020304" pitchFamily="18" charset="0"/>
                          </a:rPr>
                          <m:t>𝑡</m:t>
                        </m:r>
                      </m:sub>
                    </m:sSub>
                  </m:oMath>
                </a14:m>
                <a:r>
                  <a:rPr lang="en-US" sz="2400">
                    <a:latin typeface="Times New Roman" panose="02020603050405020304" pitchFamily="18" charset="0"/>
                    <a:cs typeface="Times New Roman" panose="02020603050405020304" pitchFamily="18" charset="0"/>
                  </a:rPr>
                  <a:t>]</a:t>
                </a:r>
                <a:r>
                  <a:rPr lang="vi-VN" sz="2400">
                    <a:latin typeface="Times New Roman" panose="02020603050405020304" pitchFamily="18" charset="0"/>
                    <a:cs typeface="Times New Roman" panose="02020603050405020304" pitchFamily="18" charset="0"/>
                  </a:rPr>
                  <a:t> = </a:t>
                </a:r>
                <a14:m>
                  <m:oMath xmlns:m="http://schemas.openxmlformats.org/officeDocument/2006/math">
                    <m:sSup>
                      <m:sSupPr>
                        <m:ctrlPr>
                          <a:rPr lang="vi-VN" sz="2400" i="1" smtClean="0">
                            <a:latin typeface="Cambria Math" panose="02040503050406030204" pitchFamily="18" charset="0"/>
                            <a:cs typeface="Times New Roman" panose="02020603050405020304" pitchFamily="18" charset="0"/>
                          </a:rPr>
                        </m:ctrlPr>
                      </m:sSupPr>
                      <m:e>
                        <m:r>
                          <a:rPr lang="en-US" sz="2400" b="0" i="1" smtClean="0">
                            <a:latin typeface="Cambria Math" panose="02040503050406030204" pitchFamily="18" charset="0"/>
                            <a:cs typeface="Times New Roman" panose="02020603050405020304" pitchFamily="18" charset="0"/>
                          </a:rPr>
                          <m:t>𝑆</m:t>
                        </m:r>
                      </m:e>
                      <m:sup>
                        <m:r>
                          <a:rPr lang="en-US" sz="2400" b="0" i="1" smtClean="0">
                            <a:latin typeface="Cambria Math" panose="02040503050406030204" pitchFamily="18" charset="0"/>
                            <a:cs typeface="Times New Roman" panose="02020603050405020304" pitchFamily="18" charset="0"/>
                          </a:rPr>
                          <m:t>2</m:t>
                        </m:r>
                      </m:sup>
                    </m:sSup>
                  </m:oMath>
                </a14:m>
                <a:r>
                  <a:rPr lang="vi-VN" sz="2400">
                    <a:latin typeface="Times New Roman" panose="02020603050405020304" pitchFamily="18" charset="0"/>
                    <a:cs typeface="Times New Roman" panose="02020603050405020304" pitchFamily="18" charset="0"/>
                  </a:rPr>
                  <a:t>= 1,99487.</a:t>
                </a:r>
                <a:endParaRPr lang="en-US" sz="2400">
                  <a:latin typeface="Times New Roman" panose="02020603050405020304" pitchFamily="18" charset="0"/>
                  <a:cs typeface="Times New Roman" panose="02020603050405020304" pitchFamily="18" charset="0"/>
                </a:endParaRPr>
              </a:p>
              <a:p>
                <a:pPr marL="1314450" lvl="2" indent="-457200">
                  <a:buFont typeface="Courier New" panose="02070309020205020404" pitchFamily="49" charset="0"/>
                  <a:buChar char="o"/>
                </a:pPr>
                <a:endParaRPr lang="en-US" sz="2400">
                  <a:latin typeface="Times New Roman" panose="02020603050405020304" pitchFamily="18" charset="0"/>
                  <a:cs typeface="Times New Roman" panose="02020603050405020304" pitchFamily="18" charset="0"/>
                </a:endParaRPr>
              </a:p>
              <a:p>
                <a:pPr marL="1314450" lvl="2" indent="-457200">
                  <a:buFont typeface="Courier New" panose="02070309020205020404" pitchFamily="49" charset="0"/>
                  <a:buChar char="o"/>
                </a:pPr>
                <a:endParaRPr lang="en-US" sz="2400">
                  <a:latin typeface="Times New Roman" panose="02020603050405020304" pitchFamily="18" charset="0"/>
                  <a:cs typeface="Times New Roman" panose="02020603050405020304" pitchFamily="18" charset="0"/>
                </a:endParaRPr>
              </a:p>
              <a:p>
                <a:pPr marL="1314450" lvl="2" indent="-457200">
                  <a:buFont typeface="Courier New" panose="02070309020205020404" pitchFamily="49" charset="0"/>
                  <a:buChar char="o"/>
                </a:pPr>
                <a:endParaRPr lang="en-US" sz="2400">
                  <a:latin typeface="Times New Roman" panose="02020603050405020304" pitchFamily="18" charset="0"/>
                  <a:cs typeface="Times New Roman" panose="02020603050405020304" pitchFamily="18" charset="0"/>
                </a:endParaRPr>
              </a:p>
              <a:p>
                <a:pPr marL="1314450" lvl="2" indent="-457200">
                  <a:buFont typeface="Courier New" panose="02070309020205020404" pitchFamily="49" charset="0"/>
                  <a:buChar char="o"/>
                </a:pPr>
                <a:endParaRPr lang="en-US" sz="2400">
                  <a:latin typeface="Times New Roman" panose="02020603050405020304" pitchFamily="18" charset="0"/>
                  <a:cs typeface="Times New Roman" panose="02020603050405020304" pitchFamily="18" charset="0"/>
                </a:endParaRPr>
              </a:p>
              <a:p>
                <a:pPr marL="1314450" lvl="2" indent="-457200">
                  <a:buFont typeface="Courier New" panose="02070309020205020404" pitchFamily="49" charset="0"/>
                  <a:buChar char="o"/>
                </a:pPr>
                <a:endParaRPr lang="en-US" sz="2400">
                  <a:latin typeface="Times New Roman" panose="02020603050405020304" pitchFamily="18" charset="0"/>
                  <a:cs typeface="Times New Roman" panose="02020603050405020304" pitchFamily="18" charset="0"/>
                </a:endParaRPr>
              </a:p>
              <a:p>
                <a:pPr marL="1314450" lvl="2" indent="-457200">
                  <a:buFont typeface="Courier New" panose="02070309020205020404" pitchFamily="49" charset="0"/>
                  <a:buChar char="o"/>
                </a:pPr>
                <a:endParaRPr lang="en-US" sz="2400">
                  <a:latin typeface="Times New Roman" panose="02020603050405020304" pitchFamily="18" charset="0"/>
                  <a:cs typeface="Times New Roman" panose="02020603050405020304" pitchFamily="18" charset="0"/>
                </a:endParaRPr>
              </a:p>
              <a:p>
                <a:pPr marL="1314450" lvl="2" indent="-457200">
                  <a:buFont typeface="Courier New" panose="02070309020205020404" pitchFamily="49" charset="0"/>
                  <a:buChar char="o"/>
                </a:pPr>
                <a:endParaRPr lang="en-US" sz="2400">
                  <a:latin typeface="Times New Roman" panose="02020603050405020304" pitchFamily="18" charset="0"/>
                  <a:cs typeface="Times New Roman" panose="02020603050405020304" pitchFamily="18" charset="0"/>
                </a:endParaRPr>
              </a:p>
              <a:p>
                <a:pPr marL="857250" lvl="2" indent="0"/>
                <a:endParaRPr lang="en-US" sz="2400">
                  <a:latin typeface="Times New Roman" panose="02020603050405020304" pitchFamily="18" charset="0"/>
                  <a:cs typeface="Times New Roman" panose="02020603050405020304" pitchFamily="18" charset="0"/>
                </a:endParaRPr>
              </a:p>
            </p:txBody>
          </p:sp>
        </mc:Choice>
        <mc:Fallback xmlns="">
          <p:sp>
            <p:nvSpPr>
              <p:cNvPr id="31747" name="Rectangle 3">
                <a:extLst>
                  <a:ext uri="{FF2B5EF4-FFF2-40B4-BE49-F238E27FC236}">
                    <a16:creationId xmlns:a16="http://schemas.microsoft.com/office/drawing/2014/main" id="{24961719-FD3A-0AA3-A16C-E38C90037587}"/>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3"/>
                <a:stretch>
                  <a:fillRect l="-1136" t="-123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pic>
        <p:nvPicPr>
          <p:cNvPr id="3" name="Picture 2">
            <a:extLst>
              <a:ext uri="{FF2B5EF4-FFF2-40B4-BE49-F238E27FC236}">
                <a16:creationId xmlns:a16="http://schemas.microsoft.com/office/drawing/2014/main" id="{70B6B00F-54B2-4EC8-125C-354584DBD87E}"/>
              </a:ext>
            </a:extLst>
          </p:cNvPr>
          <p:cNvPicPr>
            <a:picLocks noChangeAspect="1"/>
          </p:cNvPicPr>
          <p:nvPr/>
        </p:nvPicPr>
        <p:blipFill>
          <a:blip r:embed="rId4"/>
          <a:stretch>
            <a:fillRect/>
          </a:stretch>
        </p:blipFill>
        <p:spPr>
          <a:xfrm>
            <a:off x="2591595" y="3886200"/>
            <a:ext cx="2056606" cy="758895"/>
          </a:xfrm>
          <a:prstGeom prst="rect">
            <a:avLst/>
          </a:prstGeom>
        </p:spPr>
      </p:pic>
      <p:pic>
        <p:nvPicPr>
          <p:cNvPr id="7" name="Picture 6">
            <a:extLst>
              <a:ext uri="{FF2B5EF4-FFF2-40B4-BE49-F238E27FC236}">
                <a16:creationId xmlns:a16="http://schemas.microsoft.com/office/drawing/2014/main" id="{265A5776-1FD3-4B05-FB9B-C88A9B15A90E}"/>
              </a:ext>
            </a:extLst>
          </p:cNvPr>
          <p:cNvPicPr>
            <a:picLocks noChangeAspect="1"/>
          </p:cNvPicPr>
          <p:nvPr/>
        </p:nvPicPr>
        <p:blipFill>
          <a:blip r:embed="rId5"/>
          <a:stretch>
            <a:fillRect/>
          </a:stretch>
        </p:blipFill>
        <p:spPr>
          <a:xfrm>
            <a:off x="4800600" y="3854306"/>
            <a:ext cx="3505200" cy="722722"/>
          </a:xfrm>
          <a:prstGeom prst="rect">
            <a:avLst/>
          </a:prstGeom>
        </p:spPr>
      </p:pic>
      <p:pic>
        <p:nvPicPr>
          <p:cNvPr id="11" name="Picture 10">
            <a:extLst>
              <a:ext uri="{FF2B5EF4-FFF2-40B4-BE49-F238E27FC236}">
                <a16:creationId xmlns:a16="http://schemas.microsoft.com/office/drawing/2014/main" id="{69D295B5-EC77-5E7F-F1A3-4B0F0BD3FC21}"/>
              </a:ext>
            </a:extLst>
          </p:cNvPr>
          <p:cNvPicPr>
            <a:picLocks noChangeAspect="1"/>
          </p:cNvPicPr>
          <p:nvPr/>
        </p:nvPicPr>
        <p:blipFill>
          <a:blip r:embed="rId6"/>
          <a:stretch>
            <a:fillRect/>
          </a:stretch>
        </p:blipFill>
        <p:spPr>
          <a:xfrm>
            <a:off x="2591595" y="4803014"/>
            <a:ext cx="1828800" cy="835786"/>
          </a:xfrm>
          <a:prstGeom prst="rect">
            <a:avLst/>
          </a:prstGeom>
        </p:spPr>
      </p:pic>
      <p:pic>
        <p:nvPicPr>
          <p:cNvPr id="15" name="Picture 14">
            <a:extLst>
              <a:ext uri="{FF2B5EF4-FFF2-40B4-BE49-F238E27FC236}">
                <a16:creationId xmlns:a16="http://schemas.microsoft.com/office/drawing/2014/main" id="{7A77054F-1A2C-5E91-BE75-89830654C43C}"/>
              </a:ext>
            </a:extLst>
          </p:cNvPr>
          <p:cNvPicPr>
            <a:picLocks noChangeAspect="1"/>
          </p:cNvPicPr>
          <p:nvPr/>
        </p:nvPicPr>
        <p:blipFill>
          <a:blip r:embed="rId7"/>
          <a:stretch>
            <a:fillRect/>
          </a:stretch>
        </p:blipFill>
        <p:spPr>
          <a:xfrm>
            <a:off x="4539343" y="4779760"/>
            <a:ext cx="3961574" cy="796263"/>
          </a:xfrm>
          <a:prstGeom prst="rect">
            <a:avLst/>
          </a:prstGeom>
        </p:spPr>
      </p:pic>
    </p:spTree>
    <p:extLst>
      <p:ext uri="{BB962C8B-B14F-4D97-AF65-F5344CB8AC3E}">
        <p14:creationId xmlns:p14="http://schemas.microsoft.com/office/powerpoint/2010/main" val="1607488981"/>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7AB68E-0DB1-7F57-4CDB-A8777F6243C1}"/>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B36FD3F3-13A7-E7D4-3A95-E50FB568672C}"/>
              </a:ext>
            </a:extLst>
          </p:cNvPr>
          <p:cNvSpPr>
            <a:spLocks noGrp="1"/>
          </p:cNvSpPr>
          <p:nvPr>
            <p:ph type="title"/>
          </p:nvPr>
        </p:nvSpPr>
        <p:spPr>
          <a:xfrm>
            <a:off x="1220788" y="365125"/>
            <a:ext cx="7904162" cy="747713"/>
          </a:xfrm>
        </p:spPr>
        <p:txBody>
          <a:bodyPr>
            <a:noAutofit/>
          </a:bodyPr>
          <a:lstStyle/>
          <a:p>
            <a:pPr marL="57150">
              <a:defRPr/>
            </a:pPr>
            <a:r>
              <a:rPr lang="vi-VN" sz="3200">
                <a:latin typeface="Times New Roman" panose="02020603050405020304" pitchFamily="18" charset="0"/>
                <a:cs typeface="Times New Roman" panose="02020603050405020304" pitchFamily="18" charset="0"/>
              </a:rPr>
              <a:t>Ước tính tham số</a:t>
            </a:r>
            <a:endParaRPr lang="en-US" sz="3200" b="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1747" name="Rectangle 3">
                <a:extLst>
                  <a:ext uri="{FF2B5EF4-FFF2-40B4-BE49-F238E27FC236}">
                    <a16:creationId xmlns:a16="http://schemas.microsoft.com/office/drawing/2014/main" id="{7A0EF88F-7CBD-EB10-11ED-A879EC309D39}"/>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Phương pháp Mô men:</a:t>
                </a:r>
                <a:endParaRPr lang="en-US" sz="280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r>
                  <a:rPr lang="vi-VN" sz="2800">
                    <a:latin typeface="Times New Roman" panose="02020603050405020304" pitchFamily="18" charset="0"/>
                    <a:cs typeface="Times New Roman" panose="02020603050405020304" pitchFamily="18" charset="0"/>
                  </a:rPr>
                  <a:t>Ước tính phương sai nhiễu trắng</a:t>
                </a:r>
                <a:endParaRPr lang="en-US" sz="2800">
                  <a:latin typeface="Times New Roman" panose="02020603050405020304" pitchFamily="18" charset="0"/>
                  <a:cs typeface="Times New Roman" panose="02020603050405020304" pitchFamily="18" charset="0"/>
                </a:endParaRPr>
              </a:p>
              <a:p>
                <a:pPr marL="1314450" lvl="2" indent="-4572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AR(2): </a:t>
                </a:r>
                <a:r>
                  <a:rPr lang="vi-VN" sz="2400">
                    <a:latin typeface="Times New Roman" panose="02020603050405020304" pitchFamily="18" charset="0"/>
                    <a:cs typeface="Times New Roman" panose="02020603050405020304" pitchFamily="18" charset="0"/>
                  </a:rPr>
                  <a:t>Giả sử chúng ta đã quan sát một chuỗi thời gian </a:t>
                </a:r>
                <a14:m>
                  <m:oMath xmlns:m="http://schemas.openxmlformats.org/officeDocument/2006/math">
                    <m:sSub>
                      <m:sSubPr>
                        <m:ctrlPr>
                          <a:rPr lang="en-US" sz="2400" i="1">
                            <a:latin typeface="Cambria Math" panose="02040503050406030204" pitchFamily="18" charset="0"/>
                            <a:cs typeface="Times New Roman" panose="02020603050405020304" pitchFamily="18" charset="0"/>
                          </a:rPr>
                        </m:ctrlPr>
                      </m:sSubPr>
                      <m:e>
                        <m:r>
                          <m:rPr>
                            <m:nor/>
                          </m:rPr>
                          <a:rPr lang="en-US" sz="2400" i="1">
                            <a:latin typeface="Times New Roman" panose="02020603050405020304" pitchFamily="18" charset="0"/>
                            <a:cs typeface="Times New Roman" panose="02020603050405020304" pitchFamily="18" charset="0"/>
                          </a:rPr>
                          <m:t>y</m:t>
                        </m:r>
                      </m:e>
                      <m:sub>
                        <m:r>
                          <a:rPr lang="en-US" sz="2400" i="1">
                            <a:latin typeface="Cambria Math" panose="02040503050406030204" pitchFamily="18" charset="0"/>
                            <a:cs typeface="Times New Roman" panose="02020603050405020304" pitchFamily="18" charset="0"/>
                          </a:rPr>
                          <m:t>𝑡</m:t>
                        </m:r>
                      </m:sub>
                    </m:sSub>
                  </m:oMath>
                </a14:m>
                <a:r>
                  <a:rPr lang="vi-VN" sz="2400">
                    <a:latin typeface="Times New Roman" panose="02020603050405020304" pitchFamily="18" charset="0"/>
                    <a:cs typeface="Times New Roman" panose="02020603050405020304" pitchFamily="18" charset="0"/>
                  </a:rPr>
                  <a:t> có kích thước</a:t>
                </a:r>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𝑛 = 121</a:t>
                </a:r>
                <a:r>
                  <a:rPr lang="en-US" sz="2400">
                    <a:latin typeface="Times New Roman" panose="02020603050405020304" pitchFamily="18" charset="0"/>
                    <a:cs typeface="Times New Roman" panose="02020603050405020304" pitchFamily="18" charset="0"/>
                  </a:rPr>
                  <a:t> mẫu</a:t>
                </a:r>
                <a:r>
                  <a:rPr lang="vi-VN" sz="2400">
                    <a:latin typeface="Times New Roman" panose="02020603050405020304" pitchFamily="18" charset="0"/>
                    <a:cs typeface="Times New Roman" panose="02020603050405020304" pitchFamily="18" charset="0"/>
                  </a:rPr>
                  <a:t>, và chúng ta đã ước tính các hệ số tự tương quan mẫu</a:t>
                </a:r>
                <a:r>
                  <a:rPr lang="en-US" sz="240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sz="2400" i="1">
                            <a:latin typeface="Cambria Math" panose="02040503050406030204" pitchFamily="18" charset="0"/>
                            <a:cs typeface="Times New Roman" panose="02020603050405020304" pitchFamily="18" charset="0"/>
                          </a:rPr>
                        </m:ctrlPr>
                      </m:sSubPr>
                      <m:e>
                        <m:r>
                          <m:rPr>
                            <m:nor/>
                          </m:rPr>
                          <a:rPr lang="en-US" sz="2400" b="0" i="1" smtClean="0">
                            <a:latin typeface="Times New Roman" panose="02020603050405020304" pitchFamily="18" charset="0"/>
                            <a:cs typeface="Times New Roman" panose="02020603050405020304" pitchFamily="18" charset="0"/>
                          </a:rPr>
                          <m:t>r</m:t>
                        </m:r>
                      </m:e>
                      <m:sub>
                        <m:r>
                          <a:rPr lang="en-US" sz="2400" b="0" i="1" smtClean="0">
                            <a:latin typeface="Cambria Math" panose="02040503050406030204" pitchFamily="18" charset="0"/>
                            <a:cs typeface="Times New Roman" panose="02020603050405020304" pitchFamily="18" charset="0"/>
                          </a:rPr>
                          <m:t>1</m:t>
                        </m:r>
                      </m:sub>
                    </m:sSub>
                  </m:oMath>
                </a14:m>
                <a:r>
                  <a:rPr lang="vi-VN" sz="2400">
                    <a:latin typeface="Times New Roman" panose="02020603050405020304" pitchFamily="18" charset="0"/>
                    <a:cs typeface="Times New Roman" panose="02020603050405020304" pitchFamily="18" charset="0"/>
                  </a:rPr>
                  <a:t> = 0,936 và </a:t>
                </a:r>
                <a14:m>
                  <m:oMath xmlns:m="http://schemas.openxmlformats.org/officeDocument/2006/math">
                    <m:sSub>
                      <m:sSubPr>
                        <m:ctrlPr>
                          <a:rPr lang="en-US" sz="2400" i="1">
                            <a:latin typeface="Cambria Math" panose="02040503050406030204" pitchFamily="18" charset="0"/>
                            <a:cs typeface="Times New Roman" panose="02020603050405020304" pitchFamily="18" charset="0"/>
                          </a:rPr>
                        </m:ctrlPr>
                      </m:sSubPr>
                      <m:e>
                        <m:r>
                          <m:rPr>
                            <m:nor/>
                          </m:rPr>
                          <a:rPr lang="en-US" sz="2400" i="1">
                            <a:latin typeface="Times New Roman" panose="02020603050405020304" pitchFamily="18" charset="0"/>
                            <a:cs typeface="Times New Roman" panose="02020603050405020304" pitchFamily="18" charset="0"/>
                          </a:rPr>
                          <m:t>r</m:t>
                        </m:r>
                      </m:e>
                      <m:sub>
                        <m:r>
                          <a:rPr lang="en-US" sz="2400" b="0" i="1" smtClean="0">
                            <a:latin typeface="Cambria Math" panose="02040503050406030204" pitchFamily="18" charset="0"/>
                            <a:cs typeface="Times New Roman" panose="02020603050405020304" pitchFamily="18" charset="0"/>
                          </a:rPr>
                          <m:t>2</m:t>
                        </m:r>
                      </m:sub>
                    </m:sSub>
                  </m:oMath>
                </a14:m>
                <a:r>
                  <a:rPr lang="vi-VN" sz="2400">
                    <a:latin typeface="Times New Roman" panose="02020603050405020304" pitchFamily="18" charset="0"/>
                    <a:cs typeface="Times New Roman" panose="02020603050405020304" pitchFamily="18" charset="0"/>
                  </a:rPr>
                  <a:t> = 0,802. Giá trị trung bình của chuỗi</a:t>
                </a:r>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𝜇 = 5,1069, và</a:t>
                </a:r>
                <a:r>
                  <a:rPr lang="en-US" sz="2400">
                    <a:cs typeface="Times New Roman" panose="02020603050405020304" pitchFamily="18" charset="0"/>
                  </a:rPr>
                  <a:t> </a:t>
                </a:r>
                <a14:m>
                  <m:oMath xmlns:m="http://schemas.openxmlformats.org/officeDocument/2006/math">
                    <m:sSub>
                      <m:sSubPr>
                        <m:ctrlPr>
                          <a:rPr lang="en-US" sz="2400" i="1">
                            <a:latin typeface="Cambria Math" panose="02040503050406030204" pitchFamily="18" charset="0"/>
                            <a:cs typeface="Times New Roman" panose="02020603050405020304" pitchFamily="18" charset="0"/>
                          </a:rPr>
                        </m:ctrlPr>
                      </m:sSubPr>
                      <m:e>
                        <m:r>
                          <m:rPr>
                            <m:nor/>
                          </m:rPr>
                          <a:rPr lang="vi-VN" sz="2400">
                            <a:latin typeface="Times New Roman" panose="02020603050405020304" pitchFamily="18" charset="0"/>
                            <a:cs typeface="Times New Roman" panose="02020603050405020304" pitchFamily="18" charset="0"/>
                          </a:rPr>
                          <m:t>𝛾</m:t>
                        </m:r>
                      </m:e>
                      <m:sub>
                        <m:r>
                          <a:rPr lang="en-US" sz="2400" b="0" i="1" smtClean="0">
                            <a:latin typeface="Cambria Math" panose="02040503050406030204" pitchFamily="18" charset="0"/>
                            <a:cs typeface="Times New Roman" panose="02020603050405020304" pitchFamily="18" charset="0"/>
                          </a:rPr>
                          <m:t>0</m:t>
                        </m:r>
                      </m:sub>
                    </m:sSub>
                  </m:oMath>
                </a14:m>
                <a:r>
                  <a:rPr lang="vi-VN" sz="2400">
                    <a:latin typeface="Times New Roman" panose="02020603050405020304" pitchFamily="18" charset="0"/>
                    <a:cs typeface="Times New Roman" panose="02020603050405020304" pitchFamily="18" charset="0"/>
                  </a:rPr>
                  <a:t> = 𝑉𝑎𝑟</a:t>
                </a:r>
                <a:r>
                  <a:rPr lang="en-US" sz="2400">
                    <a:latin typeface="Times New Roman" panose="02020603050405020304" pitchFamily="18" charset="0"/>
                    <a:cs typeface="Times New Roman" panose="02020603050405020304" pitchFamily="18" charset="0"/>
                  </a:rPr>
                  <a:t>[</a:t>
                </a:r>
                <a14:m>
                  <m:oMath xmlns:m="http://schemas.openxmlformats.org/officeDocument/2006/math">
                    <m:sSub>
                      <m:sSubPr>
                        <m:ctrlPr>
                          <a:rPr lang="en-US" sz="2400" i="1">
                            <a:latin typeface="Cambria Math" panose="02040503050406030204" pitchFamily="18" charset="0"/>
                            <a:cs typeface="Times New Roman" panose="02020603050405020304" pitchFamily="18" charset="0"/>
                          </a:rPr>
                        </m:ctrlPr>
                      </m:sSubPr>
                      <m:e>
                        <m:r>
                          <m:rPr>
                            <m:nor/>
                          </m:rPr>
                          <a:rPr lang="en-US" sz="2400" i="1">
                            <a:latin typeface="Times New Roman" panose="02020603050405020304" pitchFamily="18" charset="0"/>
                            <a:cs typeface="Times New Roman" panose="02020603050405020304" pitchFamily="18" charset="0"/>
                          </a:rPr>
                          <m:t>y</m:t>
                        </m:r>
                      </m:e>
                      <m:sub>
                        <m:r>
                          <a:rPr lang="en-US" sz="2400" i="1">
                            <a:latin typeface="Cambria Math" panose="02040503050406030204" pitchFamily="18" charset="0"/>
                            <a:cs typeface="Times New Roman" panose="02020603050405020304" pitchFamily="18" charset="0"/>
                          </a:rPr>
                          <m:t>𝑡</m:t>
                        </m:r>
                      </m:sub>
                    </m:sSub>
                  </m:oMath>
                </a14:m>
                <a:r>
                  <a:rPr lang="en-US" sz="2400">
                    <a:latin typeface="Times New Roman" panose="02020603050405020304" pitchFamily="18" charset="0"/>
                    <a:cs typeface="Times New Roman" panose="02020603050405020304" pitchFamily="18" charset="0"/>
                  </a:rPr>
                  <a:t>]</a:t>
                </a:r>
                <a:r>
                  <a:rPr lang="vi-VN" sz="2400">
                    <a:latin typeface="Times New Roman" panose="02020603050405020304" pitchFamily="18" charset="0"/>
                    <a:cs typeface="Times New Roman" panose="02020603050405020304" pitchFamily="18" charset="0"/>
                  </a:rPr>
                  <a:t> = </a:t>
                </a:r>
                <a14:m>
                  <m:oMath xmlns:m="http://schemas.openxmlformats.org/officeDocument/2006/math">
                    <m:sSup>
                      <m:sSupPr>
                        <m:ctrlPr>
                          <a:rPr lang="vi-VN" sz="2400" i="1" smtClean="0">
                            <a:latin typeface="Cambria Math" panose="02040503050406030204" pitchFamily="18" charset="0"/>
                            <a:cs typeface="Times New Roman" panose="02020603050405020304" pitchFamily="18" charset="0"/>
                          </a:rPr>
                        </m:ctrlPr>
                      </m:sSupPr>
                      <m:e>
                        <m:r>
                          <a:rPr lang="en-US" sz="2400" b="0" i="1" smtClean="0">
                            <a:latin typeface="Cambria Math" panose="02040503050406030204" pitchFamily="18" charset="0"/>
                            <a:cs typeface="Times New Roman" panose="02020603050405020304" pitchFamily="18" charset="0"/>
                          </a:rPr>
                          <m:t>𝑆</m:t>
                        </m:r>
                      </m:e>
                      <m:sup>
                        <m:r>
                          <a:rPr lang="en-US" sz="2400" b="0" i="1" smtClean="0">
                            <a:latin typeface="Cambria Math" panose="02040503050406030204" pitchFamily="18" charset="0"/>
                            <a:cs typeface="Times New Roman" panose="02020603050405020304" pitchFamily="18" charset="0"/>
                          </a:rPr>
                          <m:t>2</m:t>
                        </m:r>
                      </m:sup>
                    </m:sSup>
                  </m:oMath>
                </a14:m>
                <a:r>
                  <a:rPr lang="vi-VN" sz="2400">
                    <a:latin typeface="Times New Roman" panose="02020603050405020304" pitchFamily="18" charset="0"/>
                    <a:cs typeface="Times New Roman" panose="02020603050405020304" pitchFamily="18" charset="0"/>
                  </a:rPr>
                  <a:t>= 1,99487.</a:t>
                </a:r>
                <a:endParaRPr lang="en-US" sz="2400">
                  <a:latin typeface="Times New Roman" panose="02020603050405020304" pitchFamily="18" charset="0"/>
                  <a:cs typeface="Times New Roman" panose="02020603050405020304" pitchFamily="18" charset="0"/>
                </a:endParaRPr>
              </a:p>
              <a:p>
                <a:pPr marL="1314450" lvl="2" indent="-457200">
                  <a:buFont typeface="Courier New" panose="02070309020205020404" pitchFamily="49" charset="0"/>
                  <a:buChar char="o"/>
                </a:pPr>
                <a:endParaRPr lang="en-US" sz="2400">
                  <a:latin typeface="Times New Roman" panose="02020603050405020304" pitchFamily="18" charset="0"/>
                  <a:cs typeface="Times New Roman" panose="02020603050405020304" pitchFamily="18" charset="0"/>
                </a:endParaRPr>
              </a:p>
              <a:p>
                <a:pPr marL="1314450" lvl="2" indent="-457200">
                  <a:buFont typeface="Courier New" panose="02070309020205020404" pitchFamily="49" charset="0"/>
                  <a:buChar char="o"/>
                </a:pPr>
                <a:endParaRPr lang="en-US" sz="2400">
                  <a:latin typeface="Times New Roman" panose="02020603050405020304" pitchFamily="18" charset="0"/>
                  <a:cs typeface="Times New Roman" panose="02020603050405020304" pitchFamily="18" charset="0"/>
                </a:endParaRPr>
              </a:p>
              <a:p>
                <a:pPr marL="1314450" lvl="2" indent="-457200">
                  <a:buFont typeface="Courier New" panose="02070309020205020404" pitchFamily="49" charset="0"/>
                  <a:buChar char="o"/>
                </a:pPr>
                <a:endParaRPr lang="en-US" sz="2400">
                  <a:latin typeface="Times New Roman" panose="02020603050405020304" pitchFamily="18" charset="0"/>
                  <a:cs typeface="Times New Roman" panose="02020603050405020304" pitchFamily="18" charset="0"/>
                </a:endParaRPr>
              </a:p>
              <a:p>
                <a:pPr marL="1314450" lvl="2" indent="-457200">
                  <a:buFont typeface="Courier New" panose="02070309020205020404" pitchFamily="49" charset="0"/>
                  <a:buChar char="o"/>
                </a:pPr>
                <a:endParaRPr lang="en-US" sz="2400">
                  <a:latin typeface="Times New Roman" panose="02020603050405020304" pitchFamily="18" charset="0"/>
                  <a:cs typeface="Times New Roman" panose="02020603050405020304" pitchFamily="18" charset="0"/>
                </a:endParaRPr>
              </a:p>
              <a:p>
                <a:pPr marL="1314450" lvl="2" indent="-457200">
                  <a:buFont typeface="Courier New" panose="02070309020205020404" pitchFamily="49" charset="0"/>
                  <a:buChar char="o"/>
                </a:pPr>
                <a:endParaRPr lang="en-US" sz="2400">
                  <a:latin typeface="Times New Roman" panose="02020603050405020304" pitchFamily="18" charset="0"/>
                  <a:cs typeface="Times New Roman" panose="02020603050405020304" pitchFamily="18" charset="0"/>
                </a:endParaRPr>
              </a:p>
              <a:p>
                <a:pPr marL="1314450" lvl="2" indent="-457200">
                  <a:buFont typeface="Courier New" panose="02070309020205020404" pitchFamily="49" charset="0"/>
                  <a:buChar char="o"/>
                </a:pPr>
                <a:endParaRPr lang="en-US" sz="2400">
                  <a:latin typeface="Times New Roman" panose="02020603050405020304" pitchFamily="18" charset="0"/>
                  <a:cs typeface="Times New Roman" panose="02020603050405020304" pitchFamily="18" charset="0"/>
                </a:endParaRPr>
              </a:p>
              <a:p>
                <a:pPr marL="1314450" lvl="2" indent="-457200">
                  <a:buFont typeface="Courier New" panose="02070309020205020404" pitchFamily="49" charset="0"/>
                  <a:buChar char="o"/>
                </a:pPr>
                <a:endParaRPr lang="en-US" sz="2400">
                  <a:latin typeface="Times New Roman" panose="02020603050405020304" pitchFamily="18" charset="0"/>
                  <a:cs typeface="Times New Roman" panose="02020603050405020304" pitchFamily="18" charset="0"/>
                </a:endParaRPr>
              </a:p>
              <a:p>
                <a:pPr marL="857250" lvl="2" indent="0"/>
                <a:endParaRPr lang="en-US" sz="2400">
                  <a:latin typeface="Times New Roman" panose="02020603050405020304" pitchFamily="18" charset="0"/>
                  <a:cs typeface="Times New Roman" panose="02020603050405020304" pitchFamily="18" charset="0"/>
                </a:endParaRPr>
              </a:p>
            </p:txBody>
          </p:sp>
        </mc:Choice>
        <mc:Fallback xmlns="">
          <p:sp>
            <p:nvSpPr>
              <p:cNvPr id="31747" name="Rectangle 3">
                <a:extLst>
                  <a:ext uri="{FF2B5EF4-FFF2-40B4-BE49-F238E27FC236}">
                    <a16:creationId xmlns:a16="http://schemas.microsoft.com/office/drawing/2014/main" id="{7A0EF88F-7CBD-EB10-11ED-A879EC309D39}"/>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3"/>
                <a:stretch>
                  <a:fillRect l="-1136" t="-123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pic>
        <p:nvPicPr>
          <p:cNvPr id="4" name="Picture 3">
            <a:extLst>
              <a:ext uri="{FF2B5EF4-FFF2-40B4-BE49-F238E27FC236}">
                <a16:creationId xmlns:a16="http://schemas.microsoft.com/office/drawing/2014/main" id="{5A01A69F-FA73-5FD3-CC2B-A19C46949CA1}"/>
              </a:ext>
            </a:extLst>
          </p:cNvPr>
          <p:cNvPicPr>
            <a:picLocks noChangeAspect="1"/>
          </p:cNvPicPr>
          <p:nvPr/>
        </p:nvPicPr>
        <p:blipFill>
          <a:blip r:embed="rId4"/>
          <a:stretch>
            <a:fillRect/>
          </a:stretch>
        </p:blipFill>
        <p:spPr>
          <a:xfrm>
            <a:off x="762000" y="5090815"/>
            <a:ext cx="3429000" cy="455951"/>
          </a:xfrm>
          <a:prstGeom prst="rect">
            <a:avLst/>
          </a:prstGeom>
        </p:spPr>
      </p:pic>
      <p:pic>
        <p:nvPicPr>
          <p:cNvPr id="6" name="Picture 5">
            <a:extLst>
              <a:ext uri="{FF2B5EF4-FFF2-40B4-BE49-F238E27FC236}">
                <a16:creationId xmlns:a16="http://schemas.microsoft.com/office/drawing/2014/main" id="{3FB65407-A5A9-FF54-DBA8-836AF360F329}"/>
              </a:ext>
            </a:extLst>
          </p:cNvPr>
          <p:cNvPicPr>
            <a:picLocks noChangeAspect="1"/>
          </p:cNvPicPr>
          <p:nvPr/>
        </p:nvPicPr>
        <p:blipFill>
          <a:blip r:embed="rId5"/>
          <a:stretch>
            <a:fillRect/>
          </a:stretch>
        </p:blipFill>
        <p:spPr>
          <a:xfrm>
            <a:off x="1143000" y="5691228"/>
            <a:ext cx="8001000" cy="404772"/>
          </a:xfrm>
          <a:prstGeom prst="rect">
            <a:avLst/>
          </a:prstGeom>
        </p:spPr>
      </p:pic>
      <p:pic>
        <p:nvPicPr>
          <p:cNvPr id="9" name="Picture 8">
            <a:extLst>
              <a:ext uri="{FF2B5EF4-FFF2-40B4-BE49-F238E27FC236}">
                <a16:creationId xmlns:a16="http://schemas.microsoft.com/office/drawing/2014/main" id="{741A2A9F-8F40-CCC7-E36F-FFC9CC5F4177}"/>
              </a:ext>
            </a:extLst>
          </p:cNvPr>
          <p:cNvPicPr>
            <a:picLocks noChangeAspect="1"/>
          </p:cNvPicPr>
          <p:nvPr/>
        </p:nvPicPr>
        <p:blipFill>
          <a:blip r:embed="rId6"/>
          <a:stretch>
            <a:fillRect/>
          </a:stretch>
        </p:blipFill>
        <p:spPr>
          <a:xfrm>
            <a:off x="19050" y="3695700"/>
            <a:ext cx="9144000" cy="388382"/>
          </a:xfrm>
          <a:prstGeom prst="rect">
            <a:avLst/>
          </a:prstGeom>
        </p:spPr>
      </p:pic>
      <p:pic>
        <p:nvPicPr>
          <p:cNvPr id="12" name="Picture 11">
            <a:extLst>
              <a:ext uri="{FF2B5EF4-FFF2-40B4-BE49-F238E27FC236}">
                <a16:creationId xmlns:a16="http://schemas.microsoft.com/office/drawing/2014/main" id="{8F1E0CF1-E528-7963-E2AD-1C11D94B2DA6}"/>
              </a:ext>
            </a:extLst>
          </p:cNvPr>
          <p:cNvPicPr>
            <a:picLocks noChangeAspect="1"/>
          </p:cNvPicPr>
          <p:nvPr/>
        </p:nvPicPr>
        <p:blipFill>
          <a:blip r:embed="rId7"/>
          <a:stretch>
            <a:fillRect/>
          </a:stretch>
        </p:blipFill>
        <p:spPr>
          <a:xfrm>
            <a:off x="1295400" y="4199637"/>
            <a:ext cx="6515100" cy="455910"/>
          </a:xfrm>
          <a:prstGeom prst="rect">
            <a:avLst/>
          </a:prstGeom>
        </p:spPr>
      </p:pic>
    </p:spTree>
    <p:extLst>
      <p:ext uri="{BB962C8B-B14F-4D97-AF65-F5344CB8AC3E}">
        <p14:creationId xmlns:p14="http://schemas.microsoft.com/office/powerpoint/2010/main" val="2719567664"/>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153F61-FCF1-420A-F6DB-122A8B2D7C61}"/>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5A1EFABC-12DE-687E-91D5-9B8BCC685261}"/>
              </a:ext>
            </a:extLst>
          </p:cNvPr>
          <p:cNvSpPr>
            <a:spLocks noGrp="1"/>
          </p:cNvSpPr>
          <p:nvPr>
            <p:ph type="title"/>
          </p:nvPr>
        </p:nvSpPr>
        <p:spPr>
          <a:xfrm>
            <a:off x="1220788" y="365125"/>
            <a:ext cx="7904162" cy="747713"/>
          </a:xfrm>
        </p:spPr>
        <p:txBody>
          <a:bodyPr>
            <a:noAutofit/>
          </a:bodyPr>
          <a:lstStyle/>
          <a:p>
            <a:pPr marL="57150">
              <a:defRPr/>
            </a:pPr>
            <a:r>
              <a:rPr lang="vi-VN" sz="3200">
                <a:latin typeface="Times New Roman" panose="02020603050405020304" pitchFamily="18" charset="0"/>
                <a:cs typeface="Times New Roman" panose="02020603050405020304" pitchFamily="18" charset="0"/>
              </a:rPr>
              <a:t>Ước tính tham số</a:t>
            </a:r>
            <a:endParaRPr lang="en-US" sz="3200" b="0">
              <a:latin typeface="Times New Roman" panose="02020603050405020304" pitchFamily="18" charset="0"/>
              <a:cs typeface="Times New Roman" panose="02020603050405020304" pitchFamily="18" charset="0"/>
            </a:endParaRPr>
          </a:p>
        </p:txBody>
      </p:sp>
      <p:sp>
        <p:nvSpPr>
          <p:cNvPr id="31747" name="Rectangle 3">
            <a:extLst>
              <a:ext uri="{FF2B5EF4-FFF2-40B4-BE49-F238E27FC236}">
                <a16:creationId xmlns:a16="http://schemas.microsoft.com/office/drawing/2014/main" id="{4C813128-8668-1ECE-D11F-98CA2BC6036B}"/>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Phương pháp Mô men:</a:t>
            </a:r>
            <a:endParaRPr lang="en-US" sz="280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r>
              <a:rPr lang="vi-VN" sz="2800">
                <a:latin typeface="Times New Roman" panose="02020603050405020304" pitchFamily="18" charset="0"/>
                <a:cs typeface="Times New Roman" panose="02020603050405020304" pitchFamily="18" charset="0"/>
              </a:rPr>
              <a:t>Ước tính phương sai nhiễu trắng</a:t>
            </a:r>
            <a:endParaRPr lang="en-US" sz="2800">
              <a:latin typeface="Times New Roman" panose="02020603050405020304" pitchFamily="18" charset="0"/>
              <a:cs typeface="Times New Roman" panose="02020603050405020304" pitchFamily="18" charset="0"/>
            </a:endParaRPr>
          </a:p>
          <a:p>
            <a:pPr marL="1314450" lvl="2" indent="-4572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MA(p):</a:t>
            </a:r>
          </a:p>
          <a:p>
            <a:pPr marL="1314450" lvl="2" indent="-457200">
              <a:buFont typeface="Courier New" panose="02070309020205020404" pitchFamily="49" charset="0"/>
              <a:buChar char="o"/>
            </a:pPr>
            <a:endParaRPr lang="en-US" sz="2400">
              <a:latin typeface="Times New Roman" panose="02020603050405020304" pitchFamily="18" charset="0"/>
              <a:cs typeface="Times New Roman" panose="02020603050405020304" pitchFamily="18" charset="0"/>
            </a:endParaRPr>
          </a:p>
          <a:p>
            <a:pPr marL="1314450" lvl="2" indent="-457200">
              <a:buFont typeface="Courier New" panose="02070309020205020404" pitchFamily="49" charset="0"/>
              <a:buChar char="o"/>
            </a:pPr>
            <a:endParaRPr lang="en-US" sz="2400">
              <a:latin typeface="Times New Roman" panose="02020603050405020304" pitchFamily="18" charset="0"/>
              <a:cs typeface="Times New Roman" panose="02020603050405020304" pitchFamily="18" charset="0"/>
            </a:endParaRPr>
          </a:p>
          <a:p>
            <a:pPr marL="1314450" lvl="2" indent="-457200">
              <a:buFont typeface="Courier New" panose="02070309020205020404" pitchFamily="49" charset="0"/>
              <a:buChar char="o"/>
            </a:pPr>
            <a:endParaRPr lang="en-US" sz="2400">
              <a:latin typeface="Times New Roman" panose="02020603050405020304" pitchFamily="18" charset="0"/>
              <a:cs typeface="Times New Roman" panose="02020603050405020304" pitchFamily="18" charset="0"/>
            </a:endParaRPr>
          </a:p>
          <a:p>
            <a:pPr marL="1314450" lvl="2" indent="-457200">
              <a:buFont typeface="Courier New" panose="02070309020205020404" pitchFamily="49" charset="0"/>
              <a:buChar char="o"/>
            </a:pPr>
            <a:endParaRPr lang="en-US" sz="2400">
              <a:latin typeface="Times New Roman" panose="02020603050405020304" pitchFamily="18" charset="0"/>
              <a:cs typeface="Times New Roman" panose="02020603050405020304" pitchFamily="18" charset="0"/>
            </a:endParaRPr>
          </a:p>
          <a:p>
            <a:pPr marL="1314450" lvl="2" indent="-457200">
              <a:buFont typeface="Courier New" panose="02070309020205020404" pitchFamily="49" charset="0"/>
              <a:buChar char="o"/>
            </a:pPr>
            <a:endParaRPr lang="en-US" sz="2400">
              <a:latin typeface="Times New Roman" panose="02020603050405020304" pitchFamily="18" charset="0"/>
              <a:cs typeface="Times New Roman" panose="02020603050405020304" pitchFamily="18" charset="0"/>
            </a:endParaRPr>
          </a:p>
          <a:p>
            <a:pPr marL="1314450" lvl="2" indent="-457200">
              <a:buFont typeface="Courier New" panose="02070309020205020404" pitchFamily="49" charset="0"/>
              <a:buChar char="o"/>
            </a:pPr>
            <a:endParaRPr lang="en-US" sz="2400">
              <a:latin typeface="Times New Roman" panose="02020603050405020304" pitchFamily="18" charset="0"/>
              <a:cs typeface="Times New Roman" panose="02020603050405020304" pitchFamily="18" charset="0"/>
            </a:endParaRPr>
          </a:p>
          <a:p>
            <a:pPr marL="1771650" lvl="3" indent="-457200">
              <a:buFont typeface="Wingdings" panose="05000000000000000000" pitchFamily="2" charset="2"/>
              <a:buChar char="§"/>
            </a:pPr>
            <a:r>
              <a:rPr lang="en-US" sz="2400">
                <a:latin typeface="Times New Roman" panose="02020603050405020304" pitchFamily="18" charset="0"/>
                <a:cs typeface="Times New Roman" panose="02020603050405020304" pitchFamily="18" charset="0"/>
              </a:rPr>
              <a:t>p = 1:</a:t>
            </a:r>
          </a:p>
          <a:p>
            <a:pPr marL="1771650" lvl="3" indent="-457200">
              <a:buFont typeface="Wingdings" panose="05000000000000000000" pitchFamily="2" charset="2"/>
              <a:buChar char="§"/>
            </a:pPr>
            <a:endParaRPr lang="en-US" sz="2400">
              <a:latin typeface="Times New Roman" panose="02020603050405020304" pitchFamily="18" charset="0"/>
              <a:cs typeface="Times New Roman" panose="02020603050405020304" pitchFamily="18" charset="0"/>
            </a:endParaRPr>
          </a:p>
          <a:p>
            <a:pPr marL="1771650" lvl="3" indent="-457200">
              <a:buFont typeface="Wingdings" panose="05000000000000000000" pitchFamily="2" charset="2"/>
              <a:buChar char="§"/>
            </a:pPr>
            <a:endParaRPr lang="en-US" sz="240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F499CAD3-62EE-7EA9-AF73-A6DDF231E616}"/>
              </a:ext>
            </a:extLst>
          </p:cNvPr>
          <p:cNvPicPr>
            <a:picLocks noChangeAspect="1"/>
          </p:cNvPicPr>
          <p:nvPr/>
        </p:nvPicPr>
        <p:blipFill>
          <a:blip r:embed="rId3"/>
          <a:stretch>
            <a:fillRect/>
          </a:stretch>
        </p:blipFill>
        <p:spPr>
          <a:xfrm>
            <a:off x="2133600" y="2514600"/>
            <a:ext cx="4495800" cy="636711"/>
          </a:xfrm>
          <a:prstGeom prst="rect">
            <a:avLst/>
          </a:prstGeom>
        </p:spPr>
      </p:pic>
      <p:pic>
        <p:nvPicPr>
          <p:cNvPr id="7" name="Picture 6">
            <a:extLst>
              <a:ext uri="{FF2B5EF4-FFF2-40B4-BE49-F238E27FC236}">
                <a16:creationId xmlns:a16="http://schemas.microsoft.com/office/drawing/2014/main" id="{8623FCB7-2C2B-2478-6E77-D4F66A77456B}"/>
              </a:ext>
            </a:extLst>
          </p:cNvPr>
          <p:cNvPicPr>
            <a:picLocks noChangeAspect="1"/>
          </p:cNvPicPr>
          <p:nvPr/>
        </p:nvPicPr>
        <p:blipFill>
          <a:blip r:embed="rId4"/>
          <a:stretch>
            <a:fillRect/>
          </a:stretch>
        </p:blipFill>
        <p:spPr>
          <a:xfrm>
            <a:off x="1869894" y="3058266"/>
            <a:ext cx="5133975" cy="1132734"/>
          </a:xfrm>
          <a:prstGeom prst="rect">
            <a:avLst/>
          </a:prstGeom>
        </p:spPr>
      </p:pic>
      <p:pic>
        <p:nvPicPr>
          <p:cNvPr id="11" name="Picture 10">
            <a:extLst>
              <a:ext uri="{FF2B5EF4-FFF2-40B4-BE49-F238E27FC236}">
                <a16:creationId xmlns:a16="http://schemas.microsoft.com/office/drawing/2014/main" id="{ADC5DFBE-BAEE-10C1-D716-10CDCA62DD77}"/>
              </a:ext>
            </a:extLst>
          </p:cNvPr>
          <p:cNvPicPr>
            <a:picLocks noChangeAspect="1"/>
          </p:cNvPicPr>
          <p:nvPr/>
        </p:nvPicPr>
        <p:blipFill>
          <a:blip r:embed="rId5"/>
          <a:stretch>
            <a:fillRect/>
          </a:stretch>
        </p:blipFill>
        <p:spPr>
          <a:xfrm>
            <a:off x="2590800" y="4979491"/>
            <a:ext cx="5096913" cy="1034556"/>
          </a:xfrm>
          <a:prstGeom prst="rect">
            <a:avLst/>
          </a:prstGeom>
        </p:spPr>
      </p:pic>
    </p:spTree>
    <p:extLst>
      <p:ext uri="{BB962C8B-B14F-4D97-AF65-F5344CB8AC3E}">
        <p14:creationId xmlns:p14="http://schemas.microsoft.com/office/powerpoint/2010/main" val="2677507428"/>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A6B56B-2264-D380-C798-76C337239720}"/>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902A7699-5024-B171-B49E-244BE170FB17}"/>
              </a:ext>
            </a:extLst>
          </p:cNvPr>
          <p:cNvSpPr>
            <a:spLocks noGrp="1"/>
          </p:cNvSpPr>
          <p:nvPr>
            <p:ph type="title"/>
          </p:nvPr>
        </p:nvSpPr>
        <p:spPr>
          <a:xfrm>
            <a:off x="1220788" y="365125"/>
            <a:ext cx="7904162" cy="747713"/>
          </a:xfrm>
        </p:spPr>
        <p:txBody>
          <a:bodyPr>
            <a:noAutofit/>
          </a:bodyPr>
          <a:lstStyle/>
          <a:p>
            <a:pPr marL="57150">
              <a:defRPr/>
            </a:pPr>
            <a:r>
              <a:rPr lang="vi-VN" sz="3200">
                <a:latin typeface="Times New Roman" panose="02020603050405020304" pitchFamily="18" charset="0"/>
                <a:cs typeface="Times New Roman" panose="02020603050405020304" pitchFamily="18" charset="0"/>
              </a:rPr>
              <a:t>Ước tính tham số</a:t>
            </a:r>
            <a:endParaRPr lang="en-US" sz="3200" b="0">
              <a:latin typeface="Times New Roman" panose="02020603050405020304" pitchFamily="18" charset="0"/>
              <a:cs typeface="Times New Roman" panose="02020603050405020304" pitchFamily="18" charset="0"/>
            </a:endParaRPr>
          </a:p>
        </p:txBody>
      </p:sp>
      <p:sp>
        <p:nvSpPr>
          <p:cNvPr id="31747" name="Rectangle 3">
            <a:extLst>
              <a:ext uri="{FF2B5EF4-FFF2-40B4-BE49-F238E27FC236}">
                <a16:creationId xmlns:a16="http://schemas.microsoft.com/office/drawing/2014/main" id="{87F4E045-5DB7-40B9-DFF3-8153DE17F2F0}"/>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vi-VN" sz="2800">
                <a:latin typeface="Times New Roman" panose="02020603050405020304" pitchFamily="18" charset="0"/>
                <a:cs typeface="Times New Roman" panose="02020603050405020304" pitchFamily="18" charset="0"/>
              </a:rPr>
              <a:t>Phương pháp bình phương nhỏ nhất</a:t>
            </a:r>
            <a:endParaRPr lang="en-US" sz="28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AR(1): </a:t>
            </a:r>
            <a:r>
              <a:rPr lang="vi-VN" sz="2800">
                <a:latin typeface="Times New Roman" panose="02020603050405020304" pitchFamily="18" charset="0"/>
                <a:cs typeface="Times New Roman" panose="02020603050405020304" pitchFamily="18" charset="0"/>
              </a:rPr>
              <a:t>Mô hình có dạng như sau</a:t>
            </a:r>
            <a:endParaRPr lang="en-US" sz="28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800100" lvl="2" indent="0"/>
            <a:r>
              <a:rPr lang="en-US" sz="2800">
                <a:latin typeface="Times New Roman" panose="02020603050405020304" pitchFamily="18" charset="0"/>
                <a:cs typeface="Times New Roman" panose="02020603050405020304" pitchFamily="18" charset="0"/>
              </a:rPr>
              <a:t>Hàm cần tối ưu</a:t>
            </a:r>
          </a:p>
          <a:p>
            <a:pPr marL="457200" indent="-457200">
              <a:buFont typeface="Wingdings" panose="05000000000000000000" pitchFamily="2" charset="2"/>
              <a:buChar char="Ø"/>
            </a:pPr>
            <a:endParaRPr lang="en-US" sz="280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18441185-EBA4-A2BC-5468-F8CB3E3C5059}"/>
              </a:ext>
            </a:extLst>
          </p:cNvPr>
          <p:cNvPicPr>
            <a:picLocks noChangeAspect="1"/>
          </p:cNvPicPr>
          <p:nvPr/>
        </p:nvPicPr>
        <p:blipFill>
          <a:blip r:embed="rId3"/>
          <a:stretch>
            <a:fillRect/>
          </a:stretch>
        </p:blipFill>
        <p:spPr>
          <a:xfrm>
            <a:off x="2057401" y="2133600"/>
            <a:ext cx="4876800" cy="459095"/>
          </a:xfrm>
          <a:prstGeom prst="rect">
            <a:avLst/>
          </a:prstGeom>
        </p:spPr>
      </p:pic>
      <p:pic>
        <p:nvPicPr>
          <p:cNvPr id="5" name="Picture 4">
            <a:extLst>
              <a:ext uri="{FF2B5EF4-FFF2-40B4-BE49-F238E27FC236}">
                <a16:creationId xmlns:a16="http://schemas.microsoft.com/office/drawing/2014/main" id="{EF489231-54DE-5CE2-DE2A-55202F61C079}"/>
              </a:ext>
            </a:extLst>
          </p:cNvPr>
          <p:cNvPicPr>
            <a:picLocks noChangeAspect="1"/>
          </p:cNvPicPr>
          <p:nvPr/>
        </p:nvPicPr>
        <p:blipFill>
          <a:blip r:embed="rId4"/>
          <a:stretch>
            <a:fillRect/>
          </a:stretch>
        </p:blipFill>
        <p:spPr>
          <a:xfrm>
            <a:off x="2895600" y="2649870"/>
            <a:ext cx="5181600" cy="455141"/>
          </a:xfrm>
          <a:prstGeom prst="rect">
            <a:avLst/>
          </a:prstGeom>
        </p:spPr>
      </p:pic>
      <p:pic>
        <p:nvPicPr>
          <p:cNvPr id="7" name="Picture 6">
            <a:extLst>
              <a:ext uri="{FF2B5EF4-FFF2-40B4-BE49-F238E27FC236}">
                <a16:creationId xmlns:a16="http://schemas.microsoft.com/office/drawing/2014/main" id="{43049015-4178-6FC4-B35D-02DAE58F0348}"/>
              </a:ext>
            </a:extLst>
          </p:cNvPr>
          <p:cNvPicPr>
            <a:picLocks noChangeAspect="1"/>
          </p:cNvPicPr>
          <p:nvPr/>
        </p:nvPicPr>
        <p:blipFill>
          <a:blip r:embed="rId5"/>
          <a:stretch>
            <a:fillRect/>
          </a:stretch>
        </p:blipFill>
        <p:spPr>
          <a:xfrm>
            <a:off x="2057401" y="3893633"/>
            <a:ext cx="6248400" cy="1051650"/>
          </a:xfrm>
          <a:prstGeom prst="rect">
            <a:avLst/>
          </a:prstGeom>
        </p:spPr>
      </p:pic>
    </p:spTree>
    <p:extLst>
      <p:ext uri="{BB962C8B-B14F-4D97-AF65-F5344CB8AC3E}">
        <p14:creationId xmlns:p14="http://schemas.microsoft.com/office/powerpoint/2010/main" val="3620753778"/>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13CF1D-7575-4B26-E670-A6C24B8B612A}"/>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A96F8EC8-551C-4B5C-FBF4-2D5C9E7BA469}"/>
              </a:ext>
            </a:extLst>
          </p:cNvPr>
          <p:cNvSpPr>
            <a:spLocks noGrp="1"/>
          </p:cNvSpPr>
          <p:nvPr>
            <p:ph type="title"/>
          </p:nvPr>
        </p:nvSpPr>
        <p:spPr>
          <a:xfrm>
            <a:off x="1220788" y="365125"/>
            <a:ext cx="7904162" cy="747713"/>
          </a:xfrm>
        </p:spPr>
        <p:txBody>
          <a:bodyPr>
            <a:noAutofit/>
          </a:bodyPr>
          <a:lstStyle/>
          <a:p>
            <a:pPr marL="57150">
              <a:defRPr/>
            </a:pPr>
            <a:r>
              <a:rPr lang="vi-VN" sz="3200">
                <a:latin typeface="Times New Roman" panose="02020603050405020304" pitchFamily="18" charset="0"/>
                <a:cs typeface="Times New Roman" panose="02020603050405020304" pitchFamily="18" charset="0"/>
              </a:rPr>
              <a:t>Ước tính tham số</a:t>
            </a:r>
            <a:endParaRPr lang="en-US" sz="3200" b="0">
              <a:latin typeface="Times New Roman" panose="02020603050405020304" pitchFamily="18" charset="0"/>
              <a:cs typeface="Times New Roman" panose="02020603050405020304" pitchFamily="18" charset="0"/>
            </a:endParaRPr>
          </a:p>
        </p:txBody>
      </p:sp>
      <p:sp>
        <p:nvSpPr>
          <p:cNvPr id="31747" name="Rectangle 3">
            <a:extLst>
              <a:ext uri="{FF2B5EF4-FFF2-40B4-BE49-F238E27FC236}">
                <a16:creationId xmlns:a16="http://schemas.microsoft.com/office/drawing/2014/main" id="{AFD8F08B-6F38-0CDA-F6AA-9DAE479399B1}"/>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vi-VN" sz="2800">
                <a:latin typeface="Times New Roman" panose="02020603050405020304" pitchFamily="18" charset="0"/>
                <a:cs typeface="Times New Roman" panose="02020603050405020304" pitchFamily="18" charset="0"/>
              </a:rPr>
              <a:t>Phương pháp bình phương nhỏ nhất</a:t>
            </a:r>
            <a:endParaRPr lang="en-US" sz="28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AR(1): Hàm cần tối ưu</a:t>
            </a:r>
          </a:p>
          <a:p>
            <a:pPr marL="457200" indent="-457200">
              <a:buFont typeface="Wingdings" panose="05000000000000000000" pitchFamily="2" charset="2"/>
              <a:buChar char="Ø"/>
            </a:pPr>
            <a:endParaRPr lang="en-US" sz="280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5E3BD89F-7138-DEFA-A7CA-510A7C092CE8}"/>
              </a:ext>
            </a:extLst>
          </p:cNvPr>
          <p:cNvPicPr>
            <a:picLocks noChangeAspect="1"/>
          </p:cNvPicPr>
          <p:nvPr/>
        </p:nvPicPr>
        <p:blipFill>
          <a:blip r:embed="rId3"/>
          <a:stretch>
            <a:fillRect/>
          </a:stretch>
        </p:blipFill>
        <p:spPr>
          <a:xfrm>
            <a:off x="1676400" y="2133600"/>
            <a:ext cx="6248400" cy="1051650"/>
          </a:xfrm>
          <a:prstGeom prst="rect">
            <a:avLst/>
          </a:prstGeom>
        </p:spPr>
      </p:pic>
      <p:pic>
        <p:nvPicPr>
          <p:cNvPr id="4" name="Picture 3">
            <a:extLst>
              <a:ext uri="{FF2B5EF4-FFF2-40B4-BE49-F238E27FC236}">
                <a16:creationId xmlns:a16="http://schemas.microsoft.com/office/drawing/2014/main" id="{193DE219-DA5F-4C2D-33CD-EBD25A0C275C}"/>
              </a:ext>
            </a:extLst>
          </p:cNvPr>
          <p:cNvPicPr>
            <a:picLocks noChangeAspect="1"/>
          </p:cNvPicPr>
          <p:nvPr/>
        </p:nvPicPr>
        <p:blipFill>
          <a:blip r:embed="rId4"/>
          <a:stretch>
            <a:fillRect/>
          </a:stretch>
        </p:blipFill>
        <p:spPr>
          <a:xfrm>
            <a:off x="533400" y="3232930"/>
            <a:ext cx="5943600" cy="986798"/>
          </a:xfrm>
          <a:prstGeom prst="rect">
            <a:avLst/>
          </a:prstGeom>
        </p:spPr>
      </p:pic>
      <p:pic>
        <p:nvPicPr>
          <p:cNvPr id="8" name="Picture 7">
            <a:extLst>
              <a:ext uri="{FF2B5EF4-FFF2-40B4-BE49-F238E27FC236}">
                <a16:creationId xmlns:a16="http://schemas.microsoft.com/office/drawing/2014/main" id="{CFEC15E8-1EBE-83A1-924C-A3A5BC9000FC}"/>
              </a:ext>
            </a:extLst>
          </p:cNvPr>
          <p:cNvPicPr>
            <a:picLocks noChangeAspect="1"/>
          </p:cNvPicPr>
          <p:nvPr/>
        </p:nvPicPr>
        <p:blipFill>
          <a:blip r:embed="rId5"/>
          <a:stretch>
            <a:fillRect/>
          </a:stretch>
        </p:blipFill>
        <p:spPr>
          <a:xfrm>
            <a:off x="2526506" y="4056208"/>
            <a:ext cx="4090988" cy="972992"/>
          </a:xfrm>
          <a:prstGeom prst="rect">
            <a:avLst/>
          </a:prstGeom>
        </p:spPr>
      </p:pic>
      <p:grpSp>
        <p:nvGrpSpPr>
          <p:cNvPr id="16" name="Group 15">
            <a:extLst>
              <a:ext uri="{FF2B5EF4-FFF2-40B4-BE49-F238E27FC236}">
                <a16:creationId xmlns:a16="http://schemas.microsoft.com/office/drawing/2014/main" id="{A5DB3DAF-89D3-DB1B-2F09-8C58DA7A2978}"/>
              </a:ext>
            </a:extLst>
          </p:cNvPr>
          <p:cNvGrpSpPr/>
          <p:nvPr/>
        </p:nvGrpSpPr>
        <p:grpSpPr>
          <a:xfrm>
            <a:off x="76200" y="5169180"/>
            <a:ext cx="4724400" cy="1109382"/>
            <a:chOff x="304800" y="5169180"/>
            <a:chExt cx="4724400" cy="1109382"/>
          </a:xfrm>
        </p:grpSpPr>
        <p:pic>
          <p:nvPicPr>
            <p:cNvPr id="10" name="Picture 9">
              <a:extLst>
                <a:ext uri="{FF2B5EF4-FFF2-40B4-BE49-F238E27FC236}">
                  <a16:creationId xmlns:a16="http://schemas.microsoft.com/office/drawing/2014/main" id="{663E3142-CC87-AB1C-7A30-1243C3A0ADA4}"/>
                </a:ext>
              </a:extLst>
            </p:cNvPr>
            <p:cNvPicPr>
              <a:picLocks noChangeAspect="1"/>
            </p:cNvPicPr>
            <p:nvPr/>
          </p:nvPicPr>
          <p:blipFill>
            <a:blip r:embed="rId6"/>
            <a:stretch>
              <a:fillRect/>
            </a:stretch>
          </p:blipFill>
          <p:spPr>
            <a:xfrm>
              <a:off x="304800" y="5540074"/>
              <a:ext cx="1143000" cy="413586"/>
            </a:xfrm>
            <a:prstGeom prst="rect">
              <a:avLst/>
            </a:prstGeom>
          </p:spPr>
        </p:pic>
        <p:pic>
          <p:nvPicPr>
            <p:cNvPr id="12" name="Picture 11">
              <a:extLst>
                <a:ext uri="{FF2B5EF4-FFF2-40B4-BE49-F238E27FC236}">
                  <a16:creationId xmlns:a16="http://schemas.microsoft.com/office/drawing/2014/main" id="{9171BEC5-99E8-089F-496B-649B520F6DD5}"/>
                </a:ext>
              </a:extLst>
            </p:cNvPr>
            <p:cNvPicPr>
              <a:picLocks noChangeAspect="1"/>
            </p:cNvPicPr>
            <p:nvPr/>
          </p:nvPicPr>
          <p:blipFill>
            <a:blip r:embed="rId7"/>
            <a:stretch>
              <a:fillRect/>
            </a:stretch>
          </p:blipFill>
          <p:spPr>
            <a:xfrm>
              <a:off x="1600200" y="5169180"/>
              <a:ext cx="3429000" cy="1109382"/>
            </a:xfrm>
            <a:prstGeom prst="rect">
              <a:avLst/>
            </a:prstGeom>
          </p:spPr>
        </p:pic>
      </p:grpSp>
      <p:pic>
        <p:nvPicPr>
          <p:cNvPr id="14" name="Picture 13">
            <a:extLst>
              <a:ext uri="{FF2B5EF4-FFF2-40B4-BE49-F238E27FC236}">
                <a16:creationId xmlns:a16="http://schemas.microsoft.com/office/drawing/2014/main" id="{B754F6D1-19F1-D4EB-0849-AE690DBBC5D8}"/>
              </a:ext>
            </a:extLst>
          </p:cNvPr>
          <p:cNvPicPr>
            <a:picLocks noChangeAspect="1"/>
          </p:cNvPicPr>
          <p:nvPr/>
        </p:nvPicPr>
        <p:blipFill>
          <a:blip r:embed="rId8"/>
          <a:stretch>
            <a:fillRect/>
          </a:stretch>
        </p:blipFill>
        <p:spPr>
          <a:xfrm>
            <a:off x="5334000" y="5334000"/>
            <a:ext cx="3813831" cy="721366"/>
          </a:xfrm>
          <a:prstGeom prst="rect">
            <a:avLst/>
          </a:prstGeom>
        </p:spPr>
      </p:pic>
      <p:sp>
        <p:nvSpPr>
          <p:cNvPr id="15" name="Arrow: Right 14">
            <a:extLst>
              <a:ext uri="{FF2B5EF4-FFF2-40B4-BE49-F238E27FC236}">
                <a16:creationId xmlns:a16="http://schemas.microsoft.com/office/drawing/2014/main" id="{F6C35BB7-E2CD-2827-F38A-18F686CE9AFD}"/>
              </a:ext>
            </a:extLst>
          </p:cNvPr>
          <p:cNvSpPr/>
          <p:nvPr/>
        </p:nvSpPr>
        <p:spPr>
          <a:xfrm>
            <a:off x="5029200" y="5558123"/>
            <a:ext cx="335824" cy="33149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79066815"/>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30F83F-D724-C8D5-D501-84737D242AC0}"/>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91C9587E-46EA-642A-F14D-ABADFCBB7D8F}"/>
              </a:ext>
            </a:extLst>
          </p:cNvPr>
          <p:cNvSpPr>
            <a:spLocks noGrp="1"/>
          </p:cNvSpPr>
          <p:nvPr>
            <p:ph type="title"/>
          </p:nvPr>
        </p:nvSpPr>
        <p:spPr>
          <a:xfrm>
            <a:off x="1220788" y="365125"/>
            <a:ext cx="7904162" cy="747713"/>
          </a:xfrm>
        </p:spPr>
        <p:txBody>
          <a:bodyPr>
            <a:noAutofit/>
          </a:bodyPr>
          <a:lstStyle/>
          <a:p>
            <a:pPr marL="57150">
              <a:defRPr/>
            </a:pPr>
            <a:r>
              <a:rPr lang="vi-VN" sz="3200">
                <a:latin typeface="Times New Roman" panose="02020603050405020304" pitchFamily="18" charset="0"/>
                <a:cs typeface="Times New Roman" panose="02020603050405020304" pitchFamily="18" charset="0"/>
              </a:rPr>
              <a:t>Ước tính tham số</a:t>
            </a:r>
            <a:endParaRPr lang="en-US" sz="3200" b="0">
              <a:latin typeface="Times New Roman" panose="02020603050405020304" pitchFamily="18" charset="0"/>
              <a:cs typeface="Times New Roman" panose="02020603050405020304" pitchFamily="18" charset="0"/>
            </a:endParaRPr>
          </a:p>
        </p:txBody>
      </p:sp>
      <p:sp>
        <p:nvSpPr>
          <p:cNvPr id="31747" name="Rectangle 3">
            <a:extLst>
              <a:ext uri="{FF2B5EF4-FFF2-40B4-BE49-F238E27FC236}">
                <a16:creationId xmlns:a16="http://schemas.microsoft.com/office/drawing/2014/main" id="{DA89D6FF-BED4-D1C2-8F4B-4AB8D97276A3}"/>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vi-VN" sz="2800">
                <a:latin typeface="Times New Roman" panose="02020603050405020304" pitchFamily="18" charset="0"/>
                <a:cs typeface="Times New Roman" panose="02020603050405020304" pitchFamily="18" charset="0"/>
              </a:rPr>
              <a:t>Phương pháp bình phương nhỏ nhất</a:t>
            </a:r>
            <a:endParaRPr lang="en-US" sz="28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AR(1): Hàm cần tối ưu</a:t>
            </a:r>
          </a:p>
          <a:p>
            <a:pPr marL="457200" indent="-457200">
              <a:buFont typeface="Wingdings" panose="05000000000000000000" pitchFamily="2" charset="2"/>
              <a:buChar char="Ø"/>
            </a:pPr>
            <a:endParaRPr lang="en-US" sz="280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6641D60D-F462-4619-36EE-21F2D893FA77}"/>
              </a:ext>
            </a:extLst>
          </p:cNvPr>
          <p:cNvPicPr>
            <a:picLocks noChangeAspect="1"/>
          </p:cNvPicPr>
          <p:nvPr/>
        </p:nvPicPr>
        <p:blipFill>
          <a:blip r:embed="rId3"/>
          <a:stretch>
            <a:fillRect/>
          </a:stretch>
        </p:blipFill>
        <p:spPr>
          <a:xfrm>
            <a:off x="1676400" y="2133600"/>
            <a:ext cx="6248400" cy="1051650"/>
          </a:xfrm>
          <a:prstGeom prst="rect">
            <a:avLst/>
          </a:prstGeom>
        </p:spPr>
      </p:pic>
      <p:pic>
        <p:nvPicPr>
          <p:cNvPr id="3" name="Picture 2">
            <a:extLst>
              <a:ext uri="{FF2B5EF4-FFF2-40B4-BE49-F238E27FC236}">
                <a16:creationId xmlns:a16="http://schemas.microsoft.com/office/drawing/2014/main" id="{8D4A0F96-31DE-5398-11A6-88460D9A1811}"/>
              </a:ext>
            </a:extLst>
          </p:cNvPr>
          <p:cNvPicPr>
            <a:picLocks noChangeAspect="1"/>
          </p:cNvPicPr>
          <p:nvPr/>
        </p:nvPicPr>
        <p:blipFill>
          <a:blip r:embed="rId4"/>
          <a:stretch>
            <a:fillRect/>
          </a:stretch>
        </p:blipFill>
        <p:spPr>
          <a:xfrm>
            <a:off x="685800" y="3291612"/>
            <a:ext cx="7543800" cy="1011973"/>
          </a:xfrm>
          <a:prstGeom prst="rect">
            <a:avLst/>
          </a:prstGeom>
        </p:spPr>
      </p:pic>
      <p:pic>
        <p:nvPicPr>
          <p:cNvPr id="6" name="Picture 5">
            <a:extLst>
              <a:ext uri="{FF2B5EF4-FFF2-40B4-BE49-F238E27FC236}">
                <a16:creationId xmlns:a16="http://schemas.microsoft.com/office/drawing/2014/main" id="{BE333FFD-7842-2B41-0836-5E038339CBF8}"/>
              </a:ext>
            </a:extLst>
          </p:cNvPr>
          <p:cNvPicPr>
            <a:picLocks noChangeAspect="1"/>
          </p:cNvPicPr>
          <p:nvPr/>
        </p:nvPicPr>
        <p:blipFill>
          <a:blip r:embed="rId5"/>
          <a:stretch>
            <a:fillRect/>
          </a:stretch>
        </p:blipFill>
        <p:spPr>
          <a:xfrm>
            <a:off x="1600200" y="4404496"/>
            <a:ext cx="5181600" cy="1191768"/>
          </a:xfrm>
          <a:prstGeom prst="rect">
            <a:avLst/>
          </a:prstGeom>
        </p:spPr>
      </p:pic>
    </p:spTree>
    <p:extLst>
      <p:ext uri="{BB962C8B-B14F-4D97-AF65-F5344CB8AC3E}">
        <p14:creationId xmlns:p14="http://schemas.microsoft.com/office/powerpoint/2010/main" val="1770863257"/>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F6DB16-1E03-8C58-7BCA-FDDDC1FCB0F5}"/>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F897015B-5B0C-6C74-22F8-4832B8E7C791}"/>
              </a:ext>
            </a:extLst>
          </p:cNvPr>
          <p:cNvSpPr>
            <a:spLocks noGrp="1"/>
          </p:cNvSpPr>
          <p:nvPr>
            <p:ph type="title"/>
          </p:nvPr>
        </p:nvSpPr>
        <p:spPr>
          <a:xfrm>
            <a:off x="1220788" y="365125"/>
            <a:ext cx="7904162" cy="747713"/>
          </a:xfrm>
        </p:spPr>
        <p:txBody>
          <a:bodyPr>
            <a:noAutofit/>
          </a:bodyPr>
          <a:lstStyle/>
          <a:p>
            <a:pPr marL="57150">
              <a:defRPr/>
            </a:pPr>
            <a:r>
              <a:rPr lang="vi-VN" sz="3200">
                <a:latin typeface="Times New Roman" panose="02020603050405020304" pitchFamily="18" charset="0"/>
                <a:cs typeface="Times New Roman" panose="02020603050405020304" pitchFamily="18" charset="0"/>
              </a:rPr>
              <a:t>Ước tính tham số</a:t>
            </a:r>
            <a:endParaRPr lang="en-US" sz="3200" b="0">
              <a:latin typeface="Times New Roman" panose="02020603050405020304" pitchFamily="18" charset="0"/>
              <a:cs typeface="Times New Roman" panose="02020603050405020304" pitchFamily="18" charset="0"/>
            </a:endParaRPr>
          </a:p>
        </p:txBody>
      </p:sp>
      <p:sp>
        <p:nvSpPr>
          <p:cNvPr id="31747" name="Rectangle 3">
            <a:extLst>
              <a:ext uri="{FF2B5EF4-FFF2-40B4-BE49-F238E27FC236}">
                <a16:creationId xmlns:a16="http://schemas.microsoft.com/office/drawing/2014/main" id="{9F88547A-9BAD-E515-D30C-026304A30F22}"/>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vi-VN" sz="2800">
                <a:latin typeface="Times New Roman" panose="02020603050405020304" pitchFamily="18" charset="0"/>
                <a:cs typeface="Times New Roman" panose="02020603050405020304" pitchFamily="18" charset="0"/>
              </a:rPr>
              <a:t>Phương pháp bình phương nhỏ nhất</a:t>
            </a:r>
            <a:endParaRPr lang="en-US" sz="28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MA(1): </a:t>
            </a:r>
            <a:r>
              <a:rPr lang="vi-VN" sz="2800">
                <a:latin typeface="Times New Roman" panose="02020603050405020304" pitchFamily="18" charset="0"/>
                <a:cs typeface="Times New Roman" panose="02020603050405020304" pitchFamily="18" charset="0"/>
              </a:rPr>
              <a:t>Mô hình có dạng như sau</a:t>
            </a:r>
            <a:endParaRPr lang="en-US" sz="28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800100" lvl="2" indent="0"/>
            <a:endParaRPr lang="en-US" sz="2800">
              <a:latin typeface="Times New Roman" panose="02020603050405020304" pitchFamily="18" charset="0"/>
              <a:cs typeface="Times New Roman" panose="02020603050405020304" pitchFamily="18" charset="0"/>
            </a:endParaRPr>
          </a:p>
          <a:p>
            <a:pPr marL="800100" lvl="2" indent="0"/>
            <a:endParaRPr lang="en-US" sz="2800">
              <a:latin typeface="Times New Roman" panose="02020603050405020304" pitchFamily="18" charset="0"/>
              <a:cs typeface="Times New Roman" panose="02020603050405020304" pitchFamily="18" charset="0"/>
            </a:endParaRPr>
          </a:p>
          <a:p>
            <a:pPr marL="800100" lvl="2" indent="0"/>
            <a:endParaRPr lang="en-US" sz="2800">
              <a:latin typeface="Times New Roman" panose="02020603050405020304" pitchFamily="18" charset="0"/>
              <a:cs typeface="Times New Roman" panose="02020603050405020304" pitchFamily="18" charset="0"/>
            </a:endParaRPr>
          </a:p>
          <a:p>
            <a:pPr marL="800100" lvl="2" indent="0"/>
            <a:endParaRPr lang="en-US" sz="2800">
              <a:latin typeface="Times New Roman" panose="02020603050405020304" pitchFamily="18" charset="0"/>
              <a:cs typeface="Times New Roman" panose="02020603050405020304" pitchFamily="18" charset="0"/>
            </a:endParaRPr>
          </a:p>
          <a:p>
            <a:pPr marL="800100" lvl="2" indent="0"/>
            <a:r>
              <a:rPr lang="en-US" sz="2800">
                <a:latin typeface="Times New Roman" panose="02020603050405020304" pitchFamily="18" charset="0"/>
                <a:cs typeface="Times New Roman" panose="02020603050405020304" pitchFamily="18" charset="0"/>
              </a:rPr>
              <a:t>Hàm cần tối ưu</a:t>
            </a:r>
          </a:p>
          <a:p>
            <a:pPr marL="457200" indent="-457200">
              <a:buFont typeface="Wingdings" panose="05000000000000000000" pitchFamily="2" charset="2"/>
              <a:buChar char="Ø"/>
            </a:pPr>
            <a:endParaRPr lang="en-US" sz="280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4520D175-12AD-1B99-A7E4-92A4D44504C7}"/>
              </a:ext>
            </a:extLst>
          </p:cNvPr>
          <p:cNvPicPr>
            <a:picLocks noChangeAspect="1"/>
          </p:cNvPicPr>
          <p:nvPr/>
        </p:nvPicPr>
        <p:blipFill>
          <a:blip r:embed="rId3"/>
          <a:stretch>
            <a:fillRect/>
          </a:stretch>
        </p:blipFill>
        <p:spPr>
          <a:xfrm>
            <a:off x="2981325" y="2133600"/>
            <a:ext cx="3162300" cy="542925"/>
          </a:xfrm>
          <a:prstGeom prst="rect">
            <a:avLst/>
          </a:prstGeom>
        </p:spPr>
      </p:pic>
      <p:pic>
        <p:nvPicPr>
          <p:cNvPr id="8" name="Picture 7">
            <a:extLst>
              <a:ext uri="{FF2B5EF4-FFF2-40B4-BE49-F238E27FC236}">
                <a16:creationId xmlns:a16="http://schemas.microsoft.com/office/drawing/2014/main" id="{2897F074-063B-F0DB-8AE5-E33FC787DB48}"/>
              </a:ext>
            </a:extLst>
          </p:cNvPr>
          <p:cNvPicPr>
            <a:picLocks noChangeAspect="1"/>
          </p:cNvPicPr>
          <p:nvPr/>
        </p:nvPicPr>
        <p:blipFill>
          <a:blip r:embed="rId4"/>
          <a:stretch>
            <a:fillRect/>
          </a:stretch>
        </p:blipFill>
        <p:spPr>
          <a:xfrm>
            <a:off x="1487557" y="2676525"/>
            <a:ext cx="5586895" cy="2227052"/>
          </a:xfrm>
          <a:prstGeom prst="rect">
            <a:avLst/>
          </a:prstGeom>
        </p:spPr>
      </p:pic>
      <p:pic>
        <p:nvPicPr>
          <p:cNvPr id="10" name="Picture 9">
            <a:extLst>
              <a:ext uri="{FF2B5EF4-FFF2-40B4-BE49-F238E27FC236}">
                <a16:creationId xmlns:a16="http://schemas.microsoft.com/office/drawing/2014/main" id="{02140D63-DCC3-59E1-7099-7DFB4E4D0DDF}"/>
              </a:ext>
            </a:extLst>
          </p:cNvPr>
          <p:cNvPicPr>
            <a:picLocks noChangeAspect="1"/>
          </p:cNvPicPr>
          <p:nvPr/>
        </p:nvPicPr>
        <p:blipFill>
          <a:blip r:embed="rId5"/>
          <a:stretch>
            <a:fillRect/>
          </a:stretch>
        </p:blipFill>
        <p:spPr>
          <a:xfrm>
            <a:off x="3288298" y="5205080"/>
            <a:ext cx="5836652" cy="967120"/>
          </a:xfrm>
          <a:prstGeom prst="rect">
            <a:avLst/>
          </a:prstGeom>
        </p:spPr>
      </p:pic>
    </p:spTree>
    <p:extLst>
      <p:ext uri="{BB962C8B-B14F-4D97-AF65-F5344CB8AC3E}">
        <p14:creationId xmlns:p14="http://schemas.microsoft.com/office/powerpoint/2010/main" val="2697640210"/>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552E37-386E-7198-4F48-F9C973326E32}"/>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80BD1A5E-DBA6-BDAA-A753-78A511E61B9F}"/>
              </a:ext>
            </a:extLst>
          </p:cNvPr>
          <p:cNvSpPr>
            <a:spLocks noGrp="1"/>
          </p:cNvSpPr>
          <p:nvPr>
            <p:ph type="title"/>
          </p:nvPr>
        </p:nvSpPr>
        <p:spPr>
          <a:xfrm>
            <a:off x="1220788" y="365125"/>
            <a:ext cx="7904162" cy="747713"/>
          </a:xfrm>
        </p:spPr>
        <p:txBody>
          <a:bodyPr>
            <a:noAutofit/>
          </a:bodyPr>
          <a:lstStyle/>
          <a:p>
            <a:pPr marL="57150">
              <a:defRPr/>
            </a:pPr>
            <a:r>
              <a:rPr lang="vi-VN" sz="3200">
                <a:latin typeface="Times New Roman" panose="02020603050405020304" pitchFamily="18" charset="0"/>
                <a:cs typeface="Times New Roman" panose="02020603050405020304" pitchFamily="18" charset="0"/>
              </a:rPr>
              <a:t>Mô hình tự hồi qui véc tơ (</a:t>
            </a:r>
            <a:r>
              <a:rPr lang="en-US" sz="3200">
                <a:latin typeface="Times New Roman" panose="02020603050405020304" pitchFamily="18" charset="0"/>
                <a:cs typeface="Times New Roman" panose="02020603050405020304" pitchFamily="18" charset="0"/>
              </a:rPr>
              <a:t>V</a:t>
            </a:r>
            <a:r>
              <a:rPr lang="vi-VN" sz="3200">
                <a:latin typeface="Times New Roman" panose="02020603050405020304" pitchFamily="18" charset="0"/>
                <a:cs typeface="Times New Roman" panose="02020603050405020304" pitchFamily="18" charset="0"/>
              </a:rPr>
              <a:t>ector </a:t>
            </a:r>
            <a:r>
              <a:rPr lang="en-US" sz="3200">
                <a:latin typeface="Times New Roman" panose="02020603050405020304" pitchFamily="18" charset="0"/>
                <a:cs typeface="Times New Roman" panose="02020603050405020304" pitchFamily="18" charset="0"/>
              </a:rPr>
              <a:t>A</a:t>
            </a:r>
            <a:r>
              <a:rPr lang="vi-VN" sz="3200">
                <a:latin typeface="Times New Roman" panose="02020603050405020304" pitchFamily="18" charset="0"/>
                <a:cs typeface="Times New Roman" panose="02020603050405020304" pitchFamily="18" charset="0"/>
              </a:rPr>
              <a:t>utoregression)</a:t>
            </a:r>
            <a:endParaRPr lang="en-US" sz="3200" b="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1747" name="Rectangle 3">
                <a:extLst>
                  <a:ext uri="{FF2B5EF4-FFF2-40B4-BE49-F238E27FC236}">
                    <a16:creationId xmlns:a16="http://schemas.microsoft.com/office/drawing/2014/main" id="{9668F3EA-F3E2-64BC-A64B-81677A4A9739}"/>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q"/>
                </a:pPr>
                <a:r>
                  <a:rPr lang="en-US" sz="2400">
                    <a:latin typeface="Times New Roman" panose="02020603050405020304" pitchFamily="18" charset="0"/>
                    <a:cs typeface="Times New Roman" panose="02020603050405020304" pitchFamily="18" charset="0"/>
                  </a:rPr>
                  <a:t>Trong thế giới thực, chúng ta thường gặp một số chuỗi thời gian song song được cho là có liên quan với nhau. Chúng ta có thể mô hình AR(p) cho trường hợp nhiều biến. Điểm hấp dẫn của mô hình này là nó đảm bảo rằng các biến vừa ảnh hưởng lẫn nhau vừa bị ảnh hưởng. Lưu ý rằng phép vi phân có thể được áp dụng như trong các mô hình khác trước đây nếu chuỗi không dừng.</a:t>
                </a:r>
              </a:p>
              <a:p>
                <a:pPr marL="457200" indent="-457200">
                  <a:buFont typeface="Wingdings" panose="05000000000000000000" pitchFamily="2" charset="2"/>
                  <a:buChar char="q"/>
                </a:pPr>
                <a:r>
                  <a:rPr lang="en-US" sz="2800" b="1">
                    <a:latin typeface="Times New Roman" panose="02020603050405020304" pitchFamily="18" charset="0"/>
                    <a:cs typeface="Times New Roman" panose="02020603050405020304" pitchFamily="18" charset="0"/>
                  </a:rPr>
                  <a:t>Ví dụ: </a:t>
                </a:r>
                <a14:m>
                  <m:oMath xmlns:m="http://schemas.openxmlformats.org/officeDocument/2006/math">
                    <m:d>
                      <m:dPr>
                        <m:begChr m:val="{"/>
                        <m:endChr m:val=""/>
                        <m:ctrlPr>
                          <a:rPr lang="en-US" sz="2400" i="1">
                            <a:latin typeface="Cambria Math" panose="02040503050406030204" pitchFamily="18" charset="0"/>
                            <a:cs typeface="Times New Roman" panose="02020603050405020304" pitchFamily="18" charset="0"/>
                          </a:rPr>
                        </m:ctrlPr>
                      </m:dPr>
                      <m:e>
                        <m:m>
                          <m:mPr>
                            <m:mcs>
                              <m:mc>
                                <m:mcPr>
                                  <m:count m:val="1"/>
                                  <m:mcJc m:val="center"/>
                                </m:mcPr>
                              </m:mc>
                            </m:mcs>
                            <m:ctrlPr>
                              <a:rPr lang="en-US" sz="2400" i="1">
                                <a:latin typeface="Cambria Math" panose="02040503050406030204" pitchFamily="18" charset="0"/>
                                <a:cs typeface="Times New Roman" panose="02020603050405020304" pitchFamily="18" charset="0"/>
                              </a:rPr>
                            </m:ctrlPr>
                          </m:mPr>
                          <m:mr>
                            <m:e>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i="1">
                                      <a:latin typeface="Cambria Math" panose="02040503050406030204" pitchFamily="18" charset="0"/>
                                    </a:rPr>
                                    <m:t>𝑡</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𝑐</m:t>
                                  </m:r>
                                </m:e>
                                <m:sub>
                                  <m:r>
                                    <a:rPr lang="en-US" sz="2400" i="1">
                                      <a:latin typeface="Cambria Math" panose="02040503050406030204" pitchFamily="18" charset="0"/>
                                    </a:rPr>
                                    <m:t>1</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1">
                                      <a:latin typeface="Cambria Math" panose="02040503050406030204" pitchFamily="18" charset="0"/>
                                    </a:rPr>
                                    <m:t>11</m:t>
                                  </m:r>
                                </m:sub>
                              </m:sSub>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i="1">
                                      <a:latin typeface="Cambria Math" panose="02040503050406030204" pitchFamily="18" charset="0"/>
                                    </a:rPr>
                                    <m:t>𝑡</m:t>
                                  </m:r>
                                  <m:r>
                                    <a:rPr lang="en-US" sz="2400" i="1">
                                      <a:latin typeface="Cambria Math" panose="02040503050406030204" pitchFamily="18" charset="0"/>
                                    </a:rPr>
                                    <m:t>−1</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1">
                                      <a:latin typeface="Cambria Math" panose="02040503050406030204" pitchFamily="18" charset="0"/>
                                    </a:rPr>
                                    <m:t>12</m:t>
                                  </m:r>
                                </m:sub>
                              </m:sSub>
                              <m:sSub>
                                <m:sSubPr>
                                  <m:ctrlPr>
                                    <a:rPr lang="en-US" sz="2400" i="1">
                                      <a:latin typeface="Cambria Math" panose="02040503050406030204" pitchFamily="18" charset="0"/>
                                    </a:rPr>
                                  </m:ctrlPr>
                                </m:sSubPr>
                                <m:e>
                                  <m:r>
                                    <a:rPr lang="en-US" sz="2400" i="1">
                                      <a:latin typeface="Cambria Math" panose="02040503050406030204" pitchFamily="18" charset="0"/>
                                    </a:rPr>
                                    <m:t>𝑦</m:t>
                                  </m:r>
                                </m:e>
                                <m:sub>
                                  <m:r>
                                    <a:rPr lang="en-US" sz="2400" i="1">
                                      <a:latin typeface="Cambria Math" panose="02040503050406030204" pitchFamily="18" charset="0"/>
                                    </a:rPr>
                                    <m:t>𝑡</m:t>
                                  </m:r>
                                  <m:r>
                                    <a:rPr lang="en-US" sz="2400" i="1">
                                      <a:latin typeface="Cambria Math" panose="02040503050406030204" pitchFamily="18" charset="0"/>
                                    </a:rPr>
                                    <m:t>−1</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𝜀</m:t>
                                  </m:r>
                                </m:e>
                                <m:sub>
                                  <m:r>
                                    <a:rPr lang="en-US" sz="2400" i="1">
                                      <a:latin typeface="Cambria Math" panose="02040503050406030204" pitchFamily="18" charset="0"/>
                                    </a:rPr>
                                    <m:t>1,</m:t>
                                  </m:r>
                                  <m:r>
                                    <a:rPr lang="en-US" sz="2400" i="1">
                                      <a:latin typeface="Cambria Math" panose="02040503050406030204" pitchFamily="18" charset="0"/>
                                    </a:rPr>
                                    <m:t>𝑡</m:t>
                                  </m:r>
                                </m:sub>
                              </m:sSub>
                            </m:e>
                          </m:mr>
                          <m:mr>
                            <m:e>
                              <m:sSub>
                                <m:sSubPr>
                                  <m:ctrlPr>
                                    <a:rPr lang="en-US" sz="2400" i="1">
                                      <a:latin typeface="Cambria Math" panose="02040503050406030204" pitchFamily="18" charset="0"/>
                                    </a:rPr>
                                  </m:ctrlPr>
                                </m:sSubPr>
                                <m:e>
                                  <m:r>
                                    <a:rPr lang="en-US" sz="2400" i="1">
                                      <a:latin typeface="Cambria Math" panose="02040503050406030204" pitchFamily="18" charset="0"/>
                                    </a:rPr>
                                    <m:t>𝑦</m:t>
                                  </m:r>
                                </m:e>
                                <m:sub>
                                  <m:r>
                                    <a:rPr lang="en-US" sz="2400" i="1">
                                      <a:latin typeface="Cambria Math" panose="02040503050406030204" pitchFamily="18" charset="0"/>
                                    </a:rPr>
                                    <m:t>𝑡</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𝑐</m:t>
                                  </m:r>
                                </m:e>
                                <m:sub>
                                  <m:r>
                                    <a:rPr lang="en-US" sz="2400" i="1">
                                      <a:latin typeface="Cambria Math" panose="02040503050406030204" pitchFamily="18" charset="0"/>
                                    </a:rPr>
                                    <m:t>2</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1">
                                      <a:latin typeface="Cambria Math" panose="02040503050406030204" pitchFamily="18" charset="0"/>
                                    </a:rPr>
                                    <m:t>21</m:t>
                                  </m:r>
                                </m:sub>
                              </m:sSub>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i="1">
                                      <a:latin typeface="Cambria Math" panose="02040503050406030204" pitchFamily="18" charset="0"/>
                                    </a:rPr>
                                    <m:t>𝑡</m:t>
                                  </m:r>
                                  <m:r>
                                    <a:rPr lang="en-US" sz="2400" i="1">
                                      <a:latin typeface="Cambria Math" panose="02040503050406030204" pitchFamily="18" charset="0"/>
                                    </a:rPr>
                                    <m:t>−1</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1">
                                      <a:latin typeface="Cambria Math" panose="02040503050406030204" pitchFamily="18" charset="0"/>
                                    </a:rPr>
                                    <m:t>22</m:t>
                                  </m:r>
                                </m:sub>
                              </m:sSub>
                              <m:sSub>
                                <m:sSubPr>
                                  <m:ctrlPr>
                                    <a:rPr lang="en-US" sz="2400" i="1">
                                      <a:latin typeface="Cambria Math" panose="02040503050406030204" pitchFamily="18" charset="0"/>
                                    </a:rPr>
                                  </m:ctrlPr>
                                </m:sSubPr>
                                <m:e>
                                  <m:r>
                                    <a:rPr lang="en-US" sz="2400" i="1">
                                      <a:latin typeface="Cambria Math" panose="02040503050406030204" pitchFamily="18" charset="0"/>
                                    </a:rPr>
                                    <m:t>𝑦</m:t>
                                  </m:r>
                                </m:e>
                                <m:sub>
                                  <m:r>
                                    <a:rPr lang="en-US" sz="2400" i="1">
                                      <a:latin typeface="Cambria Math" panose="02040503050406030204" pitchFamily="18" charset="0"/>
                                    </a:rPr>
                                    <m:t>𝑡</m:t>
                                  </m:r>
                                  <m:r>
                                    <a:rPr lang="en-US" sz="2400" i="1">
                                      <a:latin typeface="Cambria Math" panose="02040503050406030204" pitchFamily="18" charset="0"/>
                                    </a:rPr>
                                    <m:t>−1</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𝜀</m:t>
                                  </m:r>
                                </m:e>
                                <m:sub>
                                  <m:r>
                                    <a:rPr lang="en-US" sz="2400" i="1">
                                      <a:latin typeface="Cambria Math" panose="02040503050406030204" pitchFamily="18" charset="0"/>
                                    </a:rPr>
                                    <m:t>2,</m:t>
                                  </m:r>
                                  <m:r>
                                    <a:rPr lang="en-US" sz="2400" i="1">
                                      <a:latin typeface="Cambria Math" panose="02040503050406030204" pitchFamily="18" charset="0"/>
                                    </a:rPr>
                                    <m:t>𝑡</m:t>
                                  </m:r>
                                </m:sub>
                              </m:sSub>
                            </m:e>
                          </m:mr>
                        </m:m>
                      </m:e>
                    </m:d>
                  </m:oMath>
                </a14:m>
                <a:endParaRPr lang="en-US" sz="2400">
                  <a:latin typeface="Times New Roman" panose="02020603050405020304" pitchFamily="18" charset="0"/>
                  <a:cs typeface="Times New Roman" panose="02020603050405020304" pitchFamily="18" charset="0"/>
                </a:endParaRPr>
              </a:p>
              <a:p>
                <a:pPr marL="1257300" lvl="2" indent="-342900">
                  <a:buFont typeface="Courier New" panose="02070309020205020404" pitchFamily="49" charset="0"/>
                  <a:buChar char="o"/>
                </a:pP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i="1">
                            <a:latin typeface="Cambria Math" panose="02040503050406030204" pitchFamily="18" charset="0"/>
                          </a:rPr>
                          <m:t>𝑡</m:t>
                        </m:r>
                      </m:sub>
                    </m:sSub>
                  </m:oMath>
                </a14:m>
                <a:r>
                  <a:rPr lang="en-US" sz="2400">
                    <a:latin typeface="Times New Roman" panose="02020603050405020304" pitchFamily="18" charset="0"/>
                    <a:cs typeface="Times New Roman" panose="02020603050405020304" pitchFamily="18" charset="0"/>
                  </a:rPr>
                  <a:t>: giá hàng hoá</a:t>
                </a:r>
              </a:p>
              <a:p>
                <a:pPr marL="1257300" lvl="2" indent="-342900">
                  <a:buFont typeface="Courier New" panose="02070309020205020404" pitchFamily="49" charset="0"/>
                  <a:buChar char="o"/>
                </a:pP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𝑦</m:t>
                        </m:r>
                      </m:e>
                      <m:sub>
                        <m:r>
                          <a:rPr lang="en-US" sz="2400" i="1">
                            <a:latin typeface="Cambria Math" panose="02040503050406030204" pitchFamily="18" charset="0"/>
                          </a:rPr>
                          <m:t>𝑡</m:t>
                        </m:r>
                      </m:sub>
                    </m:sSub>
                  </m:oMath>
                </a14:m>
                <a:r>
                  <a:rPr lang="en-US" sz="2400">
                    <a:latin typeface="Times New Roman" panose="02020603050405020304" pitchFamily="18" charset="0"/>
                    <a:cs typeface="Times New Roman" panose="02020603050405020304" pitchFamily="18" charset="0"/>
                  </a:rPr>
                  <a:t>: nhu cầu tiêu thụ</a:t>
                </a:r>
              </a:p>
              <a:p>
                <a:pPr marL="125730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Mô hình tự ước lượng các mối quan hệ này.</a:t>
                </a:r>
              </a:p>
              <a:p>
                <a:pPr marL="1714500" lvl="3" indent="-342900">
                  <a:buFont typeface="Wingdings" panose="05000000000000000000" pitchFamily="2" charset="2"/>
                  <a:buChar char="§"/>
                </a:pP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1">
                            <a:latin typeface="Cambria Math" panose="02040503050406030204" pitchFamily="18" charset="0"/>
                          </a:rPr>
                          <m:t>12</m:t>
                        </m:r>
                      </m:sub>
                    </m:sSub>
                  </m:oMath>
                </a14:m>
                <a:r>
                  <a:rPr lang="en-US" sz="2400">
                    <a:latin typeface="Times New Roman" panose="02020603050405020304" pitchFamily="18" charset="0"/>
                    <a:cs typeface="Times New Roman" panose="02020603050405020304" pitchFamily="18" charset="0"/>
                  </a:rPr>
                  <a:t>: tác động </a:t>
                </a:r>
                <a:r>
                  <a:rPr lang="en-US" sz="2400" b="1">
                    <a:latin typeface="Times New Roman" panose="02020603050405020304" pitchFamily="18" charset="0"/>
                    <a:cs typeface="Times New Roman" panose="02020603050405020304" pitchFamily="18" charset="0"/>
                  </a:rPr>
                  <a:t>nhu cầu → giá</a:t>
                </a:r>
              </a:p>
              <a:p>
                <a:pPr marL="1714500" lvl="3" indent="-342900">
                  <a:buFont typeface="Wingdings" panose="05000000000000000000" pitchFamily="2" charset="2"/>
                  <a:buChar char="§"/>
                </a:pP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1">
                            <a:latin typeface="Cambria Math" panose="02040503050406030204" pitchFamily="18" charset="0"/>
                          </a:rPr>
                          <m:t>21</m:t>
                        </m:r>
                      </m:sub>
                    </m:sSub>
                  </m:oMath>
                </a14:m>
                <a:r>
                  <a:rPr lang="en-US" sz="2400">
                    <a:latin typeface="Times New Roman" panose="02020603050405020304" pitchFamily="18" charset="0"/>
                    <a:cs typeface="Times New Roman" panose="02020603050405020304" pitchFamily="18" charset="0"/>
                  </a:rPr>
                  <a:t>: tác động </a:t>
                </a:r>
                <a:r>
                  <a:rPr lang="en-US" sz="2400" b="1">
                    <a:latin typeface="Times New Roman" panose="02020603050405020304" pitchFamily="18" charset="0"/>
                    <a:cs typeface="Times New Roman" panose="02020603050405020304" pitchFamily="18" charset="0"/>
                  </a:rPr>
                  <a:t>giá → nhu cầu</a:t>
                </a:r>
                <a:endParaRPr lang="en-US" sz="2400">
                  <a:latin typeface="Times New Roman" panose="02020603050405020304" pitchFamily="18" charset="0"/>
                  <a:cs typeface="Times New Roman" panose="02020603050405020304" pitchFamily="18" charset="0"/>
                </a:endParaRPr>
              </a:p>
            </p:txBody>
          </p:sp>
        </mc:Choice>
        <mc:Fallback xmlns="">
          <p:sp>
            <p:nvSpPr>
              <p:cNvPr id="31747" name="Rectangle 3">
                <a:extLst>
                  <a:ext uri="{FF2B5EF4-FFF2-40B4-BE49-F238E27FC236}">
                    <a16:creationId xmlns:a16="http://schemas.microsoft.com/office/drawing/2014/main" id="{9668F3EA-F3E2-64BC-A64B-81677A4A9739}"/>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3"/>
                <a:stretch>
                  <a:fillRect l="-1136" t="-984" r="-1603" b="-233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1832183090"/>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8E1749-5CAD-E4FE-3A7E-43FC5CD033E3}"/>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9EFEAA7E-345C-AF2D-55B3-F34030A43210}"/>
              </a:ext>
            </a:extLst>
          </p:cNvPr>
          <p:cNvSpPr>
            <a:spLocks noGrp="1"/>
          </p:cNvSpPr>
          <p:nvPr>
            <p:ph type="title"/>
          </p:nvPr>
        </p:nvSpPr>
        <p:spPr>
          <a:xfrm>
            <a:off x="1220788" y="365125"/>
            <a:ext cx="7904162" cy="747713"/>
          </a:xfrm>
        </p:spPr>
        <p:txBody>
          <a:bodyPr>
            <a:noAutofit/>
          </a:bodyPr>
          <a:lstStyle/>
          <a:p>
            <a:pPr marL="57150">
              <a:defRPr/>
            </a:pPr>
            <a:r>
              <a:rPr lang="vi-VN" sz="3200">
                <a:latin typeface="Times New Roman" panose="02020603050405020304" pitchFamily="18" charset="0"/>
                <a:cs typeface="Times New Roman" panose="02020603050405020304" pitchFamily="18" charset="0"/>
              </a:rPr>
              <a:t>Mô hình tự hồi qui véc tơ (</a:t>
            </a:r>
            <a:r>
              <a:rPr lang="en-US" sz="3200">
                <a:latin typeface="Times New Roman" panose="02020603050405020304" pitchFamily="18" charset="0"/>
                <a:cs typeface="Times New Roman" panose="02020603050405020304" pitchFamily="18" charset="0"/>
              </a:rPr>
              <a:t>V</a:t>
            </a:r>
            <a:r>
              <a:rPr lang="vi-VN" sz="3200">
                <a:latin typeface="Times New Roman" panose="02020603050405020304" pitchFamily="18" charset="0"/>
                <a:cs typeface="Times New Roman" panose="02020603050405020304" pitchFamily="18" charset="0"/>
              </a:rPr>
              <a:t>ector </a:t>
            </a:r>
            <a:r>
              <a:rPr lang="en-US" sz="3200">
                <a:latin typeface="Times New Roman" panose="02020603050405020304" pitchFamily="18" charset="0"/>
                <a:cs typeface="Times New Roman" panose="02020603050405020304" pitchFamily="18" charset="0"/>
              </a:rPr>
              <a:t>A</a:t>
            </a:r>
            <a:r>
              <a:rPr lang="vi-VN" sz="3200">
                <a:latin typeface="Times New Roman" panose="02020603050405020304" pitchFamily="18" charset="0"/>
                <a:cs typeface="Times New Roman" panose="02020603050405020304" pitchFamily="18" charset="0"/>
              </a:rPr>
              <a:t>utoregression)</a:t>
            </a:r>
            <a:endParaRPr lang="en-US" sz="3200" b="0">
              <a:latin typeface="Times New Roman" panose="02020603050405020304" pitchFamily="18" charset="0"/>
              <a:cs typeface="Times New Roman" panose="02020603050405020304" pitchFamily="18" charset="0"/>
            </a:endParaRPr>
          </a:p>
        </p:txBody>
      </p:sp>
      <p:sp>
        <p:nvSpPr>
          <p:cNvPr id="31747" name="Rectangle 3">
            <a:extLst>
              <a:ext uri="{FF2B5EF4-FFF2-40B4-BE49-F238E27FC236}">
                <a16:creationId xmlns:a16="http://schemas.microsoft.com/office/drawing/2014/main" id="{B42CF7BC-F90B-0AFA-6F01-10A0A4199A5B}"/>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q"/>
            </a:pPr>
            <a:r>
              <a:rPr lang="en-US" sz="2800" b="1">
                <a:latin typeface="Times New Roman" panose="02020603050405020304" pitchFamily="18" charset="0"/>
                <a:cs typeface="Times New Roman" panose="02020603050405020304" pitchFamily="18" charset="0"/>
              </a:rPr>
              <a:t>Các lĩnh vực dùng VAR</a:t>
            </a:r>
            <a:r>
              <a:rPr lang="en-US" sz="2800">
                <a:latin typeface="Times New Roman" panose="02020603050405020304" pitchFamily="18" charset="0"/>
                <a:cs typeface="Times New Roman" panose="02020603050405020304" pitchFamily="18" charset="0"/>
              </a:rPr>
              <a:t> </a:t>
            </a:r>
          </a:p>
          <a:p>
            <a:pPr marL="91440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Kinh tế: GDP, lạm phát, lãi suất</a:t>
            </a:r>
          </a:p>
          <a:p>
            <a:pPr marL="91440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Năng lượng: giá điện, nhu cầu, nhiệt độ</a:t>
            </a:r>
          </a:p>
          <a:p>
            <a:pPr marL="91440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ML / kiểm soát: nhiều sensor trong hệ điều khiển</a:t>
            </a:r>
          </a:p>
          <a:p>
            <a:pPr marL="457200" indent="-457200">
              <a:buFont typeface="Wingdings" panose="05000000000000000000" pitchFamily="2" charset="2"/>
              <a:buChar char="q"/>
            </a:pPr>
            <a:r>
              <a:rPr lang="en-US" sz="2800">
                <a:latin typeface="Times New Roman" panose="02020603050405020304" pitchFamily="18" charset="0"/>
                <a:cs typeface="Times New Roman" panose="02020603050405020304" pitchFamily="18" charset="0"/>
              </a:rPr>
              <a:t>Dùng VAR khi:</a:t>
            </a: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Có nhiều chuỗi thời gian có liên hệ lẫn nhau.</a:t>
            </a: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Phân tích tác động lan truyền (dynamic interactions).</a:t>
            </a: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Khi không chắc biến nào phụ thuộc vào biến nào — VAR không cần giả định trước quan hệ nhân quả cứng nhắc.</a:t>
            </a:r>
          </a:p>
          <a:p>
            <a:pPr lvl="1">
              <a:buFont typeface="Arial" panose="020B0604020202020204" pitchFamily="34" charset="0"/>
              <a:buChar char="•"/>
            </a:pPr>
            <a:endParaRPr lang="en-US" sz="2400">
              <a:latin typeface="Times New Roman" panose="02020603050405020304" pitchFamily="18" charset="0"/>
              <a:cs typeface="Times New Roman" panose="02020603050405020304" pitchFamily="18" charset="0"/>
            </a:endParaRPr>
          </a:p>
          <a:p>
            <a:pPr lvl="0"/>
            <a:endParaRPr lang="en-US" sz="2400">
              <a:latin typeface="Times New Roman" panose="02020603050405020304" pitchFamily="18" charset="0"/>
              <a:cs typeface="Times New Roman" panose="02020603050405020304" pitchFamily="18" charset="0"/>
            </a:endParaRPr>
          </a:p>
          <a:p>
            <a:pPr marL="2171700" lvl="4" indent="-342900">
              <a:buFont typeface="Wingdings" panose="05000000000000000000" pitchFamily="2" charset="2"/>
              <a:buChar char="§"/>
            </a:pPr>
            <a:endParaRPr lang="en-US" sz="2400">
              <a:latin typeface="Times New Roman" panose="02020603050405020304" pitchFamily="18" charset="0"/>
              <a:cs typeface="Times New Roman" panose="02020603050405020304" pitchFamily="18" charset="0"/>
            </a:endParaRPr>
          </a:p>
          <a:p>
            <a:pPr marL="0" indent="0"/>
            <a:endParaRPr lang="en-US" sz="24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10529617"/>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107BC3-7B06-DF4B-1FE5-82B1F8386B13}"/>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6EFE93FD-8A20-E612-CDB9-054968E785E1}"/>
              </a:ext>
            </a:extLst>
          </p:cNvPr>
          <p:cNvSpPr>
            <a:spLocks noGrp="1"/>
          </p:cNvSpPr>
          <p:nvPr>
            <p:ph type="title"/>
          </p:nvPr>
        </p:nvSpPr>
        <p:spPr>
          <a:xfrm>
            <a:off x="1220788" y="365125"/>
            <a:ext cx="7904162" cy="747713"/>
          </a:xfrm>
        </p:spPr>
        <p:txBody>
          <a:bodyPr>
            <a:noAutofit/>
          </a:bodyPr>
          <a:lstStyle/>
          <a:p>
            <a:pPr marL="57150">
              <a:defRPr/>
            </a:pPr>
            <a:r>
              <a:rPr lang="vi-VN" sz="3200">
                <a:latin typeface="Times New Roman" panose="02020603050405020304" pitchFamily="18" charset="0"/>
                <a:cs typeface="Times New Roman" panose="02020603050405020304" pitchFamily="18" charset="0"/>
              </a:rPr>
              <a:t>Mô hình tự hồi qui véc tơ (</a:t>
            </a:r>
            <a:r>
              <a:rPr lang="en-US" sz="3200">
                <a:latin typeface="Times New Roman" panose="02020603050405020304" pitchFamily="18" charset="0"/>
                <a:cs typeface="Times New Roman" panose="02020603050405020304" pitchFamily="18" charset="0"/>
              </a:rPr>
              <a:t>V</a:t>
            </a:r>
            <a:r>
              <a:rPr lang="vi-VN" sz="3200">
                <a:latin typeface="Times New Roman" panose="02020603050405020304" pitchFamily="18" charset="0"/>
                <a:cs typeface="Times New Roman" panose="02020603050405020304" pitchFamily="18" charset="0"/>
              </a:rPr>
              <a:t>ector </a:t>
            </a:r>
            <a:r>
              <a:rPr lang="en-US" sz="3200">
                <a:latin typeface="Times New Roman" panose="02020603050405020304" pitchFamily="18" charset="0"/>
                <a:cs typeface="Times New Roman" panose="02020603050405020304" pitchFamily="18" charset="0"/>
              </a:rPr>
              <a:t>A</a:t>
            </a:r>
            <a:r>
              <a:rPr lang="vi-VN" sz="3200">
                <a:latin typeface="Times New Roman" panose="02020603050405020304" pitchFamily="18" charset="0"/>
                <a:cs typeface="Times New Roman" panose="02020603050405020304" pitchFamily="18" charset="0"/>
              </a:rPr>
              <a:t>utoregression)</a:t>
            </a:r>
            <a:endParaRPr lang="en-US" sz="3200" b="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1747" name="Rectangle 3">
                <a:extLst>
                  <a:ext uri="{FF2B5EF4-FFF2-40B4-BE49-F238E27FC236}">
                    <a16:creationId xmlns:a16="http://schemas.microsoft.com/office/drawing/2014/main" id="{03DF904F-F10F-49A9-08FA-DFE65C2BECD1}"/>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400" b="1">
                    <a:latin typeface="Times New Roman" panose="02020603050405020304" pitchFamily="18" charset="0"/>
                    <a:cs typeface="Times New Roman" panose="02020603050405020304" pitchFamily="18" charset="0"/>
                  </a:rPr>
                  <a:t>Vector Autoregression (VAR)</a:t>
                </a:r>
                <a:r>
                  <a:rPr lang="en-US" sz="2400">
                    <a:latin typeface="Times New Roman" panose="02020603050405020304" pitchFamily="18" charset="0"/>
                    <a:cs typeface="Times New Roman" panose="02020603050405020304" pitchFamily="18" charset="0"/>
                  </a:rPr>
                  <a:t> là mô hình mở rộng của </a:t>
                </a:r>
                <a:r>
                  <a:rPr lang="en-US" sz="2400" b="1">
                    <a:latin typeface="Times New Roman" panose="02020603050405020304" pitchFamily="18" charset="0"/>
                    <a:cs typeface="Times New Roman" panose="02020603050405020304" pitchFamily="18" charset="0"/>
                  </a:rPr>
                  <a:t>Autoregression (AR)</a:t>
                </a:r>
                <a:r>
                  <a:rPr lang="en-US" sz="2400">
                    <a:latin typeface="Times New Roman" panose="02020603050405020304" pitchFamily="18" charset="0"/>
                    <a:cs typeface="Times New Roman" panose="02020603050405020304" pitchFamily="18" charset="0"/>
                  </a:rPr>
                  <a:t> từ </a:t>
                </a:r>
                <a:r>
                  <a:rPr lang="en-US" sz="2400" b="1">
                    <a:latin typeface="Times New Roman" panose="02020603050405020304" pitchFamily="18" charset="0"/>
                    <a:cs typeface="Times New Roman" panose="02020603050405020304" pitchFamily="18" charset="0"/>
                  </a:rPr>
                  <a:t>một chuỗi</a:t>
                </a:r>
                <a:r>
                  <a:rPr lang="en-US" sz="2400">
                    <a:latin typeface="Times New Roman" panose="02020603050405020304" pitchFamily="18" charset="0"/>
                    <a:cs typeface="Times New Roman" panose="02020603050405020304" pitchFamily="18" charset="0"/>
                  </a:rPr>
                  <a:t> sang </a:t>
                </a:r>
                <a:r>
                  <a:rPr lang="en-US" sz="2400" b="1">
                    <a:latin typeface="Times New Roman" panose="02020603050405020304" pitchFamily="18" charset="0"/>
                    <a:cs typeface="Times New Roman" panose="02020603050405020304" pitchFamily="18" charset="0"/>
                  </a:rPr>
                  <a:t>nhiều chuỗi thời gian</a:t>
                </a:r>
                <a:r>
                  <a:rPr lang="en-US" sz="2400">
                    <a:latin typeface="Times New Roman" panose="02020603050405020304" pitchFamily="18" charset="0"/>
                    <a:cs typeface="Times New Roman" panose="02020603050405020304" pitchFamily="18" charset="0"/>
                  </a:rPr>
                  <a:t>.</a:t>
                </a:r>
              </a:p>
              <a:p>
                <a:pPr marL="800100" lvl="1" indent="-3429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AR: dự đoán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𝑦</m:t>
                        </m:r>
                      </m:e>
                      <m:sub>
                        <m:r>
                          <a:rPr lang="en-US" sz="2400" i="1">
                            <a:latin typeface="Cambria Math" panose="02040503050406030204" pitchFamily="18" charset="0"/>
                          </a:rPr>
                          <m:t>𝑡</m:t>
                        </m:r>
                      </m:sub>
                    </m:sSub>
                  </m:oMath>
                </a14:m>
                <a:r>
                  <a:rPr lang="en-US" sz="2400">
                    <a:latin typeface="Times New Roman" panose="02020603050405020304" pitchFamily="18" charset="0"/>
                    <a:cs typeface="Times New Roman" panose="02020603050405020304" pitchFamily="18" charset="0"/>
                  </a:rPr>
                  <a:t> dựa vào các giá trị quá khứ của chính nó.</a:t>
                </a:r>
              </a:p>
              <a:p>
                <a:pPr marL="800100" lvl="1" indent="-3429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VAR: dự đoán </a:t>
                </a:r>
                <a:r>
                  <a:rPr lang="en-US" sz="2400" b="1">
                    <a:latin typeface="Times New Roman" panose="02020603050405020304" pitchFamily="18" charset="0"/>
                    <a:cs typeface="Times New Roman" panose="02020603050405020304" pitchFamily="18" charset="0"/>
                  </a:rPr>
                  <a:t>vector</a:t>
                </a:r>
                <a:r>
                  <a:rPr lang="en-US" sz="2400">
                    <a:latin typeface="Times New Roman" panose="02020603050405020304" pitchFamily="18" charset="0"/>
                    <a:cs typeface="Times New Roman" panose="02020603050405020304" pitchFamily="18" charset="0"/>
                  </a:rPr>
                  <a:t> các biến </a:t>
                </a:r>
                <a14:m>
                  <m:oMath xmlns:m="http://schemas.openxmlformats.org/officeDocument/2006/math">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𝑦</m:t>
                        </m:r>
                      </m:e>
                      <m:sub>
                        <m:r>
                          <a:rPr lang="en-US" sz="2400" i="1">
                            <a:latin typeface="Cambria Math" panose="02040503050406030204" pitchFamily="18" charset="0"/>
                          </a:rPr>
                          <m:t>1,</m:t>
                        </m:r>
                        <m:r>
                          <a:rPr lang="en-US" sz="2400" i="1">
                            <a:latin typeface="Cambria Math" panose="02040503050406030204" pitchFamily="18" charset="0"/>
                          </a:rPr>
                          <m:t>𝑡</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𝑦</m:t>
                        </m:r>
                      </m:e>
                      <m:sub>
                        <m:r>
                          <a:rPr lang="en-US" sz="2400" i="1">
                            <a:latin typeface="Cambria Math" panose="02040503050406030204" pitchFamily="18" charset="0"/>
                          </a:rPr>
                          <m:t>2,</m:t>
                        </m:r>
                        <m:r>
                          <a:rPr lang="en-US" sz="2400" i="1">
                            <a:latin typeface="Cambria Math" panose="02040503050406030204" pitchFamily="18" charset="0"/>
                          </a:rPr>
                          <m:t>𝑡</m:t>
                        </m:r>
                      </m:sub>
                    </m:sSub>
                    <m:r>
                      <a:rPr lang="en-US" sz="2400" i="1">
                        <a:latin typeface="Cambria Math" panose="02040503050406030204" pitchFamily="18" charset="0"/>
                      </a:rPr>
                      <m:t>,</m:t>
                    </m:r>
                    <m:r>
                      <a:rPr lang="en-US" sz="2400">
                        <a:latin typeface="Cambria Math" panose="02040503050406030204" pitchFamily="18" charset="0"/>
                      </a:rPr>
                      <m:t>...</m:t>
                    </m:r>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𝑦</m:t>
                        </m:r>
                      </m:e>
                      <m:sub>
                        <m:r>
                          <a:rPr lang="en-US" sz="2400" i="1">
                            <a:latin typeface="Cambria Math" panose="02040503050406030204" pitchFamily="18" charset="0"/>
                          </a:rPr>
                          <m:t>𝑘</m:t>
                        </m:r>
                        <m:r>
                          <a:rPr lang="en-US" sz="2400" i="1">
                            <a:latin typeface="Cambria Math" panose="02040503050406030204" pitchFamily="18" charset="0"/>
                          </a:rPr>
                          <m:t>,</m:t>
                        </m:r>
                        <m:r>
                          <a:rPr lang="en-US" sz="2400" i="1">
                            <a:latin typeface="Cambria Math" panose="02040503050406030204" pitchFamily="18" charset="0"/>
                          </a:rPr>
                          <m:t>𝑡</m:t>
                        </m:r>
                      </m:sub>
                    </m:sSub>
                    <m:r>
                      <a:rPr lang="en-US" sz="2400" i="1">
                        <a:latin typeface="Cambria Math" panose="02040503050406030204" pitchFamily="18" charset="0"/>
                      </a:rPr>
                      <m:t>)</m:t>
                    </m:r>
                  </m:oMath>
                </a14:m>
                <a:r>
                  <a:rPr lang="en-US" sz="2400">
                    <a:latin typeface="Times New Roman" panose="02020603050405020304" pitchFamily="18" charset="0"/>
                    <a:cs typeface="Times New Roman" panose="02020603050405020304" pitchFamily="18" charset="0"/>
                  </a:rPr>
                  <a:t>dựa vào </a:t>
                </a:r>
                <a:r>
                  <a:rPr lang="en-US" sz="2400" b="1">
                    <a:latin typeface="Times New Roman" panose="02020603050405020304" pitchFamily="18" charset="0"/>
                    <a:cs typeface="Times New Roman" panose="02020603050405020304" pitchFamily="18" charset="0"/>
                  </a:rPr>
                  <a:t>các giá trị quá khứ của chính tất cả chúng</a:t>
                </a:r>
                <a:r>
                  <a:rPr lang="en-US" sz="2400">
                    <a:latin typeface="Times New Roman" panose="02020603050405020304" pitchFamily="18" charset="0"/>
                    <a:cs typeface="Times New Roman" panose="02020603050405020304" pitchFamily="18" charset="0"/>
                  </a:rPr>
                  <a:t>.</a:t>
                </a:r>
              </a:p>
              <a:p>
                <a:pPr marL="457200" lvl="1" indent="0"/>
                <a:r>
                  <a:rPr lang="en-US" sz="2400">
                    <a:latin typeface="Times New Roman" panose="02020603050405020304" pitchFamily="18" charset="0"/>
                    <a:cs typeface="Times New Roman" panose="02020603050405020304" pitchFamily="18" charset="0"/>
                  </a:rPr>
                  <a:t>Nghĩa là </a:t>
                </a:r>
                <a:r>
                  <a:rPr lang="en-US" sz="2400" b="1">
                    <a:latin typeface="Times New Roman" panose="02020603050405020304" pitchFamily="18" charset="0"/>
                    <a:cs typeface="Times New Roman" panose="02020603050405020304" pitchFamily="18" charset="0"/>
                  </a:rPr>
                  <a:t>biến này có thể giải thích biến kia</a:t>
                </a:r>
                <a:r>
                  <a:rPr lang="en-US" sz="2400">
                    <a:latin typeface="Times New Roman" panose="02020603050405020304" pitchFamily="18" charset="0"/>
                    <a:cs typeface="Times New Roman" panose="02020603050405020304" pitchFamily="18" charset="0"/>
                  </a:rPr>
                  <a:t>, không còn phân tích đơn lẻ.</a:t>
                </a:r>
              </a:p>
              <a:p>
                <a:pPr marL="800100" lvl="1" indent="-342900">
                  <a:buFont typeface="Arial" panose="020B0604020202020204" pitchFamily="34" charset="0"/>
                  <a:buChar char="•"/>
                </a:pPr>
                <a:r>
                  <a:rPr lang="es-ES" sz="2400">
                    <a:latin typeface="Times New Roman" panose="02020603050405020304" pitchFamily="18" charset="0"/>
                    <a:cs typeface="Times New Roman" panose="02020603050405020304" pitchFamily="18" charset="0"/>
                  </a:rPr>
                  <a:t>Cho vector biến quan sát: </a:t>
                </a:r>
                <a14:m>
                  <m:oMath xmlns:m="http://schemas.openxmlformats.org/officeDocument/2006/math">
                    <m:sSub>
                      <m:sSubPr>
                        <m:ctrlPr>
                          <a:rPr lang="en-US" sz="2400" i="1" smtClean="0">
                            <a:latin typeface="Cambria Math" panose="02040503050406030204" pitchFamily="18" charset="0"/>
                            <a:cs typeface="Times New Roman" panose="02020603050405020304" pitchFamily="18" charset="0"/>
                          </a:rPr>
                        </m:ctrlPr>
                      </m:sSubPr>
                      <m:e>
                        <m:r>
                          <a:rPr lang="en-US" sz="2400" b="1" i="1" smtClean="0">
                            <a:latin typeface="Cambria Math" panose="02040503050406030204" pitchFamily="18" charset="0"/>
                            <a:cs typeface="Times New Roman" panose="02020603050405020304" pitchFamily="18" charset="0"/>
                          </a:rPr>
                          <m:t>𝒀</m:t>
                        </m:r>
                      </m:e>
                      <m:sub>
                        <m:r>
                          <a:rPr lang="en-US" sz="2400" b="0" i="1" smtClean="0">
                            <a:latin typeface="Cambria Math" panose="02040503050406030204" pitchFamily="18" charset="0"/>
                            <a:cs typeface="Times New Roman" panose="02020603050405020304" pitchFamily="18" charset="0"/>
                          </a:rPr>
                          <m:t>𝑡</m:t>
                        </m:r>
                      </m:sub>
                    </m:sSub>
                  </m:oMath>
                </a14:m>
                <a:r>
                  <a:rPr lang="en-US" sz="2400">
                    <a:latin typeface="Times New Roman" panose="02020603050405020304" pitchFamily="18" charset="0"/>
                    <a:cs typeface="Times New Roman" panose="02020603050405020304" pitchFamily="18" charset="0"/>
                  </a:rPr>
                  <a:t> = </a:t>
                </a:r>
                <a14:m>
                  <m:oMath xmlns:m="http://schemas.openxmlformats.org/officeDocument/2006/math">
                    <m:sSup>
                      <m:sSupPr>
                        <m:ctrlPr>
                          <a:rPr lang="en-US" sz="2400" i="1" smtClean="0">
                            <a:latin typeface="Cambria Math" panose="02040503050406030204" pitchFamily="18" charset="0"/>
                            <a:cs typeface="Times New Roman" panose="02020603050405020304" pitchFamily="18" charset="0"/>
                          </a:rPr>
                        </m:ctrlPr>
                      </m:sSupPr>
                      <m:e>
                        <m:d>
                          <m:dPr>
                            <m:begChr m:val="["/>
                            <m:endChr m:val="]"/>
                            <m:ctrlPr>
                              <a:rPr lang="en-US" sz="2400" i="1" smtClean="0">
                                <a:latin typeface="Cambria Math" panose="02040503050406030204" pitchFamily="18" charset="0"/>
                                <a:cs typeface="Times New Roman" panose="02020603050405020304" pitchFamily="18" charset="0"/>
                              </a:rPr>
                            </m:ctrlPr>
                          </m:dPr>
                          <m:e>
                            <m:m>
                              <m:mPr>
                                <m:mcs>
                                  <m:mc>
                                    <m:mcPr>
                                      <m:count m:val="2"/>
                                      <m:mcJc m:val="center"/>
                                    </m:mcPr>
                                  </m:mc>
                                </m:mcs>
                                <m:ctrlPr>
                                  <a:rPr lang="en-US" sz="2400" i="1" smtClean="0">
                                    <a:latin typeface="Cambria Math" panose="02040503050406030204" pitchFamily="18" charset="0"/>
                                    <a:cs typeface="Times New Roman" panose="02020603050405020304" pitchFamily="18" charset="0"/>
                                  </a:rPr>
                                </m:ctrlPr>
                              </m:mPr>
                              <m:mr>
                                <m:e>
                                  <m:m>
                                    <m:mPr>
                                      <m:mcs>
                                        <m:mc>
                                          <m:mcPr>
                                            <m:count m:val="2"/>
                                            <m:mcJc m:val="center"/>
                                          </m:mcPr>
                                        </m:mc>
                                      </m:mcs>
                                      <m:ctrlPr>
                                        <a:rPr lang="en-US" sz="2400" i="1" smtClean="0">
                                          <a:latin typeface="Cambria Math" panose="02040503050406030204" pitchFamily="18" charset="0"/>
                                          <a:cs typeface="Times New Roman" panose="02020603050405020304" pitchFamily="18" charset="0"/>
                                        </a:rPr>
                                      </m:ctrlPr>
                                    </m:mPr>
                                    <m:mr>
                                      <m:e>
                                        <m:sSub>
                                          <m:sSubPr>
                                            <m:ctrlPr>
                                              <a:rPr lang="en-US" sz="2400" i="1">
                                                <a:latin typeface="Cambria Math" panose="02040503050406030204" pitchFamily="18" charset="0"/>
                                              </a:rPr>
                                            </m:ctrlPr>
                                          </m:sSubPr>
                                          <m:e>
                                            <m:r>
                                              <a:rPr lang="en-US" sz="2400" i="1">
                                                <a:latin typeface="Cambria Math" panose="02040503050406030204" pitchFamily="18" charset="0"/>
                                              </a:rPr>
                                              <m:t>𝑦</m:t>
                                            </m:r>
                                          </m:e>
                                          <m:sub>
                                            <m:r>
                                              <a:rPr lang="en-US" sz="2400" i="1">
                                                <a:latin typeface="Cambria Math" panose="02040503050406030204" pitchFamily="18" charset="0"/>
                                              </a:rPr>
                                              <m:t>1,</m:t>
                                            </m:r>
                                            <m:r>
                                              <a:rPr lang="en-US" sz="2400" i="1">
                                                <a:latin typeface="Cambria Math" panose="02040503050406030204" pitchFamily="18" charset="0"/>
                                              </a:rPr>
                                              <m:t>𝑡</m:t>
                                            </m:r>
                                          </m:sub>
                                        </m:sSub>
                                      </m:e>
                                      <m:e>
                                        <m:sSub>
                                          <m:sSubPr>
                                            <m:ctrlPr>
                                              <a:rPr lang="en-US" sz="2400" i="1">
                                                <a:latin typeface="Cambria Math" panose="02040503050406030204" pitchFamily="18" charset="0"/>
                                              </a:rPr>
                                            </m:ctrlPr>
                                          </m:sSubPr>
                                          <m:e>
                                            <m:r>
                                              <a:rPr lang="en-US" sz="2400" i="1">
                                                <a:latin typeface="Cambria Math" panose="02040503050406030204" pitchFamily="18" charset="0"/>
                                              </a:rPr>
                                              <m:t>𝑦</m:t>
                                            </m:r>
                                          </m:e>
                                          <m:sub>
                                            <m:r>
                                              <a:rPr lang="en-US" sz="2400" i="1">
                                                <a:latin typeface="Cambria Math" panose="02040503050406030204" pitchFamily="18" charset="0"/>
                                              </a:rPr>
                                              <m:t>2,</m:t>
                                            </m:r>
                                            <m:r>
                                              <a:rPr lang="en-US" sz="2400" i="1">
                                                <a:latin typeface="Cambria Math" panose="02040503050406030204" pitchFamily="18" charset="0"/>
                                              </a:rPr>
                                              <m:t>𝑡</m:t>
                                            </m:r>
                                          </m:sub>
                                        </m:sSub>
                                      </m:e>
                                    </m:mr>
                                  </m:m>
                                </m:e>
                                <m:e>
                                  <m:m>
                                    <m:mPr>
                                      <m:mcs>
                                        <m:mc>
                                          <m:mcPr>
                                            <m:count m:val="2"/>
                                            <m:mcJc m:val="center"/>
                                          </m:mcPr>
                                        </m:mc>
                                      </m:mcs>
                                      <m:ctrlPr>
                                        <a:rPr lang="en-US" sz="2400" i="1" smtClean="0">
                                          <a:latin typeface="Cambria Math" panose="02040503050406030204" pitchFamily="18" charset="0"/>
                                          <a:cs typeface="Times New Roman" panose="02020603050405020304" pitchFamily="18" charset="0"/>
                                        </a:rPr>
                                      </m:ctrlPr>
                                    </m:mPr>
                                    <m:mr>
                                      <m:e>
                                        <m:r>
                                          <m:rPr>
                                            <m:brk m:alnAt="7"/>
                                          </m:rPr>
                                          <a:rPr lang="en-US" sz="2400" i="1" smtClean="0">
                                            <a:latin typeface="Cambria Math" panose="02040503050406030204" pitchFamily="18" charset="0"/>
                                            <a:cs typeface="Times New Roman" panose="02020603050405020304" pitchFamily="18" charset="0"/>
                                          </a:rPr>
                                          <m:t>…</m:t>
                                        </m:r>
                                      </m:e>
                                      <m:e>
                                        <m:sSub>
                                          <m:sSubPr>
                                            <m:ctrlPr>
                                              <a:rPr lang="en-US" sz="2400" i="1">
                                                <a:latin typeface="Cambria Math" panose="02040503050406030204" pitchFamily="18" charset="0"/>
                                              </a:rPr>
                                            </m:ctrlPr>
                                          </m:sSubPr>
                                          <m:e>
                                            <m:r>
                                              <a:rPr lang="en-US" sz="2400" i="1">
                                                <a:latin typeface="Cambria Math" panose="02040503050406030204" pitchFamily="18" charset="0"/>
                                              </a:rPr>
                                              <m:t>𝑦</m:t>
                                            </m:r>
                                          </m:e>
                                          <m:sub>
                                            <m:r>
                                              <a:rPr lang="en-US" sz="2400" i="1">
                                                <a:latin typeface="Cambria Math" panose="02040503050406030204" pitchFamily="18" charset="0"/>
                                              </a:rPr>
                                              <m:t>𝑘</m:t>
                                            </m:r>
                                            <m:r>
                                              <a:rPr lang="en-US" sz="2400" i="1">
                                                <a:latin typeface="Cambria Math" panose="02040503050406030204" pitchFamily="18" charset="0"/>
                                              </a:rPr>
                                              <m:t>,</m:t>
                                            </m:r>
                                            <m:r>
                                              <a:rPr lang="en-US" sz="2400" i="1">
                                                <a:latin typeface="Cambria Math" panose="02040503050406030204" pitchFamily="18" charset="0"/>
                                              </a:rPr>
                                              <m:t>𝑡</m:t>
                                            </m:r>
                                          </m:sub>
                                        </m:sSub>
                                      </m:e>
                                    </m:mr>
                                  </m:m>
                                </m:e>
                              </m:mr>
                            </m:m>
                          </m:e>
                        </m:d>
                      </m:e>
                      <m:sup>
                        <m:r>
                          <a:rPr lang="en-US" sz="2400" b="0" i="1" smtClean="0">
                            <a:latin typeface="Cambria Math" panose="02040503050406030204" pitchFamily="18" charset="0"/>
                            <a:cs typeface="Times New Roman" panose="02020603050405020304" pitchFamily="18" charset="0"/>
                          </a:rPr>
                          <m:t>𝑇</m:t>
                        </m:r>
                      </m:sup>
                    </m:sSup>
                  </m:oMath>
                </a14:m>
                <a:r>
                  <a:rPr lang="en-US" sz="2400">
                    <a:latin typeface="Times New Roman" panose="02020603050405020304" pitchFamily="18" charset="0"/>
                    <a:cs typeface="Times New Roman" panose="02020603050405020304" pitchFamily="18" charset="0"/>
                  </a:rPr>
                  <a:t>. </a:t>
                </a:r>
              </a:p>
              <a:p>
                <a:pPr marL="800100" lvl="1" indent="-3429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VAR(p):</a:t>
                </a:r>
                <a14:m>
                  <m:oMath xmlns:m="http://schemas.openxmlformats.org/officeDocument/2006/math">
                    <m:r>
                      <a:rPr lang="en-US" sz="2400" b="0" i="0" smtClean="0">
                        <a:latin typeface="Cambria Math" panose="02040503050406030204" pitchFamily="18" charset="0"/>
                      </a:rPr>
                      <m:t>  </m:t>
                    </m:r>
                    <m:sSub>
                      <m:sSubPr>
                        <m:ctrlPr>
                          <a:rPr lang="en-US" sz="2400" i="1">
                            <a:latin typeface="Cambria Math" panose="02040503050406030204" pitchFamily="18" charset="0"/>
                          </a:rPr>
                        </m:ctrlPr>
                      </m:sSubPr>
                      <m:e>
                        <m:r>
                          <a:rPr lang="en-US" sz="2400" b="1" i="1">
                            <a:latin typeface="Cambria Math" panose="02040503050406030204" pitchFamily="18" charset="0"/>
                          </a:rPr>
                          <m:t>𝒀</m:t>
                        </m:r>
                      </m:e>
                      <m:sub>
                        <m:r>
                          <a:rPr lang="en-US" sz="2400" i="1">
                            <a:latin typeface="Cambria Math" panose="02040503050406030204" pitchFamily="18" charset="0"/>
                          </a:rPr>
                          <m:t>𝑡</m:t>
                        </m:r>
                      </m:sub>
                    </m:sSub>
                    <m:r>
                      <a:rPr lang="en-US" sz="2400" i="1">
                        <a:latin typeface="Cambria Math" panose="02040503050406030204" pitchFamily="18" charset="0"/>
                      </a:rPr>
                      <m:t>=</m:t>
                    </m:r>
                    <m:r>
                      <a:rPr lang="en-US" sz="2400" b="1" i="1">
                        <a:latin typeface="Cambria Math" panose="02040503050406030204" pitchFamily="18" charset="0"/>
                      </a:rPr>
                      <m:t>𝒄</m:t>
                    </m:r>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b="1" i="1">
                            <a:latin typeface="Cambria Math" panose="02040503050406030204" pitchFamily="18" charset="0"/>
                          </a:rPr>
                          <m:t>𝑨</m:t>
                        </m:r>
                      </m:e>
                      <m:sub>
                        <m:r>
                          <a:rPr lang="en-US" sz="2400" i="1">
                            <a:latin typeface="Cambria Math" panose="02040503050406030204" pitchFamily="18" charset="0"/>
                          </a:rPr>
                          <m:t>1</m:t>
                        </m:r>
                      </m:sub>
                    </m:sSub>
                    <m:sSub>
                      <m:sSubPr>
                        <m:ctrlPr>
                          <a:rPr lang="en-US" sz="2400" i="1">
                            <a:latin typeface="Cambria Math" panose="02040503050406030204" pitchFamily="18" charset="0"/>
                          </a:rPr>
                        </m:ctrlPr>
                      </m:sSubPr>
                      <m:e>
                        <m:r>
                          <a:rPr lang="en-US" sz="2400" b="1" i="1">
                            <a:latin typeface="Cambria Math" panose="02040503050406030204" pitchFamily="18" charset="0"/>
                          </a:rPr>
                          <m:t>𝒀</m:t>
                        </m:r>
                      </m:e>
                      <m:sub>
                        <m:r>
                          <a:rPr lang="en-US" sz="2400" i="1">
                            <a:latin typeface="Cambria Math" panose="02040503050406030204" pitchFamily="18" charset="0"/>
                          </a:rPr>
                          <m:t>𝑡</m:t>
                        </m:r>
                        <m:r>
                          <a:rPr lang="en-US" sz="2400" i="1">
                            <a:latin typeface="Cambria Math" panose="02040503050406030204" pitchFamily="18" charset="0"/>
                          </a:rPr>
                          <m:t>−1</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b="1" i="1">
                            <a:latin typeface="Cambria Math" panose="02040503050406030204" pitchFamily="18" charset="0"/>
                          </a:rPr>
                          <m:t>𝑨</m:t>
                        </m:r>
                      </m:e>
                      <m:sub>
                        <m:r>
                          <a:rPr lang="en-US" sz="2400" i="1">
                            <a:latin typeface="Cambria Math" panose="02040503050406030204" pitchFamily="18" charset="0"/>
                          </a:rPr>
                          <m:t>2</m:t>
                        </m:r>
                      </m:sub>
                    </m:sSub>
                    <m:sSub>
                      <m:sSubPr>
                        <m:ctrlPr>
                          <a:rPr lang="en-US" sz="2400" i="1">
                            <a:latin typeface="Cambria Math" panose="02040503050406030204" pitchFamily="18" charset="0"/>
                          </a:rPr>
                        </m:ctrlPr>
                      </m:sSubPr>
                      <m:e>
                        <m:r>
                          <a:rPr lang="en-US" sz="2400" b="1" i="1">
                            <a:latin typeface="Cambria Math" panose="02040503050406030204" pitchFamily="18" charset="0"/>
                          </a:rPr>
                          <m:t>𝒀</m:t>
                        </m:r>
                      </m:e>
                      <m:sub>
                        <m:r>
                          <a:rPr lang="en-US" sz="2400" i="1">
                            <a:latin typeface="Cambria Math" panose="02040503050406030204" pitchFamily="18" charset="0"/>
                          </a:rPr>
                          <m:t>𝑡</m:t>
                        </m:r>
                        <m:r>
                          <a:rPr lang="en-US" sz="2400" i="1">
                            <a:latin typeface="Cambria Math" panose="02040503050406030204" pitchFamily="18" charset="0"/>
                          </a:rPr>
                          <m:t>−2</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b="1" i="1">
                            <a:latin typeface="Cambria Math" panose="02040503050406030204" pitchFamily="18" charset="0"/>
                          </a:rPr>
                          <m:t>𝑨</m:t>
                        </m:r>
                      </m:e>
                      <m:sub>
                        <m:r>
                          <a:rPr lang="en-US" sz="2400" i="1">
                            <a:latin typeface="Cambria Math" panose="02040503050406030204" pitchFamily="18" charset="0"/>
                          </a:rPr>
                          <m:t>𝑝</m:t>
                        </m:r>
                      </m:sub>
                    </m:sSub>
                    <m:sSub>
                      <m:sSubPr>
                        <m:ctrlPr>
                          <a:rPr lang="en-US" sz="2400" i="1">
                            <a:latin typeface="Cambria Math" panose="02040503050406030204" pitchFamily="18" charset="0"/>
                          </a:rPr>
                        </m:ctrlPr>
                      </m:sSubPr>
                      <m:e>
                        <m:r>
                          <a:rPr lang="en-US" sz="2400" b="1" i="1">
                            <a:latin typeface="Cambria Math" panose="02040503050406030204" pitchFamily="18" charset="0"/>
                          </a:rPr>
                          <m:t>𝒀</m:t>
                        </m:r>
                      </m:e>
                      <m:sub>
                        <m:r>
                          <a:rPr lang="en-US" sz="2400" i="1">
                            <a:latin typeface="Cambria Math" panose="02040503050406030204" pitchFamily="18" charset="0"/>
                          </a:rPr>
                          <m:t>𝑡</m:t>
                        </m:r>
                        <m:r>
                          <a:rPr lang="en-US" sz="2400" i="1">
                            <a:latin typeface="Cambria Math" panose="02040503050406030204" pitchFamily="18" charset="0"/>
                          </a:rPr>
                          <m:t>−</m:t>
                        </m:r>
                        <m:r>
                          <a:rPr lang="en-US" sz="2400" i="1">
                            <a:latin typeface="Cambria Math" panose="02040503050406030204" pitchFamily="18" charset="0"/>
                          </a:rPr>
                          <m:t>𝑝</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b="1" i="1">
                            <a:latin typeface="Cambria Math" panose="02040503050406030204" pitchFamily="18" charset="0"/>
                          </a:rPr>
                          <m:t>𝜺</m:t>
                        </m:r>
                      </m:e>
                      <m:sub>
                        <m:r>
                          <a:rPr lang="en-US" sz="2400" i="1">
                            <a:latin typeface="Cambria Math" panose="02040503050406030204" pitchFamily="18" charset="0"/>
                          </a:rPr>
                          <m:t>𝑡</m:t>
                        </m:r>
                      </m:sub>
                    </m:sSub>
                  </m:oMath>
                </a14:m>
                <a:endParaRPr lang="en-US" sz="2400">
                  <a:latin typeface="Times New Roman" panose="02020603050405020304" pitchFamily="18" charset="0"/>
                  <a:cs typeface="Times New Roman" panose="02020603050405020304" pitchFamily="18" charset="0"/>
                </a:endParaRPr>
              </a:p>
              <a:p>
                <a:pPr marL="1200150" lvl="2" indent="-342900">
                  <a:buFont typeface="Courier New" panose="02070309020205020404" pitchFamily="49" charset="0"/>
                  <a:buChar char="o"/>
                </a:pPr>
                <a:r>
                  <a:rPr lang="en-US" sz="2400" b="1">
                    <a:latin typeface="Times New Roman" panose="02020603050405020304" pitchFamily="18" charset="0"/>
                    <a:cs typeface="Times New Roman" panose="02020603050405020304" pitchFamily="18" charset="0"/>
                  </a:rPr>
                  <a:t>c</a:t>
                </a:r>
                <a:r>
                  <a:rPr lang="en-US" sz="2400">
                    <a:latin typeface="Times New Roman" panose="02020603050405020304" pitchFamily="18" charset="0"/>
                    <a:cs typeface="Times New Roman" panose="02020603050405020304" pitchFamily="18" charset="0"/>
                  </a:rPr>
                  <a:t>: hằng số</a:t>
                </a:r>
              </a:p>
              <a:p>
                <a:pPr marL="1200150" lvl="2" indent="-342900">
                  <a:buFont typeface="Courier New" panose="02070309020205020404" pitchFamily="49" charset="0"/>
                  <a:buChar char="o"/>
                </a:pPr>
                <a14:m>
                  <m:oMath xmlns:m="http://schemas.openxmlformats.org/officeDocument/2006/math">
                    <m:sSub>
                      <m:sSubPr>
                        <m:ctrlPr>
                          <a:rPr lang="en-US" sz="2400" i="1">
                            <a:latin typeface="Cambria Math" panose="02040503050406030204" pitchFamily="18" charset="0"/>
                          </a:rPr>
                        </m:ctrlPr>
                      </m:sSubPr>
                      <m:e>
                        <m:r>
                          <a:rPr lang="en-US" sz="2400" b="1" i="1">
                            <a:latin typeface="Cambria Math" panose="02040503050406030204" pitchFamily="18" charset="0"/>
                          </a:rPr>
                          <m:t>𝑨</m:t>
                        </m:r>
                      </m:e>
                      <m:sub>
                        <m:r>
                          <a:rPr lang="en-US" sz="2400" b="0" i="1" smtClean="0">
                            <a:latin typeface="Cambria Math" panose="02040503050406030204" pitchFamily="18" charset="0"/>
                          </a:rPr>
                          <m:t>𝑖</m:t>
                        </m:r>
                      </m:sub>
                    </m:sSub>
                  </m:oMath>
                </a14:m>
                <a:r>
                  <a:rPr lang="en-US" sz="2400">
                    <a:latin typeface="Times New Roman" panose="02020603050405020304" pitchFamily="18" charset="0"/>
                    <a:cs typeface="Times New Roman" panose="02020603050405020304" pitchFamily="18" charset="0"/>
                  </a:rPr>
                  <a:t>: hệ số</a:t>
                </a:r>
              </a:p>
              <a:p>
                <a:pPr marL="120015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p: độ trễ</a:t>
                </a:r>
              </a:p>
              <a:p>
                <a:pPr marL="1200150" lvl="2" indent="-342900">
                  <a:buFont typeface="Courier New" panose="02070309020205020404" pitchFamily="49" charset="0"/>
                  <a:buChar char="o"/>
                </a:pPr>
                <a14:m>
                  <m:oMath xmlns:m="http://schemas.openxmlformats.org/officeDocument/2006/math">
                    <m:sSub>
                      <m:sSubPr>
                        <m:ctrlPr>
                          <a:rPr lang="en-US" sz="2400" i="1">
                            <a:latin typeface="Cambria Math" panose="02040503050406030204" pitchFamily="18" charset="0"/>
                          </a:rPr>
                        </m:ctrlPr>
                      </m:sSubPr>
                      <m:e>
                        <m:r>
                          <a:rPr lang="en-US" sz="2400" b="1" i="1">
                            <a:latin typeface="Cambria Math" panose="02040503050406030204" pitchFamily="18" charset="0"/>
                          </a:rPr>
                          <m:t>𝜺</m:t>
                        </m:r>
                      </m:e>
                      <m:sub>
                        <m:r>
                          <a:rPr lang="en-US" sz="2400" i="1">
                            <a:latin typeface="Cambria Math" panose="02040503050406030204" pitchFamily="18" charset="0"/>
                          </a:rPr>
                          <m:t>𝑡</m:t>
                        </m:r>
                      </m:sub>
                    </m:sSub>
                  </m:oMath>
                </a14:m>
                <a:r>
                  <a:rPr lang="en-US" sz="2400">
                    <a:latin typeface="Times New Roman" panose="02020603050405020304" pitchFamily="18" charset="0"/>
                    <a:cs typeface="Times New Roman" panose="02020603050405020304" pitchFamily="18" charset="0"/>
                  </a:rPr>
                  <a:t>: nhiễu trắng</a:t>
                </a:r>
              </a:p>
              <a:p>
                <a:pPr marL="800100" lvl="1" indent="-342900">
                  <a:buFont typeface="Arial" panose="020B0604020202020204" pitchFamily="34" charset="0"/>
                  <a:buChar char="•"/>
                </a:pPr>
                <a:endParaRPr lang="en-US" sz="2400">
                  <a:latin typeface="Times New Roman" panose="02020603050405020304" pitchFamily="18" charset="0"/>
                  <a:cs typeface="Times New Roman" panose="02020603050405020304" pitchFamily="18" charset="0"/>
                </a:endParaRPr>
              </a:p>
            </p:txBody>
          </p:sp>
        </mc:Choice>
        <mc:Fallback xmlns="">
          <p:sp>
            <p:nvSpPr>
              <p:cNvPr id="31747" name="Rectangle 3">
                <a:extLst>
                  <a:ext uri="{FF2B5EF4-FFF2-40B4-BE49-F238E27FC236}">
                    <a16:creationId xmlns:a16="http://schemas.microsoft.com/office/drawing/2014/main" id="{03DF904F-F10F-49A9-08FA-DFE65C2BECD1}"/>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3"/>
                <a:stretch>
                  <a:fillRect l="-868" t="-984" r="-468" b="-172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2325745682"/>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AA0BAE-F0BE-CF96-312A-595E0A05CBB1}"/>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9043E00F-9586-6307-79A1-7256650B8DD1}"/>
              </a:ext>
            </a:extLst>
          </p:cNvPr>
          <p:cNvSpPr>
            <a:spLocks noGrp="1"/>
          </p:cNvSpPr>
          <p:nvPr>
            <p:ph type="title"/>
          </p:nvPr>
        </p:nvSpPr>
        <p:spPr>
          <a:xfrm>
            <a:off x="1220788" y="365125"/>
            <a:ext cx="7904162" cy="747713"/>
          </a:xfrm>
        </p:spPr>
        <p:txBody>
          <a:bodyPr>
            <a:noAutofit/>
          </a:bodyPr>
          <a:lstStyle/>
          <a:p>
            <a:pPr marL="57150">
              <a:defRPr/>
            </a:pPr>
            <a:r>
              <a:rPr lang="vi-VN" sz="3200">
                <a:latin typeface="Times New Roman" panose="02020603050405020304" pitchFamily="18" charset="0"/>
                <a:cs typeface="Times New Roman" panose="02020603050405020304" pitchFamily="18" charset="0"/>
              </a:rPr>
              <a:t>Mô hình tự hồi qui véc tơ (</a:t>
            </a:r>
            <a:r>
              <a:rPr lang="en-US" sz="3200">
                <a:latin typeface="Times New Roman" panose="02020603050405020304" pitchFamily="18" charset="0"/>
                <a:cs typeface="Times New Roman" panose="02020603050405020304" pitchFamily="18" charset="0"/>
              </a:rPr>
              <a:t>V</a:t>
            </a:r>
            <a:r>
              <a:rPr lang="vi-VN" sz="3200">
                <a:latin typeface="Times New Roman" panose="02020603050405020304" pitchFamily="18" charset="0"/>
                <a:cs typeface="Times New Roman" panose="02020603050405020304" pitchFamily="18" charset="0"/>
              </a:rPr>
              <a:t>ector </a:t>
            </a:r>
            <a:r>
              <a:rPr lang="en-US" sz="3200">
                <a:latin typeface="Times New Roman" panose="02020603050405020304" pitchFamily="18" charset="0"/>
                <a:cs typeface="Times New Roman" panose="02020603050405020304" pitchFamily="18" charset="0"/>
              </a:rPr>
              <a:t>A</a:t>
            </a:r>
            <a:r>
              <a:rPr lang="vi-VN" sz="3200">
                <a:latin typeface="Times New Roman" panose="02020603050405020304" pitchFamily="18" charset="0"/>
                <a:cs typeface="Times New Roman" panose="02020603050405020304" pitchFamily="18" charset="0"/>
              </a:rPr>
              <a:t>utoregression)</a:t>
            </a:r>
            <a:endParaRPr lang="en-US" sz="3200" b="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1747" name="Rectangle 3">
                <a:extLst>
                  <a:ext uri="{FF2B5EF4-FFF2-40B4-BE49-F238E27FC236}">
                    <a16:creationId xmlns:a16="http://schemas.microsoft.com/office/drawing/2014/main" id="{332A4ACC-7433-6545-902C-F042EBC840FD}"/>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Các bước xây dựng mô hình VAR</a:t>
                </a:r>
                <a:endParaRPr lang="en-US" sz="280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r>
                  <a:rPr lang="en-US" sz="2400" b="1">
                    <a:latin typeface="Times New Roman" panose="02020603050405020304" pitchFamily="18" charset="0"/>
                    <a:cs typeface="Times New Roman" panose="02020603050405020304" pitchFamily="18" charset="0"/>
                  </a:rPr>
                  <a:t>(1) Kiểm tra tính dừng (stationarity): </a:t>
                </a:r>
                <a:r>
                  <a:rPr lang="en-US" sz="2400">
                    <a:latin typeface="Times New Roman" panose="02020603050405020304" pitchFamily="18" charset="0"/>
                    <a:cs typeface="Times New Roman" panose="02020603050405020304" pitchFamily="18" charset="0"/>
                  </a:rPr>
                  <a:t>VAR yêu cầu dữ liệu </a:t>
                </a:r>
                <a:r>
                  <a:rPr lang="en-US" sz="2400" b="1">
                    <a:latin typeface="Times New Roman" panose="02020603050405020304" pitchFamily="18" charset="0"/>
                    <a:cs typeface="Times New Roman" panose="02020603050405020304" pitchFamily="18" charset="0"/>
                  </a:rPr>
                  <a:t>dừng</a:t>
                </a:r>
                <a:r>
                  <a:rPr lang="en-US" sz="2400">
                    <a:latin typeface="Times New Roman" panose="02020603050405020304" pitchFamily="18" charset="0"/>
                    <a:cs typeface="Times New Roman" panose="02020603050405020304" pitchFamily="18" charset="0"/>
                  </a:rPr>
                  <a:t>. Nếu không: dùng differencing, log, detrend, seasonal adjust…</a:t>
                </a:r>
              </a:p>
              <a:p>
                <a:pPr marL="914400" lvl="1" indent="-457200">
                  <a:buFont typeface="Arial" panose="020B0604020202020204" pitchFamily="34" charset="0"/>
                  <a:buChar char="•"/>
                </a:pPr>
                <a:r>
                  <a:rPr lang="en-US" sz="2400" b="1">
                    <a:latin typeface="Times New Roman" panose="02020603050405020304" pitchFamily="18" charset="0"/>
                    <a:cs typeface="Times New Roman" panose="02020603050405020304" pitchFamily="18" charset="0"/>
                  </a:rPr>
                  <a:t>(2) Chọn độ trễ p </a:t>
                </a:r>
                <a:r>
                  <a:rPr lang="en-US" sz="2400">
                    <a:latin typeface="Times New Roman" panose="02020603050405020304" pitchFamily="18" charset="0"/>
                    <a:cs typeface="Times New Roman" panose="02020603050405020304" pitchFamily="18" charset="0"/>
                  </a:rPr>
                  <a:t>sao chomô hình đủ linh hoạt để nắm bắt động học, nhưng không quá phức tạp gây overfitting.</a:t>
                </a:r>
              </a:p>
              <a:p>
                <a:pPr marL="914400" lvl="1" indent="-457200">
                  <a:buFont typeface="Arial" panose="020B0604020202020204" pitchFamily="34" charset="0"/>
                  <a:buChar char="•"/>
                </a:pPr>
                <a:r>
                  <a:rPr lang="en-US" sz="2400" b="1">
                    <a:latin typeface="Times New Roman" panose="02020603050405020304" pitchFamily="18" charset="0"/>
                    <a:cs typeface="Times New Roman" panose="02020603050405020304" pitchFamily="18" charset="0"/>
                  </a:rPr>
                  <a:t>(3) Ước lượng các ma trận </a:t>
                </a:r>
                <a14:m>
                  <m:oMath xmlns:m="http://schemas.openxmlformats.org/officeDocument/2006/math">
                    <m:sSub>
                      <m:sSubPr>
                        <m:ctrlPr>
                          <a:rPr lang="en-US" sz="2400" b="1" i="1">
                            <a:latin typeface="Cambria Math" panose="02040503050406030204" pitchFamily="18" charset="0"/>
                          </a:rPr>
                        </m:ctrlPr>
                      </m:sSubPr>
                      <m:e>
                        <m:r>
                          <a:rPr lang="en-US" sz="2400" b="1" i="1">
                            <a:latin typeface="Cambria Math" panose="02040503050406030204" pitchFamily="18" charset="0"/>
                          </a:rPr>
                          <m:t>𝑨</m:t>
                        </m:r>
                      </m:e>
                      <m:sub>
                        <m:r>
                          <a:rPr lang="en-US" sz="2400" b="1" i="1">
                            <a:latin typeface="Cambria Math" panose="02040503050406030204" pitchFamily="18" charset="0"/>
                          </a:rPr>
                          <m:t>𝒊</m:t>
                        </m:r>
                      </m:sub>
                    </m:sSub>
                  </m:oMath>
                </a14:m>
                <a:r>
                  <a:rPr lang="en-US" sz="2400">
                    <a:latin typeface="Times New Roman" panose="02020603050405020304" pitchFamily="18" charset="0"/>
                    <a:cs typeface="Times New Roman" panose="02020603050405020304" pitchFamily="18" charset="0"/>
                  </a:rPr>
                  <a:t>: Thường dùng </a:t>
                </a:r>
                <a:r>
                  <a:rPr lang="en-US" sz="2400" b="1">
                    <a:latin typeface="Times New Roman" panose="02020603050405020304" pitchFamily="18" charset="0"/>
                    <a:cs typeface="Times New Roman" panose="02020603050405020304" pitchFamily="18" charset="0"/>
                  </a:rPr>
                  <a:t>phương pháp tổng bình phương nhỏ nhất</a:t>
                </a:r>
                <a:r>
                  <a:rPr lang="en-US" sz="2400">
                    <a:latin typeface="Times New Roman" panose="02020603050405020304" pitchFamily="18" charset="0"/>
                    <a:cs typeface="Times New Roman" panose="02020603050405020304" pitchFamily="18" charset="0"/>
                  </a:rPr>
                  <a:t> vì mô hình phân rã gồm </a:t>
                </a:r>
                <a14:m>
                  <m:oMath xmlns:m="http://schemas.openxmlformats.org/officeDocument/2006/math">
                    <m:r>
                      <a:rPr lang="en-US" sz="2400" i="1">
                        <a:latin typeface="Cambria Math" panose="02040503050406030204" pitchFamily="18" charset="0"/>
                      </a:rPr>
                      <m:t>𝑘</m:t>
                    </m:r>
                  </m:oMath>
                </a14:m>
                <a:r>
                  <a:rPr lang="en-US" sz="2400">
                    <a:latin typeface="Times New Roman" panose="02020603050405020304" pitchFamily="18" charset="0"/>
                    <a:cs typeface="Times New Roman" panose="02020603050405020304" pitchFamily="18" charset="0"/>
                  </a:rPr>
                  <a:t>phương trình tuyến tính.</a:t>
                </a:r>
              </a:p>
              <a:p>
                <a:pPr marL="800100" lvl="1" indent="-342900">
                  <a:buFont typeface="Arial" panose="020B0604020202020204" pitchFamily="34" charset="0"/>
                  <a:buChar char="•"/>
                </a:pPr>
                <a:r>
                  <a:rPr lang="en-US" sz="2400" b="1">
                    <a:latin typeface="Times New Roman" panose="02020603050405020304" pitchFamily="18" charset="0"/>
                    <a:cs typeface="Times New Roman" panose="02020603050405020304" pitchFamily="18" charset="0"/>
                  </a:rPr>
                  <a:t>(4) Kiểm tra tính ổn định của mô hình: </a:t>
                </a:r>
                <a:r>
                  <a:rPr lang="en-US" sz="2400">
                    <a:latin typeface="Times New Roman" panose="02020603050405020304" pitchFamily="18" charset="0"/>
                    <a:cs typeface="Times New Roman" panose="02020603050405020304" pitchFamily="18" charset="0"/>
                  </a:rPr>
                  <a:t>Eigenvalues của companion matrix phải nằm trong vòng tròn đơn vị.</a:t>
                </a:r>
              </a:p>
              <a:p>
                <a:pPr marL="800100" lvl="1" indent="-342900">
                  <a:buFont typeface="Arial" panose="020B0604020202020204" pitchFamily="34" charset="0"/>
                  <a:buChar char="•"/>
                </a:pPr>
                <a:r>
                  <a:rPr lang="en-US" sz="2400" b="1">
                    <a:latin typeface="Times New Roman" panose="02020603050405020304" pitchFamily="18" charset="0"/>
                    <a:cs typeface="Times New Roman" panose="02020603050405020304" pitchFamily="18" charset="0"/>
                  </a:rPr>
                  <a:t>(5) Dự báo (Forecast)</a:t>
                </a:r>
                <a:r>
                  <a:rPr lang="en-US" sz="240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sz="2400" i="1">
                            <a:latin typeface="Cambria Math" panose="02040503050406030204" pitchFamily="18" charset="0"/>
                          </a:rPr>
                        </m:ctrlPr>
                      </m:sSubPr>
                      <m:e>
                        <m:acc>
                          <m:accPr>
                            <m:chr m:val="̂"/>
                            <m:ctrlPr>
                              <a:rPr lang="en-US" sz="2400" b="1" i="1">
                                <a:latin typeface="Cambria Math" panose="02040503050406030204" pitchFamily="18" charset="0"/>
                              </a:rPr>
                            </m:ctrlPr>
                          </m:accPr>
                          <m:e>
                            <m:r>
                              <a:rPr lang="en-US" sz="2400" b="1" i="1">
                                <a:latin typeface="Cambria Math" panose="02040503050406030204" pitchFamily="18" charset="0"/>
                              </a:rPr>
                              <m:t>𝒀</m:t>
                            </m:r>
                          </m:e>
                        </m:acc>
                      </m:e>
                      <m:sub>
                        <m:r>
                          <a:rPr lang="en-US" sz="2400" i="1">
                            <a:latin typeface="Cambria Math" panose="02040503050406030204" pitchFamily="18" charset="0"/>
                          </a:rPr>
                          <m:t>𝑡</m:t>
                        </m:r>
                        <m:r>
                          <a:rPr lang="en-US" sz="2400" i="1">
                            <a:latin typeface="Cambria Math" panose="02040503050406030204" pitchFamily="18" charset="0"/>
                          </a:rPr>
                          <m:t>+1</m:t>
                        </m:r>
                      </m:sub>
                    </m:sSub>
                    <m:r>
                      <a:rPr lang="en-US" sz="2400" i="1">
                        <a:latin typeface="Cambria Math" panose="02040503050406030204" pitchFamily="18" charset="0"/>
                      </a:rPr>
                      <m:t>=</m:t>
                    </m:r>
                    <m:r>
                      <a:rPr lang="en-US" sz="2400" b="1" i="1">
                        <a:latin typeface="Cambria Math" panose="02040503050406030204" pitchFamily="18" charset="0"/>
                      </a:rPr>
                      <m:t>𝒄</m:t>
                    </m:r>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b="1" i="1">
                            <a:latin typeface="Cambria Math" panose="02040503050406030204" pitchFamily="18" charset="0"/>
                          </a:rPr>
                          <m:t>𝑨</m:t>
                        </m:r>
                      </m:e>
                      <m:sub>
                        <m:r>
                          <a:rPr lang="en-US" sz="2400" i="1">
                            <a:latin typeface="Cambria Math" panose="02040503050406030204" pitchFamily="18" charset="0"/>
                          </a:rPr>
                          <m:t>1</m:t>
                        </m:r>
                      </m:sub>
                    </m:sSub>
                    <m:sSub>
                      <m:sSubPr>
                        <m:ctrlPr>
                          <a:rPr lang="en-US" sz="2400" i="1">
                            <a:latin typeface="Cambria Math" panose="02040503050406030204" pitchFamily="18" charset="0"/>
                          </a:rPr>
                        </m:ctrlPr>
                      </m:sSubPr>
                      <m:e>
                        <m:r>
                          <a:rPr lang="en-US" sz="2400" b="1" i="1">
                            <a:latin typeface="Cambria Math" panose="02040503050406030204" pitchFamily="18" charset="0"/>
                          </a:rPr>
                          <m:t>𝒀</m:t>
                        </m:r>
                      </m:e>
                      <m:sub>
                        <m:r>
                          <a:rPr lang="en-US" sz="2400" i="1">
                            <a:latin typeface="Cambria Math" panose="02040503050406030204" pitchFamily="18" charset="0"/>
                          </a:rPr>
                          <m:t>𝑡</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b="1" i="1">
                            <a:latin typeface="Cambria Math" panose="02040503050406030204" pitchFamily="18" charset="0"/>
                          </a:rPr>
                          <m:t>𝑨</m:t>
                        </m:r>
                      </m:e>
                      <m:sub>
                        <m:r>
                          <a:rPr lang="en-US" sz="2400" i="1">
                            <a:latin typeface="Cambria Math" panose="02040503050406030204" pitchFamily="18" charset="0"/>
                          </a:rPr>
                          <m:t>𝑝</m:t>
                        </m:r>
                      </m:sub>
                    </m:sSub>
                    <m:sSub>
                      <m:sSubPr>
                        <m:ctrlPr>
                          <a:rPr lang="en-US" sz="2400" i="1">
                            <a:latin typeface="Cambria Math" panose="02040503050406030204" pitchFamily="18" charset="0"/>
                          </a:rPr>
                        </m:ctrlPr>
                      </m:sSubPr>
                      <m:e>
                        <m:r>
                          <a:rPr lang="en-US" sz="2400" b="1" i="1">
                            <a:latin typeface="Cambria Math" panose="02040503050406030204" pitchFamily="18" charset="0"/>
                          </a:rPr>
                          <m:t>𝒀</m:t>
                        </m:r>
                      </m:e>
                      <m:sub>
                        <m:r>
                          <a:rPr lang="en-US" sz="2400" i="1">
                            <a:latin typeface="Cambria Math" panose="02040503050406030204" pitchFamily="18" charset="0"/>
                          </a:rPr>
                          <m:t>𝑡</m:t>
                        </m:r>
                        <m:r>
                          <a:rPr lang="en-US" sz="2400" i="1">
                            <a:latin typeface="Cambria Math" panose="02040503050406030204" pitchFamily="18" charset="0"/>
                          </a:rPr>
                          <m:t>−</m:t>
                        </m:r>
                        <m:r>
                          <a:rPr lang="en-US" sz="2400" i="1">
                            <a:latin typeface="Cambria Math" panose="02040503050406030204" pitchFamily="18" charset="0"/>
                          </a:rPr>
                          <m:t>𝑝</m:t>
                        </m:r>
                        <m:r>
                          <a:rPr lang="en-US" sz="2400" i="1">
                            <a:latin typeface="Cambria Math" panose="02040503050406030204" pitchFamily="18" charset="0"/>
                          </a:rPr>
                          <m:t>+1</m:t>
                        </m:r>
                      </m:sub>
                    </m:sSub>
                  </m:oMath>
                </a14:m>
                <a:br>
                  <a:rPr lang="en-US"/>
                </a:br>
                <a:endParaRPr lang="en-US" sz="360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p:txBody>
          </p:sp>
        </mc:Choice>
        <mc:Fallback xmlns="">
          <p:sp>
            <p:nvSpPr>
              <p:cNvPr id="31747" name="Rectangle 3">
                <a:extLst>
                  <a:ext uri="{FF2B5EF4-FFF2-40B4-BE49-F238E27FC236}">
                    <a16:creationId xmlns:a16="http://schemas.microsoft.com/office/drawing/2014/main" id="{332A4ACC-7433-6545-902C-F042EBC840FD}"/>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3"/>
                <a:stretch>
                  <a:fillRect l="-1136" t="-1230" r="-6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1928407837"/>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BAA13-0167-D584-FA17-4A0E84FE91A1}"/>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EBF749DE-C250-6B1B-F55F-05F9D23C8D8E}"/>
              </a:ext>
            </a:extLst>
          </p:cNvPr>
          <p:cNvSpPr>
            <a:spLocks noGrp="1"/>
          </p:cNvSpPr>
          <p:nvPr>
            <p:ph type="title"/>
          </p:nvPr>
        </p:nvSpPr>
        <p:spPr>
          <a:xfrm>
            <a:off x="1220788" y="365125"/>
            <a:ext cx="7904162" cy="747713"/>
          </a:xfrm>
        </p:spPr>
        <p:txBody>
          <a:bodyPr>
            <a:noAutofit/>
          </a:bodyPr>
          <a:lstStyle/>
          <a:p>
            <a:pPr marL="57150">
              <a:defRPr/>
            </a:pPr>
            <a:r>
              <a:rPr lang="vi-VN" sz="3200">
                <a:latin typeface="Times New Roman" panose="02020603050405020304" pitchFamily="18" charset="0"/>
                <a:cs typeface="Times New Roman" panose="02020603050405020304" pitchFamily="18" charset="0"/>
              </a:rPr>
              <a:t>Mô hình tự hồi qui véc tơ (</a:t>
            </a:r>
            <a:r>
              <a:rPr lang="en-US" sz="3200">
                <a:latin typeface="Times New Roman" panose="02020603050405020304" pitchFamily="18" charset="0"/>
                <a:cs typeface="Times New Roman" panose="02020603050405020304" pitchFamily="18" charset="0"/>
              </a:rPr>
              <a:t>V</a:t>
            </a:r>
            <a:r>
              <a:rPr lang="vi-VN" sz="3200">
                <a:latin typeface="Times New Roman" panose="02020603050405020304" pitchFamily="18" charset="0"/>
                <a:cs typeface="Times New Roman" panose="02020603050405020304" pitchFamily="18" charset="0"/>
              </a:rPr>
              <a:t>ector </a:t>
            </a:r>
            <a:r>
              <a:rPr lang="en-US" sz="3200">
                <a:latin typeface="Times New Roman" panose="02020603050405020304" pitchFamily="18" charset="0"/>
                <a:cs typeface="Times New Roman" panose="02020603050405020304" pitchFamily="18" charset="0"/>
              </a:rPr>
              <a:t>A</a:t>
            </a:r>
            <a:r>
              <a:rPr lang="vi-VN" sz="3200">
                <a:latin typeface="Times New Roman" panose="02020603050405020304" pitchFamily="18" charset="0"/>
                <a:cs typeface="Times New Roman" panose="02020603050405020304" pitchFamily="18" charset="0"/>
              </a:rPr>
              <a:t>utoregression)</a:t>
            </a:r>
            <a:endParaRPr lang="en-US" sz="3200" b="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1747" name="Rectangle 3">
                <a:extLst>
                  <a:ext uri="{FF2B5EF4-FFF2-40B4-BE49-F238E27FC236}">
                    <a16:creationId xmlns:a16="http://schemas.microsoft.com/office/drawing/2014/main" id="{8A384CE0-DA7C-07E3-AE85-810C3058F258}"/>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Kiểm tra tính ổn định của mô hình</a:t>
                </a:r>
              </a:p>
              <a:p>
                <a:pPr lvl="1" indent="-342900">
                  <a:buFont typeface="Arial" panose="020B0604020202020204" pitchFamily="34" charset="0"/>
                  <a:buChar char="•"/>
                </a:pPr>
                <a:r>
                  <a:rPr lang="en-US" sz="2400" b="1">
                    <a:latin typeface="Times New Roman" panose="02020603050405020304" pitchFamily="18" charset="0"/>
                    <a:cs typeface="Times New Roman" panose="02020603050405020304" pitchFamily="18" charset="0"/>
                  </a:rPr>
                  <a:t>Companion matrix</a:t>
                </a:r>
                <a:r>
                  <a:rPr lang="en-US" sz="2400">
                    <a:latin typeface="Times New Roman" panose="02020603050405020304" pitchFamily="18" charset="0"/>
                    <a:cs typeface="Times New Roman" panose="02020603050405020304" pitchFamily="18" charset="0"/>
                  </a:rPr>
                  <a:t> (ma trận đồng hành) là một cách </a:t>
                </a:r>
                <a:r>
                  <a:rPr lang="en-US" sz="2400" b="1">
                    <a:latin typeface="Times New Roman" panose="02020603050405020304" pitchFamily="18" charset="0"/>
                    <a:cs typeface="Times New Roman" panose="02020603050405020304" pitchFamily="18" charset="0"/>
                  </a:rPr>
                  <a:t>biểu diễn VAR(p) thành VAR(1)</a:t>
                </a:r>
                <a:r>
                  <a:rPr lang="en-US" sz="2400">
                    <a:latin typeface="Times New Roman" panose="02020603050405020304" pitchFamily="18" charset="0"/>
                    <a:cs typeface="Times New Roman" panose="02020603050405020304" pitchFamily="18" charset="0"/>
                  </a:rPr>
                  <a:t> bằng cách mở rộng vector trạng thái.</a:t>
                </a:r>
                <a:br>
                  <a:rPr lang="en-US" sz="2400">
                    <a:latin typeface="Times New Roman" panose="02020603050405020304" pitchFamily="18" charset="0"/>
                    <a:cs typeface="Times New Roman" panose="02020603050405020304" pitchFamily="18" charset="0"/>
                  </a:rPr>
                </a:br>
                <a:r>
                  <a:rPr lang="en-US" sz="2400">
                    <a:latin typeface="Times New Roman" panose="02020603050405020304" pitchFamily="18" charset="0"/>
                    <a:cs typeface="Times New Roman" panose="02020603050405020304" pitchFamily="18" charset="0"/>
                  </a:rPr>
                  <a:t>Điều này rất quan trọng vì </a:t>
                </a:r>
                <a:r>
                  <a:rPr lang="en-US" sz="2400" b="1">
                    <a:latin typeface="Times New Roman" panose="02020603050405020304" pitchFamily="18" charset="0"/>
                    <a:cs typeface="Times New Roman" panose="02020603050405020304" pitchFamily="18" charset="0"/>
                  </a:rPr>
                  <a:t>tính ổn định của VAR</a:t>
                </a:r>
                <a:r>
                  <a:rPr lang="en-US" sz="2400">
                    <a:latin typeface="Times New Roman" panose="02020603050405020304" pitchFamily="18" charset="0"/>
                    <a:cs typeface="Times New Roman" panose="02020603050405020304" pitchFamily="18" charset="0"/>
                  </a:rPr>
                  <a:t> được kiểm tra bằng </a:t>
                </a:r>
                <a:r>
                  <a:rPr lang="en-US" sz="2400" b="1">
                    <a:latin typeface="Times New Roman" panose="02020603050405020304" pitchFamily="18" charset="0"/>
                    <a:cs typeface="Times New Roman" panose="02020603050405020304" pitchFamily="18" charset="0"/>
                  </a:rPr>
                  <a:t>eigenvalues</a:t>
                </a:r>
                <a:r>
                  <a:rPr lang="en-US" sz="2400">
                    <a:latin typeface="Times New Roman" panose="02020603050405020304" pitchFamily="18" charset="0"/>
                    <a:cs typeface="Times New Roman" panose="02020603050405020304" pitchFamily="18" charset="0"/>
                  </a:rPr>
                  <a:t> của ma trận này.</a:t>
                </a:r>
              </a:p>
              <a:p>
                <a:pPr marL="800100" lvl="1" indent="-3429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Mô hình VAR(p):</a:t>
                </a:r>
              </a:p>
              <a:p>
                <a:pPr lvl="1"/>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rPr>
                          </m:ctrlPr>
                        </m:sSubPr>
                        <m:e>
                          <m:r>
                            <a:rPr lang="en-US" sz="2400" b="1" i="1">
                              <a:latin typeface="Cambria Math" panose="02040503050406030204" pitchFamily="18" charset="0"/>
                            </a:rPr>
                            <m:t>𝒀</m:t>
                          </m:r>
                        </m:e>
                        <m:sub>
                          <m:r>
                            <a:rPr lang="en-US" sz="2400" i="1">
                              <a:latin typeface="Cambria Math" panose="02040503050406030204" pitchFamily="18" charset="0"/>
                            </a:rPr>
                            <m:t>𝑡</m:t>
                          </m:r>
                        </m:sub>
                      </m:sSub>
                      <m:r>
                        <a:rPr lang="en-US" sz="2400" i="1">
                          <a:latin typeface="Cambria Math" panose="02040503050406030204" pitchFamily="18" charset="0"/>
                        </a:rPr>
                        <m:t>=</m:t>
                      </m:r>
                      <m:r>
                        <a:rPr lang="en-US" sz="2400" b="1" i="1">
                          <a:latin typeface="Cambria Math" panose="02040503050406030204" pitchFamily="18" charset="0"/>
                        </a:rPr>
                        <m:t>𝒄</m:t>
                      </m:r>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b="1" i="1">
                              <a:latin typeface="Cambria Math" panose="02040503050406030204" pitchFamily="18" charset="0"/>
                            </a:rPr>
                            <m:t>𝑨</m:t>
                          </m:r>
                        </m:e>
                        <m:sub>
                          <m:r>
                            <a:rPr lang="en-US" sz="2400" i="1">
                              <a:latin typeface="Cambria Math" panose="02040503050406030204" pitchFamily="18" charset="0"/>
                            </a:rPr>
                            <m:t>1</m:t>
                          </m:r>
                        </m:sub>
                      </m:sSub>
                      <m:sSub>
                        <m:sSubPr>
                          <m:ctrlPr>
                            <a:rPr lang="en-US" sz="2400" i="1">
                              <a:latin typeface="Cambria Math" panose="02040503050406030204" pitchFamily="18" charset="0"/>
                            </a:rPr>
                          </m:ctrlPr>
                        </m:sSubPr>
                        <m:e>
                          <m:r>
                            <a:rPr lang="en-US" sz="2400" b="1" i="1">
                              <a:latin typeface="Cambria Math" panose="02040503050406030204" pitchFamily="18" charset="0"/>
                            </a:rPr>
                            <m:t>𝒀</m:t>
                          </m:r>
                        </m:e>
                        <m:sub>
                          <m:r>
                            <a:rPr lang="en-US" sz="2400" i="1">
                              <a:latin typeface="Cambria Math" panose="02040503050406030204" pitchFamily="18" charset="0"/>
                            </a:rPr>
                            <m:t>𝑡</m:t>
                          </m:r>
                          <m:r>
                            <a:rPr lang="en-US" sz="2400" i="1">
                              <a:latin typeface="Cambria Math" panose="02040503050406030204" pitchFamily="18" charset="0"/>
                            </a:rPr>
                            <m:t>−1</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b="1" i="1">
                              <a:latin typeface="Cambria Math" panose="02040503050406030204" pitchFamily="18" charset="0"/>
                            </a:rPr>
                            <m:t>𝑨</m:t>
                          </m:r>
                        </m:e>
                        <m:sub>
                          <m:r>
                            <a:rPr lang="en-US" sz="2400" i="1">
                              <a:latin typeface="Cambria Math" panose="02040503050406030204" pitchFamily="18" charset="0"/>
                            </a:rPr>
                            <m:t>2</m:t>
                          </m:r>
                        </m:sub>
                      </m:sSub>
                      <m:sSub>
                        <m:sSubPr>
                          <m:ctrlPr>
                            <a:rPr lang="en-US" sz="2400" i="1">
                              <a:latin typeface="Cambria Math" panose="02040503050406030204" pitchFamily="18" charset="0"/>
                            </a:rPr>
                          </m:ctrlPr>
                        </m:sSubPr>
                        <m:e>
                          <m:r>
                            <a:rPr lang="en-US" sz="2400" b="1" i="1">
                              <a:latin typeface="Cambria Math" panose="02040503050406030204" pitchFamily="18" charset="0"/>
                            </a:rPr>
                            <m:t>𝒀</m:t>
                          </m:r>
                        </m:e>
                        <m:sub>
                          <m:r>
                            <a:rPr lang="en-US" sz="2400" i="1">
                              <a:latin typeface="Cambria Math" panose="02040503050406030204" pitchFamily="18" charset="0"/>
                            </a:rPr>
                            <m:t>𝑡</m:t>
                          </m:r>
                          <m:r>
                            <a:rPr lang="en-US" sz="2400" i="1">
                              <a:latin typeface="Cambria Math" panose="02040503050406030204" pitchFamily="18" charset="0"/>
                            </a:rPr>
                            <m:t>−2</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b="1" i="1">
                              <a:latin typeface="Cambria Math" panose="02040503050406030204" pitchFamily="18" charset="0"/>
                            </a:rPr>
                            <m:t>𝑨</m:t>
                          </m:r>
                        </m:e>
                        <m:sub>
                          <m:r>
                            <a:rPr lang="en-US" sz="2400" i="1">
                              <a:latin typeface="Cambria Math" panose="02040503050406030204" pitchFamily="18" charset="0"/>
                            </a:rPr>
                            <m:t>𝑝</m:t>
                          </m:r>
                        </m:sub>
                      </m:sSub>
                      <m:sSub>
                        <m:sSubPr>
                          <m:ctrlPr>
                            <a:rPr lang="en-US" sz="2400" i="1">
                              <a:latin typeface="Cambria Math" panose="02040503050406030204" pitchFamily="18" charset="0"/>
                            </a:rPr>
                          </m:ctrlPr>
                        </m:sSubPr>
                        <m:e>
                          <m:r>
                            <a:rPr lang="en-US" sz="2400" b="1" i="1">
                              <a:latin typeface="Cambria Math" panose="02040503050406030204" pitchFamily="18" charset="0"/>
                            </a:rPr>
                            <m:t>𝒀</m:t>
                          </m:r>
                        </m:e>
                        <m:sub>
                          <m:r>
                            <a:rPr lang="en-US" sz="2400" i="1">
                              <a:latin typeface="Cambria Math" panose="02040503050406030204" pitchFamily="18" charset="0"/>
                            </a:rPr>
                            <m:t>𝑡</m:t>
                          </m:r>
                          <m:r>
                            <a:rPr lang="en-US" sz="2400" i="1">
                              <a:latin typeface="Cambria Math" panose="02040503050406030204" pitchFamily="18" charset="0"/>
                            </a:rPr>
                            <m:t>−</m:t>
                          </m:r>
                          <m:r>
                            <a:rPr lang="en-US" sz="2400" i="1">
                              <a:latin typeface="Cambria Math" panose="02040503050406030204" pitchFamily="18" charset="0"/>
                            </a:rPr>
                            <m:t>𝑝</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b="1" i="1">
                              <a:latin typeface="Cambria Math" panose="02040503050406030204" pitchFamily="18" charset="0"/>
                            </a:rPr>
                            <m:t>𝜺</m:t>
                          </m:r>
                        </m:e>
                        <m:sub>
                          <m:r>
                            <a:rPr lang="en-US" sz="2400" i="1">
                              <a:latin typeface="Cambria Math" panose="02040503050406030204" pitchFamily="18" charset="0"/>
                            </a:rPr>
                            <m:t>𝑡</m:t>
                          </m:r>
                        </m:sub>
                      </m:sSub>
                    </m:oMath>
                  </m:oMathPara>
                </a14:m>
                <a:br>
                  <a:rPr lang="en-US" sz="2400">
                    <a:latin typeface="Times New Roman" panose="02020603050405020304" pitchFamily="18" charset="0"/>
                    <a:cs typeface="Times New Roman" panose="02020603050405020304" pitchFamily="18" charset="0"/>
                  </a:rPr>
                </a:br>
                <a:endParaRPr lang="en-US" sz="2400">
                  <a:latin typeface="Times New Roman" panose="02020603050405020304" pitchFamily="18" charset="0"/>
                  <a:cs typeface="Times New Roman" panose="02020603050405020304" pitchFamily="18" charset="0"/>
                </a:endParaRPr>
              </a:p>
              <a:p>
                <a:pPr lvl="2"/>
                <a:r>
                  <a:rPr lang="en-US" sz="2400">
                    <a:latin typeface="Times New Roman" panose="02020603050405020304" pitchFamily="18" charset="0"/>
                    <a:cs typeface="Times New Roman" panose="02020603050405020304" pitchFamily="18" charset="0"/>
                  </a:rPr>
                  <a:t>khó phân tích trực tiếp vì có nhiều độ trễ.</a:t>
                </a:r>
              </a:p>
              <a:p>
                <a:pPr lvl="2"/>
                <a:r>
                  <a:rPr lang="en-US" sz="2400">
                    <a:latin typeface="Times New Roman" panose="02020603050405020304" pitchFamily="18" charset="0"/>
                    <a:cs typeface="Times New Roman" panose="02020603050405020304" pitchFamily="18" charset="0"/>
                  </a:rPr>
                  <a:t>Chúng ta biến nó thành dạng </a:t>
                </a:r>
                <a:r>
                  <a:rPr lang="en-US" sz="2400" b="1">
                    <a:latin typeface="Times New Roman" panose="02020603050405020304" pitchFamily="18" charset="0"/>
                    <a:cs typeface="Times New Roman" panose="02020603050405020304" pitchFamily="18" charset="0"/>
                  </a:rPr>
                  <a:t>VAR(1)</a:t>
                </a:r>
                <a:r>
                  <a:rPr lang="en-US" sz="2400">
                    <a:latin typeface="Times New Roman" panose="02020603050405020304" pitchFamily="18" charset="0"/>
                    <a:cs typeface="Times New Roman" panose="02020603050405020304" pitchFamily="18" charset="0"/>
                  </a:rPr>
                  <a:t>:</a:t>
                </a:r>
              </a:p>
              <a:p>
                <a:pPr lvl="1"/>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rPr>
                          </m:ctrlPr>
                        </m:sSubPr>
                        <m:e>
                          <m:r>
                            <a:rPr lang="en-US" sz="2400" b="1" i="1">
                              <a:latin typeface="Cambria Math" panose="02040503050406030204" pitchFamily="18" charset="0"/>
                            </a:rPr>
                            <m:t>𝒁</m:t>
                          </m:r>
                        </m:e>
                        <m:sub>
                          <m:r>
                            <a:rPr lang="en-US" sz="2400" i="1">
                              <a:latin typeface="Cambria Math" panose="02040503050406030204" pitchFamily="18" charset="0"/>
                            </a:rPr>
                            <m:t>𝑡</m:t>
                          </m:r>
                        </m:sub>
                      </m:sSub>
                      <m:r>
                        <a:rPr lang="en-US" sz="2400" i="1">
                          <a:latin typeface="Cambria Math" panose="02040503050406030204" pitchFamily="18" charset="0"/>
                        </a:rPr>
                        <m:t>=</m:t>
                      </m:r>
                      <m:r>
                        <a:rPr lang="en-US" sz="2400" b="1" i="1" smtClean="0">
                          <a:latin typeface="Cambria Math" panose="02040503050406030204" pitchFamily="18" charset="0"/>
                        </a:rPr>
                        <m:t>𝑪</m:t>
                      </m:r>
                      <m:r>
                        <a:rPr lang="en-US" sz="2400" i="1">
                          <a:latin typeface="Cambria Math" panose="02040503050406030204" pitchFamily="18" charset="0"/>
                        </a:rPr>
                        <m:t>+</m:t>
                      </m:r>
                      <m:r>
                        <a:rPr lang="en-US" sz="2400" b="1" i="1">
                          <a:latin typeface="Cambria Math" panose="02040503050406030204" pitchFamily="18" charset="0"/>
                        </a:rPr>
                        <m:t>𝐀</m:t>
                      </m:r>
                      <m:sSub>
                        <m:sSubPr>
                          <m:ctrlPr>
                            <a:rPr lang="en-US" sz="2400" i="1">
                              <a:latin typeface="Cambria Math" panose="02040503050406030204" pitchFamily="18" charset="0"/>
                            </a:rPr>
                          </m:ctrlPr>
                        </m:sSubPr>
                        <m:e>
                          <m:r>
                            <a:rPr lang="en-US" sz="2400" b="1" i="1">
                              <a:latin typeface="Cambria Math" panose="02040503050406030204" pitchFamily="18" charset="0"/>
                            </a:rPr>
                            <m:t>𝒁</m:t>
                          </m:r>
                        </m:e>
                        <m:sub>
                          <m:r>
                            <a:rPr lang="en-US" sz="2400" i="1">
                              <a:latin typeface="Cambria Math" panose="02040503050406030204" pitchFamily="18" charset="0"/>
                            </a:rPr>
                            <m:t>𝑡</m:t>
                          </m:r>
                          <m:r>
                            <a:rPr lang="en-US" sz="2400" i="1">
                              <a:latin typeface="Cambria Math" panose="02040503050406030204" pitchFamily="18" charset="0"/>
                            </a:rPr>
                            <m:t>−1</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b="1" i="1">
                              <a:latin typeface="Cambria Math" panose="02040503050406030204" pitchFamily="18" charset="0"/>
                            </a:rPr>
                            <m:t>𝒆</m:t>
                          </m:r>
                        </m:e>
                        <m:sub>
                          <m:r>
                            <a:rPr lang="en-US" sz="2400" i="1">
                              <a:latin typeface="Cambria Math" panose="02040503050406030204" pitchFamily="18" charset="0"/>
                            </a:rPr>
                            <m:t>𝑡</m:t>
                          </m:r>
                        </m:sub>
                      </m:sSub>
                    </m:oMath>
                  </m:oMathPara>
                </a14:m>
                <a:br>
                  <a:rPr lang="en-US" sz="2400">
                    <a:latin typeface="Times New Roman" panose="02020603050405020304" pitchFamily="18" charset="0"/>
                    <a:cs typeface="Times New Roman" panose="02020603050405020304" pitchFamily="18" charset="0"/>
                  </a:rPr>
                </a:br>
                <a:endParaRPr lang="en-US" sz="2400">
                  <a:latin typeface="Times New Roman" panose="02020603050405020304" pitchFamily="18" charset="0"/>
                  <a:cs typeface="Times New Roman" panose="02020603050405020304" pitchFamily="18" charset="0"/>
                </a:endParaRPr>
              </a:p>
              <a:p>
                <a:pPr lvl="2"/>
                <a:r>
                  <a:rPr lang="en-US" sz="2400">
                    <a:latin typeface="Times New Roman" panose="02020603050405020304" pitchFamily="18" charset="0"/>
                    <a:cs typeface="Times New Roman" panose="02020603050405020304" pitchFamily="18" charset="0"/>
                  </a:rPr>
                  <a:t>Trong đó </a:t>
                </a:r>
                <a14:m>
                  <m:oMath xmlns:m="http://schemas.openxmlformats.org/officeDocument/2006/math">
                    <m:r>
                      <a:rPr lang="en-US" sz="2400" b="1" i="1">
                        <a:latin typeface="Cambria Math" panose="02040503050406030204" pitchFamily="18" charset="0"/>
                      </a:rPr>
                      <m:t>𝐀</m:t>
                    </m:r>
                  </m:oMath>
                </a14:m>
                <a:r>
                  <a:rPr lang="en-US" sz="2400">
                    <a:latin typeface="Times New Roman" panose="02020603050405020304" pitchFamily="18" charset="0"/>
                    <a:cs typeface="Times New Roman" panose="02020603050405020304" pitchFamily="18" charset="0"/>
                  </a:rPr>
                  <a:t> là </a:t>
                </a:r>
                <a:r>
                  <a:rPr lang="en-US" sz="2400" i="1">
                    <a:latin typeface="Times New Roman" panose="02020603050405020304" pitchFamily="18" charset="0"/>
                    <a:cs typeface="Times New Roman" panose="02020603050405020304" pitchFamily="18" charset="0"/>
                  </a:rPr>
                  <a:t>companion matrix</a:t>
                </a:r>
                <a:r>
                  <a:rPr lang="en-US" sz="2400">
                    <a:latin typeface="Times New Roman" panose="02020603050405020304" pitchFamily="18" charset="0"/>
                    <a:cs typeface="Times New Roman" panose="02020603050405020304" pitchFamily="18" charset="0"/>
                  </a:rPr>
                  <a:t>.</a:t>
                </a:r>
              </a:p>
              <a:p>
                <a:pPr lvl="2"/>
                <a14:m>
                  <m:oMath xmlns:m="http://schemas.openxmlformats.org/officeDocument/2006/math">
                    <m:sSub>
                      <m:sSubPr>
                        <m:ctrlPr>
                          <a:rPr lang="en-US" sz="2400" i="1">
                            <a:latin typeface="Cambria Math" panose="02040503050406030204" pitchFamily="18" charset="0"/>
                            <a:cs typeface="Times New Roman" panose="02020603050405020304" pitchFamily="18" charset="0"/>
                          </a:rPr>
                        </m:ctrlPr>
                      </m:sSubPr>
                      <m:e>
                        <m:r>
                          <a:rPr lang="en-US" sz="2400" b="1" i="1" smtClean="0">
                            <a:latin typeface="Cambria Math" panose="02040503050406030204" pitchFamily="18" charset="0"/>
                            <a:cs typeface="Times New Roman" panose="02020603050405020304" pitchFamily="18" charset="0"/>
                          </a:rPr>
                          <m:t>𝒁</m:t>
                        </m:r>
                      </m:e>
                      <m:sub>
                        <m:r>
                          <a:rPr lang="en-US" sz="2400" i="1">
                            <a:latin typeface="Cambria Math" panose="02040503050406030204" pitchFamily="18" charset="0"/>
                            <a:cs typeface="Times New Roman" panose="02020603050405020304" pitchFamily="18" charset="0"/>
                          </a:rPr>
                          <m:t>𝑡</m:t>
                        </m:r>
                      </m:sub>
                    </m:sSub>
                  </m:oMath>
                </a14:m>
                <a:r>
                  <a:rPr lang="en-US" sz="2400">
                    <a:latin typeface="Times New Roman" panose="02020603050405020304" pitchFamily="18" charset="0"/>
                    <a:cs typeface="Times New Roman" panose="02020603050405020304" pitchFamily="18" charset="0"/>
                  </a:rPr>
                  <a:t> = </a:t>
                </a:r>
                <a14:m>
                  <m:oMath xmlns:m="http://schemas.openxmlformats.org/officeDocument/2006/math">
                    <m:sSup>
                      <m:sSupPr>
                        <m:ctrlPr>
                          <a:rPr lang="en-US" sz="2400" i="1">
                            <a:latin typeface="Cambria Math" panose="02040503050406030204" pitchFamily="18" charset="0"/>
                            <a:cs typeface="Times New Roman" panose="02020603050405020304" pitchFamily="18" charset="0"/>
                          </a:rPr>
                        </m:ctrlPr>
                      </m:sSupPr>
                      <m:e>
                        <m:d>
                          <m:dPr>
                            <m:begChr m:val="["/>
                            <m:endChr m:val="]"/>
                            <m:ctrlPr>
                              <a:rPr lang="en-US" sz="2400" i="1">
                                <a:latin typeface="Cambria Math" panose="02040503050406030204" pitchFamily="18" charset="0"/>
                                <a:cs typeface="Times New Roman" panose="02020603050405020304" pitchFamily="18" charset="0"/>
                              </a:rPr>
                            </m:ctrlPr>
                          </m:dPr>
                          <m:e>
                            <m:m>
                              <m:mPr>
                                <m:mcs>
                                  <m:mc>
                                    <m:mcPr>
                                      <m:count m:val="2"/>
                                      <m:mcJc m:val="center"/>
                                    </m:mcPr>
                                  </m:mc>
                                </m:mcs>
                                <m:ctrlPr>
                                  <a:rPr lang="en-US" sz="2400" i="1">
                                    <a:latin typeface="Cambria Math" panose="02040503050406030204" pitchFamily="18" charset="0"/>
                                    <a:cs typeface="Times New Roman" panose="02020603050405020304" pitchFamily="18" charset="0"/>
                                  </a:rPr>
                                </m:ctrlPr>
                              </m:mPr>
                              <m:mr>
                                <m:e>
                                  <m:m>
                                    <m:mPr>
                                      <m:mcs>
                                        <m:mc>
                                          <m:mcPr>
                                            <m:count m:val="2"/>
                                            <m:mcJc m:val="center"/>
                                          </m:mcPr>
                                        </m:mc>
                                      </m:mcs>
                                      <m:ctrlPr>
                                        <a:rPr lang="en-US" sz="2400" i="1">
                                          <a:latin typeface="Cambria Math" panose="02040503050406030204" pitchFamily="18" charset="0"/>
                                          <a:cs typeface="Times New Roman" panose="02020603050405020304" pitchFamily="18" charset="0"/>
                                        </a:rPr>
                                      </m:ctrlPr>
                                    </m:mPr>
                                    <m:mr>
                                      <m:e>
                                        <m:sSubSup>
                                          <m:sSubSupPr>
                                            <m:ctrlPr>
                                              <a:rPr lang="en-US" sz="2400" i="1" smtClean="0">
                                                <a:latin typeface="Cambria Math" panose="02040503050406030204" pitchFamily="18" charset="0"/>
                                                <a:cs typeface="Times New Roman" panose="02020603050405020304" pitchFamily="18" charset="0"/>
                                              </a:rPr>
                                            </m:ctrlPr>
                                          </m:sSubSupPr>
                                          <m:e>
                                            <m:r>
                                              <a:rPr lang="en-US" sz="2400" b="1" i="1">
                                                <a:latin typeface="Cambria Math" panose="02040503050406030204" pitchFamily="18" charset="0"/>
                                                <a:cs typeface="Times New Roman" panose="02020603050405020304" pitchFamily="18" charset="0"/>
                                              </a:rPr>
                                              <m:t>𝒀</m:t>
                                            </m:r>
                                          </m:e>
                                          <m:sub>
                                            <m:r>
                                              <a:rPr lang="en-US" sz="2400" b="0" i="1" smtClean="0">
                                                <a:latin typeface="Cambria Math" panose="02040503050406030204" pitchFamily="18" charset="0"/>
                                                <a:cs typeface="Times New Roman" panose="02020603050405020304" pitchFamily="18" charset="0"/>
                                              </a:rPr>
                                              <m:t>𝑡</m:t>
                                            </m:r>
                                          </m:sub>
                                          <m:sup>
                                            <m:r>
                                              <a:rPr lang="en-US" sz="2400" b="0" i="1" smtClean="0">
                                                <a:latin typeface="Cambria Math" panose="02040503050406030204" pitchFamily="18" charset="0"/>
                                                <a:cs typeface="Times New Roman" panose="02020603050405020304" pitchFamily="18" charset="0"/>
                                              </a:rPr>
                                              <m:t>𝑇</m:t>
                                            </m:r>
                                          </m:sup>
                                        </m:sSubSup>
                                      </m:e>
                                      <m:e>
                                        <m:sSubSup>
                                          <m:sSubSupPr>
                                            <m:ctrlPr>
                                              <a:rPr lang="en-US" sz="2400" i="1">
                                                <a:latin typeface="Cambria Math" panose="02040503050406030204" pitchFamily="18" charset="0"/>
                                                <a:cs typeface="Times New Roman" panose="02020603050405020304" pitchFamily="18" charset="0"/>
                                              </a:rPr>
                                            </m:ctrlPr>
                                          </m:sSubSupPr>
                                          <m:e>
                                            <m:r>
                                              <a:rPr lang="en-US" sz="2400" b="1" i="1">
                                                <a:latin typeface="Cambria Math" panose="02040503050406030204" pitchFamily="18" charset="0"/>
                                                <a:cs typeface="Times New Roman" panose="02020603050405020304" pitchFamily="18" charset="0"/>
                                              </a:rPr>
                                              <m:t>𝒀</m:t>
                                            </m:r>
                                          </m:e>
                                          <m:sub>
                                            <m:r>
                                              <a:rPr lang="en-US" sz="2400" i="1">
                                                <a:latin typeface="Cambria Math" panose="02040503050406030204" pitchFamily="18" charset="0"/>
                                                <a:cs typeface="Times New Roman" panose="02020603050405020304" pitchFamily="18" charset="0"/>
                                              </a:rPr>
                                              <m:t>𝑡</m:t>
                                            </m:r>
                                            <m:r>
                                              <a:rPr lang="en-US" sz="2400" b="0" i="1" smtClean="0">
                                                <a:latin typeface="Cambria Math" panose="02040503050406030204" pitchFamily="18" charset="0"/>
                                                <a:cs typeface="Times New Roman" panose="02020603050405020304" pitchFamily="18" charset="0"/>
                                              </a:rPr>
                                              <m:t>−1</m:t>
                                            </m:r>
                                          </m:sub>
                                          <m:sup>
                                            <m:r>
                                              <a:rPr lang="en-US" sz="2400" i="1">
                                                <a:latin typeface="Cambria Math" panose="02040503050406030204" pitchFamily="18" charset="0"/>
                                                <a:cs typeface="Times New Roman" panose="02020603050405020304" pitchFamily="18" charset="0"/>
                                              </a:rPr>
                                              <m:t>𝑇</m:t>
                                            </m:r>
                                          </m:sup>
                                        </m:sSubSup>
                                      </m:e>
                                    </m:mr>
                                  </m:m>
                                </m:e>
                                <m:e>
                                  <m:m>
                                    <m:mPr>
                                      <m:mcs>
                                        <m:mc>
                                          <m:mcPr>
                                            <m:count m:val="2"/>
                                            <m:mcJc m:val="center"/>
                                          </m:mcPr>
                                        </m:mc>
                                      </m:mcs>
                                      <m:ctrlPr>
                                        <a:rPr lang="en-US" sz="2400" i="1">
                                          <a:latin typeface="Cambria Math" panose="02040503050406030204" pitchFamily="18" charset="0"/>
                                          <a:cs typeface="Times New Roman" panose="02020603050405020304" pitchFamily="18" charset="0"/>
                                        </a:rPr>
                                      </m:ctrlPr>
                                    </m:mPr>
                                    <m:mr>
                                      <m:e>
                                        <m:r>
                                          <m:rPr>
                                            <m:brk m:alnAt="7"/>
                                          </m:rPr>
                                          <a:rPr lang="en-US" sz="2400" i="1">
                                            <a:latin typeface="Cambria Math" panose="02040503050406030204" pitchFamily="18" charset="0"/>
                                            <a:cs typeface="Times New Roman" panose="02020603050405020304" pitchFamily="18" charset="0"/>
                                          </a:rPr>
                                          <m:t>…</m:t>
                                        </m:r>
                                      </m:e>
                                      <m:e>
                                        <m:sSubSup>
                                          <m:sSubSupPr>
                                            <m:ctrlPr>
                                              <a:rPr lang="en-US" sz="2400" i="1">
                                                <a:latin typeface="Cambria Math" panose="02040503050406030204" pitchFamily="18" charset="0"/>
                                                <a:cs typeface="Times New Roman" panose="02020603050405020304" pitchFamily="18" charset="0"/>
                                              </a:rPr>
                                            </m:ctrlPr>
                                          </m:sSubSupPr>
                                          <m:e>
                                            <m:r>
                                              <a:rPr lang="en-US" sz="2400" b="1" i="1">
                                                <a:latin typeface="Cambria Math" panose="02040503050406030204" pitchFamily="18" charset="0"/>
                                                <a:cs typeface="Times New Roman" panose="02020603050405020304" pitchFamily="18" charset="0"/>
                                              </a:rPr>
                                              <m:t>𝒀</m:t>
                                            </m:r>
                                          </m:e>
                                          <m:sub>
                                            <m:r>
                                              <a:rPr lang="en-US" sz="2400" i="1">
                                                <a:latin typeface="Cambria Math" panose="02040503050406030204" pitchFamily="18" charset="0"/>
                                                <a:cs typeface="Times New Roman" panose="02020603050405020304" pitchFamily="18" charset="0"/>
                                              </a:rPr>
                                              <m:t>𝑡</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𝑝</m:t>
                                            </m:r>
                                            <m:r>
                                              <a:rPr lang="en-US" sz="2400" b="0" i="1" smtClean="0">
                                                <a:latin typeface="Cambria Math" panose="02040503050406030204" pitchFamily="18" charset="0"/>
                                                <a:cs typeface="Times New Roman" panose="02020603050405020304" pitchFamily="18" charset="0"/>
                                              </a:rPr>
                                              <m:t>+1</m:t>
                                            </m:r>
                                          </m:sub>
                                          <m:sup>
                                            <m:r>
                                              <a:rPr lang="en-US" sz="2400" i="1">
                                                <a:latin typeface="Cambria Math" panose="02040503050406030204" pitchFamily="18" charset="0"/>
                                                <a:cs typeface="Times New Roman" panose="02020603050405020304" pitchFamily="18" charset="0"/>
                                              </a:rPr>
                                              <m:t>𝑇</m:t>
                                            </m:r>
                                          </m:sup>
                                        </m:sSubSup>
                                      </m:e>
                                    </m:mr>
                                  </m:m>
                                </m:e>
                              </m:mr>
                            </m:m>
                          </m:e>
                        </m:d>
                      </m:e>
                      <m:sup>
                        <m:r>
                          <a:rPr lang="en-US" sz="2400" i="1">
                            <a:latin typeface="Cambria Math" panose="02040503050406030204" pitchFamily="18" charset="0"/>
                            <a:cs typeface="Times New Roman" panose="02020603050405020304" pitchFamily="18" charset="0"/>
                          </a:rPr>
                          <m:t>𝑇</m:t>
                        </m:r>
                      </m:sup>
                    </m:sSup>
                  </m:oMath>
                </a14:m>
                <a:r>
                  <a:rPr lang="en-US" sz="2400">
                    <a:latin typeface="Times New Roman" panose="02020603050405020304" pitchFamily="18" charset="0"/>
                    <a:cs typeface="Times New Roman" panose="02020603050405020304" pitchFamily="18" charset="0"/>
                  </a:rPr>
                  <a:t>, </a:t>
                </a:r>
                <a14:m>
                  <m:oMath xmlns:m="http://schemas.openxmlformats.org/officeDocument/2006/math">
                    <m:r>
                      <a:rPr lang="en-US" sz="2400" b="1" i="1" smtClean="0">
                        <a:latin typeface="Cambria Math" panose="02040503050406030204" pitchFamily="18" charset="0"/>
                        <a:cs typeface="Times New Roman" panose="02020603050405020304" pitchFamily="18" charset="0"/>
                      </a:rPr>
                      <m:t>𝑪</m:t>
                    </m:r>
                  </m:oMath>
                </a14:m>
                <a:r>
                  <a:rPr lang="en-US" sz="2400">
                    <a:latin typeface="Times New Roman" panose="02020603050405020304" pitchFamily="18" charset="0"/>
                    <a:cs typeface="Times New Roman" panose="02020603050405020304" pitchFamily="18" charset="0"/>
                  </a:rPr>
                  <a:t>= </a:t>
                </a:r>
                <a14:m>
                  <m:oMath xmlns:m="http://schemas.openxmlformats.org/officeDocument/2006/math">
                    <m:sSup>
                      <m:sSupPr>
                        <m:ctrlPr>
                          <a:rPr lang="en-US" sz="2400" i="1">
                            <a:latin typeface="Cambria Math" panose="02040503050406030204" pitchFamily="18" charset="0"/>
                            <a:cs typeface="Times New Roman" panose="02020603050405020304" pitchFamily="18" charset="0"/>
                          </a:rPr>
                        </m:ctrlPr>
                      </m:sSupPr>
                      <m:e>
                        <m:d>
                          <m:dPr>
                            <m:begChr m:val="["/>
                            <m:endChr m:val="]"/>
                            <m:ctrlPr>
                              <a:rPr lang="en-US" sz="2400" i="1">
                                <a:latin typeface="Cambria Math" panose="02040503050406030204" pitchFamily="18" charset="0"/>
                                <a:cs typeface="Times New Roman" panose="02020603050405020304" pitchFamily="18" charset="0"/>
                              </a:rPr>
                            </m:ctrlPr>
                          </m:dPr>
                          <m:e>
                            <m:m>
                              <m:mPr>
                                <m:mcs>
                                  <m:mc>
                                    <m:mcPr>
                                      <m:count m:val="2"/>
                                      <m:mcJc m:val="center"/>
                                    </m:mcPr>
                                  </m:mc>
                                </m:mcs>
                                <m:ctrlPr>
                                  <a:rPr lang="en-US" sz="2400" i="1">
                                    <a:latin typeface="Cambria Math" panose="02040503050406030204" pitchFamily="18" charset="0"/>
                                    <a:cs typeface="Times New Roman" panose="02020603050405020304" pitchFamily="18" charset="0"/>
                                  </a:rPr>
                                </m:ctrlPr>
                              </m:mPr>
                              <m:mr>
                                <m:e>
                                  <m:m>
                                    <m:mPr>
                                      <m:mcs>
                                        <m:mc>
                                          <m:mcPr>
                                            <m:count m:val="2"/>
                                            <m:mcJc m:val="center"/>
                                          </m:mcPr>
                                        </m:mc>
                                      </m:mcs>
                                      <m:ctrlPr>
                                        <a:rPr lang="en-US" sz="2400" i="1">
                                          <a:latin typeface="Cambria Math" panose="02040503050406030204" pitchFamily="18" charset="0"/>
                                          <a:cs typeface="Times New Roman" panose="02020603050405020304" pitchFamily="18" charset="0"/>
                                        </a:rPr>
                                      </m:ctrlPr>
                                    </m:mPr>
                                    <m:mr>
                                      <m:e>
                                        <m:sSup>
                                          <m:sSupPr>
                                            <m:ctrlPr>
                                              <a:rPr lang="en-US" sz="2400" i="1" smtClean="0">
                                                <a:latin typeface="Cambria Math" panose="02040503050406030204" pitchFamily="18" charset="0"/>
                                                <a:cs typeface="Times New Roman" panose="02020603050405020304" pitchFamily="18" charset="0"/>
                                              </a:rPr>
                                            </m:ctrlPr>
                                          </m:sSupPr>
                                          <m:e>
                                            <m:r>
                                              <a:rPr lang="en-US" sz="2400" b="1" i="1" smtClean="0">
                                                <a:latin typeface="Cambria Math" panose="02040503050406030204" pitchFamily="18" charset="0"/>
                                                <a:cs typeface="Times New Roman" panose="02020603050405020304" pitchFamily="18" charset="0"/>
                                              </a:rPr>
                                              <m:t>𝒄</m:t>
                                            </m:r>
                                          </m:e>
                                          <m:sup>
                                            <m:r>
                                              <a:rPr lang="en-US" sz="2400" b="0" i="1" smtClean="0">
                                                <a:latin typeface="Cambria Math" panose="02040503050406030204" pitchFamily="18" charset="0"/>
                                                <a:cs typeface="Times New Roman" panose="02020603050405020304" pitchFamily="18" charset="0"/>
                                              </a:rPr>
                                              <m:t>𝑇</m:t>
                                            </m:r>
                                          </m:sup>
                                        </m:sSup>
                                      </m:e>
                                      <m:e>
                                        <m:sSup>
                                          <m:sSupPr>
                                            <m:ctrlPr>
                                              <a:rPr lang="en-US" sz="2400" i="1">
                                                <a:latin typeface="Cambria Math" panose="02040503050406030204" pitchFamily="18" charset="0"/>
                                                <a:cs typeface="Times New Roman" panose="02020603050405020304" pitchFamily="18" charset="0"/>
                                              </a:rPr>
                                            </m:ctrlPr>
                                          </m:sSupPr>
                                          <m:e>
                                            <m:r>
                                              <a:rPr lang="en-US" sz="2400" b="1" i="1">
                                                <a:latin typeface="Cambria Math" panose="02040503050406030204" pitchFamily="18" charset="0"/>
                                                <a:cs typeface="Times New Roman" panose="02020603050405020304" pitchFamily="18" charset="0"/>
                                              </a:rPr>
                                              <m:t>𝒄</m:t>
                                            </m:r>
                                          </m:e>
                                          <m:sup>
                                            <m:r>
                                              <a:rPr lang="en-US" sz="2400" i="1">
                                                <a:latin typeface="Cambria Math" panose="02040503050406030204" pitchFamily="18" charset="0"/>
                                                <a:cs typeface="Times New Roman" panose="02020603050405020304" pitchFamily="18" charset="0"/>
                                              </a:rPr>
                                              <m:t>𝑇</m:t>
                                            </m:r>
                                          </m:sup>
                                        </m:sSup>
                                      </m:e>
                                    </m:mr>
                                  </m:m>
                                </m:e>
                                <m:e>
                                  <m:m>
                                    <m:mPr>
                                      <m:mcs>
                                        <m:mc>
                                          <m:mcPr>
                                            <m:count m:val="2"/>
                                            <m:mcJc m:val="center"/>
                                          </m:mcPr>
                                        </m:mc>
                                      </m:mcs>
                                      <m:ctrlPr>
                                        <a:rPr lang="en-US" sz="2400" i="1">
                                          <a:latin typeface="Cambria Math" panose="02040503050406030204" pitchFamily="18" charset="0"/>
                                          <a:cs typeface="Times New Roman" panose="02020603050405020304" pitchFamily="18" charset="0"/>
                                        </a:rPr>
                                      </m:ctrlPr>
                                    </m:mPr>
                                    <m:mr>
                                      <m:e>
                                        <m:r>
                                          <m:rPr>
                                            <m:brk m:alnAt="7"/>
                                          </m:rPr>
                                          <a:rPr lang="en-US" sz="2400" i="1">
                                            <a:latin typeface="Cambria Math" panose="02040503050406030204" pitchFamily="18" charset="0"/>
                                            <a:cs typeface="Times New Roman" panose="02020603050405020304" pitchFamily="18" charset="0"/>
                                          </a:rPr>
                                          <m:t>…</m:t>
                                        </m:r>
                                      </m:e>
                                      <m:e>
                                        <m:sSup>
                                          <m:sSupPr>
                                            <m:ctrlPr>
                                              <a:rPr lang="en-US" sz="2400" i="1">
                                                <a:latin typeface="Cambria Math" panose="02040503050406030204" pitchFamily="18" charset="0"/>
                                                <a:cs typeface="Times New Roman" panose="02020603050405020304" pitchFamily="18" charset="0"/>
                                              </a:rPr>
                                            </m:ctrlPr>
                                          </m:sSupPr>
                                          <m:e>
                                            <m:r>
                                              <a:rPr lang="en-US" sz="2400" b="1" i="1">
                                                <a:latin typeface="Cambria Math" panose="02040503050406030204" pitchFamily="18" charset="0"/>
                                                <a:cs typeface="Times New Roman" panose="02020603050405020304" pitchFamily="18" charset="0"/>
                                              </a:rPr>
                                              <m:t>𝒄</m:t>
                                            </m:r>
                                          </m:e>
                                          <m:sup>
                                            <m:r>
                                              <a:rPr lang="en-US" sz="2400" i="1">
                                                <a:latin typeface="Cambria Math" panose="02040503050406030204" pitchFamily="18" charset="0"/>
                                                <a:cs typeface="Times New Roman" panose="02020603050405020304" pitchFamily="18" charset="0"/>
                                              </a:rPr>
                                              <m:t>𝑇</m:t>
                                            </m:r>
                                          </m:sup>
                                        </m:sSup>
                                      </m:e>
                                    </m:mr>
                                  </m:m>
                                </m:e>
                              </m:mr>
                            </m:m>
                          </m:e>
                        </m:d>
                      </m:e>
                      <m:sup>
                        <m:r>
                          <a:rPr lang="en-US" sz="2400" i="1">
                            <a:latin typeface="Cambria Math" panose="02040503050406030204" pitchFamily="18" charset="0"/>
                            <a:cs typeface="Times New Roman" panose="02020603050405020304" pitchFamily="18" charset="0"/>
                          </a:rPr>
                          <m:t>𝑇</m:t>
                        </m:r>
                      </m:sup>
                    </m:sSup>
                  </m:oMath>
                </a14:m>
                <a:r>
                  <a:rPr lang="en-US" sz="2400">
                    <a:latin typeface="Times New Roman" panose="02020603050405020304" pitchFamily="18" charset="0"/>
                    <a:cs typeface="Times New Roman" panose="02020603050405020304" pitchFamily="18" charset="0"/>
                  </a:rPr>
                  <a:t>,</a:t>
                </a:r>
              </a:p>
              <a:p>
                <a:pPr lvl="2"/>
                <a14:m>
                  <m:oMath xmlns:m="http://schemas.openxmlformats.org/officeDocument/2006/math">
                    <m:sSub>
                      <m:sSubPr>
                        <m:ctrlPr>
                          <a:rPr lang="en-US" sz="2400" i="1">
                            <a:latin typeface="Cambria Math" panose="02040503050406030204" pitchFamily="18" charset="0"/>
                            <a:cs typeface="Times New Roman" panose="02020603050405020304" pitchFamily="18" charset="0"/>
                          </a:rPr>
                        </m:ctrlPr>
                      </m:sSubPr>
                      <m:e>
                        <m:r>
                          <a:rPr lang="en-US" sz="2400" b="1" i="1" smtClean="0">
                            <a:latin typeface="Cambria Math" panose="02040503050406030204" pitchFamily="18" charset="0"/>
                            <a:cs typeface="Times New Roman" panose="02020603050405020304" pitchFamily="18" charset="0"/>
                          </a:rPr>
                          <m:t>𝒆</m:t>
                        </m:r>
                      </m:e>
                      <m:sub>
                        <m:r>
                          <a:rPr lang="en-US" sz="2400" i="1">
                            <a:latin typeface="Cambria Math" panose="02040503050406030204" pitchFamily="18" charset="0"/>
                            <a:cs typeface="Times New Roman" panose="02020603050405020304" pitchFamily="18" charset="0"/>
                          </a:rPr>
                          <m:t>𝑡</m:t>
                        </m:r>
                      </m:sub>
                    </m:sSub>
                  </m:oMath>
                </a14:m>
                <a:r>
                  <a:rPr lang="en-US" sz="2400">
                    <a:latin typeface="Times New Roman" panose="02020603050405020304" pitchFamily="18" charset="0"/>
                    <a:cs typeface="Times New Roman" panose="02020603050405020304" pitchFamily="18" charset="0"/>
                  </a:rPr>
                  <a:t> = </a:t>
                </a:r>
                <a14:m>
                  <m:oMath xmlns:m="http://schemas.openxmlformats.org/officeDocument/2006/math">
                    <m:sSup>
                      <m:sSupPr>
                        <m:ctrlPr>
                          <a:rPr lang="en-US" sz="2400" i="1">
                            <a:latin typeface="Cambria Math" panose="02040503050406030204" pitchFamily="18" charset="0"/>
                            <a:cs typeface="Times New Roman" panose="02020603050405020304" pitchFamily="18" charset="0"/>
                          </a:rPr>
                        </m:ctrlPr>
                      </m:sSupPr>
                      <m:e>
                        <m:d>
                          <m:dPr>
                            <m:begChr m:val="["/>
                            <m:endChr m:val="]"/>
                            <m:ctrlPr>
                              <a:rPr lang="en-US" sz="2400" i="1">
                                <a:latin typeface="Cambria Math" panose="02040503050406030204" pitchFamily="18" charset="0"/>
                                <a:cs typeface="Times New Roman" panose="02020603050405020304" pitchFamily="18" charset="0"/>
                              </a:rPr>
                            </m:ctrlPr>
                          </m:dPr>
                          <m:e>
                            <m:m>
                              <m:mPr>
                                <m:mcs>
                                  <m:mc>
                                    <m:mcPr>
                                      <m:count m:val="2"/>
                                      <m:mcJc m:val="center"/>
                                    </m:mcPr>
                                  </m:mc>
                                </m:mcs>
                                <m:ctrlPr>
                                  <a:rPr lang="en-US" sz="2400" i="1">
                                    <a:latin typeface="Cambria Math" panose="02040503050406030204" pitchFamily="18" charset="0"/>
                                    <a:cs typeface="Times New Roman" panose="02020603050405020304" pitchFamily="18" charset="0"/>
                                  </a:rPr>
                                </m:ctrlPr>
                              </m:mPr>
                              <m:mr>
                                <m:e>
                                  <m:m>
                                    <m:mPr>
                                      <m:mcs>
                                        <m:mc>
                                          <m:mcPr>
                                            <m:count m:val="2"/>
                                            <m:mcJc m:val="center"/>
                                          </m:mcPr>
                                        </m:mc>
                                      </m:mcs>
                                      <m:ctrlPr>
                                        <a:rPr lang="en-US" sz="2400" i="1">
                                          <a:latin typeface="Cambria Math" panose="02040503050406030204" pitchFamily="18" charset="0"/>
                                          <a:cs typeface="Times New Roman" panose="02020603050405020304" pitchFamily="18" charset="0"/>
                                        </a:rPr>
                                      </m:ctrlPr>
                                    </m:mPr>
                                    <m:mr>
                                      <m:e>
                                        <m:sSubSup>
                                          <m:sSubSupPr>
                                            <m:ctrlPr>
                                              <a:rPr lang="en-US" sz="2400" i="1">
                                                <a:latin typeface="Cambria Math" panose="02040503050406030204" pitchFamily="18" charset="0"/>
                                                <a:cs typeface="Times New Roman" panose="02020603050405020304" pitchFamily="18" charset="0"/>
                                              </a:rPr>
                                            </m:ctrlPr>
                                          </m:sSubSupPr>
                                          <m:e>
                                            <m:r>
                                              <a:rPr lang="en-US" sz="2400" b="1" i="1">
                                                <a:latin typeface="Cambria Math" panose="02040503050406030204" pitchFamily="18" charset="0"/>
                                              </a:rPr>
                                              <m:t>𝜺</m:t>
                                            </m:r>
                                          </m:e>
                                          <m:sub>
                                            <m:r>
                                              <a:rPr lang="en-US" sz="2400" i="1">
                                                <a:latin typeface="Cambria Math" panose="02040503050406030204" pitchFamily="18" charset="0"/>
                                                <a:cs typeface="Times New Roman" panose="02020603050405020304" pitchFamily="18" charset="0"/>
                                              </a:rPr>
                                              <m:t>𝑡</m:t>
                                            </m:r>
                                          </m:sub>
                                          <m:sup>
                                            <m:r>
                                              <a:rPr lang="en-US" sz="2400" i="1">
                                                <a:latin typeface="Cambria Math" panose="02040503050406030204" pitchFamily="18" charset="0"/>
                                                <a:cs typeface="Times New Roman" panose="02020603050405020304" pitchFamily="18" charset="0"/>
                                              </a:rPr>
                                              <m:t>𝑇</m:t>
                                            </m:r>
                                          </m:sup>
                                        </m:sSubSup>
                                      </m:e>
                                      <m:e>
                                        <m:sSubSup>
                                          <m:sSubSupPr>
                                            <m:ctrlPr>
                                              <a:rPr lang="en-US" sz="2400" i="1">
                                                <a:latin typeface="Cambria Math" panose="02040503050406030204" pitchFamily="18" charset="0"/>
                                                <a:cs typeface="Times New Roman" panose="02020603050405020304" pitchFamily="18" charset="0"/>
                                              </a:rPr>
                                            </m:ctrlPr>
                                          </m:sSubSupPr>
                                          <m:e>
                                            <m:r>
                                              <a:rPr lang="en-US" sz="2400" b="1" i="1">
                                                <a:latin typeface="Cambria Math" panose="02040503050406030204" pitchFamily="18" charset="0"/>
                                              </a:rPr>
                                              <m:t>𝜺</m:t>
                                            </m:r>
                                          </m:e>
                                          <m:sub>
                                            <m:r>
                                              <a:rPr lang="en-US" sz="2400" i="1">
                                                <a:latin typeface="Cambria Math" panose="02040503050406030204" pitchFamily="18" charset="0"/>
                                                <a:cs typeface="Times New Roman" panose="02020603050405020304" pitchFamily="18" charset="0"/>
                                              </a:rPr>
                                              <m:t>𝑡</m:t>
                                            </m:r>
                                            <m:r>
                                              <a:rPr lang="en-US" sz="2400" i="1">
                                                <a:latin typeface="Cambria Math" panose="02040503050406030204" pitchFamily="18" charset="0"/>
                                                <a:cs typeface="Times New Roman" panose="02020603050405020304" pitchFamily="18" charset="0"/>
                                              </a:rPr>
                                              <m:t>−1</m:t>
                                            </m:r>
                                          </m:sub>
                                          <m:sup>
                                            <m:r>
                                              <a:rPr lang="en-US" sz="2400" i="1">
                                                <a:latin typeface="Cambria Math" panose="02040503050406030204" pitchFamily="18" charset="0"/>
                                                <a:cs typeface="Times New Roman" panose="02020603050405020304" pitchFamily="18" charset="0"/>
                                              </a:rPr>
                                              <m:t>𝑇</m:t>
                                            </m:r>
                                          </m:sup>
                                        </m:sSubSup>
                                      </m:e>
                                    </m:mr>
                                  </m:m>
                                </m:e>
                                <m:e>
                                  <m:m>
                                    <m:mPr>
                                      <m:mcs>
                                        <m:mc>
                                          <m:mcPr>
                                            <m:count m:val="2"/>
                                            <m:mcJc m:val="center"/>
                                          </m:mcPr>
                                        </m:mc>
                                      </m:mcs>
                                      <m:ctrlPr>
                                        <a:rPr lang="en-US" sz="2400" i="1">
                                          <a:latin typeface="Cambria Math" panose="02040503050406030204" pitchFamily="18" charset="0"/>
                                          <a:cs typeface="Times New Roman" panose="02020603050405020304" pitchFamily="18" charset="0"/>
                                        </a:rPr>
                                      </m:ctrlPr>
                                    </m:mPr>
                                    <m:mr>
                                      <m:e>
                                        <m:r>
                                          <m:rPr>
                                            <m:brk m:alnAt="7"/>
                                          </m:rPr>
                                          <a:rPr lang="en-US" sz="2400" i="1">
                                            <a:latin typeface="Cambria Math" panose="02040503050406030204" pitchFamily="18" charset="0"/>
                                            <a:cs typeface="Times New Roman" panose="02020603050405020304" pitchFamily="18" charset="0"/>
                                          </a:rPr>
                                          <m:t>…</m:t>
                                        </m:r>
                                      </m:e>
                                      <m:e>
                                        <m:sSubSup>
                                          <m:sSubSupPr>
                                            <m:ctrlPr>
                                              <a:rPr lang="en-US" sz="2400" i="1">
                                                <a:latin typeface="Cambria Math" panose="02040503050406030204" pitchFamily="18" charset="0"/>
                                                <a:cs typeface="Times New Roman" panose="02020603050405020304" pitchFamily="18" charset="0"/>
                                              </a:rPr>
                                            </m:ctrlPr>
                                          </m:sSubSupPr>
                                          <m:e>
                                            <m:r>
                                              <a:rPr lang="en-US" sz="2400" b="1" i="1">
                                                <a:latin typeface="Cambria Math" panose="02040503050406030204" pitchFamily="18" charset="0"/>
                                              </a:rPr>
                                              <m:t>𝜺</m:t>
                                            </m:r>
                                          </m:e>
                                          <m:sub>
                                            <m:r>
                                              <a:rPr lang="en-US" sz="2400" i="1">
                                                <a:latin typeface="Cambria Math" panose="02040503050406030204" pitchFamily="18" charset="0"/>
                                                <a:cs typeface="Times New Roman" panose="02020603050405020304" pitchFamily="18" charset="0"/>
                                              </a:rPr>
                                              <m:t>𝑡</m:t>
                                            </m:r>
                                            <m:r>
                                              <a:rPr lang="en-US" sz="2400" i="1">
                                                <a:latin typeface="Cambria Math" panose="02040503050406030204" pitchFamily="18" charset="0"/>
                                                <a:cs typeface="Times New Roman" panose="02020603050405020304" pitchFamily="18" charset="0"/>
                                              </a:rPr>
                                              <m:t>−</m:t>
                                            </m:r>
                                            <m:r>
                                              <a:rPr lang="en-US" sz="2400" i="1">
                                                <a:latin typeface="Cambria Math" panose="02040503050406030204" pitchFamily="18" charset="0"/>
                                                <a:cs typeface="Times New Roman" panose="02020603050405020304" pitchFamily="18" charset="0"/>
                                              </a:rPr>
                                              <m:t>𝑝</m:t>
                                            </m:r>
                                            <m:r>
                                              <a:rPr lang="en-US" sz="2400" i="1">
                                                <a:latin typeface="Cambria Math" panose="02040503050406030204" pitchFamily="18" charset="0"/>
                                                <a:cs typeface="Times New Roman" panose="02020603050405020304" pitchFamily="18" charset="0"/>
                                              </a:rPr>
                                              <m:t>+1</m:t>
                                            </m:r>
                                          </m:sub>
                                          <m:sup>
                                            <m:r>
                                              <a:rPr lang="en-US" sz="2400" i="1">
                                                <a:latin typeface="Cambria Math" panose="02040503050406030204" pitchFamily="18" charset="0"/>
                                                <a:cs typeface="Times New Roman" panose="02020603050405020304" pitchFamily="18" charset="0"/>
                                              </a:rPr>
                                              <m:t>𝑇</m:t>
                                            </m:r>
                                          </m:sup>
                                        </m:sSubSup>
                                      </m:e>
                                    </m:mr>
                                  </m:m>
                                </m:e>
                              </m:mr>
                            </m:m>
                          </m:e>
                        </m:d>
                      </m:e>
                      <m:sup>
                        <m:r>
                          <a:rPr lang="en-US" sz="2400" i="1">
                            <a:latin typeface="Cambria Math" panose="02040503050406030204" pitchFamily="18" charset="0"/>
                            <a:cs typeface="Times New Roman" panose="02020603050405020304" pitchFamily="18" charset="0"/>
                          </a:rPr>
                          <m:t>𝑇</m:t>
                        </m:r>
                      </m:sup>
                    </m:sSup>
                  </m:oMath>
                </a14:m>
                <a:endParaRPr lang="en-US" sz="2400">
                  <a:latin typeface="Times New Roman" panose="02020603050405020304" pitchFamily="18" charset="0"/>
                  <a:cs typeface="Times New Roman" panose="02020603050405020304" pitchFamily="18" charset="0"/>
                </a:endParaRPr>
              </a:p>
              <a:p>
                <a:pPr marL="400050" lvl="1" indent="0"/>
                <a:endParaRPr lang="en-US" sz="240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p:txBody>
          </p:sp>
        </mc:Choice>
        <mc:Fallback xmlns="">
          <p:sp>
            <p:nvSpPr>
              <p:cNvPr id="31747" name="Rectangle 3">
                <a:extLst>
                  <a:ext uri="{FF2B5EF4-FFF2-40B4-BE49-F238E27FC236}">
                    <a16:creationId xmlns:a16="http://schemas.microsoft.com/office/drawing/2014/main" id="{8A384CE0-DA7C-07E3-AE85-810C3058F258}"/>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3"/>
                <a:stretch>
                  <a:fillRect l="-1136" t="-1230" b="-676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3332277449"/>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02A98D-3686-759D-04B4-D3B703CA9CFA}"/>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F4541EF0-EA28-485D-D1F3-7AD090F0E56C}"/>
              </a:ext>
            </a:extLst>
          </p:cNvPr>
          <p:cNvSpPr>
            <a:spLocks noGrp="1"/>
          </p:cNvSpPr>
          <p:nvPr>
            <p:ph type="title"/>
          </p:nvPr>
        </p:nvSpPr>
        <p:spPr>
          <a:xfrm>
            <a:off x="1220788" y="365125"/>
            <a:ext cx="7904162" cy="747713"/>
          </a:xfrm>
        </p:spPr>
        <p:txBody>
          <a:bodyPr>
            <a:noAutofit/>
          </a:bodyPr>
          <a:lstStyle/>
          <a:p>
            <a:pPr marL="57150">
              <a:defRPr/>
            </a:pPr>
            <a:r>
              <a:rPr lang="vi-VN" sz="3200">
                <a:latin typeface="Times New Roman" panose="02020603050405020304" pitchFamily="18" charset="0"/>
                <a:cs typeface="Times New Roman" panose="02020603050405020304" pitchFamily="18" charset="0"/>
              </a:rPr>
              <a:t>Mô hình tự hồi qui véc tơ (</a:t>
            </a:r>
            <a:r>
              <a:rPr lang="en-US" sz="3200">
                <a:latin typeface="Times New Roman" panose="02020603050405020304" pitchFamily="18" charset="0"/>
                <a:cs typeface="Times New Roman" panose="02020603050405020304" pitchFamily="18" charset="0"/>
              </a:rPr>
              <a:t>V</a:t>
            </a:r>
            <a:r>
              <a:rPr lang="vi-VN" sz="3200">
                <a:latin typeface="Times New Roman" panose="02020603050405020304" pitchFamily="18" charset="0"/>
                <a:cs typeface="Times New Roman" panose="02020603050405020304" pitchFamily="18" charset="0"/>
              </a:rPr>
              <a:t>ector </a:t>
            </a:r>
            <a:r>
              <a:rPr lang="en-US" sz="3200">
                <a:latin typeface="Times New Roman" panose="02020603050405020304" pitchFamily="18" charset="0"/>
                <a:cs typeface="Times New Roman" panose="02020603050405020304" pitchFamily="18" charset="0"/>
              </a:rPr>
              <a:t>A</a:t>
            </a:r>
            <a:r>
              <a:rPr lang="vi-VN" sz="3200">
                <a:latin typeface="Times New Roman" panose="02020603050405020304" pitchFamily="18" charset="0"/>
                <a:cs typeface="Times New Roman" panose="02020603050405020304" pitchFamily="18" charset="0"/>
              </a:rPr>
              <a:t>utoregression)</a:t>
            </a:r>
            <a:endParaRPr lang="en-US" sz="3200" b="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1747" name="Rectangle 3">
                <a:extLst>
                  <a:ext uri="{FF2B5EF4-FFF2-40B4-BE49-F238E27FC236}">
                    <a16:creationId xmlns:a16="http://schemas.microsoft.com/office/drawing/2014/main" id="{4B8071DC-564C-6D2F-B18B-377D448D806D}"/>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Kiểm tra tính ổn định của mô hình</a:t>
                </a:r>
              </a:p>
              <a:p>
                <a:pPr lvl="1" indent="-342900">
                  <a:buFont typeface="Arial" panose="020B0604020202020204" pitchFamily="34" charset="0"/>
                  <a:buChar char="•"/>
                </a:pPr>
                <a:r>
                  <a:rPr lang="en-US" sz="2800" b="1">
                    <a:latin typeface="Times New Roman" panose="02020603050405020304" pitchFamily="18" charset="0"/>
                    <a:cs typeface="Times New Roman" panose="02020603050405020304" pitchFamily="18" charset="0"/>
                  </a:rPr>
                  <a:t>Companion matrix</a:t>
                </a:r>
                <a:r>
                  <a:rPr lang="en-US" sz="2800">
                    <a:latin typeface="Times New Roman" panose="02020603050405020304" pitchFamily="18" charset="0"/>
                    <a:cs typeface="Times New Roman" panose="02020603050405020304" pitchFamily="18" charset="0"/>
                  </a:rPr>
                  <a:t> (ma trận đồng hành) </a:t>
                </a:r>
              </a:p>
              <a:p>
                <a:pPr marL="400050" lvl="1" indent="0" algn="ctr"/>
                <a14:m>
                  <m:oMathPara xmlns:m="http://schemas.openxmlformats.org/officeDocument/2006/math">
                    <m:oMathParaPr>
                      <m:jc m:val="center"/>
                    </m:oMathParaPr>
                    <m:oMath xmlns:m="http://schemas.openxmlformats.org/officeDocument/2006/math">
                      <m:r>
                        <a:rPr lang="en-US" sz="2800" b="1" i="1">
                          <a:latin typeface="Cambria Math" panose="02040503050406030204" pitchFamily="18" charset="0"/>
                          <a:cs typeface="Times New Roman" panose="02020603050405020304" pitchFamily="18" charset="0"/>
                        </a:rPr>
                        <m:t>𝑨</m:t>
                      </m:r>
                      <m:r>
                        <a:rPr lang="en-US" sz="2800" i="1">
                          <a:latin typeface="Cambria Math" panose="02040503050406030204" pitchFamily="18" charset="0"/>
                          <a:cs typeface="Times New Roman" panose="02020603050405020304" pitchFamily="18" charset="0"/>
                        </a:rPr>
                        <m:t>= </m:t>
                      </m:r>
                      <m:d>
                        <m:dPr>
                          <m:begChr m:val="["/>
                          <m:endChr m:val="]"/>
                          <m:ctrlPr>
                            <a:rPr lang="en-US" sz="2800" i="1">
                              <a:latin typeface="Cambria Math" panose="02040503050406030204" pitchFamily="18" charset="0"/>
                              <a:cs typeface="Times New Roman" panose="02020603050405020304" pitchFamily="18" charset="0"/>
                            </a:rPr>
                          </m:ctrlPr>
                        </m:dPr>
                        <m:e>
                          <m:m>
                            <m:mPr>
                              <m:mcs>
                                <m:mc>
                                  <m:mcPr>
                                    <m:count m:val="2"/>
                                    <m:mcJc m:val="center"/>
                                  </m:mcPr>
                                </m:mc>
                              </m:mcs>
                              <m:ctrlPr>
                                <a:rPr lang="en-US" sz="2800" i="1" smtClean="0">
                                  <a:latin typeface="Cambria Math" panose="02040503050406030204" pitchFamily="18" charset="0"/>
                                  <a:cs typeface="Times New Roman" panose="02020603050405020304" pitchFamily="18" charset="0"/>
                                </a:rPr>
                              </m:ctrlPr>
                            </m:mPr>
                            <m:mr>
                              <m:e>
                                <m:m>
                                  <m:mPr>
                                    <m:mcs>
                                      <m:mc>
                                        <m:mcPr>
                                          <m:count m:val="3"/>
                                          <m:mcJc m:val="center"/>
                                        </m:mcPr>
                                      </m:mc>
                                    </m:mcs>
                                    <m:ctrlPr>
                                      <a:rPr lang="en-US" sz="2800" i="1" smtClean="0">
                                        <a:latin typeface="Cambria Math" panose="02040503050406030204" pitchFamily="18" charset="0"/>
                                        <a:cs typeface="Times New Roman" panose="02020603050405020304" pitchFamily="18" charset="0"/>
                                      </a:rPr>
                                    </m:ctrlPr>
                                  </m:mPr>
                                  <m:mr>
                                    <m:e>
                                      <m:sSub>
                                        <m:sSubPr>
                                          <m:ctrlPr>
                                            <a:rPr lang="en-US" sz="2800" i="1">
                                              <a:latin typeface="Cambria Math" panose="02040503050406030204" pitchFamily="18" charset="0"/>
                                              <a:cs typeface="Times New Roman" panose="02020603050405020304" pitchFamily="18" charset="0"/>
                                            </a:rPr>
                                          </m:ctrlPr>
                                        </m:sSubPr>
                                        <m:e>
                                          <m:r>
                                            <a:rPr lang="en-US" sz="2800" b="1" i="1">
                                              <a:latin typeface="Cambria Math" panose="02040503050406030204" pitchFamily="18" charset="0"/>
                                              <a:cs typeface="Times New Roman" panose="02020603050405020304" pitchFamily="18" charset="0"/>
                                            </a:rPr>
                                            <m:t>𝑨</m:t>
                                          </m:r>
                                        </m:e>
                                        <m:sub>
                                          <m:r>
                                            <a:rPr lang="en-US" sz="2800" i="1">
                                              <a:latin typeface="Cambria Math" panose="02040503050406030204" pitchFamily="18" charset="0"/>
                                              <a:cs typeface="Times New Roman" panose="02020603050405020304" pitchFamily="18" charset="0"/>
                                            </a:rPr>
                                            <m:t>1</m:t>
                                          </m:r>
                                        </m:sub>
                                      </m:sSub>
                                    </m:e>
                                    <m:e>
                                      <m:sSub>
                                        <m:sSubPr>
                                          <m:ctrlPr>
                                            <a:rPr lang="en-US" sz="2800" i="1">
                                              <a:latin typeface="Cambria Math" panose="02040503050406030204" pitchFamily="18" charset="0"/>
                                              <a:cs typeface="Times New Roman" panose="02020603050405020304" pitchFamily="18" charset="0"/>
                                            </a:rPr>
                                          </m:ctrlPr>
                                        </m:sSubPr>
                                        <m:e>
                                          <m:r>
                                            <a:rPr lang="en-US" sz="2800" b="1" i="1">
                                              <a:latin typeface="Cambria Math" panose="02040503050406030204" pitchFamily="18" charset="0"/>
                                              <a:cs typeface="Times New Roman" panose="02020603050405020304" pitchFamily="18" charset="0"/>
                                            </a:rPr>
                                            <m:t>𝑨</m:t>
                                          </m:r>
                                        </m:e>
                                        <m:sub>
                                          <m:r>
                                            <a:rPr lang="en-US" sz="2800" i="1">
                                              <a:latin typeface="Cambria Math" panose="02040503050406030204" pitchFamily="18" charset="0"/>
                                              <a:cs typeface="Times New Roman" panose="02020603050405020304" pitchFamily="18" charset="0"/>
                                            </a:rPr>
                                            <m:t>2</m:t>
                                          </m:r>
                                        </m:sub>
                                      </m:sSub>
                                    </m:e>
                                    <m:e>
                                      <m:r>
                                        <a:rPr lang="en-US" sz="2800" i="1">
                                          <a:latin typeface="Cambria Math" panose="02040503050406030204" pitchFamily="18" charset="0"/>
                                          <a:cs typeface="Times New Roman" panose="02020603050405020304" pitchFamily="18" charset="0"/>
                                        </a:rPr>
                                        <m:t>⋯</m:t>
                                      </m:r>
                                    </m:e>
                                  </m:mr>
                                </m:m>
                              </m:e>
                              <m:e>
                                <m:m>
                                  <m:mPr>
                                    <m:mcs>
                                      <m:mc>
                                        <m:mcPr>
                                          <m:count m:val="2"/>
                                          <m:mcJc m:val="center"/>
                                        </m:mcPr>
                                      </m:mc>
                                    </m:mcs>
                                    <m:ctrlPr>
                                      <a:rPr lang="en-US" sz="2800" i="1" smtClean="0">
                                        <a:latin typeface="Cambria Math" panose="02040503050406030204" pitchFamily="18" charset="0"/>
                                        <a:cs typeface="Times New Roman" panose="02020603050405020304" pitchFamily="18" charset="0"/>
                                      </a:rPr>
                                    </m:ctrlPr>
                                  </m:mPr>
                                  <m:mr>
                                    <m:e>
                                      <m:sSub>
                                        <m:sSubPr>
                                          <m:ctrlPr>
                                            <a:rPr lang="en-US" sz="2800" i="1">
                                              <a:latin typeface="Cambria Math" panose="02040503050406030204" pitchFamily="18" charset="0"/>
                                              <a:cs typeface="Times New Roman" panose="02020603050405020304" pitchFamily="18" charset="0"/>
                                            </a:rPr>
                                          </m:ctrlPr>
                                        </m:sSubPr>
                                        <m:e>
                                          <m:r>
                                            <a:rPr lang="en-US" sz="2800" b="1" i="1">
                                              <a:latin typeface="Cambria Math" panose="02040503050406030204" pitchFamily="18" charset="0"/>
                                              <a:cs typeface="Times New Roman" panose="02020603050405020304" pitchFamily="18" charset="0"/>
                                            </a:rPr>
                                            <m:t>𝑨</m:t>
                                          </m:r>
                                        </m:e>
                                        <m:sub>
                                          <m:r>
                                            <a:rPr lang="en-US" sz="2800" i="1">
                                              <a:latin typeface="Cambria Math" panose="02040503050406030204" pitchFamily="18" charset="0"/>
                                              <a:cs typeface="Times New Roman" panose="02020603050405020304" pitchFamily="18" charset="0"/>
                                            </a:rPr>
                                            <m:t>𝑝</m:t>
                                          </m:r>
                                          <m:r>
                                            <a:rPr lang="en-US" sz="2800" b="0" i="1" smtClean="0">
                                              <a:latin typeface="Cambria Math" panose="02040503050406030204" pitchFamily="18" charset="0"/>
                                              <a:cs typeface="Times New Roman" panose="02020603050405020304" pitchFamily="18" charset="0"/>
                                            </a:rPr>
                                            <m:t>−1</m:t>
                                          </m:r>
                                        </m:sub>
                                      </m:sSub>
                                    </m:e>
                                    <m:e>
                                      <m:sSub>
                                        <m:sSubPr>
                                          <m:ctrlPr>
                                            <a:rPr lang="en-US" sz="2800" i="1">
                                              <a:latin typeface="Cambria Math" panose="02040503050406030204" pitchFamily="18" charset="0"/>
                                              <a:cs typeface="Times New Roman" panose="02020603050405020304" pitchFamily="18" charset="0"/>
                                            </a:rPr>
                                          </m:ctrlPr>
                                        </m:sSubPr>
                                        <m:e>
                                          <m:r>
                                            <a:rPr lang="en-US" sz="2800" b="1" i="1">
                                              <a:latin typeface="Cambria Math" panose="02040503050406030204" pitchFamily="18" charset="0"/>
                                              <a:cs typeface="Times New Roman" panose="02020603050405020304" pitchFamily="18" charset="0"/>
                                            </a:rPr>
                                            <m:t>𝑨</m:t>
                                          </m:r>
                                        </m:e>
                                        <m:sub>
                                          <m:r>
                                            <a:rPr lang="en-US" sz="2800" i="1">
                                              <a:latin typeface="Cambria Math" panose="02040503050406030204" pitchFamily="18" charset="0"/>
                                              <a:cs typeface="Times New Roman" panose="02020603050405020304" pitchFamily="18" charset="0"/>
                                            </a:rPr>
                                            <m:t>𝑝</m:t>
                                          </m:r>
                                        </m:sub>
                                      </m:sSub>
                                    </m:e>
                                  </m:mr>
                                </m:m>
                              </m:e>
                            </m:mr>
                            <m:mr>
                              <m:e>
                                <m:eqArr>
                                  <m:eqArrPr>
                                    <m:ctrlPr>
                                      <a:rPr lang="en-US" sz="2800" i="1" smtClean="0">
                                        <a:latin typeface="Cambria Math" panose="02040503050406030204" pitchFamily="18" charset="0"/>
                                        <a:cs typeface="Times New Roman" panose="02020603050405020304" pitchFamily="18" charset="0"/>
                                      </a:rPr>
                                    </m:ctrlPr>
                                  </m:eqArrPr>
                                  <m:e>
                                    <m:eqArr>
                                      <m:eqArrPr>
                                        <m:ctrlPr>
                                          <a:rPr lang="en-US" sz="2800" i="1" smtClean="0">
                                            <a:latin typeface="Cambria Math" panose="02040503050406030204" pitchFamily="18" charset="0"/>
                                            <a:cs typeface="Times New Roman" panose="02020603050405020304" pitchFamily="18" charset="0"/>
                                          </a:rPr>
                                        </m:ctrlPr>
                                      </m:eqArrPr>
                                      <m:e>
                                        <m:eqArr>
                                          <m:eqArrPr>
                                            <m:ctrlPr>
                                              <a:rPr lang="en-US" sz="2800" i="1" smtClean="0">
                                                <a:latin typeface="Cambria Math" panose="02040503050406030204" pitchFamily="18" charset="0"/>
                                                <a:cs typeface="Times New Roman" panose="02020603050405020304" pitchFamily="18" charset="0"/>
                                              </a:rPr>
                                            </m:ctrlPr>
                                          </m:eqArrPr>
                                          <m:e>
                                            <m:m>
                                              <m:mPr>
                                                <m:mcs>
                                                  <m:mc>
                                                    <m:mcPr>
                                                      <m:count m:val="3"/>
                                                      <m:mcJc m:val="center"/>
                                                    </m:mcPr>
                                                  </m:mc>
                                                </m:mcs>
                                                <m:ctrlPr>
                                                  <a:rPr lang="en-US" sz="2800" i="1" smtClean="0">
                                                    <a:latin typeface="Cambria Math" panose="02040503050406030204" pitchFamily="18" charset="0"/>
                                                    <a:cs typeface="Times New Roman" panose="02020603050405020304" pitchFamily="18" charset="0"/>
                                                  </a:rPr>
                                                </m:ctrlPr>
                                              </m:mPr>
                                              <m:mr>
                                                <m:e>
                                                  <m:sSub>
                                                    <m:sSubPr>
                                                      <m:ctrlPr>
                                                        <a:rPr lang="en-US" sz="2800" i="1">
                                                          <a:latin typeface="Cambria Math" panose="02040503050406030204" pitchFamily="18" charset="0"/>
                                                        </a:rPr>
                                                      </m:ctrlPr>
                                                    </m:sSubPr>
                                                    <m:e>
                                                      <m:r>
                                                        <a:rPr lang="en-US" sz="2800" b="1" i="1">
                                                          <a:latin typeface="Cambria Math" panose="02040503050406030204" pitchFamily="18" charset="0"/>
                                                        </a:rPr>
                                                        <m:t>𝑰</m:t>
                                                      </m:r>
                                                    </m:e>
                                                    <m:sub>
                                                      <m:r>
                                                        <a:rPr lang="en-US" sz="2800" i="1">
                                                          <a:latin typeface="Cambria Math" panose="02040503050406030204" pitchFamily="18" charset="0"/>
                                                        </a:rPr>
                                                        <m:t>𝑘</m:t>
                                                      </m:r>
                                                    </m:sub>
                                                  </m:sSub>
                                                </m:e>
                                                <m:e>
                                                  <m:r>
                                                    <a:rPr lang="en-US" sz="2800" b="1" i="1">
                                                      <a:latin typeface="Cambria Math" panose="02040503050406030204" pitchFamily="18" charset="0"/>
                                                      <a:cs typeface="Times New Roman" panose="02020603050405020304" pitchFamily="18" charset="0"/>
                                                    </a:rPr>
                                                    <m:t>𝟎</m:t>
                                                  </m:r>
                                                </m:e>
                                                <m:e>
                                                  <m:r>
                                                    <a:rPr lang="en-US" sz="2800" b="1" i="1">
                                                      <a:latin typeface="Cambria Math" panose="02040503050406030204" pitchFamily="18" charset="0"/>
                                                      <a:cs typeface="Times New Roman" panose="02020603050405020304" pitchFamily="18" charset="0"/>
                                                    </a:rPr>
                                                    <m:t>𝟎</m:t>
                                                  </m:r>
                                                </m:e>
                                              </m:mr>
                                            </m:m>
                                          </m:e>
                                          <m:e>
                                            <m:m>
                                              <m:mPr>
                                                <m:mcs>
                                                  <m:mc>
                                                    <m:mcPr>
                                                      <m:count m:val="3"/>
                                                      <m:mcJc m:val="center"/>
                                                    </m:mcPr>
                                                  </m:mc>
                                                </m:mcs>
                                                <m:ctrlPr>
                                                  <a:rPr lang="en-US" sz="2800" i="1" smtClean="0">
                                                    <a:latin typeface="Cambria Math" panose="02040503050406030204" pitchFamily="18" charset="0"/>
                                                    <a:cs typeface="Times New Roman" panose="02020603050405020304" pitchFamily="18" charset="0"/>
                                                  </a:rPr>
                                                </m:ctrlPr>
                                              </m:mPr>
                                              <m:mr>
                                                <m:e>
                                                  <m:r>
                                                    <a:rPr lang="en-US" sz="2800" b="1" i="1">
                                                      <a:latin typeface="Cambria Math" panose="02040503050406030204" pitchFamily="18" charset="0"/>
                                                      <a:cs typeface="Times New Roman" panose="02020603050405020304" pitchFamily="18" charset="0"/>
                                                    </a:rPr>
                                                    <m:t>𝟎</m:t>
                                                  </m:r>
                                                </m:e>
                                                <m:e>
                                                  <m:sSub>
                                                    <m:sSubPr>
                                                      <m:ctrlPr>
                                                        <a:rPr lang="en-US" sz="2800" i="1">
                                                          <a:latin typeface="Cambria Math" panose="02040503050406030204" pitchFamily="18" charset="0"/>
                                                        </a:rPr>
                                                      </m:ctrlPr>
                                                    </m:sSubPr>
                                                    <m:e>
                                                      <m:r>
                                                        <a:rPr lang="en-US" sz="2800" b="1" i="1">
                                                          <a:latin typeface="Cambria Math" panose="02040503050406030204" pitchFamily="18" charset="0"/>
                                                        </a:rPr>
                                                        <m:t>𝑰</m:t>
                                                      </m:r>
                                                    </m:e>
                                                    <m:sub>
                                                      <m:r>
                                                        <a:rPr lang="en-US" sz="2800" i="1">
                                                          <a:latin typeface="Cambria Math" panose="02040503050406030204" pitchFamily="18" charset="0"/>
                                                        </a:rPr>
                                                        <m:t>𝑘</m:t>
                                                      </m:r>
                                                    </m:sub>
                                                  </m:sSub>
                                                </m:e>
                                                <m:e>
                                                  <m:r>
                                                    <a:rPr lang="en-US" sz="2800" b="1" i="1">
                                                      <a:latin typeface="Cambria Math" panose="02040503050406030204" pitchFamily="18" charset="0"/>
                                                      <a:cs typeface="Times New Roman" panose="02020603050405020304" pitchFamily="18" charset="0"/>
                                                    </a:rPr>
                                                    <m:t>𝟎</m:t>
                                                  </m:r>
                                                </m:e>
                                              </m:mr>
                                            </m:m>
                                          </m:e>
                                        </m:eqArr>
                                      </m:e>
                                      <m:e>
                                        <m:m>
                                          <m:mPr>
                                            <m:mcs>
                                              <m:mc>
                                                <m:mcPr>
                                                  <m:count m:val="3"/>
                                                  <m:mcJc m:val="center"/>
                                                </m:mcPr>
                                              </m:mc>
                                            </m:mcs>
                                            <m:ctrlPr>
                                              <a:rPr lang="en-US" sz="2800" i="1">
                                                <a:latin typeface="Cambria Math" panose="02040503050406030204" pitchFamily="18" charset="0"/>
                                                <a:cs typeface="Times New Roman" panose="02020603050405020304" pitchFamily="18" charset="0"/>
                                              </a:rPr>
                                            </m:ctrlPr>
                                          </m:mPr>
                                          <m:mr>
                                            <m:e>
                                              <m:r>
                                                <a:rPr lang="en-US" sz="2800" b="1" i="1">
                                                  <a:latin typeface="Cambria Math" panose="02040503050406030204" pitchFamily="18" charset="0"/>
                                                  <a:cs typeface="Times New Roman" panose="02020603050405020304" pitchFamily="18" charset="0"/>
                                                </a:rPr>
                                                <m:t>𝟎</m:t>
                                              </m:r>
                                            </m:e>
                                            <m:e>
                                              <m:r>
                                                <a:rPr lang="en-US" sz="2800" b="1" i="1">
                                                  <a:latin typeface="Cambria Math" panose="02040503050406030204" pitchFamily="18" charset="0"/>
                                                  <a:cs typeface="Times New Roman" panose="02020603050405020304" pitchFamily="18" charset="0"/>
                                                </a:rPr>
                                                <m:t>𝟎</m:t>
                                              </m:r>
                                            </m:e>
                                            <m:e>
                                              <m:r>
                                                <a:rPr lang="en-US" sz="2800" i="1">
                                                  <a:latin typeface="Cambria Math" panose="02040503050406030204" pitchFamily="18" charset="0"/>
                                                  <a:cs typeface="Times New Roman" panose="02020603050405020304" pitchFamily="18" charset="0"/>
                                                </a:rPr>
                                                <m:t>⋱</m:t>
                                              </m:r>
                                            </m:e>
                                          </m:mr>
                                        </m:m>
                                      </m:e>
                                    </m:eqArr>
                                  </m:e>
                                  <m:e>
                                    <m:m>
                                      <m:mPr>
                                        <m:mcs>
                                          <m:mc>
                                            <m:mcPr>
                                              <m:count m:val="3"/>
                                              <m:mcJc m:val="center"/>
                                            </m:mcPr>
                                          </m:mc>
                                        </m:mcs>
                                        <m:ctrlPr>
                                          <a:rPr lang="en-US" sz="2800" i="1">
                                            <a:latin typeface="Cambria Math" panose="02040503050406030204" pitchFamily="18" charset="0"/>
                                            <a:cs typeface="Times New Roman" panose="02020603050405020304" pitchFamily="18" charset="0"/>
                                          </a:rPr>
                                        </m:ctrlPr>
                                      </m:mPr>
                                      <m:mr>
                                        <m:e>
                                          <m:r>
                                            <a:rPr lang="en-US" sz="2800" b="1" i="1">
                                              <a:latin typeface="Cambria Math" panose="02040503050406030204" pitchFamily="18" charset="0"/>
                                              <a:cs typeface="Times New Roman" panose="02020603050405020304" pitchFamily="18" charset="0"/>
                                            </a:rPr>
                                            <m:t>𝟎</m:t>
                                          </m:r>
                                        </m:e>
                                        <m:e>
                                          <m:r>
                                            <a:rPr lang="en-US" sz="2800" b="1" i="1">
                                              <a:latin typeface="Cambria Math" panose="02040503050406030204" pitchFamily="18" charset="0"/>
                                              <a:cs typeface="Times New Roman" panose="02020603050405020304" pitchFamily="18" charset="0"/>
                                            </a:rPr>
                                            <m:t>𝟎</m:t>
                                          </m:r>
                                        </m:e>
                                        <m:e>
                                          <m:r>
                                            <a:rPr lang="en-US" sz="2800" b="1" i="1">
                                              <a:latin typeface="Cambria Math" panose="02040503050406030204" pitchFamily="18" charset="0"/>
                                              <a:cs typeface="Times New Roman" panose="02020603050405020304" pitchFamily="18" charset="0"/>
                                            </a:rPr>
                                            <m:t>𝟎</m:t>
                                          </m:r>
                                        </m:e>
                                      </m:mr>
                                    </m:m>
                                  </m:e>
                                </m:eqArr>
                              </m:e>
                              <m:e>
                                <m:eqArr>
                                  <m:eqArrPr>
                                    <m:ctrlPr>
                                      <a:rPr lang="en-US" sz="2800" i="1" smtClean="0">
                                        <a:latin typeface="Cambria Math" panose="02040503050406030204" pitchFamily="18" charset="0"/>
                                        <a:cs typeface="Times New Roman" panose="02020603050405020304" pitchFamily="18" charset="0"/>
                                      </a:rPr>
                                    </m:ctrlPr>
                                  </m:eqArrPr>
                                  <m:e>
                                    <m:eqArr>
                                      <m:eqArrPr>
                                        <m:ctrlPr>
                                          <a:rPr lang="en-US" sz="2800" i="1" smtClean="0">
                                            <a:latin typeface="Cambria Math" panose="02040503050406030204" pitchFamily="18" charset="0"/>
                                            <a:cs typeface="Times New Roman" panose="02020603050405020304" pitchFamily="18" charset="0"/>
                                          </a:rPr>
                                        </m:ctrlPr>
                                      </m:eqArrPr>
                                      <m:e>
                                        <m:m>
                                          <m:mPr>
                                            <m:mcs>
                                              <m:mc>
                                                <m:mcPr>
                                                  <m:count m:val="2"/>
                                                  <m:mcJc m:val="center"/>
                                                </m:mcPr>
                                              </m:mc>
                                            </m:mcs>
                                            <m:ctrlPr>
                                              <a:rPr lang="en-US" sz="2800" i="1" smtClean="0">
                                                <a:latin typeface="Cambria Math" panose="02040503050406030204" pitchFamily="18" charset="0"/>
                                                <a:cs typeface="Times New Roman" panose="02020603050405020304" pitchFamily="18" charset="0"/>
                                              </a:rPr>
                                            </m:ctrlPr>
                                          </m:mPr>
                                          <m:mr>
                                            <m:e>
                                              <m:r>
                                                <a:rPr lang="en-US" sz="2800" b="1" i="1">
                                                  <a:latin typeface="Cambria Math" panose="02040503050406030204" pitchFamily="18" charset="0"/>
                                                  <a:cs typeface="Times New Roman" panose="02020603050405020304" pitchFamily="18" charset="0"/>
                                                </a:rPr>
                                                <m:t>𝟎</m:t>
                                              </m:r>
                                            </m:e>
                                            <m:e>
                                              <m:r>
                                                <a:rPr lang="en-US" sz="2800" b="1" i="1">
                                                  <a:latin typeface="Cambria Math" panose="02040503050406030204" pitchFamily="18" charset="0"/>
                                                  <a:cs typeface="Times New Roman" panose="02020603050405020304" pitchFamily="18" charset="0"/>
                                                </a:rPr>
                                                <m:t>𝟎</m:t>
                                              </m:r>
                                            </m:e>
                                          </m:mr>
                                        </m:m>
                                      </m:e>
                                      <m:e>
                                        <m:m>
                                          <m:mPr>
                                            <m:mcs>
                                              <m:mc>
                                                <m:mcPr>
                                                  <m:count m:val="2"/>
                                                  <m:mcJc m:val="center"/>
                                                </m:mcPr>
                                              </m:mc>
                                            </m:mcs>
                                            <m:ctrlPr>
                                              <a:rPr lang="en-US" sz="2800" i="1" smtClean="0">
                                                <a:latin typeface="Cambria Math" panose="02040503050406030204" pitchFamily="18" charset="0"/>
                                                <a:cs typeface="Times New Roman" panose="02020603050405020304" pitchFamily="18" charset="0"/>
                                              </a:rPr>
                                            </m:ctrlPr>
                                          </m:mPr>
                                          <m:mr>
                                            <m:e>
                                              <m:r>
                                                <a:rPr lang="en-US" sz="2800" b="1" i="1">
                                                  <a:latin typeface="Cambria Math" panose="02040503050406030204" pitchFamily="18" charset="0"/>
                                                  <a:cs typeface="Times New Roman" panose="02020603050405020304" pitchFamily="18" charset="0"/>
                                                </a:rPr>
                                                <m:t>𝟎</m:t>
                                              </m:r>
                                            </m:e>
                                            <m:e>
                                              <m:r>
                                                <a:rPr lang="en-US" sz="2800" b="1" i="1">
                                                  <a:latin typeface="Cambria Math" panose="02040503050406030204" pitchFamily="18" charset="0"/>
                                                  <a:cs typeface="Times New Roman" panose="02020603050405020304" pitchFamily="18" charset="0"/>
                                                </a:rPr>
                                                <m:t>𝟎</m:t>
                                              </m:r>
                                            </m:e>
                                          </m:mr>
                                        </m:m>
                                      </m:e>
                                    </m:eqArr>
                                  </m:e>
                                  <m:e>
                                    <m:m>
                                      <m:mPr>
                                        <m:mcs>
                                          <m:mc>
                                            <m:mcPr>
                                              <m:count m:val="2"/>
                                              <m:mcJc m:val="center"/>
                                            </m:mcPr>
                                          </m:mc>
                                        </m:mcs>
                                        <m:ctrlPr>
                                          <a:rPr lang="en-US" sz="2800" i="1" smtClean="0">
                                            <a:latin typeface="Cambria Math" panose="02040503050406030204" pitchFamily="18" charset="0"/>
                                            <a:cs typeface="Times New Roman" panose="02020603050405020304" pitchFamily="18" charset="0"/>
                                          </a:rPr>
                                        </m:ctrlPr>
                                      </m:mPr>
                                      <m:mr>
                                        <m:e>
                                          <m:r>
                                            <a:rPr lang="en-US" sz="2800" b="1" i="1">
                                              <a:latin typeface="Cambria Math" panose="02040503050406030204" pitchFamily="18" charset="0"/>
                                              <a:cs typeface="Times New Roman" panose="02020603050405020304" pitchFamily="18" charset="0"/>
                                            </a:rPr>
                                            <m:t>𝟎</m:t>
                                          </m:r>
                                        </m:e>
                                        <m:e>
                                          <m:r>
                                            <a:rPr lang="en-US" sz="2800" b="1" i="1">
                                              <a:latin typeface="Cambria Math" panose="02040503050406030204" pitchFamily="18" charset="0"/>
                                              <a:cs typeface="Times New Roman" panose="02020603050405020304" pitchFamily="18" charset="0"/>
                                            </a:rPr>
                                            <m:t>𝟎</m:t>
                                          </m:r>
                                        </m:e>
                                      </m:mr>
                                    </m:m>
                                  </m:e>
                                  <m:e>
                                    <m:m>
                                      <m:mPr>
                                        <m:mcs>
                                          <m:mc>
                                            <m:mcPr>
                                              <m:count m:val="2"/>
                                              <m:mcJc m:val="center"/>
                                            </m:mcPr>
                                          </m:mc>
                                        </m:mcs>
                                        <m:ctrlPr>
                                          <a:rPr lang="en-US" sz="2800" i="1" smtClean="0">
                                            <a:latin typeface="Cambria Math" panose="02040503050406030204" pitchFamily="18" charset="0"/>
                                            <a:cs typeface="Times New Roman" panose="02020603050405020304" pitchFamily="18" charset="0"/>
                                          </a:rPr>
                                        </m:ctrlPr>
                                      </m:mPr>
                                      <m:mr>
                                        <m:e>
                                          <m:sSub>
                                            <m:sSubPr>
                                              <m:ctrlPr>
                                                <a:rPr lang="en-US" sz="2800" i="1">
                                                  <a:latin typeface="Cambria Math" panose="02040503050406030204" pitchFamily="18" charset="0"/>
                                                </a:rPr>
                                              </m:ctrlPr>
                                            </m:sSubPr>
                                            <m:e>
                                              <m:r>
                                                <a:rPr lang="en-US" sz="2800" b="1" i="1">
                                                  <a:latin typeface="Cambria Math" panose="02040503050406030204" pitchFamily="18" charset="0"/>
                                                </a:rPr>
                                                <m:t>𝑰</m:t>
                                              </m:r>
                                            </m:e>
                                            <m:sub>
                                              <m:r>
                                                <a:rPr lang="en-US" sz="2800" i="1">
                                                  <a:latin typeface="Cambria Math" panose="02040503050406030204" pitchFamily="18" charset="0"/>
                                                </a:rPr>
                                                <m:t>𝑘</m:t>
                                              </m:r>
                                            </m:sub>
                                          </m:sSub>
                                        </m:e>
                                        <m:e>
                                          <m:r>
                                            <a:rPr lang="en-US" sz="2800" b="1" i="1">
                                              <a:latin typeface="Cambria Math" panose="02040503050406030204" pitchFamily="18" charset="0"/>
                                              <a:cs typeface="Times New Roman" panose="02020603050405020304" pitchFamily="18" charset="0"/>
                                            </a:rPr>
                                            <m:t>𝟎</m:t>
                                          </m:r>
                                        </m:e>
                                      </m:mr>
                                    </m:m>
                                  </m:e>
                                </m:eqArr>
                              </m:e>
                            </m:mr>
                          </m:m>
                        </m:e>
                      </m:d>
                    </m:oMath>
                  </m:oMathPara>
                </a14:m>
                <a:endParaRPr lang="en-US" sz="2800">
                  <a:latin typeface="Times New Roman" panose="02020603050405020304" pitchFamily="18" charset="0"/>
                  <a:cs typeface="Times New Roman" panose="02020603050405020304" pitchFamily="18" charset="0"/>
                </a:endParaRPr>
              </a:p>
              <a:p>
                <a:pPr marL="800100" lvl="2" indent="0"/>
                <a14:m>
                  <m:oMath xmlns:m="http://schemas.openxmlformats.org/officeDocument/2006/math">
                    <m:sSub>
                      <m:sSubPr>
                        <m:ctrlPr>
                          <a:rPr lang="en-US" sz="2800" i="1">
                            <a:latin typeface="Cambria Math" panose="02040503050406030204" pitchFamily="18" charset="0"/>
                          </a:rPr>
                        </m:ctrlPr>
                      </m:sSubPr>
                      <m:e>
                        <m:r>
                          <a:rPr lang="en-US" sz="2800" b="1" i="1">
                            <a:latin typeface="Cambria Math" panose="02040503050406030204" pitchFamily="18" charset="0"/>
                          </a:rPr>
                          <m:t>𝑰</m:t>
                        </m:r>
                      </m:e>
                      <m:sub>
                        <m:r>
                          <a:rPr lang="en-US" sz="2800" i="1">
                            <a:latin typeface="Cambria Math" panose="02040503050406030204" pitchFamily="18" charset="0"/>
                          </a:rPr>
                          <m:t>𝑘</m:t>
                        </m:r>
                      </m:sub>
                    </m:sSub>
                    <m:r>
                      <a:rPr lang="en-US" sz="2800" b="0" i="1" smtClean="0">
                        <a:latin typeface="Cambria Math" panose="02040503050406030204" pitchFamily="18" charset="0"/>
                      </a:rPr>
                      <m:t>:</m:t>
                    </m:r>
                  </m:oMath>
                </a14:m>
                <a:r>
                  <a:rPr lang="en-US" sz="2800">
                    <a:latin typeface="Times New Roman" panose="02020603050405020304" pitchFamily="18" charset="0"/>
                    <a:cs typeface="Times New Roman" panose="02020603050405020304" pitchFamily="18" charset="0"/>
                  </a:rPr>
                  <a:t> ma trận đơn vị </a:t>
                </a:r>
                <a:r>
                  <a:rPr lang="en-US" sz="2800" i="1">
                    <a:latin typeface="Times New Roman" panose="02020603050405020304" pitchFamily="18" charset="0"/>
                    <a:cs typeface="Times New Roman" panose="02020603050405020304" pitchFamily="18" charset="0"/>
                  </a:rPr>
                  <a:t>k</a:t>
                </a:r>
                <a:r>
                  <a:rPr lang="en-US" sz="2800">
                    <a:latin typeface="Times New Roman" panose="02020603050405020304" pitchFamily="18" charset="0"/>
                    <a:cs typeface="Times New Roman" panose="02020603050405020304" pitchFamily="18" charset="0"/>
                  </a:rPr>
                  <a:t>x</a:t>
                </a:r>
                <a:r>
                  <a:rPr lang="en-US" sz="2800" i="1">
                    <a:latin typeface="Times New Roman" panose="02020603050405020304" pitchFamily="18" charset="0"/>
                    <a:cs typeface="Times New Roman" panose="02020603050405020304" pitchFamily="18" charset="0"/>
                  </a:rPr>
                  <a:t>k</a:t>
                </a:r>
                <a:r>
                  <a:rPr lang="en-US" sz="2800">
                    <a:latin typeface="Times New Roman" panose="02020603050405020304" pitchFamily="18" charset="0"/>
                    <a:cs typeface="Times New Roman" panose="02020603050405020304" pitchFamily="18" charset="0"/>
                  </a:rPr>
                  <a:t> chiều</a:t>
                </a:r>
              </a:p>
              <a:p>
                <a:pPr marL="91440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Mô hình VAR(p) ổn định khi tất cả trị riêng của ma trận đồng hành phải nằm trong vòng tròn đơn vị.</a:t>
                </a:r>
              </a:p>
              <a:p>
                <a:pPr marL="457200" lvl="1" indent="0"/>
                <a14:m>
                  <m:oMathPara xmlns:m="http://schemas.openxmlformats.org/officeDocument/2006/math">
                    <m:oMathParaPr>
                      <m:jc m:val="center"/>
                    </m:oMathParaPr>
                    <m:oMath xmlns:m="http://schemas.openxmlformats.org/officeDocument/2006/math">
                      <m:r>
                        <a:rPr lang="en-US" sz="2800">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𝜆</m:t>
                          </m:r>
                        </m:e>
                        <m:sub>
                          <m:r>
                            <a:rPr lang="en-US" sz="2800" i="1">
                              <a:latin typeface="Cambria Math" panose="02040503050406030204" pitchFamily="18" charset="0"/>
                            </a:rPr>
                            <m:t>𝑖</m:t>
                          </m:r>
                        </m:sub>
                      </m:sSub>
                      <m:r>
                        <a:rPr lang="en-US" sz="2800">
                          <a:latin typeface="Cambria Math" panose="02040503050406030204" pitchFamily="18" charset="0"/>
                        </a:rPr>
                        <m:t>∣</m:t>
                      </m:r>
                      <m:r>
                        <a:rPr lang="en-US" sz="2800" i="1">
                          <a:latin typeface="Cambria Math" panose="02040503050406030204" pitchFamily="18" charset="0"/>
                        </a:rPr>
                        <m:t>&lt;1</m:t>
                      </m:r>
                    </m:oMath>
                  </m:oMathPara>
                </a14:m>
                <a:endParaRPr lang="en-US" sz="280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p:txBody>
          </p:sp>
        </mc:Choice>
        <mc:Fallback xmlns="">
          <p:sp>
            <p:nvSpPr>
              <p:cNvPr id="31747" name="Rectangle 3">
                <a:extLst>
                  <a:ext uri="{FF2B5EF4-FFF2-40B4-BE49-F238E27FC236}">
                    <a16:creationId xmlns:a16="http://schemas.microsoft.com/office/drawing/2014/main" id="{4B8071DC-564C-6D2F-B18B-377D448D806D}"/>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3"/>
                <a:stretch>
                  <a:fillRect l="-1136" t="-1230" r="-1336"/>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3322870669"/>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84A31F-2358-C114-ADA2-C4A9DD7B1D87}"/>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B2941B4B-D416-018D-3B70-CEC314F8A614}"/>
              </a:ext>
            </a:extLst>
          </p:cNvPr>
          <p:cNvSpPr>
            <a:spLocks noGrp="1"/>
          </p:cNvSpPr>
          <p:nvPr>
            <p:ph type="title"/>
          </p:nvPr>
        </p:nvSpPr>
        <p:spPr>
          <a:xfrm>
            <a:off x="1220788" y="365125"/>
            <a:ext cx="7904162" cy="747713"/>
          </a:xfrm>
        </p:spPr>
        <p:txBody>
          <a:bodyPr>
            <a:noAutofit/>
          </a:bodyPr>
          <a:lstStyle/>
          <a:p>
            <a:pPr marL="57150">
              <a:defRPr/>
            </a:pPr>
            <a:r>
              <a:rPr lang="vi-VN" sz="3200">
                <a:latin typeface="Times New Roman" panose="02020603050405020304" pitchFamily="18" charset="0"/>
                <a:cs typeface="Times New Roman" panose="02020603050405020304" pitchFamily="18" charset="0"/>
              </a:rPr>
              <a:t>Mô hình tự hồi qui véc tơ (</a:t>
            </a:r>
            <a:r>
              <a:rPr lang="en-US" sz="3200">
                <a:latin typeface="Times New Roman" panose="02020603050405020304" pitchFamily="18" charset="0"/>
                <a:cs typeface="Times New Roman" panose="02020603050405020304" pitchFamily="18" charset="0"/>
              </a:rPr>
              <a:t>V</a:t>
            </a:r>
            <a:r>
              <a:rPr lang="vi-VN" sz="3200">
                <a:latin typeface="Times New Roman" panose="02020603050405020304" pitchFamily="18" charset="0"/>
                <a:cs typeface="Times New Roman" panose="02020603050405020304" pitchFamily="18" charset="0"/>
              </a:rPr>
              <a:t>ector </a:t>
            </a:r>
            <a:r>
              <a:rPr lang="en-US" sz="3200">
                <a:latin typeface="Times New Roman" panose="02020603050405020304" pitchFamily="18" charset="0"/>
                <a:cs typeface="Times New Roman" panose="02020603050405020304" pitchFamily="18" charset="0"/>
              </a:rPr>
              <a:t>A</a:t>
            </a:r>
            <a:r>
              <a:rPr lang="vi-VN" sz="3200">
                <a:latin typeface="Times New Roman" panose="02020603050405020304" pitchFamily="18" charset="0"/>
                <a:cs typeface="Times New Roman" panose="02020603050405020304" pitchFamily="18" charset="0"/>
              </a:rPr>
              <a:t>utoregression)</a:t>
            </a:r>
            <a:endParaRPr lang="en-US" sz="3200" b="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1747" name="Rectangle 3">
                <a:extLst>
                  <a:ext uri="{FF2B5EF4-FFF2-40B4-BE49-F238E27FC236}">
                    <a16:creationId xmlns:a16="http://schemas.microsoft.com/office/drawing/2014/main" id="{4BF7F4AD-C440-B92F-802D-996F861153F0}"/>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Kiểm tra tính ổn định của mô hình</a:t>
                </a:r>
              </a:p>
              <a:p>
                <a:pPr lvl="1" indent="-342900">
                  <a:buFont typeface="Arial" panose="020B0604020202020204" pitchFamily="34" charset="0"/>
                  <a:buChar char="•"/>
                </a:pPr>
                <a:r>
                  <a:rPr lang="en-US" sz="2800" b="1">
                    <a:latin typeface="Times New Roman" panose="02020603050405020304" pitchFamily="18" charset="0"/>
                    <a:cs typeface="Times New Roman" panose="02020603050405020304" pitchFamily="18" charset="0"/>
                  </a:rPr>
                  <a:t>Ví dụ: </a:t>
                </a:r>
                <a:r>
                  <a:rPr lang="en-US" sz="2800">
                    <a:latin typeface="Times New Roman" panose="02020603050405020304" pitchFamily="18" charset="0"/>
                    <a:cs typeface="Times New Roman" panose="02020603050405020304" pitchFamily="18" charset="0"/>
                  </a:rPr>
                  <a:t>Mô hình VAR(2)</a:t>
                </a:r>
              </a:p>
              <a:p>
                <a:pPr marL="91440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120015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Tính eigenvalues của </a:t>
                </a:r>
                <a14:m>
                  <m:oMath xmlns:m="http://schemas.openxmlformats.org/officeDocument/2006/math">
                    <m:r>
                      <a:rPr lang="en-US" sz="2400" b="1" i="1">
                        <a:latin typeface="Cambria Math" panose="02040503050406030204" pitchFamily="18" charset="0"/>
                      </a:rPr>
                      <m:t>𝐀</m:t>
                    </m:r>
                  </m:oMath>
                </a14:m>
                <a:r>
                  <a:rPr lang="en-US" sz="2400" b="1">
                    <a:latin typeface="Times New Roman" panose="02020603050405020304" pitchFamily="18" charset="0"/>
                    <a:cs typeface="Times New Roman" panose="02020603050405020304" pitchFamily="18" charset="0"/>
                  </a:rPr>
                  <a:t> </a:t>
                </a:r>
                <a:r>
                  <a:rPr lang="en-US" sz="2400">
                    <a:latin typeface="Times New Roman" panose="02020603050405020304" pitchFamily="18" charset="0"/>
                    <a:cs typeface="Times New Roman" panose="02020603050405020304" pitchFamily="18" charset="0"/>
                  </a:rPr>
                  <a:t>ta được bốn nghiệm: </a:t>
                </a:r>
              </a:p>
              <a:p>
                <a:pPr marL="1314450" lvl="3" indent="0"/>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𝜆</m:t>
                          </m:r>
                        </m:e>
                        <m:sub>
                          <m:r>
                            <a:rPr lang="en-US" i="1">
                              <a:latin typeface="Cambria Math" panose="02040503050406030204" pitchFamily="18" charset="0"/>
                            </a:rPr>
                            <m:t>1</m:t>
                          </m:r>
                        </m:sub>
                      </m:sSub>
                      <m:r>
                        <a:rPr lang="en-US" i="1">
                          <a:latin typeface="Cambria Math" panose="02040503050406030204" pitchFamily="18" charset="0"/>
                        </a:rPr>
                        <m:t>=0.66406738+0.05041982</m:t>
                      </m:r>
                      <m:r>
                        <m:rPr>
                          <m:nor/>
                        </m:rPr>
                        <a:rPr lang="en-US">
                          <a:latin typeface="Times New Roman" panose="02020603050405020304" pitchFamily="18" charset="0"/>
                          <a:cs typeface="Times New Roman" panose="02020603050405020304" pitchFamily="18" charset="0"/>
                        </a:rPr>
                        <m:t> </m:t>
                      </m:r>
                      <m:r>
                        <a:rPr lang="en-US" i="1">
                          <a:latin typeface="Cambria Math" panose="02040503050406030204" pitchFamily="18" charset="0"/>
                        </a:rPr>
                        <m:t>𝑖</m:t>
                      </m:r>
                      <m:r>
                        <a:rPr lang="en-US" b="0" i="1" smtClean="0">
                          <a:latin typeface="Cambria Math" panose="02040503050406030204" pitchFamily="18" charset="0"/>
                        </a:rPr>
                        <m:t>, </m:t>
                      </m:r>
                      <m:sSub>
                        <m:sSubPr>
                          <m:ctrlPr>
                            <a:rPr lang="en-US" i="1">
                              <a:latin typeface="Cambria Math" panose="02040503050406030204" pitchFamily="18" charset="0"/>
                            </a:rPr>
                          </m:ctrlPr>
                        </m:sSubPr>
                        <m:e>
                          <m:r>
                            <a:rPr lang="en-US" b="0" i="1" smtClean="0">
                              <a:latin typeface="Cambria Math" panose="02040503050406030204" pitchFamily="18" charset="0"/>
                            </a:rPr>
                            <m:t> </m:t>
                          </m:r>
                          <m:r>
                            <a:rPr lang="en-US" i="1">
                              <a:latin typeface="Cambria Math" panose="02040503050406030204" pitchFamily="18" charset="0"/>
                            </a:rPr>
                            <m:t>𝜆</m:t>
                          </m:r>
                        </m:e>
                        <m:sub>
                          <m:r>
                            <a:rPr lang="en-US" i="1">
                              <a:latin typeface="Cambria Math" panose="02040503050406030204" pitchFamily="18" charset="0"/>
                            </a:rPr>
                            <m:t>2</m:t>
                          </m:r>
                        </m:sub>
                      </m:sSub>
                      <m:r>
                        <a:rPr lang="en-US" i="1">
                          <a:latin typeface="Cambria Math" panose="02040503050406030204" pitchFamily="18" charset="0"/>
                        </a:rPr>
                        <m:t>=0.66406738−0.05041982</m:t>
                      </m:r>
                      <m:r>
                        <m:rPr>
                          <m:nor/>
                        </m:rPr>
                        <a:rPr lang="en-US">
                          <a:latin typeface="Times New Roman" panose="02020603050405020304" pitchFamily="18" charset="0"/>
                          <a:cs typeface="Times New Roman" panose="02020603050405020304" pitchFamily="18" charset="0"/>
                        </a:rPr>
                        <m:t> </m:t>
                      </m:r>
                      <m:r>
                        <a:rPr lang="en-US" i="1">
                          <a:latin typeface="Cambria Math" panose="02040503050406030204" pitchFamily="18" charset="0"/>
                        </a:rPr>
                        <m:t>𝑖</m:t>
                      </m:r>
                      <m:r>
                        <a:rPr lang="en-US" b="0" i="1" smtClean="0">
                          <a:latin typeface="Cambria Math" panose="02040503050406030204" pitchFamily="18" charset="0"/>
                        </a:rPr>
                        <m:t>, </m:t>
                      </m:r>
                    </m:oMath>
                  </m:oMathPara>
                </a14:m>
                <a:endParaRPr lang="en-US" b="0" i="1">
                  <a:latin typeface="Cambria Math" panose="02040503050406030204" pitchFamily="18" charset="0"/>
                </a:endParaRPr>
              </a:p>
              <a:p>
                <a:pPr marL="1314450" lvl="3" indent="0"/>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𝜆</m:t>
                          </m:r>
                        </m:e>
                        <m:sub>
                          <m:r>
                            <a:rPr lang="en-US" i="1">
                              <a:latin typeface="Cambria Math" panose="02040503050406030204" pitchFamily="18" charset="0"/>
                            </a:rPr>
                            <m:t>3</m:t>
                          </m:r>
                        </m:sub>
                      </m:sSub>
                      <m:r>
                        <a:rPr lang="en-US" i="1">
                          <a:latin typeface="Cambria Math" panose="02040503050406030204" pitchFamily="18" charset="0"/>
                        </a:rPr>
                        <m:t>=−0.24111967</m:t>
                      </m:r>
                      <m:r>
                        <a:rPr lang="en-US" b="0" i="1" smtClean="0">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𝜆</m:t>
                          </m:r>
                        </m:e>
                        <m:sub>
                          <m:r>
                            <a:rPr lang="en-US" i="1">
                              <a:latin typeface="Cambria Math" panose="02040503050406030204" pitchFamily="18" charset="0"/>
                            </a:rPr>
                            <m:t>4</m:t>
                          </m:r>
                        </m:sub>
                      </m:sSub>
                      <m:r>
                        <a:rPr lang="en-US" i="1">
                          <a:latin typeface="Cambria Math" panose="02040503050406030204" pitchFamily="18" charset="0"/>
                        </a:rPr>
                        <m:t>=−0.18701509</m:t>
                      </m:r>
                    </m:oMath>
                  </m:oMathPara>
                </a14:m>
                <a:endParaRPr lang="en-US">
                  <a:latin typeface="Times New Roman" panose="02020603050405020304" pitchFamily="18" charset="0"/>
                  <a:cs typeface="Times New Roman" panose="02020603050405020304" pitchFamily="18" charset="0"/>
                </a:endParaRPr>
              </a:p>
              <a:p>
                <a:pPr marL="120015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Các module (độ lớn) của chúng là: </a:t>
                </a:r>
                <a:endParaRPr lang="en-US"/>
              </a:p>
              <a:p>
                <a:pPr marL="857250" lvl="2" indent="0"/>
                <a14:m>
                  <m:oMathPara xmlns:m="http://schemas.openxmlformats.org/officeDocument/2006/math">
                    <m:oMathParaPr>
                      <m:jc m:val="centerGroup"/>
                    </m:oMathParaPr>
                    <m:oMath xmlns:m="http://schemas.openxmlformats.org/officeDocument/2006/math">
                      <m:r>
                        <a:rPr lang="en-US" b="0" i="0" smtClean="0">
                          <a:latin typeface="Cambria Math" panose="02040503050406030204" pitchFamily="18" charset="0"/>
                        </a:rPr>
                        <m:t>           </m:t>
                      </m:r>
                      <m:r>
                        <a:rPr lang="en-US">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𝜆</m:t>
                          </m:r>
                        </m:e>
                        <m:sub>
                          <m:r>
                            <a:rPr lang="en-US" i="1">
                              <a:latin typeface="Cambria Math" panose="02040503050406030204" pitchFamily="18" charset="0"/>
                            </a:rPr>
                            <m:t>1</m:t>
                          </m:r>
                        </m:sub>
                      </m:sSub>
                      <m:r>
                        <a:rPr lang="en-US">
                          <a:latin typeface="Cambria Math" panose="02040503050406030204" pitchFamily="18" charset="0"/>
                        </a:rPr>
                        <m:t>∣</m:t>
                      </m:r>
                      <m:r>
                        <a:rPr lang="en-US" i="1">
                          <a:latin typeface="Cambria Math" panose="02040503050406030204" pitchFamily="18" charset="0"/>
                        </a:rPr>
                        <m:t>=</m:t>
                      </m:r>
                      <m:r>
                        <a:rPr lang="en-US">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𝜆</m:t>
                          </m:r>
                        </m:e>
                        <m:sub>
                          <m:r>
                            <a:rPr lang="en-US" i="1">
                              <a:latin typeface="Cambria Math" panose="02040503050406030204" pitchFamily="18" charset="0"/>
                            </a:rPr>
                            <m:t>2</m:t>
                          </m:r>
                        </m:sub>
                      </m:sSub>
                      <m:r>
                        <a:rPr lang="en-US">
                          <a:latin typeface="Cambria Math" panose="02040503050406030204" pitchFamily="18" charset="0"/>
                        </a:rPr>
                        <m:t>∣</m:t>
                      </m:r>
                      <m:r>
                        <a:rPr lang="en-US" i="1">
                          <a:latin typeface="Cambria Math" panose="02040503050406030204" pitchFamily="18" charset="0"/>
                        </a:rPr>
                        <m:t>≈0.66597871</m:t>
                      </m:r>
                      <m:r>
                        <a:rPr lang="en-US" b="0" i="1" smtClean="0">
                          <a:latin typeface="Cambria Math" panose="02040503050406030204" pitchFamily="18" charset="0"/>
                        </a:rPr>
                        <m:t>, </m:t>
                      </m:r>
                      <m:r>
                        <a:rPr lang="en-US">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𝜆</m:t>
                          </m:r>
                        </m:e>
                        <m:sub>
                          <m:r>
                            <a:rPr lang="en-US" i="1">
                              <a:latin typeface="Cambria Math" panose="02040503050406030204" pitchFamily="18" charset="0"/>
                            </a:rPr>
                            <m:t>3</m:t>
                          </m:r>
                        </m:sub>
                      </m:sSub>
                      <m:r>
                        <a:rPr lang="en-US">
                          <a:latin typeface="Cambria Math" panose="02040503050406030204" pitchFamily="18" charset="0"/>
                        </a:rPr>
                        <m:t>∣</m:t>
                      </m:r>
                      <m:r>
                        <a:rPr lang="en-US" i="1">
                          <a:latin typeface="Cambria Math" panose="02040503050406030204" pitchFamily="18" charset="0"/>
                        </a:rPr>
                        <m:t>≈0.24111967</m:t>
                      </m:r>
                      <m:r>
                        <a:rPr lang="en-US" b="0" i="1" smtClean="0">
                          <a:latin typeface="Cambria Math" panose="02040503050406030204" pitchFamily="18" charset="0"/>
                        </a:rPr>
                        <m:t>, </m:t>
                      </m:r>
                      <m:r>
                        <a:rPr lang="en-US">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𝜆</m:t>
                          </m:r>
                        </m:e>
                        <m:sub>
                          <m:r>
                            <a:rPr lang="en-US" i="1">
                              <a:latin typeface="Cambria Math" panose="02040503050406030204" pitchFamily="18" charset="0"/>
                            </a:rPr>
                            <m:t>4</m:t>
                          </m:r>
                        </m:sub>
                      </m:sSub>
                      <m:r>
                        <a:rPr lang="en-US">
                          <a:latin typeface="Cambria Math" panose="02040503050406030204" pitchFamily="18" charset="0"/>
                        </a:rPr>
                        <m:t>∣</m:t>
                      </m:r>
                      <m:r>
                        <a:rPr lang="en-US" i="1">
                          <a:latin typeface="Cambria Math" panose="02040503050406030204" pitchFamily="18" charset="0"/>
                        </a:rPr>
                        <m:t>≈0.18701509</m:t>
                      </m:r>
                    </m:oMath>
                  </m:oMathPara>
                </a14:m>
                <a:endParaRPr lang="en-US">
                  <a:latin typeface="Times New Roman" panose="02020603050405020304" pitchFamily="18" charset="0"/>
                  <a:cs typeface="Times New Roman" panose="02020603050405020304" pitchFamily="18" charset="0"/>
                </a:endParaRPr>
              </a:p>
              <a:p>
                <a:pPr marL="120015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Vì tất cả các |λ| &lt; 1, companion matrix có mọi trị riêng nằm trong vòng tròn đơn vị → </a:t>
                </a:r>
                <a:r>
                  <a:rPr lang="en-US" sz="2400" b="1">
                    <a:latin typeface="Times New Roman" panose="02020603050405020304" pitchFamily="18" charset="0"/>
                    <a:cs typeface="Times New Roman" panose="02020603050405020304" pitchFamily="18" charset="0"/>
                  </a:rPr>
                  <a:t>VAR(2) này là ổn định</a:t>
                </a:r>
                <a:endParaRPr lang="en-US" sz="2400">
                  <a:latin typeface="Times New Roman" panose="02020603050405020304" pitchFamily="18" charset="0"/>
                  <a:cs typeface="Times New Roman" panose="02020603050405020304" pitchFamily="18" charset="0"/>
                </a:endParaRPr>
              </a:p>
              <a:p>
                <a:endParaRPr lang="en-US" sz="2000">
                  <a:latin typeface="Times New Roman" panose="02020603050405020304" pitchFamily="18" charset="0"/>
                  <a:cs typeface="Times New Roman" panose="02020603050405020304" pitchFamily="18" charset="0"/>
                </a:endParaRPr>
              </a:p>
              <a:p>
                <a:pPr marL="1314450" lvl="2" indent="-457200">
                  <a:buFont typeface="Courier New" panose="02070309020205020404" pitchFamily="49" charset="0"/>
                  <a:buChar char="o"/>
                </a:pPr>
                <a:endParaRPr lang="en-US" sz="2800">
                  <a:latin typeface="Times New Roman" panose="02020603050405020304" pitchFamily="18" charset="0"/>
                  <a:cs typeface="Times New Roman" panose="02020603050405020304" pitchFamily="18" charset="0"/>
                </a:endParaRPr>
              </a:p>
            </p:txBody>
          </p:sp>
        </mc:Choice>
        <mc:Fallback xmlns="">
          <p:sp>
            <p:nvSpPr>
              <p:cNvPr id="31747" name="Rectangle 3">
                <a:extLst>
                  <a:ext uri="{FF2B5EF4-FFF2-40B4-BE49-F238E27FC236}">
                    <a16:creationId xmlns:a16="http://schemas.microsoft.com/office/drawing/2014/main" id="{4BF7F4AD-C440-B92F-802D-996F861153F0}"/>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3"/>
                <a:stretch>
                  <a:fillRect l="-1136" t="-1230" b="-246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A5349B8A-5C80-D488-2B24-443D7EB27DB2}"/>
                  </a:ext>
                </a:extLst>
              </p:cNvPr>
              <p:cNvSpPr txBox="1"/>
              <p:nvPr/>
            </p:nvSpPr>
            <p:spPr>
              <a:xfrm>
                <a:off x="-483325" y="2622566"/>
                <a:ext cx="4624250" cy="58528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1" i="1">
                              <a:latin typeface="Cambria Math" panose="02040503050406030204" pitchFamily="18" charset="0"/>
                            </a:rPr>
                            <m:t>𝑨</m:t>
                          </m:r>
                        </m:e>
                        <m:sub>
                          <m:r>
                            <a:rPr lang="en-US" i="0">
                              <a:latin typeface="Cambria Math" panose="02040503050406030204" pitchFamily="18" charset="0"/>
                            </a:rPr>
                            <m:t>1</m:t>
                          </m:r>
                        </m:sub>
                      </m:sSub>
                      <m:r>
                        <a:rPr lang="en-US" i="0">
                          <a:latin typeface="Cambria Math" panose="02040503050406030204" pitchFamily="18" charset="0"/>
                        </a:rPr>
                        <m:t>=</m:t>
                      </m:r>
                      <m:d>
                        <m:dPr>
                          <m:begChr m:val="["/>
                          <m:endChr m:val="]"/>
                          <m:ctrlPr>
                            <a:rPr lang="en-US" i="1">
                              <a:latin typeface="Cambria Math" panose="02040503050406030204" pitchFamily="18" charset="0"/>
                            </a:rPr>
                          </m:ctrlPr>
                        </m:dPr>
                        <m:e>
                          <m:m>
                            <m:mPr>
                              <m:plcHide m:val="on"/>
                              <m:mcs>
                                <m:mc>
                                  <m:mcPr>
                                    <m:count m:val="2"/>
                                    <m:mcJc m:val="center"/>
                                  </m:mcPr>
                                </m:mc>
                              </m:mcs>
                              <m:ctrlPr>
                                <a:rPr lang="en-US" i="1">
                                  <a:latin typeface="Cambria Math" panose="02040503050406030204" pitchFamily="18" charset="0"/>
                                </a:rPr>
                              </m:ctrlPr>
                            </m:mPr>
                            <m:mr>
                              <m:e>
                                <m:r>
                                  <a:rPr lang="en-US" i="0">
                                    <a:latin typeface="Cambria Math" panose="02040503050406030204" pitchFamily="18" charset="0"/>
                                  </a:rPr>
                                  <m:t>0.5</m:t>
                                </m:r>
                              </m:e>
                              <m:e>
                                <m:r>
                                  <a:rPr lang="en-US" i="0">
                                    <a:latin typeface="Cambria Math" panose="02040503050406030204" pitchFamily="18" charset="0"/>
                                  </a:rPr>
                                  <m:t>0.1</m:t>
                                </m:r>
                              </m:e>
                            </m:mr>
                            <m:mr>
                              <m:e>
                                <m:r>
                                  <a:rPr lang="en-US" i="0">
                                    <a:latin typeface="Cambria Math" panose="02040503050406030204" pitchFamily="18" charset="0"/>
                                  </a:rPr>
                                  <m:t>−0.2</m:t>
                                </m:r>
                              </m:e>
                              <m:e>
                                <m:r>
                                  <a:rPr lang="en-US" i="0">
                                    <a:latin typeface="Cambria Math" panose="02040503050406030204" pitchFamily="18" charset="0"/>
                                  </a:rPr>
                                  <m:t>0.4</m:t>
                                </m:r>
                              </m:e>
                            </m:mr>
                          </m:m>
                        </m:e>
                      </m:d>
                      <m:r>
                        <a:rPr lang="en-US" i="0">
                          <a:latin typeface="Cambria Math" panose="02040503050406030204" pitchFamily="18" charset="0"/>
                        </a:rPr>
                        <m:t>,</m:t>
                      </m:r>
                      <m:sSub>
                        <m:sSubPr>
                          <m:ctrlPr>
                            <a:rPr lang="en-US" i="1">
                              <a:latin typeface="Cambria Math" panose="02040503050406030204" pitchFamily="18" charset="0"/>
                            </a:rPr>
                          </m:ctrlPr>
                        </m:sSubPr>
                        <m:e>
                          <m:r>
                            <a:rPr lang="en-US" b="1" i="1">
                              <a:latin typeface="Cambria Math" panose="02040503050406030204" pitchFamily="18" charset="0"/>
                            </a:rPr>
                            <m:t>𝑨</m:t>
                          </m:r>
                        </m:e>
                        <m:sub>
                          <m:r>
                            <a:rPr lang="en-US" i="0">
                              <a:latin typeface="Cambria Math" panose="02040503050406030204" pitchFamily="18" charset="0"/>
                            </a:rPr>
                            <m:t>2</m:t>
                          </m:r>
                        </m:sub>
                      </m:sSub>
                      <m:r>
                        <a:rPr lang="en-US" i="0">
                          <a:latin typeface="Cambria Math" panose="02040503050406030204" pitchFamily="18" charset="0"/>
                        </a:rPr>
                        <m:t>=</m:t>
                      </m:r>
                      <m:d>
                        <m:dPr>
                          <m:begChr m:val="["/>
                          <m:endChr m:val="]"/>
                          <m:ctrlPr>
                            <a:rPr lang="en-US" i="1">
                              <a:latin typeface="Cambria Math" panose="02040503050406030204" pitchFamily="18" charset="0"/>
                            </a:rPr>
                          </m:ctrlPr>
                        </m:dPr>
                        <m:e>
                          <m:m>
                            <m:mPr>
                              <m:plcHide m:val="on"/>
                              <m:mcs>
                                <m:mc>
                                  <m:mcPr>
                                    <m:count m:val="2"/>
                                    <m:mcJc m:val="center"/>
                                  </m:mcPr>
                                </m:mc>
                              </m:mcs>
                              <m:ctrlPr>
                                <a:rPr lang="en-US" i="1">
                                  <a:latin typeface="Cambria Math" panose="02040503050406030204" pitchFamily="18" charset="0"/>
                                </a:rPr>
                              </m:ctrlPr>
                            </m:mPr>
                            <m:mr>
                              <m:e>
                                <m:r>
                                  <a:rPr lang="en-US" i="0">
                                    <a:latin typeface="Cambria Math" panose="02040503050406030204" pitchFamily="18" charset="0"/>
                                  </a:rPr>
                                  <m:t>0.2</m:t>
                                </m:r>
                              </m:e>
                              <m:e>
                                <m:r>
                                  <a:rPr lang="en-US" i="0">
                                    <a:latin typeface="Cambria Math" panose="02040503050406030204" pitchFamily="18" charset="0"/>
                                  </a:rPr>
                                  <m:t>0</m:t>
                                </m:r>
                              </m:e>
                            </m:mr>
                            <m:mr>
                              <m:e>
                                <m:r>
                                  <a:rPr lang="en-US" i="0">
                                    <a:latin typeface="Cambria Math" panose="02040503050406030204" pitchFamily="18" charset="0"/>
                                  </a:rPr>
                                  <m:t>0</m:t>
                                </m:r>
                              </m:e>
                              <m:e>
                                <m:r>
                                  <a:rPr lang="en-US" i="0">
                                    <a:latin typeface="Cambria Math" panose="02040503050406030204" pitchFamily="18" charset="0"/>
                                  </a:rPr>
                                  <m:t>0.1</m:t>
                                </m:r>
                              </m:e>
                            </m:mr>
                          </m:m>
                        </m:e>
                      </m:d>
                      <m:r>
                        <a:rPr lang="en-US" i="0">
                          <a:latin typeface="Cambria Math" panose="02040503050406030204" pitchFamily="18" charset="0"/>
                        </a:rPr>
                        <m:t>.</m:t>
                      </m:r>
                    </m:oMath>
                  </m:oMathPara>
                </a14:m>
                <a:endParaRPr lang="en-US"/>
              </a:p>
            </p:txBody>
          </p:sp>
        </mc:Choice>
        <mc:Fallback xmlns="">
          <p:sp>
            <p:nvSpPr>
              <p:cNvPr id="3" name="TextBox 2">
                <a:extLst>
                  <a:ext uri="{FF2B5EF4-FFF2-40B4-BE49-F238E27FC236}">
                    <a16:creationId xmlns:a16="http://schemas.microsoft.com/office/drawing/2014/main" id="{A5349B8A-5C80-D488-2B24-443D7EB27DB2}"/>
                  </a:ext>
                </a:extLst>
              </p:cNvPr>
              <p:cNvSpPr txBox="1">
                <a:spLocks noRot="1" noChangeAspect="1" noMove="1" noResize="1" noEditPoints="1" noAdjustHandles="1" noChangeArrowheads="1" noChangeShapeType="1" noTextEdit="1"/>
              </p:cNvSpPr>
              <p:nvPr/>
            </p:nvSpPr>
            <p:spPr>
              <a:xfrm>
                <a:off x="-483325" y="2622566"/>
                <a:ext cx="4624250" cy="585288"/>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6C77DA19-695C-1174-A1FB-EDED40EA5A40}"/>
                  </a:ext>
                </a:extLst>
              </p:cNvPr>
              <p:cNvSpPr txBox="1"/>
              <p:nvPr/>
            </p:nvSpPr>
            <p:spPr>
              <a:xfrm>
                <a:off x="4090850" y="2358808"/>
                <a:ext cx="4624250" cy="111280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1" smtClean="0">
                          <a:latin typeface="Cambria Math" panose="02040503050406030204" pitchFamily="18" charset="0"/>
                        </a:rPr>
                        <m:t>𝐀</m:t>
                      </m:r>
                      <m:r>
                        <a:rPr lang="en-US" b="0" i="0">
                          <a:latin typeface="Cambria Math" panose="02040503050406030204" pitchFamily="18" charset="0"/>
                        </a:rPr>
                        <m:t>=</m:t>
                      </m:r>
                      <m:d>
                        <m:dPr>
                          <m:begChr m:val="["/>
                          <m:endChr m:val="]"/>
                          <m:ctrlPr>
                            <a:rPr lang="en-US" b="0" i="1">
                              <a:latin typeface="Cambria Math" panose="02040503050406030204" pitchFamily="18" charset="0"/>
                            </a:rPr>
                          </m:ctrlPr>
                        </m:dPr>
                        <m:e>
                          <m:m>
                            <m:mPr>
                              <m:plcHide m:val="on"/>
                              <m:mcs>
                                <m:mc>
                                  <m:mcPr>
                                    <m:count m:val="2"/>
                                    <m:mcJc m:val="center"/>
                                  </m:mcPr>
                                </m:mc>
                              </m:mcs>
                              <m:ctrlPr>
                                <a:rPr lang="en-US" b="0" i="1">
                                  <a:latin typeface="Cambria Math" panose="02040503050406030204" pitchFamily="18" charset="0"/>
                                </a:rPr>
                              </m:ctrlPr>
                            </m:mPr>
                            <m:mr>
                              <m:e>
                                <m:sSub>
                                  <m:sSubPr>
                                    <m:ctrlPr>
                                      <a:rPr lang="en-US" b="0" i="1">
                                        <a:latin typeface="Cambria Math" panose="02040503050406030204" pitchFamily="18" charset="0"/>
                                      </a:rPr>
                                    </m:ctrlPr>
                                  </m:sSubPr>
                                  <m:e>
                                    <m:r>
                                      <a:rPr lang="en-US" b="1" i="1">
                                        <a:latin typeface="Cambria Math" panose="02040503050406030204" pitchFamily="18" charset="0"/>
                                      </a:rPr>
                                      <m:t>𝑨</m:t>
                                    </m:r>
                                  </m:e>
                                  <m:sub>
                                    <m:r>
                                      <a:rPr lang="en-US" b="0" i="0">
                                        <a:latin typeface="Cambria Math" panose="02040503050406030204" pitchFamily="18" charset="0"/>
                                      </a:rPr>
                                      <m:t>1</m:t>
                                    </m:r>
                                  </m:sub>
                                </m:sSub>
                              </m:e>
                              <m:e>
                                <m:sSub>
                                  <m:sSubPr>
                                    <m:ctrlPr>
                                      <a:rPr lang="en-US" b="0" i="1">
                                        <a:latin typeface="Cambria Math" panose="02040503050406030204" pitchFamily="18" charset="0"/>
                                      </a:rPr>
                                    </m:ctrlPr>
                                  </m:sSubPr>
                                  <m:e>
                                    <m:r>
                                      <a:rPr lang="en-US" b="1" i="1">
                                        <a:latin typeface="Cambria Math" panose="02040503050406030204" pitchFamily="18" charset="0"/>
                                      </a:rPr>
                                      <m:t>𝑨</m:t>
                                    </m:r>
                                  </m:e>
                                  <m:sub>
                                    <m:r>
                                      <a:rPr lang="en-US" b="0" i="0">
                                        <a:latin typeface="Cambria Math" panose="02040503050406030204" pitchFamily="18" charset="0"/>
                                      </a:rPr>
                                      <m:t>2</m:t>
                                    </m:r>
                                  </m:sub>
                                </m:sSub>
                              </m:e>
                            </m:mr>
                            <m:mr>
                              <m:e>
                                <m:sSub>
                                  <m:sSubPr>
                                    <m:ctrlPr>
                                      <a:rPr lang="en-US" b="0" i="1">
                                        <a:latin typeface="Cambria Math" panose="02040503050406030204" pitchFamily="18" charset="0"/>
                                      </a:rPr>
                                    </m:ctrlPr>
                                  </m:sSubPr>
                                  <m:e>
                                    <m:r>
                                      <a:rPr lang="en-US" b="1" i="1">
                                        <a:latin typeface="Cambria Math" panose="02040503050406030204" pitchFamily="18" charset="0"/>
                                      </a:rPr>
                                      <m:t>𝑰</m:t>
                                    </m:r>
                                  </m:e>
                                  <m:sub>
                                    <m:r>
                                      <a:rPr lang="en-US" b="0" i="0">
                                        <a:latin typeface="Cambria Math" panose="02040503050406030204" pitchFamily="18" charset="0"/>
                                      </a:rPr>
                                      <m:t>2</m:t>
                                    </m:r>
                                  </m:sub>
                                </m:sSub>
                              </m:e>
                              <m:e>
                                <m:r>
                                  <a:rPr lang="en-US" b="1" i="1" smtClean="0">
                                    <a:latin typeface="Cambria Math" panose="02040503050406030204" pitchFamily="18" charset="0"/>
                                  </a:rPr>
                                  <m:t>𝟎</m:t>
                                </m:r>
                              </m:e>
                            </m:mr>
                          </m:m>
                        </m:e>
                      </m:d>
                      <m:r>
                        <a:rPr lang="en-US" b="0" i="0">
                          <a:latin typeface="Cambria Math" panose="02040503050406030204" pitchFamily="18" charset="0"/>
                        </a:rPr>
                        <m:t>=</m:t>
                      </m:r>
                      <m:d>
                        <m:dPr>
                          <m:begChr m:val="["/>
                          <m:endChr m:val="]"/>
                          <m:ctrlPr>
                            <a:rPr lang="en-US" b="0" i="1">
                              <a:latin typeface="Cambria Math" panose="02040503050406030204" pitchFamily="18" charset="0"/>
                            </a:rPr>
                          </m:ctrlPr>
                        </m:dPr>
                        <m:e>
                          <m:m>
                            <m:mPr>
                              <m:plcHide m:val="on"/>
                              <m:mcs>
                                <m:mc>
                                  <m:mcPr>
                                    <m:count m:val="4"/>
                                    <m:mcJc m:val="center"/>
                                  </m:mcPr>
                                </m:mc>
                              </m:mcs>
                              <m:ctrlPr>
                                <a:rPr lang="en-US" b="0" i="1">
                                  <a:latin typeface="Cambria Math" panose="02040503050406030204" pitchFamily="18" charset="0"/>
                                </a:rPr>
                              </m:ctrlPr>
                            </m:mPr>
                            <m:mr>
                              <m:e>
                                <m:r>
                                  <a:rPr lang="en-US" b="0" i="0">
                                    <a:latin typeface="Cambria Math" panose="02040503050406030204" pitchFamily="18" charset="0"/>
                                  </a:rPr>
                                  <m:t>0.5</m:t>
                                </m:r>
                              </m:e>
                              <m:e>
                                <m:r>
                                  <a:rPr lang="en-US" b="0" i="0">
                                    <a:latin typeface="Cambria Math" panose="02040503050406030204" pitchFamily="18" charset="0"/>
                                  </a:rPr>
                                  <m:t>0.1</m:t>
                                </m:r>
                              </m:e>
                              <m:e>
                                <m:r>
                                  <a:rPr lang="en-US" b="0" i="0">
                                    <a:latin typeface="Cambria Math" panose="02040503050406030204" pitchFamily="18" charset="0"/>
                                  </a:rPr>
                                  <m:t>0.2</m:t>
                                </m:r>
                              </m:e>
                              <m:e>
                                <m:r>
                                  <a:rPr lang="en-US" b="0" i="0">
                                    <a:latin typeface="Cambria Math" panose="02040503050406030204" pitchFamily="18" charset="0"/>
                                  </a:rPr>
                                  <m:t>0</m:t>
                                </m:r>
                              </m:e>
                            </m:mr>
                            <m:mr>
                              <m:e>
                                <m:r>
                                  <a:rPr lang="en-US" b="0" i="0">
                                    <a:latin typeface="Cambria Math" panose="02040503050406030204" pitchFamily="18" charset="0"/>
                                  </a:rPr>
                                  <m:t>−0.2</m:t>
                                </m:r>
                              </m:e>
                              <m:e>
                                <m:r>
                                  <a:rPr lang="en-US" b="0" i="0">
                                    <a:latin typeface="Cambria Math" panose="02040503050406030204" pitchFamily="18" charset="0"/>
                                  </a:rPr>
                                  <m:t>0.4</m:t>
                                </m:r>
                              </m:e>
                              <m:e>
                                <m:r>
                                  <a:rPr lang="en-US" b="0" i="0">
                                    <a:latin typeface="Cambria Math" panose="02040503050406030204" pitchFamily="18" charset="0"/>
                                  </a:rPr>
                                  <m:t>0</m:t>
                                </m:r>
                              </m:e>
                              <m:e>
                                <m:r>
                                  <a:rPr lang="en-US" b="0" i="0">
                                    <a:latin typeface="Cambria Math" panose="02040503050406030204" pitchFamily="18" charset="0"/>
                                  </a:rPr>
                                  <m:t>0.1</m:t>
                                </m:r>
                              </m:e>
                            </m:mr>
                            <m:mr>
                              <m:e>
                                <m:r>
                                  <a:rPr lang="en-US" b="0" i="0">
                                    <a:latin typeface="Cambria Math" panose="02040503050406030204" pitchFamily="18" charset="0"/>
                                  </a:rPr>
                                  <m:t>1</m:t>
                                </m:r>
                              </m:e>
                              <m:e>
                                <m:r>
                                  <a:rPr lang="en-US" b="0" i="0">
                                    <a:latin typeface="Cambria Math" panose="02040503050406030204" pitchFamily="18" charset="0"/>
                                  </a:rPr>
                                  <m:t>0</m:t>
                                </m:r>
                              </m:e>
                              <m:e>
                                <m:r>
                                  <a:rPr lang="en-US" b="0" i="0">
                                    <a:latin typeface="Cambria Math" panose="02040503050406030204" pitchFamily="18" charset="0"/>
                                  </a:rPr>
                                  <m:t>0</m:t>
                                </m:r>
                              </m:e>
                              <m:e>
                                <m:r>
                                  <a:rPr lang="en-US" b="0" i="0">
                                    <a:latin typeface="Cambria Math" panose="02040503050406030204" pitchFamily="18" charset="0"/>
                                  </a:rPr>
                                  <m:t>0</m:t>
                                </m:r>
                              </m:e>
                            </m:mr>
                            <m:mr>
                              <m:e>
                                <m:r>
                                  <a:rPr lang="en-US" b="0" i="0">
                                    <a:latin typeface="Cambria Math" panose="02040503050406030204" pitchFamily="18" charset="0"/>
                                  </a:rPr>
                                  <m:t>0</m:t>
                                </m:r>
                              </m:e>
                              <m:e>
                                <m:r>
                                  <a:rPr lang="en-US" b="0" i="0">
                                    <a:latin typeface="Cambria Math" panose="02040503050406030204" pitchFamily="18" charset="0"/>
                                  </a:rPr>
                                  <m:t>1</m:t>
                                </m:r>
                              </m:e>
                              <m:e>
                                <m:r>
                                  <a:rPr lang="en-US" b="0" i="0">
                                    <a:latin typeface="Cambria Math" panose="02040503050406030204" pitchFamily="18" charset="0"/>
                                  </a:rPr>
                                  <m:t>0</m:t>
                                </m:r>
                              </m:e>
                              <m:e>
                                <m:r>
                                  <a:rPr lang="en-US" b="0" i="0">
                                    <a:latin typeface="Cambria Math" panose="02040503050406030204" pitchFamily="18" charset="0"/>
                                  </a:rPr>
                                  <m:t>0</m:t>
                                </m:r>
                              </m:e>
                            </m:mr>
                          </m:m>
                        </m:e>
                      </m:d>
                      <m:r>
                        <a:rPr lang="en-US" b="0" i="0">
                          <a:latin typeface="Cambria Math" panose="02040503050406030204" pitchFamily="18" charset="0"/>
                        </a:rPr>
                        <m:t>.</m:t>
                      </m:r>
                    </m:oMath>
                  </m:oMathPara>
                </a14:m>
                <a:endParaRPr lang="en-US"/>
              </a:p>
            </p:txBody>
          </p:sp>
        </mc:Choice>
        <mc:Fallback xmlns="">
          <p:sp>
            <p:nvSpPr>
              <p:cNvPr id="5" name="TextBox 4">
                <a:extLst>
                  <a:ext uri="{FF2B5EF4-FFF2-40B4-BE49-F238E27FC236}">
                    <a16:creationId xmlns:a16="http://schemas.microsoft.com/office/drawing/2014/main" id="{6C77DA19-695C-1174-A1FB-EDED40EA5A40}"/>
                  </a:ext>
                </a:extLst>
              </p:cNvPr>
              <p:cNvSpPr txBox="1">
                <a:spLocks noRot="1" noChangeAspect="1" noMove="1" noResize="1" noEditPoints="1" noAdjustHandles="1" noChangeArrowheads="1" noChangeShapeType="1" noTextEdit="1"/>
              </p:cNvSpPr>
              <p:nvPr/>
            </p:nvSpPr>
            <p:spPr>
              <a:xfrm>
                <a:off x="4090850" y="2358808"/>
                <a:ext cx="4624250" cy="1112805"/>
              </a:xfrm>
              <a:prstGeom prst="rect">
                <a:avLst/>
              </a:prstGeom>
              <a:blipFill>
                <a:blip r:embed="rId5"/>
                <a:stretch>
                  <a:fillRect/>
                </a:stretch>
              </a:blipFill>
            </p:spPr>
            <p:txBody>
              <a:bodyPr/>
              <a:lstStyle/>
              <a:p>
                <a:r>
                  <a:rPr lang="en-US">
                    <a:noFill/>
                  </a:rPr>
                  <a:t> </a:t>
                </a:r>
              </a:p>
            </p:txBody>
          </p:sp>
        </mc:Fallback>
      </mc:AlternateContent>
      <p:sp>
        <p:nvSpPr>
          <p:cNvPr id="6" name="Arrow: Right 5">
            <a:extLst>
              <a:ext uri="{FF2B5EF4-FFF2-40B4-BE49-F238E27FC236}">
                <a16:creationId xmlns:a16="http://schemas.microsoft.com/office/drawing/2014/main" id="{F6F4BCEF-47AC-3936-DD8C-29B2761FC7D4}"/>
              </a:ext>
            </a:extLst>
          </p:cNvPr>
          <p:cNvSpPr/>
          <p:nvPr/>
        </p:nvSpPr>
        <p:spPr>
          <a:xfrm>
            <a:off x="3733800" y="2768888"/>
            <a:ext cx="457200" cy="29264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54700988"/>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E4E82B-462B-D691-2E4D-1409CBC3A6A1}"/>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58F73155-2DC5-0200-ED9D-ABE1681D9F05}"/>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Mô hình không gian trạng thái </a:t>
            </a:r>
            <a:endParaRPr lang="en-US" sz="3200" b="0">
              <a:latin typeface="Times New Roman" panose="02020603050405020304" pitchFamily="18" charset="0"/>
              <a:cs typeface="Times New Roman" panose="02020603050405020304" pitchFamily="18" charset="0"/>
            </a:endParaRPr>
          </a:p>
        </p:txBody>
      </p:sp>
      <p:sp>
        <p:nvSpPr>
          <p:cNvPr id="31747" name="Rectangle 3">
            <a:extLst>
              <a:ext uri="{FF2B5EF4-FFF2-40B4-BE49-F238E27FC236}">
                <a16:creationId xmlns:a16="http://schemas.microsoft.com/office/drawing/2014/main" id="{C9858343-B273-7DFB-2A44-2741F2128176}"/>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400" b="1">
                <a:latin typeface="Times New Roman" panose="02020603050405020304" pitchFamily="18" charset="0"/>
                <a:cs typeface="Times New Roman" panose="02020603050405020304" pitchFamily="18" charset="0"/>
              </a:rPr>
              <a:t>Khái niệm: </a:t>
            </a:r>
            <a:r>
              <a:rPr lang="en-US" sz="2400">
                <a:latin typeface="Times New Roman" panose="02020603050405020304" pitchFamily="18" charset="0"/>
                <a:cs typeface="Times New Roman" panose="02020603050405020304" pitchFamily="18" charset="0"/>
              </a:rPr>
              <a:t>Các mô hình không gian trạng thái (state-space model) đặt ra một hệ thống mà trạng thái thực sự không thể được đo lường trực tiếp mà chỉ có thể suy ra từ những gì có thể đo lường được. Các mô hình không gian trạng thái cũng dựa trên việc xác định động lực của một hệ thống, chẳng hạn như trạng thái thực sự của hệ thống tiến hóa theo thời gian như thế nào, cả do động lực nội tại và các lực bên ngoài tác động lên hệ thống.</a:t>
            </a:r>
          </a:p>
          <a:p>
            <a:pPr lvl="1">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Mô hình không gian trạng thái cho phép thay đổi hệ số và tham số theo thời gian, nghĩa là nó cho phép thay đổi hành vi theo thời gian. Chúng tôi không áp đặt điều kiện tính dừng cho dữ liệu khi sử dụng mô hình không gian trạng thái.</a:t>
            </a:r>
          </a:p>
          <a:p>
            <a:pPr>
              <a:buFont typeface="Wingdings" panose="05000000000000000000" pitchFamily="2" charset="2"/>
              <a:buChar char="Ø"/>
            </a:pPr>
            <a:endParaRPr lang="en-US" sz="2400" b="1">
              <a:latin typeface="Times New Roman" panose="02020603050405020304" pitchFamily="18" charset="0"/>
              <a:cs typeface="Times New Roman" panose="02020603050405020304" pitchFamily="18" charset="0"/>
            </a:endParaRPr>
          </a:p>
          <a:p>
            <a:endParaRPr lang="en-US" sz="2000">
              <a:latin typeface="Times New Roman" panose="02020603050405020304" pitchFamily="18" charset="0"/>
              <a:cs typeface="Times New Roman" panose="02020603050405020304" pitchFamily="18" charset="0"/>
            </a:endParaRPr>
          </a:p>
          <a:p>
            <a:pPr marL="1314450" lvl="2" indent="-457200">
              <a:buFont typeface="Courier New" panose="02070309020205020404" pitchFamily="49" charset="0"/>
              <a:buChar char="o"/>
            </a:pPr>
            <a:endParaRPr lang="en-US"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77323233"/>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D507BD-C14C-B910-8B51-D8ECAF6BB7FF}"/>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9C32BE3D-9879-8A33-C70F-C04526EDF22F}"/>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Mô hình không gian trạng thái </a:t>
            </a:r>
            <a:endParaRPr lang="en-US" sz="3200" b="0">
              <a:latin typeface="Times New Roman" panose="02020603050405020304" pitchFamily="18" charset="0"/>
              <a:cs typeface="Times New Roman" panose="02020603050405020304" pitchFamily="18" charset="0"/>
            </a:endParaRPr>
          </a:p>
        </p:txBody>
      </p:sp>
      <p:sp>
        <p:nvSpPr>
          <p:cNvPr id="31747" name="Rectangle 3">
            <a:extLst>
              <a:ext uri="{FF2B5EF4-FFF2-40B4-BE49-F238E27FC236}">
                <a16:creationId xmlns:a16="http://schemas.microsoft.com/office/drawing/2014/main" id="{7203ECF8-F1E0-2642-7466-3220A0E99F06}"/>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a:latin typeface="Times New Roman" panose="02020603050405020304" pitchFamily="18" charset="0"/>
                <a:cs typeface="Times New Roman" panose="02020603050405020304" pitchFamily="18" charset="0"/>
              </a:rPr>
              <a:t>Chúng ta sẽ nghiên cứu các phương pháp dựa trên không gian trạng thái sau:</a:t>
            </a:r>
          </a:p>
          <a:p>
            <a:pPr lvl="1"/>
            <a:r>
              <a:rPr lang="en-US" sz="2800">
                <a:latin typeface="Times New Roman" panose="02020603050405020304" pitchFamily="18" charset="0"/>
                <a:cs typeface="Times New Roman" panose="02020603050405020304" pitchFamily="18" charset="0"/>
              </a:rPr>
              <a:t>• Bộ lọc Kalman áp dụng cho mô hình Gauss tuyến tính</a:t>
            </a:r>
          </a:p>
          <a:p>
            <a:pPr lvl="1"/>
            <a:r>
              <a:rPr lang="en-US" sz="2800">
                <a:latin typeface="Times New Roman" panose="02020603050405020304" pitchFamily="18" charset="0"/>
                <a:cs typeface="Times New Roman" panose="02020603050405020304" pitchFamily="18" charset="0"/>
              </a:rPr>
              <a:t>• Mô hình Markov ẩn</a:t>
            </a:r>
          </a:p>
          <a:p>
            <a:pPr lvl="1"/>
            <a:r>
              <a:rPr lang="en-US" sz="2800">
                <a:latin typeface="Times New Roman" panose="02020603050405020304" pitchFamily="18" charset="0"/>
                <a:cs typeface="Times New Roman" panose="02020603050405020304" pitchFamily="18" charset="0"/>
              </a:rPr>
              <a:t>• Chuỗi thời gian cấu trúc Bayes</a:t>
            </a:r>
          </a:p>
          <a:p>
            <a:pPr marL="914400" lvl="1" indent="-457200">
              <a:buFont typeface="Wingdings" panose="05000000000000000000" pitchFamily="2" charset="2"/>
              <a:buChar char="q"/>
            </a:pPr>
            <a:r>
              <a:rPr lang="en-US" sz="2800">
                <a:latin typeface="Times New Roman" panose="02020603050405020304" pitchFamily="18" charset="0"/>
                <a:cs typeface="Times New Roman" panose="02020603050405020304" pitchFamily="18" charset="0"/>
              </a:rPr>
              <a:t>Các mô hình không gian trạng thái có thể được sử dụng cho cả ứng dụng xác định và ngẫu nhiên, và có thể áp dụng cho cả dữ liệu lấy mẫu liên tục và dữ liệu lấy mẫu rời rạc. Chúng ta sẽ phân tích dữ liệu lấy mẫu rời rạc, loại dữ liệu phổ biến nhất trong các ứng dụng thực tế.</a:t>
            </a:r>
            <a:endParaRPr lang="en-US" sz="2800" b="1">
              <a:latin typeface="Times New Roman" panose="02020603050405020304" pitchFamily="18" charset="0"/>
              <a:cs typeface="Times New Roman" panose="02020603050405020304" pitchFamily="18" charset="0"/>
            </a:endParaRPr>
          </a:p>
          <a:p>
            <a:endParaRPr lang="en-US" sz="2000">
              <a:latin typeface="Times New Roman" panose="02020603050405020304" pitchFamily="18" charset="0"/>
              <a:cs typeface="Times New Roman" panose="02020603050405020304" pitchFamily="18" charset="0"/>
            </a:endParaRPr>
          </a:p>
          <a:p>
            <a:pPr marL="1314450" lvl="2" indent="-457200">
              <a:buFont typeface="Courier New" panose="02070309020205020404" pitchFamily="49" charset="0"/>
              <a:buChar char="o"/>
            </a:pPr>
            <a:endParaRPr lang="en-US"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62830820"/>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C4C17-57D0-ED22-B165-296D2AF36060}"/>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65B84646-D2E4-2F1E-F50B-B70322E59EB6}"/>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Kalman Filter</a:t>
            </a:r>
            <a:endParaRPr lang="en-US" sz="3200" b="0">
              <a:latin typeface="Times New Roman" panose="02020603050405020304" pitchFamily="18" charset="0"/>
              <a:cs typeface="Times New Roman" panose="02020603050405020304" pitchFamily="18" charset="0"/>
            </a:endParaRPr>
          </a:p>
        </p:txBody>
      </p:sp>
      <p:sp>
        <p:nvSpPr>
          <p:cNvPr id="31747" name="Rectangle 3">
            <a:extLst>
              <a:ext uri="{FF2B5EF4-FFF2-40B4-BE49-F238E27FC236}">
                <a16:creationId xmlns:a16="http://schemas.microsoft.com/office/drawing/2014/main" id="{D50CDD7D-CCA9-E63D-AA12-24AC090298AE}"/>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Bộ lọc Kalman </a:t>
            </a:r>
            <a:r>
              <a:rPr lang="en-US" sz="2800">
                <a:latin typeface="Times New Roman" panose="02020603050405020304" pitchFamily="18" charset="0"/>
                <a:cs typeface="Times New Roman" panose="02020603050405020304" pitchFamily="18" charset="0"/>
              </a:rPr>
              <a:t>là một phương pháp được phát triển tốt và triển khai rộng rãi để kết hợp thông tin mới từ chuỗi thời gian và kết hợp thông tin đó một cách thông minh với thông tin đã biết trước đó để ước tính trạng thái cơ bản. </a:t>
            </a:r>
          </a:p>
          <a:p>
            <a:pPr marL="91440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Nó tương đối dễ tính toán và không yêu cầu lưu trữ dữ liệu quá khứ để đưa ra ước tính hiện tại hoặc dự báo tương lai.</a:t>
            </a:r>
          </a:p>
          <a:p>
            <a:pPr marL="800100" lvl="1" indent="-3429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Bộ lọc Kalman là thuật toán </a:t>
            </a:r>
            <a:r>
              <a:rPr lang="en-US" sz="2800" b="1">
                <a:latin typeface="Times New Roman" panose="02020603050405020304" pitchFamily="18" charset="0"/>
                <a:cs typeface="Times New Roman" panose="02020603050405020304" pitchFamily="18" charset="0"/>
              </a:rPr>
              <a:t>ước lượng trạng thái động</a:t>
            </a:r>
            <a:r>
              <a:rPr lang="en-US" sz="2800">
                <a:latin typeface="Times New Roman" panose="02020603050405020304" pitchFamily="18" charset="0"/>
                <a:cs typeface="Times New Roman" panose="02020603050405020304" pitchFamily="18" charset="0"/>
              </a:rPr>
              <a:t> của một hệ thống </a:t>
            </a:r>
            <a:r>
              <a:rPr lang="en-US" sz="2800" b="1">
                <a:latin typeface="Times New Roman" panose="02020603050405020304" pitchFamily="18" charset="0"/>
                <a:cs typeface="Times New Roman" panose="02020603050405020304" pitchFamily="18" charset="0"/>
              </a:rPr>
              <a:t>tuyến tính</a:t>
            </a:r>
            <a:r>
              <a:rPr lang="en-US" sz="2800">
                <a:latin typeface="Times New Roman" panose="02020603050405020304" pitchFamily="18" charset="0"/>
                <a:cs typeface="Times New Roman" panose="02020603050405020304" pitchFamily="18" charset="0"/>
              </a:rPr>
              <a:t>, </a:t>
            </a:r>
            <a:r>
              <a:rPr lang="en-US" sz="2800" b="1">
                <a:latin typeface="Times New Roman" panose="02020603050405020304" pitchFamily="18" charset="0"/>
                <a:cs typeface="Times New Roman" panose="02020603050405020304" pitchFamily="18" charset="0"/>
              </a:rPr>
              <a:t>nhiễu Gaussian</a:t>
            </a:r>
            <a:r>
              <a:rPr lang="en-US" sz="2800">
                <a:latin typeface="Times New Roman" panose="02020603050405020304" pitchFamily="18" charset="0"/>
                <a:cs typeface="Times New Roman" panose="02020603050405020304" pitchFamily="18" charset="0"/>
              </a:rPr>
              <a:t>, dựa trên:</a:t>
            </a:r>
          </a:p>
          <a:p>
            <a:pPr marL="125730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mô hình động học (vật lý / kinh tế / hệ thống điều khiển),</a:t>
            </a:r>
          </a:p>
          <a:p>
            <a:pPr marL="125730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quan sát nhiễu (đo lường không hoàn hảo),</a:t>
            </a:r>
          </a:p>
          <a:p>
            <a:pPr marL="125730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thông tin ở các thời điểm trước.</a:t>
            </a:r>
          </a:p>
          <a:p>
            <a:pPr marL="91440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1314450" lvl="2" indent="-457200">
              <a:buFont typeface="Courier New" panose="02070309020205020404" pitchFamily="49" charset="0"/>
              <a:buChar char="o"/>
            </a:pPr>
            <a:endParaRPr lang="en-US"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88209662"/>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D151A8-10BD-8E6E-FC97-DD6FB09479AE}"/>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9CD58133-29BB-AA51-A1C9-412331EF9B04}"/>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Kalman Filter</a:t>
            </a:r>
            <a:endParaRPr lang="en-US" sz="3200" b="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1747" name="Rectangle 3">
                <a:extLst>
                  <a:ext uri="{FF2B5EF4-FFF2-40B4-BE49-F238E27FC236}">
                    <a16:creationId xmlns:a16="http://schemas.microsoft.com/office/drawing/2014/main" id="{590F8F17-7C77-C62F-5627-332E3DE56956}"/>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vi-VN" sz="2400">
                    <a:latin typeface="Times New Roman" panose="02020603050405020304" pitchFamily="18" charset="0"/>
                    <a:cs typeface="Times New Roman" panose="02020603050405020304" pitchFamily="18" charset="0"/>
                  </a:rPr>
                  <a:t>Bộ lọc Kalman = </a:t>
                </a:r>
                <a:r>
                  <a:rPr lang="en-US" sz="2400">
                    <a:latin typeface="Times New Roman" panose="02020603050405020304" pitchFamily="18" charset="0"/>
                    <a:cs typeface="Times New Roman" panose="02020603050405020304" pitchFamily="18" charset="0"/>
                  </a:rPr>
                  <a:t>bộ </a:t>
                </a:r>
                <a:r>
                  <a:rPr lang="vi-VN" sz="2400">
                    <a:latin typeface="Times New Roman" panose="02020603050405020304" pitchFamily="18" charset="0"/>
                    <a:cs typeface="Times New Roman" panose="02020603050405020304" pitchFamily="18" charset="0"/>
                  </a:rPr>
                  <a:t>ước tính Bayesian đệ quy cho mô hình tuyến tính Gaussian.</a:t>
                </a:r>
                <a:endParaRPr lang="en-US" sz="240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Nó giúp tìm:        </a:t>
                </a:r>
                <a14:m>
                  <m:oMath xmlns:m="http://schemas.openxmlformats.org/officeDocument/2006/math">
                    <m:sSub>
                      <m:sSubPr>
                        <m:ctrlPr>
                          <a:rPr lang="en-US" sz="2400" i="1">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i="1">
                                <a:latin typeface="Cambria Math" panose="02040503050406030204" pitchFamily="18" charset="0"/>
                              </a:rPr>
                              <m:t>𝑥</m:t>
                            </m:r>
                          </m:e>
                        </m:acc>
                      </m:e>
                      <m:sub>
                        <m:r>
                          <a:rPr lang="en-US" sz="2400" i="1">
                            <a:latin typeface="Cambria Math" panose="02040503050406030204" pitchFamily="18" charset="0"/>
                          </a:rPr>
                          <m:t>𝑡</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i="1">
                            <a:latin typeface="Cambria Math" panose="02040503050406030204" pitchFamily="18" charset="0"/>
                          </a:rPr>
                          <m:t>𝑡</m:t>
                        </m:r>
                      </m:sub>
                    </m:sSub>
                  </m:oMath>
                </a14:m>
                <a:br>
                  <a:rPr lang="en-US" sz="2800">
                    <a:latin typeface="Times New Roman" panose="02020603050405020304" pitchFamily="18" charset="0"/>
                    <a:cs typeface="Times New Roman" panose="02020603050405020304" pitchFamily="18" charset="0"/>
                  </a:rPr>
                </a:br>
                <a:r>
                  <a:rPr lang="en-US" sz="2400">
                    <a:latin typeface="Times New Roman" panose="02020603050405020304" pitchFamily="18" charset="0"/>
                    <a:cs typeface="Times New Roman" panose="02020603050405020304" pitchFamily="18" charset="0"/>
                  </a:rPr>
                  <a:t>trong khi hệ thống có nhiễu và đo lường không chính xác.</a:t>
                </a:r>
              </a:p>
              <a:p>
                <a:pPr marL="914400" lvl="1" indent="-4572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Kalman Filter hoạt động trên mô hình dạng không gian trạng thái (state-space), gồm 2 phương trình</a:t>
                </a:r>
                <a:r>
                  <a:rPr lang="en-US"/>
                  <a:t>:</a:t>
                </a:r>
              </a:p>
              <a:p>
                <a:pPr marL="1314450" lvl="2" indent="-4572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Phương trình trạng thái (state equation)</a:t>
                </a:r>
              </a:p>
              <a:p>
                <a:pPr marL="1314450" lvl="2" indent="-4572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Phương trình quan sát (measurement equation)</a:t>
                </a:r>
              </a:p>
              <a:p>
                <a:pPr lvl="1"/>
                <a:r>
                  <a:rPr lang="en-US" sz="2400">
                    <a:latin typeface="Times New Roman" panose="02020603050405020304" pitchFamily="18" charset="0"/>
                    <a:cs typeface="Times New Roman" panose="02020603050405020304" pitchFamily="18" charset="0"/>
                  </a:rPr>
                  <a:t>Kalman Filter tìm cách kết hợp thông minh giữa:</a:t>
                </a:r>
              </a:p>
              <a:p>
                <a:pPr marL="125730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dự đoán (từ mô hình),</a:t>
                </a:r>
              </a:p>
              <a:p>
                <a:pPr marL="125730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và quan sát thực tế (nhiễu).</a:t>
                </a:r>
              </a:p>
              <a:p>
                <a:pPr marL="457200" lvl="1" indent="0"/>
                <a:endParaRPr lang="en-US" sz="2400"/>
              </a:p>
              <a:p>
                <a:pPr marL="914400" lvl="1" indent="-457200">
                  <a:buFont typeface="Arial" panose="020B0604020202020204" pitchFamily="34" charset="0"/>
                  <a:buChar char="•"/>
                </a:pPr>
                <a:endParaRPr lang="en-US" sz="2400">
                  <a:latin typeface="Times New Roman" panose="02020603050405020304" pitchFamily="18" charset="0"/>
                  <a:cs typeface="Times New Roman" panose="02020603050405020304" pitchFamily="18" charset="0"/>
                </a:endParaRPr>
              </a:p>
              <a:p>
                <a:pPr marL="97155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1314450" lvl="2" indent="-457200">
                  <a:buFont typeface="Courier New" panose="02070309020205020404" pitchFamily="49" charset="0"/>
                  <a:buChar char="o"/>
                </a:pPr>
                <a:endParaRPr lang="en-US" sz="2800">
                  <a:latin typeface="Times New Roman" panose="02020603050405020304" pitchFamily="18" charset="0"/>
                  <a:cs typeface="Times New Roman" panose="02020603050405020304" pitchFamily="18" charset="0"/>
                </a:endParaRPr>
              </a:p>
            </p:txBody>
          </p:sp>
        </mc:Choice>
        <mc:Fallback xmlns="">
          <p:sp>
            <p:nvSpPr>
              <p:cNvPr id="31747" name="Rectangle 3">
                <a:extLst>
                  <a:ext uri="{FF2B5EF4-FFF2-40B4-BE49-F238E27FC236}">
                    <a16:creationId xmlns:a16="http://schemas.microsoft.com/office/drawing/2014/main" id="{590F8F17-7C77-C62F-5627-332E3DE56956}"/>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3"/>
                <a:stretch>
                  <a:fillRect l="-868" t="-984" r="-1069"/>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1833855728"/>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72801F-5D1B-BFD2-0A3C-01C0853853F1}"/>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62ADEE04-7512-E420-CE31-F5A57A51B36E}"/>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Kalman Filter</a:t>
            </a:r>
            <a:endParaRPr lang="en-US" sz="3200" b="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1747" name="Rectangle 3">
                <a:extLst>
                  <a:ext uri="{FF2B5EF4-FFF2-40B4-BE49-F238E27FC236}">
                    <a16:creationId xmlns:a16="http://schemas.microsoft.com/office/drawing/2014/main" id="{9897189A-0E81-AE3F-027E-6E7E2FE8E456}"/>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vi-VN" sz="2400">
                    <a:latin typeface="Times New Roman" panose="02020603050405020304" pitchFamily="18" charset="0"/>
                    <a:cs typeface="Times New Roman" panose="02020603050405020304" pitchFamily="18" charset="0"/>
                  </a:rPr>
                  <a:t>Bộ lọc Kalman = </a:t>
                </a:r>
                <a:r>
                  <a:rPr lang="en-US" sz="2400">
                    <a:latin typeface="Times New Roman" panose="02020603050405020304" pitchFamily="18" charset="0"/>
                    <a:cs typeface="Times New Roman" panose="02020603050405020304" pitchFamily="18" charset="0"/>
                  </a:rPr>
                  <a:t>bộ </a:t>
                </a:r>
                <a:r>
                  <a:rPr lang="vi-VN" sz="2400">
                    <a:latin typeface="Times New Roman" panose="02020603050405020304" pitchFamily="18" charset="0"/>
                    <a:cs typeface="Times New Roman" panose="02020603050405020304" pitchFamily="18" charset="0"/>
                  </a:rPr>
                  <a:t>ước tính Bayesian đệ quy cho mô hình tuyến tính Gaussian.</a:t>
                </a:r>
                <a:endParaRPr lang="en-US" sz="240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r>
                  <a:rPr lang="en-US" sz="2400" b="1">
                    <a:latin typeface="Times New Roman" panose="02020603050405020304" pitchFamily="18" charset="0"/>
                    <a:cs typeface="Times New Roman" panose="02020603050405020304" pitchFamily="18" charset="0"/>
                  </a:rPr>
                  <a:t>Phương trình trạng thái (state equation)</a:t>
                </a:r>
                <a:endParaRPr lang="en-US" sz="2400">
                  <a:latin typeface="Times New Roman" panose="02020603050405020304" pitchFamily="18" charset="0"/>
                  <a:cs typeface="Times New Roman" panose="02020603050405020304" pitchFamily="18" charset="0"/>
                </a:endParaRPr>
              </a:p>
              <a:p>
                <a:pPr lvl="1"/>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i="1">
                              <a:latin typeface="Cambria Math" panose="02040503050406030204" pitchFamily="18" charset="0"/>
                            </a:rPr>
                            <m:t>𝑡</m:t>
                          </m:r>
                        </m:sub>
                      </m:sSub>
                      <m:r>
                        <a:rPr lang="en-US" sz="2400" i="1">
                          <a:latin typeface="Cambria Math" panose="02040503050406030204" pitchFamily="18" charset="0"/>
                        </a:rPr>
                        <m:t>=</m:t>
                      </m:r>
                      <m:r>
                        <a:rPr lang="en-US" sz="2400" i="1">
                          <a:latin typeface="Cambria Math" panose="02040503050406030204" pitchFamily="18" charset="0"/>
                        </a:rPr>
                        <m:t>𝐹</m:t>
                      </m:r>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i="1">
                              <a:latin typeface="Cambria Math" panose="02040503050406030204" pitchFamily="18" charset="0"/>
                            </a:rPr>
                            <m:t>𝑡</m:t>
                          </m:r>
                          <m:r>
                            <a:rPr lang="en-US" sz="2400" i="1">
                              <a:latin typeface="Cambria Math" panose="02040503050406030204" pitchFamily="18" charset="0"/>
                            </a:rPr>
                            <m:t>−1</m:t>
                          </m:r>
                        </m:sub>
                      </m:sSub>
                      <m:r>
                        <a:rPr lang="en-US" sz="2400" i="1">
                          <a:latin typeface="Cambria Math" panose="02040503050406030204" pitchFamily="18" charset="0"/>
                        </a:rPr>
                        <m:t>+</m:t>
                      </m:r>
                      <m:r>
                        <a:rPr lang="en-US" sz="2400" i="1">
                          <a:latin typeface="Cambria Math" panose="02040503050406030204" pitchFamily="18" charset="0"/>
                        </a:rPr>
                        <m:t>𝐵</m:t>
                      </m:r>
                      <m:sSub>
                        <m:sSubPr>
                          <m:ctrlPr>
                            <a:rPr lang="en-US" sz="2400" i="1">
                              <a:latin typeface="Cambria Math" panose="02040503050406030204" pitchFamily="18" charset="0"/>
                            </a:rPr>
                          </m:ctrlPr>
                        </m:sSubPr>
                        <m:e>
                          <m:r>
                            <a:rPr lang="en-US" sz="2400" i="1">
                              <a:latin typeface="Cambria Math" panose="02040503050406030204" pitchFamily="18" charset="0"/>
                            </a:rPr>
                            <m:t>𝑢</m:t>
                          </m:r>
                        </m:e>
                        <m:sub>
                          <m:r>
                            <a:rPr lang="en-US" sz="2400" i="1">
                              <a:latin typeface="Cambria Math" panose="02040503050406030204" pitchFamily="18" charset="0"/>
                            </a:rPr>
                            <m:t>𝑡</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𝑤</m:t>
                          </m:r>
                        </m:e>
                        <m:sub>
                          <m:r>
                            <a:rPr lang="en-US" sz="2400" i="1">
                              <a:latin typeface="Cambria Math" panose="02040503050406030204" pitchFamily="18" charset="0"/>
                            </a:rPr>
                            <m:t>𝑡</m:t>
                          </m:r>
                        </m:sub>
                      </m:sSub>
                    </m:oMath>
                  </m:oMathPara>
                </a14:m>
                <a:br>
                  <a:rPr lang="en-US" sz="2400">
                    <a:latin typeface="Times New Roman" panose="02020603050405020304" pitchFamily="18" charset="0"/>
                    <a:cs typeface="Times New Roman" panose="02020603050405020304" pitchFamily="18" charset="0"/>
                  </a:rPr>
                </a:br>
                <a:endParaRPr lang="en-US" sz="2400">
                  <a:latin typeface="Times New Roman" panose="02020603050405020304" pitchFamily="18" charset="0"/>
                  <a:cs typeface="Times New Roman" panose="02020603050405020304" pitchFamily="18" charset="0"/>
                </a:endParaRPr>
              </a:p>
              <a:p>
                <a:pPr marL="1371600" lvl="2" indent="-457200">
                  <a:buFont typeface="Courier New" panose="02070309020205020404" pitchFamily="49" charset="0"/>
                  <a:buChar char="o"/>
                </a:pP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i="1">
                            <a:latin typeface="Cambria Math" panose="02040503050406030204" pitchFamily="18" charset="0"/>
                          </a:rPr>
                          <m:t>𝑡</m:t>
                        </m:r>
                      </m:sub>
                    </m:sSub>
                  </m:oMath>
                </a14:m>
                <a:r>
                  <a:rPr lang="en-US" sz="2400">
                    <a:latin typeface="Times New Roman" panose="02020603050405020304" pitchFamily="18" charset="0"/>
                    <a:cs typeface="Times New Roman" panose="02020603050405020304" pitchFamily="18" charset="0"/>
                  </a:rPr>
                  <a:t>: vector trạng thái (ẩn)</a:t>
                </a:r>
              </a:p>
              <a:p>
                <a:pPr marL="1371600" lvl="2" indent="-457200">
                  <a:buFont typeface="Courier New" panose="02070309020205020404" pitchFamily="49" charset="0"/>
                  <a:buChar char="o"/>
                </a:pPr>
                <a14:m>
                  <m:oMath xmlns:m="http://schemas.openxmlformats.org/officeDocument/2006/math">
                    <m:r>
                      <a:rPr lang="en-US" sz="2400" i="1">
                        <a:latin typeface="Cambria Math" panose="02040503050406030204" pitchFamily="18" charset="0"/>
                      </a:rPr>
                      <m:t>𝐹</m:t>
                    </m:r>
                  </m:oMath>
                </a14:m>
                <a:r>
                  <a:rPr lang="en-US" sz="2400">
                    <a:latin typeface="Times New Roman" panose="02020603050405020304" pitchFamily="18" charset="0"/>
                    <a:cs typeface="Times New Roman" panose="02020603050405020304" pitchFamily="18" charset="0"/>
                  </a:rPr>
                  <a:t>: ma trận chuyển trạng thái</a:t>
                </a:r>
              </a:p>
              <a:p>
                <a:pPr marL="1371600" lvl="2" indent="-457200">
                  <a:buFont typeface="Courier New" panose="02070309020205020404" pitchFamily="49" charset="0"/>
                  <a:buChar char="o"/>
                </a:pP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𝑢</m:t>
                        </m:r>
                      </m:e>
                      <m:sub>
                        <m:r>
                          <a:rPr lang="en-US" sz="2400" i="1">
                            <a:latin typeface="Cambria Math" panose="02040503050406030204" pitchFamily="18" charset="0"/>
                          </a:rPr>
                          <m:t>𝑡</m:t>
                        </m:r>
                      </m:sub>
                    </m:sSub>
                  </m:oMath>
                </a14:m>
                <a:r>
                  <a:rPr lang="en-US" sz="2400">
                    <a:latin typeface="Times New Roman" panose="02020603050405020304" pitchFamily="18" charset="0"/>
                    <a:cs typeface="Times New Roman" panose="02020603050405020304" pitchFamily="18" charset="0"/>
                  </a:rPr>
                  <a:t>: đầu vào điều khiển</a:t>
                </a:r>
              </a:p>
              <a:p>
                <a:pPr marL="1371600" lvl="2" indent="-457200">
                  <a:buFont typeface="Courier New" panose="02070309020205020404" pitchFamily="49" charset="0"/>
                  <a:buChar char="o"/>
                </a:pP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𝑤</m:t>
                        </m:r>
                      </m:e>
                      <m:sub>
                        <m:r>
                          <a:rPr lang="en-US" sz="2400" i="1">
                            <a:latin typeface="Cambria Math" panose="02040503050406030204" pitchFamily="18" charset="0"/>
                          </a:rPr>
                          <m:t>𝑡</m:t>
                        </m:r>
                      </m:sub>
                    </m:sSub>
                  </m:oMath>
                </a14:m>
                <a:r>
                  <a:rPr lang="en-US" sz="2400">
                    <a:latin typeface="Times New Roman" panose="02020603050405020304" pitchFamily="18" charset="0"/>
                    <a:cs typeface="Times New Roman" panose="02020603050405020304" pitchFamily="18" charset="0"/>
                  </a:rPr>
                  <a:t>: nhiễu hệ thống (process noise),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𝑤</m:t>
                        </m:r>
                      </m:e>
                      <m:sub>
                        <m:r>
                          <a:rPr lang="en-US" sz="2400" i="1">
                            <a:latin typeface="Cambria Math" panose="02040503050406030204" pitchFamily="18" charset="0"/>
                          </a:rPr>
                          <m:t>𝑡</m:t>
                        </m:r>
                      </m:sub>
                    </m:sSub>
                    <m:r>
                      <a:rPr lang="en-US" sz="2400" i="1">
                        <a:latin typeface="Cambria Math" panose="02040503050406030204" pitchFamily="18" charset="0"/>
                      </a:rPr>
                      <m:t>∼</m:t>
                    </m:r>
                    <m:r>
                      <a:rPr lang="en-US" sz="2400" i="1">
                        <a:latin typeface="Cambria Math" panose="02040503050406030204" pitchFamily="18" charset="0"/>
                      </a:rPr>
                      <m:t>𝒩</m:t>
                    </m:r>
                    <m:r>
                      <a:rPr lang="en-US" sz="2400" i="1">
                        <a:latin typeface="Cambria Math" panose="02040503050406030204" pitchFamily="18" charset="0"/>
                      </a:rPr>
                      <m:t>(0,</m:t>
                    </m:r>
                    <m:r>
                      <a:rPr lang="en-US" sz="2400" i="1">
                        <a:latin typeface="Cambria Math" panose="02040503050406030204" pitchFamily="18" charset="0"/>
                      </a:rPr>
                      <m:t>𝑄</m:t>
                    </m:r>
                    <m:r>
                      <a:rPr lang="en-US" sz="2400" i="1">
                        <a:latin typeface="Cambria Math" panose="02040503050406030204" pitchFamily="18" charset="0"/>
                      </a:rPr>
                      <m:t>)</m:t>
                    </m:r>
                  </m:oMath>
                </a14:m>
                <a:endParaRPr lang="en-US" sz="240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r>
                  <a:rPr lang="en-US" sz="2800" b="1">
                    <a:latin typeface="Times New Roman" panose="02020603050405020304" pitchFamily="18" charset="0"/>
                    <a:cs typeface="Times New Roman" panose="02020603050405020304" pitchFamily="18" charset="0"/>
                  </a:rPr>
                  <a:t>Phương trình quan sát (measurement equation)</a:t>
                </a:r>
                <a:endParaRPr lang="en-US" sz="2800">
                  <a:latin typeface="Times New Roman" panose="020206030504050203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b>
                        <m:sSubPr>
                          <m:ctrlPr>
                            <a:rPr lang="en-US" sz="2800" i="1">
                              <a:latin typeface="Cambria Math" panose="02040503050406030204" pitchFamily="18" charset="0"/>
                            </a:rPr>
                          </m:ctrlPr>
                        </m:sSubPr>
                        <m:e>
                          <m:r>
                            <a:rPr lang="en-US" sz="2800" i="1">
                              <a:latin typeface="Cambria Math" panose="02040503050406030204" pitchFamily="18" charset="0"/>
                            </a:rPr>
                            <m:t>𝑦</m:t>
                          </m:r>
                        </m:e>
                        <m:sub>
                          <m:r>
                            <a:rPr lang="en-US" sz="2800" i="1">
                              <a:latin typeface="Cambria Math" panose="02040503050406030204" pitchFamily="18" charset="0"/>
                            </a:rPr>
                            <m:t>𝑡</m:t>
                          </m:r>
                        </m:sub>
                      </m:sSub>
                      <m:r>
                        <a:rPr lang="en-US" sz="2800" i="1">
                          <a:latin typeface="Cambria Math" panose="02040503050406030204" pitchFamily="18" charset="0"/>
                        </a:rPr>
                        <m:t>=</m:t>
                      </m:r>
                      <m:r>
                        <a:rPr lang="en-US" sz="2800" i="1">
                          <a:latin typeface="Cambria Math" panose="02040503050406030204" pitchFamily="18" charset="0"/>
                        </a:rPr>
                        <m:t>𝐻</m:t>
                      </m:r>
                      <m:sSub>
                        <m:sSubPr>
                          <m:ctrlPr>
                            <a:rPr lang="en-US" sz="2800" i="1">
                              <a:latin typeface="Cambria Math" panose="02040503050406030204" pitchFamily="18" charset="0"/>
                            </a:rPr>
                          </m:ctrlPr>
                        </m:sSubPr>
                        <m:e>
                          <m:r>
                            <a:rPr lang="en-US" sz="2800" i="1">
                              <a:latin typeface="Cambria Math" panose="02040503050406030204" pitchFamily="18" charset="0"/>
                            </a:rPr>
                            <m:t>𝑥</m:t>
                          </m:r>
                        </m:e>
                        <m:sub>
                          <m:r>
                            <a:rPr lang="en-US" sz="2800" i="1">
                              <a:latin typeface="Cambria Math" panose="02040503050406030204" pitchFamily="18" charset="0"/>
                            </a:rPr>
                            <m:t>𝑡</m:t>
                          </m:r>
                        </m:sub>
                      </m:sSub>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𝑣</m:t>
                          </m:r>
                        </m:e>
                        <m:sub>
                          <m:r>
                            <a:rPr lang="en-US" sz="2800" i="1">
                              <a:latin typeface="Cambria Math" panose="02040503050406030204" pitchFamily="18" charset="0"/>
                            </a:rPr>
                            <m:t>𝑡</m:t>
                          </m:r>
                        </m:sub>
                      </m:sSub>
                    </m:oMath>
                  </m:oMathPara>
                </a14:m>
                <a:br>
                  <a:rPr lang="en-US" sz="2800">
                    <a:latin typeface="Times New Roman" panose="02020603050405020304" pitchFamily="18" charset="0"/>
                    <a:cs typeface="Times New Roman" panose="02020603050405020304" pitchFamily="18" charset="0"/>
                  </a:rPr>
                </a:br>
                <a:endParaRPr lang="en-US" sz="2800">
                  <a:latin typeface="Times New Roman" panose="02020603050405020304" pitchFamily="18" charset="0"/>
                  <a:cs typeface="Times New Roman" panose="02020603050405020304" pitchFamily="18" charset="0"/>
                </a:endParaRPr>
              </a:p>
              <a:p>
                <a:pPr lvl="2">
                  <a:buFont typeface="Courier New" panose="02070309020205020404" pitchFamily="49" charset="0"/>
                  <a:buChar char="o"/>
                </a:pP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𝑦</m:t>
                        </m:r>
                      </m:e>
                      <m:sub>
                        <m:r>
                          <a:rPr lang="en-US" sz="2400" i="1">
                            <a:latin typeface="Cambria Math" panose="02040503050406030204" pitchFamily="18" charset="0"/>
                          </a:rPr>
                          <m:t>𝑡</m:t>
                        </m:r>
                      </m:sub>
                    </m:sSub>
                  </m:oMath>
                </a14:m>
                <a:r>
                  <a:rPr lang="en-US" sz="2400">
                    <a:latin typeface="Times New Roman" panose="02020603050405020304" pitchFamily="18" charset="0"/>
                    <a:cs typeface="Times New Roman" panose="02020603050405020304" pitchFamily="18" charset="0"/>
                  </a:rPr>
                  <a:t>: quan sát đo được</a:t>
                </a:r>
              </a:p>
              <a:p>
                <a:pPr lvl="2">
                  <a:buFont typeface="Courier New" panose="02070309020205020404" pitchFamily="49" charset="0"/>
                  <a:buChar char="o"/>
                </a:pPr>
                <a14:m>
                  <m:oMath xmlns:m="http://schemas.openxmlformats.org/officeDocument/2006/math">
                    <m:r>
                      <a:rPr lang="en-US" sz="2400" i="1">
                        <a:latin typeface="Cambria Math" panose="02040503050406030204" pitchFamily="18" charset="0"/>
                      </a:rPr>
                      <m:t>𝐻</m:t>
                    </m:r>
                  </m:oMath>
                </a14:m>
                <a:r>
                  <a:rPr lang="en-US" sz="2400">
                    <a:latin typeface="Times New Roman" panose="02020603050405020304" pitchFamily="18" charset="0"/>
                    <a:cs typeface="Times New Roman" panose="02020603050405020304" pitchFamily="18" charset="0"/>
                  </a:rPr>
                  <a:t>: ma trận quan sát</a:t>
                </a:r>
              </a:p>
              <a:p>
                <a:pPr lvl="2">
                  <a:buFont typeface="Courier New" panose="02070309020205020404" pitchFamily="49" charset="0"/>
                  <a:buChar char="o"/>
                </a:pP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𝑣</m:t>
                        </m:r>
                      </m:e>
                      <m:sub>
                        <m:r>
                          <a:rPr lang="en-US" sz="2400" i="1">
                            <a:latin typeface="Cambria Math" panose="02040503050406030204" pitchFamily="18" charset="0"/>
                          </a:rPr>
                          <m:t>𝑡</m:t>
                        </m:r>
                      </m:sub>
                    </m:sSub>
                  </m:oMath>
                </a14:m>
                <a:r>
                  <a:rPr lang="en-US" sz="2400">
                    <a:latin typeface="Times New Roman" panose="02020603050405020304" pitchFamily="18" charset="0"/>
                    <a:cs typeface="Times New Roman" panose="02020603050405020304" pitchFamily="18" charset="0"/>
                  </a:rPr>
                  <a:t>: nhiễu đo lường (measurement noise),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𝑣</m:t>
                        </m:r>
                      </m:e>
                      <m:sub>
                        <m:r>
                          <a:rPr lang="en-US" sz="2400" i="1">
                            <a:latin typeface="Cambria Math" panose="02040503050406030204" pitchFamily="18" charset="0"/>
                          </a:rPr>
                          <m:t>𝑡</m:t>
                        </m:r>
                      </m:sub>
                    </m:sSub>
                    <m:r>
                      <a:rPr lang="en-US" sz="2400" i="1">
                        <a:latin typeface="Cambria Math" panose="02040503050406030204" pitchFamily="18" charset="0"/>
                      </a:rPr>
                      <m:t>∼</m:t>
                    </m:r>
                    <m:r>
                      <a:rPr lang="en-US" sz="2400" i="1">
                        <a:latin typeface="Cambria Math" panose="02040503050406030204" pitchFamily="18" charset="0"/>
                      </a:rPr>
                      <m:t>𝒩</m:t>
                    </m:r>
                    <m:r>
                      <a:rPr lang="en-US" sz="2400" i="1">
                        <a:latin typeface="Cambria Math" panose="02040503050406030204" pitchFamily="18" charset="0"/>
                      </a:rPr>
                      <m:t>(0,</m:t>
                    </m:r>
                    <m:r>
                      <a:rPr lang="en-US" sz="2400" i="1">
                        <a:latin typeface="Cambria Math" panose="02040503050406030204" pitchFamily="18" charset="0"/>
                      </a:rPr>
                      <m:t>𝑅</m:t>
                    </m:r>
                    <m:r>
                      <a:rPr lang="en-US" sz="2400" i="1">
                        <a:latin typeface="Cambria Math" panose="02040503050406030204" pitchFamily="18" charset="0"/>
                      </a:rPr>
                      <m:t>)</m:t>
                    </m:r>
                  </m:oMath>
                </a14:m>
                <a:endParaRPr lang="en-US" sz="2400">
                  <a:latin typeface="Times New Roman" panose="02020603050405020304" pitchFamily="18" charset="0"/>
                  <a:cs typeface="Times New Roman" panose="02020603050405020304" pitchFamily="18" charset="0"/>
                </a:endParaRPr>
              </a:p>
              <a:p>
                <a:pPr marL="457200" lvl="1" indent="0"/>
                <a:endParaRPr lang="en-US" sz="2400"/>
              </a:p>
              <a:p>
                <a:pPr marL="914400" lvl="1" indent="-457200">
                  <a:buFont typeface="Arial" panose="020B0604020202020204" pitchFamily="34" charset="0"/>
                  <a:buChar char="•"/>
                </a:pPr>
                <a:endParaRPr lang="en-US" sz="2400">
                  <a:latin typeface="Times New Roman" panose="02020603050405020304" pitchFamily="18" charset="0"/>
                  <a:cs typeface="Times New Roman" panose="02020603050405020304" pitchFamily="18" charset="0"/>
                </a:endParaRPr>
              </a:p>
              <a:p>
                <a:pPr marL="97155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1314450" lvl="2" indent="-457200">
                  <a:buFont typeface="Courier New" panose="02070309020205020404" pitchFamily="49" charset="0"/>
                  <a:buChar char="o"/>
                </a:pPr>
                <a:endParaRPr lang="en-US" sz="2800">
                  <a:latin typeface="Times New Roman" panose="02020603050405020304" pitchFamily="18" charset="0"/>
                  <a:cs typeface="Times New Roman" panose="02020603050405020304" pitchFamily="18" charset="0"/>
                </a:endParaRPr>
              </a:p>
            </p:txBody>
          </p:sp>
        </mc:Choice>
        <mc:Fallback xmlns="">
          <p:sp>
            <p:nvSpPr>
              <p:cNvPr id="31747" name="Rectangle 3">
                <a:extLst>
                  <a:ext uri="{FF2B5EF4-FFF2-40B4-BE49-F238E27FC236}">
                    <a16:creationId xmlns:a16="http://schemas.microsoft.com/office/drawing/2014/main" id="{9897189A-0E81-AE3F-027E-6E7E2FE8E456}"/>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3"/>
                <a:stretch>
                  <a:fillRect l="-868" t="-984" b="-3198"/>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1826997375"/>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54637-9799-1B5E-F12C-6886C26D1536}"/>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D40A50DA-A65F-1641-69D5-9CAD2AC0A7F6}"/>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Kalman Filter</a:t>
            </a:r>
            <a:endParaRPr lang="en-US" sz="3200" b="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1747" name="Rectangle 3">
                <a:extLst>
                  <a:ext uri="{FF2B5EF4-FFF2-40B4-BE49-F238E27FC236}">
                    <a16:creationId xmlns:a16="http://schemas.microsoft.com/office/drawing/2014/main" id="{48724095-A67D-B33B-3F71-2AA62BC11400}"/>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vi-VN" sz="2800">
                    <a:latin typeface="Times New Roman" panose="02020603050405020304" pitchFamily="18" charset="0"/>
                    <a:cs typeface="Times New Roman" panose="02020603050405020304" pitchFamily="18" charset="0"/>
                  </a:rPr>
                  <a:t>Bộ lọc Kalman = </a:t>
                </a:r>
                <a:r>
                  <a:rPr lang="en-US" sz="2800">
                    <a:latin typeface="Times New Roman" panose="02020603050405020304" pitchFamily="18" charset="0"/>
                    <a:cs typeface="Times New Roman" panose="02020603050405020304" pitchFamily="18" charset="0"/>
                  </a:rPr>
                  <a:t>bộ </a:t>
                </a:r>
                <a:r>
                  <a:rPr lang="vi-VN" sz="2800">
                    <a:latin typeface="Times New Roman" panose="02020603050405020304" pitchFamily="18" charset="0"/>
                    <a:cs typeface="Times New Roman" panose="02020603050405020304" pitchFamily="18" charset="0"/>
                  </a:rPr>
                  <a:t>ước tính Bayesian đệ quy cho mô hình tuyến tính Gaussian.</a:t>
                </a:r>
                <a:endParaRPr lang="en-US" sz="2800">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Ở mỗi thời điểm, Kalman Filter làm 2 bước:</a:t>
                </a:r>
              </a:p>
              <a:p>
                <a:pPr marL="120015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Bước 1 — Dự đoán (Predict)</a:t>
                </a:r>
              </a:p>
              <a:p>
                <a:pPr marL="120015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Bước 2 — Cập nhật (Update)</a:t>
                </a:r>
              </a:p>
              <a:p>
                <a:pPr marL="800100" lvl="1" indent="-342900">
                  <a:buFont typeface="Arial" panose="020B0604020202020204" pitchFamily="34" charset="0"/>
                  <a:buChar char="•"/>
                </a:pPr>
                <a:r>
                  <a:rPr lang="en-US" sz="2400" b="1">
                    <a:latin typeface="Times New Roman" panose="02020603050405020304" pitchFamily="18" charset="0"/>
                    <a:cs typeface="Times New Roman" panose="02020603050405020304" pitchFamily="18" charset="0"/>
                  </a:rPr>
                  <a:t>Bước 1 — Dự đoán (Predict)</a:t>
                </a:r>
                <a:endParaRPr lang="en-US" sz="2400">
                  <a:latin typeface="Times New Roman" panose="02020603050405020304" pitchFamily="18" charset="0"/>
                  <a:cs typeface="Times New Roman" panose="02020603050405020304" pitchFamily="18" charset="0"/>
                </a:endParaRPr>
              </a:p>
              <a:p>
                <a:pPr lvl="2"/>
                <a:r>
                  <a:rPr lang="en-US" sz="2400">
                    <a:latin typeface="Times New Roman" panose="02020603050405020304" pitchFamily="18" charset="0"/>
                    <a:cs typeface="Times New Roman" panose="02020603050405020304" pitchFamily="18" charset="0"/>
                  </a:rPr>
                  <a:t>Từ trạng thái quá khứ:</a:t>
                </a:r>
              </a:p>
              <a:p>
                <a:pPr lvl="2"/>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i="1">
                                  <a:latin typeface="Cambria Math" panose="02040503050406030204" pitchFamily="18" charset="0"/>
                                </a:rPr>
                                <m:t>𝑥</m:t>
                              </m:r>
                            </m:e>
                          </m:acc>
                        </m:e>
                        <m:sub>
                          <m:r>
                            <a:rPr lang="en-US" sz="2400" i="1">
                              <a:latin typeface="Cambria Math" panose="02040503050406030204" pitchFamily="18" charset="0"/>
                            </a:rPr>
                            <m:t>𝑡</m:t>
                          </m:r>
                          <m:r>
                            <a:rPr lang="en-US" sz="2400">
                              <a:latin typeface="Cambria Math" panose="02040503050406030204" pitchFamily="18" charset="0"/>
                            </a:rPr>
                            <m:t>∣</m:t>
                          </m:r>
                          <m:r>
                            <a:rPr lang="en-US" sz="2400" i="1">
                              <a:latin typeface="Cambria Math" panose="02040503050406030204" pitchFamily="18" charset="0"/>
                            </a:rPr>
                            <m:t>𝑡</m:t>
                          </m:r>
                          <m:r>
                            <a:rPr lang="en-US" sz="2400" i="1">
                              <a:latin typeface="Cambria Math" panose="02040503050406030204" pitchFamily="18" charset="0"/>
                            </a:rPr>
                            <m:t>−1</m:t>
                          </m:r>
                        </m:sub>
                      </m:sSub>
                      <m:r>
                        <a:rPr lang="en-US" sz="2400" i="1">
                          <a:latin typeface="Cambria Math" panose="02040503050406030204" pitchFamily="18" charset="0"/>
                        </a:rPr>
                        <m:t>=</m:t>
                      </m:r>
                      <m:r>
                        <a:rPr lang="en-US" sz="2400" i="1">
                          <a:latin typeface="Cambria Math" panose="02040503050406030204" pitchFamily="18" charset="0"/>
                        </a:rPr>
                        <m:t>𝐹</m:t>
                      </m:r>
                      <m:sSub>
                        <m:sSubPr>
                          <m:ctrlPr>
                            <a:rPr lang="en-US" sz="2400" i="1">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i="1">
                                  <a:latin typeface="Cambria Math" panose="02040503050406030204" pitchFamily="18" charset="0"/>
                                </a:rPr>
                                <m:t>𝑥</m:t>
                              </m:r>
                            </m:e>
                          </m:acc>
                        </m:e>
                        <m:sub>
                          <m:r>
                            <a:rPr lang="en-US" sz="2400" i="1">
                              <a:latin typeface="Cambria Math" panose="02040503050406030204" pitchFamily="18" charset="0"/>
                            </a:rPr>
                            <m:t>𝑡</m:t>
                          </m:r>
                          <m:r>
                            <a:rPr lang="en-US" sz="2400" i="1">
                              <a:latin typeface="Cambria Math" panose="02040503050406030204" pitchFamily="18" charset="0"/>
                            </a:rPr>
                            <m:t>−1</m:t>
                          </m:r>
                          <m:r>
                            <a:rPr lang="en-US" sz="2400">
                              <a:latin typeface="Cambria Math" panose="02040503050406030204" pitchFamily="18" charset="0"/>
                            </a:rPr>
                            <m:t>∣</m:t>
                          </m:r>
                          <m:r>
                            <a:rPr lang="en-US" sz="2400" i="1">
                              <a:latin typeface="Cambria Math" panose="02040503050406030204" pitchFamily="18" charset="0"/>
                            </a:rPr>
                            <m:t>𝑡</m:t>
                          </m:r>
                          <m:r>
                            <a:rPr lang="en-US" sz="2400" i="1">
                              <a:latin typeface="Cambria Math" panose="02040503050406030204" pitchFamily="18" charset="0"/>
                            </a:rPr>
                            <m:t>−1</m:t>
                          </m:r>
                        </m:sub>
                      </m:sSub>
                      <m:r>
                        <a:rPr lang="en-US" sz="2400" i="1">
                          <a:latin typeface="Cambria Math" panose="02040503050406030204" pitchFamily="18" charset="0"/>
                        </a:rPr>
                        <m:t>+</m:t>
                      </m:r>
                      <m:r>
                        <a:rPr lang="en-US" sz="2400" i="1">
                          <a:latin typeface="Cambria Math" panose="02040503050406030204" pitchFamily="18" charset="0"/>
                        </a:rPr>
                        <m:t>𝐵</m:t>
                      </m:r>
                      <m:sSub>
                        <m:sSubPr>
                          <m:ctrlPr>
                            <a:rPr lang="en-US" sz="2400" i="1">
                              <a:latin typeface="Cambria Math" panose="02040503050406030204" pitchFamily="18" charset="0"/>
                            </a:rPr>
                          </m:ctrlPr>
                        </m:sSubPr>
                        <m:e>
                          <m:r>
                            <a:rPr lang="en-US" sz="2400" i="1">
                              <a:latin typeface="Cambria Math" panose="02040503050406030204" pitchFamily="18" charset="0"/>
                            </a:rPr>
                            <m:t>𝑢</m:t>
                          </m:r>
                        </m:e>
                        <m:sub>
                          <m:r>
                            <a:rPr lang="en-US" sz="2400" i="1">
                              <a:latin typeface="Cambria Math" panose="02040503050406030204" pitchFamily="18" charset="0"/>
                            </a:rPr>
                            <m:t>𝑡</m:t>
                          </m:r>
                        </m:sub>
                      </m:sSub>
                    </m:oMath>
                  </m:oMathPara>
                </a14:m>
                <a:br>
                  <a:rPr lang="en-US" sz="2400">
                    <a:latin typeface="Times New Roman" panose="02020603050405020304" pitchFamily="18" charset="0"/>
                    <a:cs typeface="Times New Roman" panose="02020603050405020304" pitchFamily="18" charset="0"/>
                  </a:rPr>
                </a:br>
                <a:endParaRPr lang="en-US" sz="2400">
                  <a:latin typeface="Times New Roman" panose="02020603050405020304" pitchFamily="18" charset="0"/>
                  <a:cs typeface="Times New Roman" panose="02020603050405020304" pitchFamily="18" charset="0"/>
                </a:endParaRPr>
              </a:p>
              <a:p>
                <a:pPr lvl="2"/>
                <a:r>
                  <a:rPr lang="en-US" sz="2400">
                    <a:latin typeface="Times New Roman" panose="02020603050405020304" pitchFamily="18" charset="0"/>
                    <a:cs typeface="Times New Roman" panose="02020603050405020304" pitchFamily="18" charset="0"/>
                  </a:rPr>
                  <a:t>Dự đoán sai số:</a:t>
                </a:r>
              </a:p>
              <a:p>
                <a:pPr marL="857250" lvl="2" indent="0"/>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𝑃</m:t>
                          </m:r>
                        </m:e>
                        <m:sub>
                          <m:r>
                            <a:rPr lang="en-US" sz="2400" i="1">
                              <a:latin typeface="Cambria Math" panose="02040503050406030204" pitchFamily="18" charset="0"/>
                            </a:rPr>
                            <m:t>𝑡</m:t>
                          </m:r>
                          <m:r>
                            <a:rPr lang="en-US" sz="2400">
                              <a:latin typeface="Cambria Math" panose="02040503050406030204" pitchFamily="18" charset="0"/>
                            </a:rPr>
                            <m:t>∣</m:t>
                          </m:r>
                          <m:r>
                            <a:rPr lang="en-US" sz="2400" i="1">
                              <a:latin typeface="Cambria Math" panose="02040503050406030204" pitchFamily="18" charset="0"/>
                            </a:rPr>
                            <m:t>𝑡</m:t>
                          </m:r>
                          <m:r>
                            <a:rPr lang="en-US" sz="2400" i="1">
                              <a:latin typeface="Cambria Math" panose="02040503050406030204" pitchFamily="18" charset="0"/>
                            </a:rPr>
                            <m:t>−1</m:t>
                          </m:r>
                        </m:sub>
                      </m:sSub>
                      <m:r>
                        <a:rPr lang="en-US" sz="2400" i="1">
                          <a:latin typeface="Cambria Math" panose="02040503050406030204" pitchFamily="18" charset="0"/>
                        </a:rPr>
                        <m:t>=</m:t>
                      </m:r>
                      <m:r>
                        <a:rPr lang="en-US" sz="2400" i="1">
                          <a:latin typeface="Cambria Math" panose="02040503050406030204" pitchFamily="18" charset="0"/>
                        </a:rPr>
                        <m:t>𝐹</m:t>
                      </m:r>
                      <m:sSub>
                        <m:sSubPr>
                          <m:ctrlPr>
                            <a:rPr lang="en-US" sz="2400" i="1">
                              <a:latin typeface="Cambria Math" panose="02040503050406030204" pitchFamily="18" charset="0"/>
                            </a:rPr>
                          </m:ctrlPr>
                        </m:sSubPr>
                        <m:e>
                          <m:r>
                            <a:rPr lang="en-US" sz="2400" i="1">
                              <a:latin typeface="Cambria Math" panose="02040503050406030204" pitchFamily="18" charset="0"/>
                            </a:rPr>
                            <m:t>𝑃</m:t>
                          </m:r>
                        </m:e>
                        <m:sub>
                          <m:r>
                            <a:rPr lang="en-US" sz="2400" i="1">
                              <a:latin typeface="Cambria Math" panose="02040503050406030204" pitchFamily="18" charset="0"/>
                            </a:rPr>
                            <m:t>𝑡</m:t>
                          </m:r>
                          <m:r>
                            <a:rPr lang="en-US" sz="2400" i="1">
                              <a:latin typeface="Cambria Math" panose="02040503050406030204" pitchFamily="18" charset="0"/>
                            </a:rPr>
                            <m:t>−1</m:t>
                          </m:r>
                          <m:r>
                            <a:rPr lang="en-US" sz="2400">
                              <a:latin typeface="Cambria Math" panose="02040503050406030204" pitchFamily="18" charset="0"/>
                            </a:rPr>
                            <m:t>∣</m:t>
                          </m:r>
                          <m:r>
                            <a:rPr lang="en-US" sz="2400" i="1">
                              <a:latin typeface="Cambria Math" panose="02040503050406030204" pitchFamily="18" charset="0"/>
                            </a:rPr>
                            <m:t>𝑡</m:t>
                          </m:r>
                          <m:r>
                            <a:rPr lang="en-US" sz="2400" i="1">
                              <a:latin typeface="Cambria Math" panose="02040503050406030204" pitchFamily="18" charset="0"/>
                            </a:rPr>
                            <m:t>−1</m:t>
                          </m:r>
                        </m:sub>
                      </m:sSub>
                      <m:sSup>
                        <m:sSupPr>
                          <m:ctrlPr>
                            <a:rPr lang="en-US" sz="2400" i="1">
                              <a:latin typeface="Cambria Math" panose="02040503050406030204" pitchFamily="18" charset="0"/>
                            </a:rPr>
                          </m:ctrlPr>
                        </m:sSupPr>
                        <m:e>
                          <m:r>
                            <a:rPr lang="en-US" sz="2400" i="1">
                              <a:latin typeface="Cambria Math" panose="02040503050406030204" pitchFamily="18" charset="0"/>
                            </a:rPr>
                            <m:t>𝐹</m:t>
                          </m:r>
                        </m:e>
                        <m:sup>
                          <m:r>
                            <a:rPr lang="en-US" sz="2400">
                              <a:latin typeface="Cambria Math" panose="02040503050406030204" pitchFamily="18" charset="0"/>
                            </a:rPr>
                            <m:t>⊤</m:t>
                          </m:r>
                        </m:sup>
                      </m:sSup>
                      <m:r>
                        <a:rPr lang="en-US" sz="2400" i="1">
                          <a:latin typeface="Cambria Math" panose="02040503050406030204" pitchFamily="18" charset="0"/>
                        </a:rPr>
                        <m:t>+</m:t>
                      </m:r>
                      <m:r>
                        <a:rPr lang="en-US" sz="2400" i="1">
                          <a:latin typeface="Cambria Math" panose="02040503050406030204" pitchFamily="18" charset="0"/>
                        </a:rPr>
                        <m:t>𝑄</m:t>
                      </m:r>
                    </m:oMath>
                  </m:oMathPara>
                </a14:m>
                <a:endParaRPr lang="en-US" sz="2400">
                  <a:latin typeface="Times New Roman" panose="02020603050405020304" pitchFamily="18" charset="0"/>
                  <a:cs typeface="Times New Roman" panose="02020603050405020304" pitchFamily="18" charset="0"/>
                </a:endParaRPr>
              </a:p>
              <a:p>
                <a:pPr marL="457200" lvl="1" indent="0"/>
                <a:endParaRPr lang="en-US" sz="2400"/>
              </a:p>
              <a:p>
                <a:pPr marL="914400" lvl="1" indent="-457200">
                  <a:buFont typeface="Arial" panose="020B0604020202020204" pitchFamily="34" charset="0"/>
                  <a:buChar char="•"/>
                </a:pPr>
                <a:endParaRPr lang="en-US" sz="2400">
                  <a:latin typeface="Times New Roman" panose="02020603050405020304" pitchFamily="18" charset="0"/>
                  <a:cs typeface="Times New Roman" panose="02020603050405020304" pitchFamily="18" charset="0"/>
                </a:endParaRPr>
              </a:p>
              <a:p>
                <a:pPr marL="97155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1314450" lvl="2" indent="-457200">
                  <a:buFont typeface="Courier New" panose="02070309020205020404" pitchFamily="49" charset="0"/>
                  <a:buChar char="o"/>
                </a:pPr>
                <a:endParaRPr lang="en-US" sz="2800">
                  <a:latin typeface="Times New Roman" panose="02020603050405020304" pitchFamily="18" charset="0"/>
                  <a:cs typeface="Times New Roman" panose="02020603050405020304" pitchFamily="18" charset="0"/>
                </a:endParaRPr>
              </a:p>
            </p:txBody>
          </p:sp>
        </mc:Choice>
        <mc:Fallback xmlns="">
          <p:sp>
            <p:nvSpPr>
              <p:cNvPr id="31747" name="Rectangle 3">
                <a:extLst>
                  <a:ext uri="{FF2B5EF4-FFF2-40B4-BE49-F238E27FC236}">
                    <a16:creationId xmlns:a16="http://schemas.microsoft.com/office/drawing/2014/main" id="{48724095-A67D-B33B-3F71-2AA62BC11400}"/>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3"/>
                <a:stretch>
                  <a:fillRect l="-1136" t="-1230" r="-193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2280075355"/>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9378E4-9F10-F65E-7601-8EF162BDBB3B}"/>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22B96655-5885-13BE-06C2-65D7C0F4BB32}"/>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Kalman Filter</a:t>
            </a:r>
            <a:endParaRPr lang="en-US" sz="3200" b="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1747" name="Rectangle 3">
                <a:extLst>
                  <a:ext uri="{FF2B5EF4-FFF2-40B4-BE49-F238E27FC236}">
                    <a16:creationId xmlns:a16="http://schemas.microsoft.com/office/drawing/2014/main" id="{33559B0A-523C-35B2-4E61-4CC6A642E009}"/>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vi-VN" sz="2800">
                    <a:latin typeface="Times New Roman" panose="02020603050405020304" pitchFamily="18" charset="0"/>
                    <a:cs typeface="Times New Roman" panose="02020603050405020304" pitchFamily="18" charset="0"/>
                  </a:rPr>
                  <a:t>Bộ lọc Kalman = </a:t>
                </a:r>
                <a:r>
                  <a:rPr lang="en-US" sz="2800">
                    <a:latin typeface="Times New Roman" panose="02020603050405020304" pitchFamily="18" charset="0"/>
                    <a:cs typeface="Times New Roman" panose="02020603050405020304" pitchFamily="18" charset="0"/>
                  </a:rPr>
                  <a:t>bộ </a:t>
                </a:r>
                <a:r>
                  <a:rPr lang="vi-VN" sz="2800">
                    <a:latin typeface="Times New Roman" panose="02020603050405020304" pitchFamily="18" charset="0"/>
                    <a:cs typeface="Times New Roman" panose="02020603050405020304" pitchFamily="18" charset="0"/>
                  </a:rPr>
                  <a:t>ước tính Bayesian đệ quy cho mô hình tuyến tính Gaussian.</a:t>
                </a:r>
                <a:endParaRPr lang="en-US" sz="2800">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r>
                  <a:rPr lang="en-US" sz="2400" b="1">
                    <a:latin typeface="Times New Roman" panose="02020603050405020304" pitchFamily="18" charset="0"/>
                    <a:cs typeface="Times New Roman" panose="02020603050405020304" pitchFamily="18" charset="0"/>
                  </a:rPr>
                  <a:t>Bước 2 — Cập nhật (Update)</a:t>
                </a:r>
                <a:endParaRPr lang="en-US" sz="2400">
                  <a:latin typeface="Times New Roman" panose="02020603050405020304" pitchFamily="18" charset="0"/>
                  <a:cs typeface="Times New Roman" panose="02020603050405020304" pitchFamily="18" charset="0"/>
                </a:endParaRPr>
              </a:p>
              <a:p>
                <a:pPr lvl="2"/>
                <a:r>
                  <a:rPr lang="es-ES" sz="2400">
                    <a:latin typeface="Times New Roman" panose="02020603050405020304" pitchFamily="18" charset="0"/>
                    <a:cs typeface="Times New Roman" panose="02020603050405020304" pitchFamily="18" charset="0"/>
                  </a:rPr>
                  <a:t>Dựa vào quan sát mới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𝑦</m:t>
                        </m:r>
                      </m:e>
                      <m:sub>
                        <m:r>
                          <a:rPr lang="en-US" sz="2400" i="1">
                            <a:latin typeface="Cambria Math" panose="02040503050406030204" pitchFamily="18" charset="0"/>
                          </a:rPr>
                          <m:t>𝑡</m:t>
                        </m:r>
                      </m:sub>
                    </m:sSub>
                  </m:oMath>
                </a14:m>
                <a:r>
                  <a:rPr lang="es-ES" sz="2400">
                    <a:latin typeface="Times New Roman" panose="02020603050405020304" pitchFamily="18" charset="0"/>
                    <a:cs typeface="Times New Roman" panose="02020603050405020304" pitchFamily="18" charset="0"/>
                  </a:rPr>
                  <a:t>:</a:t>
                </a:r>
                <a:endParaRPr lang="en-US" sz="2400">
                  <a:latin typeface="Times New Roman" panose="02020603050405020304" pitchFamily="18" charset="0"/>
                  <a:cs typeface="Times New Roman" panose="02020603050405020304" pitchFamily="18" charset="0"/>
                </a:endParaRPr>
              </a:p>
              <a:p>
                <a:pPr marL="1257300" lvl="2" indent="-342900">
                  <a:buFont typeface="Courier New" panose="02070309020205020404" pitchFamily="49" charset="0"/>
                  <a:buChar char="o"/>
                </a:pPr>
                <a:r>
                  <a:rPr lang="en-US" sz="2400" b="1">
                    <a:latin typeface="Times New Roman" panose="02020603050405020304" pitchFamily="18" charset="0"/>
                    <a:cs typeface="Times New Roman" panose="02020603050405020304" pitchFamily="18" charset="0"/>
                  </a:rPr>
                  <a:t>Tính "độ lợi Kalman" (Kalman Gain)</a:t>
                </a:r>
                <a:endParaRPr lang="en-US" sz="2400">
                  <a:latin typeface="Times New Roman" panose="02020603050405020304" pitchFamily="18" charset="0"/>
                  <a:cs typeface="Times New Roman" panose="02020603050405020304" pitchFamily="18" charset="0"/>
                </a:endParaRPr>
              </a:p>
              <a:p>
                <a:pPr lvl="2"/>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𝐾</m:t>
                          </m:r>
                        </m:e>
                        <m:sub>
                          <m:r>
                            <a:rPr lang="en-US" sz="2400" i="1">
                              <a:latin typeface="Cambria Math" panose="02040503050406030204" pitchFamily="18" charset="0"/>
                            </a:rPr>
                            <m:t>𝑡</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𝑃</m:t>
                          </m:r>
                        </m:e>
                        <m:sub>
                          <m:r>
                            <a:rPr lang="en-US" sz="2400" i="1">
                              <a:latin typeface="Cambria Math" panose="02040503050406030204" pitchFamily="18" charset="0"/>
                            </a:rPr>
                            <m:t>𝑡</m:t>
                          </m:r>
                          <m:r>
                            <a:rPr lang="en-US" sz="2400">
                              <a:latin typeface="Cambria Math" panose="02040503050406030204" pitchFamily="18" charset="0"/>
                            </a:rPr>
                            <m:t>∣</m:t>
                          </m:r>
                          <m:r>
                            <a:rPr lang="en-US" sz="2400" i="1">
                              <a:latin typeface="Cambria Math" panose="02040503050406030204" pitchFamily="18" charset="0"/>
                            </a:rPr>
                            <m:t>𝑡</m:t>
                          </m:r>
                          <m:r>
                            <a:rPr lang="en-US" sz="2400" i="1">
                              <a:latin typeface="Cambria Math" panose="02040503050406030204" pitchFamily="18" charset="0"/>
                            </a:rPr>
                            <m:t>−1</m:t>
                          </m:r>
                        </m:sub>
                      </m:sSub>
                      <m:sSup>
                        <m:sSupPr>
                          <m:ctrlPr>
                            <a:rPr lang="en-US" sz="2400" i="1">
                              <a:latin typeface="Cambria Math" panose="02040503050406030204" pitchFamily="18" charset="0"/>
                            </a:rPr>
                          </m:ctrlPr>
                        </m:sSupPr>
                        <m:e>
                          <m:r>
                            <a:rPr lang="en-US" sz="2400" i="1">
                              <a:latin typeface="Cambria Math" panose="02040503050406030204" pitchFamily="18" charset="0"/>
                            </a:rPr>
                            <m:t>𝐻</m:t>
                          </m:r>
                        </m:e>
                        <m:sup>
                          <m:r>
                            <a:rPr lang="en-US" sz="2400">
                              <a:latin typeface="Cambria Math" panose="02040503050406030204" pitchFamily="18" charset="0"/>
                            </a:rPr>
                            <m:t>⊤</m:t>
                          </m:r>
                        </m:sup>
                      </m:sSup>
                      <m:r>
                        <a:rPr lang="en-US" sz="2400" i="1">
                          <a:latin typeface="Cambria Math" panose="02040503050406030204" pitchFamily="18" charset="0"/>
                        </a:rPr>
                        <m:t>(</m:t>
                      </m:r>
                      <m:r>
                        <a:rPr lang="en-US" sz="2400" i="1">
                          <a:latin typeface="Cambria Math" panose="02040503050406030204" pitchFamily="18" charset="0"/>
                        </a:rPr>
                        <m:t>𝐻</m:t>
                      </m:r>
                      <m:sSub>
                        <m:sSubPr>
                          <m:ctrlPr>
                            <a:rPr lang="en-US" sz="2400" i="1">
                              <a:latin typeface="Cambria Math" panose="02040503050406030204" pitchFamily="18" charset="0"/>
                            </a:rPr>
                          </m:ctrlPr>
                        </m:sSubPr>
                        <m:e>
                          <m:r>
                            <a:rPr lang="en-US" sz="2400" i="1">
                              <a:latin typeface="Cambria Math" panose="02040503050406030204" pitchFamily="18" charset="0"/>
                            </a:rPr>
                            <m:t>𝑃</m:t>
                          </m:r>
                        </m:e>
                        <m:sub>
                          <m:r>
                            <a:rPr lang="en-US" sz="2400" i="1">
                              <a:latin typeface="Cambria Math" panose="02040503050406030204" pitchFamily="18" charset="0"/>
                            </a:rPr>
                            <m:t>𝑡</m:t>
                          </m:r>
                          <m:r>
                            <a:rPr lang="en-US" sz="2400">
                              <a:latin typeface="Cambria Math" panose="02040503050406030204" pitchFamily="18" charset="0"/>
                            </a:rPr>
                            <m:t>∣</m:t>
                          </m:r>
                          <m:r>
                            <a:rPr lang="en-US" sz="2400" i="1">
                              <a:latin typeface="Cambria Math" panose="02040503050406030204" pitchFamily="18" charset="0"/>
                            </a:rPr>
                            <m:t>𝑡</m:t>
                          </m:r>
                          <m:r>
                            <a:rPr lang="en-US" sz="2400" i="1">
                              <a:latin typeface="Cambria Math" panose="02040503050406030204" pitchFamily="18" charset="0"/>
                            </a:rPr>
                            <m:t>−1</m:t>
                          </m:r>
                        </m:sub>
                      </m:sSub>
                      <m:sSup>
                        <m:sSupPr>
                          <m:ctrlPr>
                            <a:rPr lang="en-US" sz="2400" i="1">
                              <a:latin typeface="Cambria Math" panose="02040503050406030204" pitchFamily="18" charset="0"/>
                            </a:rPr>
                          </m:ctrlPr>
                        </m:sSupPr>
                        <m:e>
                          <m:r>
                            <a:rPr lang="en-US" sz="2400" i="1">
                              <a:latin typeface="Cambria Math" panose="02040503050406030204" pitchFamily="18" charset="0"/>
                            </a:rPr>
                            <m:t>𝐻</m:t>
                          </m:r>
                        </m:e>
                        <m:sup>
                          <m:r>
                            <a:rPr lang="en-US" sz="2400">
                              <a:latin typeface="Cambria Math" panose="02040503050406030204" pitchFamily="18" charset="0"/>
                            </a:rPr>
                            <m:t>⊤</m:t>
                          </m:r>
                        </m:sup>
                      </m:sSup>
                      <m:r>
                        <a:rPr lang="en-US" sz="2400" i="1">
                          <a:latin typeface="Cambria Math" panose="02040503050406030204" pitchFamily="18" charset="0"/>
                        </a:rPr>
                        <m:t>+</m:t>
                      </m:r>
                      <m:r>
                        <a:rPr lang="en-US" sz="2400" i="1">
                          <a:latin typeface="Cambria Math" panose="02040503050406030204" pitchFamily="18" charset="0"/>
                        </a:rPr>
                        <m:t>𝑅</m:t>
                      </m:r>
                      <m:sSup>
                        <m:sSupPr>
                          <m:ctrlPr>
                            <a:rPr lang="en-US" sz="2400" i="1">
                              <a:latin typeface="Cambria Math" panose="02040503050406030204" pitchFamily="18" charset="0"/>
                            </a:rPr>
                          </m:ctrlPr>
                        </m:sSupPr>
                        <m:e>
                          <m:r>
                            <a:rPr lang="en-US" sz="2400" i="1">
                              <a:latin typeface="Cambria Math" panose="02040503050406030204" pitchFamily="18" charset="0"/>
                            </a:rPr>
                            <m:t>)</m:t>
                          </m:r>
                        </m:e>
                        <m:sup>
                          <m:r>
                            <a:rPr lang="en-US" sz="2400" i="1">
                              <a:latin typeface="Cambria Math" panose="02040503050406030204" pitchFamily="18" charset="0"/>
                            </a:rPr>
                            <m:t>−1</m:t>
                          </m:r>
                        </m:sup>
                      </m:sSup>
                    </m:oMath>
                  </m:oMathPara>
                </a14:m>
                <a:br>
                  <a:rPr lang="en-US" sz="2400">
                    <a:latin typeface="Times New Roman" panose="02020603050405020304" pitchFamily="18" charset="0"/>
                    <a:cs typeface="Times New Roman" panose="02020603050405020304" pitchFamily="18" charset="0"/>
                  </a:rPr>
                </a:br>
                <a:endParaRPr lang="en-US" sz="2400">
                  <a:latin typeface="Times New Roman" panose="02020603050405020304" pitchFamily="18" charset="0"/>
                  <a:cs typeface="Times New Roman" panose="02020603050405020304" pitchFamily="18" charset="0"/>
                </a:endParaRPr>
              </a:p>
              <a:p>
                <a:pPr lvl="3"/>
                <a:r>
                  <a:rPr lang="en-US" sz="2400">
                    <a:latin typeface="Times New Roman" panose="02020603050405020304" pitchFamily="18" charset="0"/>
                    <a:cs typeface="Times New Roman" panose="02020603050405020304" pitchFamily="18" charset="0"/>
                  </a:rPr>
                  <a:t>Nó quyết định: Tin vào mô hình nhiều hơn (K nhỏ) hay tin vào đo lường nhiều hơn (K lớn)</a:t>
                </a:r>
              </a:p>
              <a:p>
                <a:pPr marL="1257300" lvl="2" indent="-342900">
                  <a:buFont typeface="Courier New" panose="02070309020205020404" pitchFamily="49" charset="0"/>
                  <a:buChar char="o"/>
                </a:pPr>
                <a:r>
                  <a:rPr lang="en-US" sz="2400" b="1">
                    <a:latin typeface="Times New Roman" panose="02020603050405020304" pitchFamily="18" charset="0"/>
                    <a:cs typeface="Times New Roman" panose="02020603050405020304" pitchFamily="18" charset="0"/>
                  </a:rPr>
                  <a:t>Cập nhật ước lượng trạng thái</a:t>
                </a:r>
                <a:endParaRPr lang="en-US" sz="2400">
                  <a:latin typeface="Times New Roman" panose="02020603050405020304" pitchFamily="18" charset="0"/>
                  <a:cs typeface="Times New Roman" panose="02020603050405020304" pitchFamily="18" charset="0"/>
                </a:endParaRPr>
              </a:p>
              <a:p>
                <a:pPr lvl="0"/>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i="1">
                                  <a:latin typeface="Cambria Math" panose="02040503050406030204" pitchFamily="18" charset="0"/>
                                </a:rPr>
                                <m:t>𝑥</m:t>
                              </m:r>
                            </m:e>
                          </m:acc>
                        </m:e>
                        <m:sub>
                          <m:r>
                            <a:rPr lang="en-US" sz="2400" i="1">
                              <a:latin typeface="Cambria Math" panose="02040503050406030204" pitchFamily="18" charset="0"/>
                            </a:rPr>
                            <m:t>𝑡</m:t>
                          </m:r>
                          <m:r>
                            <a:rPr lang="en-US" sz="2400">
                              <a:latin typeface="Cambria Math" panose="02040503050406030204" pitchFamily="18" charset="0"/>
                            </a:rPr>
                            <m:t>∣</m:t>
                          </m:r>
                          <m:r>
                            <a:rPr lang="en-US" sz="2400" i="1">
                              <a:latin typeface="Cambria Math" panose="02040503050406030204" pitchFamily="18" charset="0"/>
                            </a:rPr>
                            <m:t>𝑡</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i="1">
                                  <a:latin typeface="Cambria Math" panose="02040503050406030204" pitchFamily="18" charset="0"/>
                                </a:rPr>
                                <m:t>𝑥</m:t>
                              </m:r>
                            </m:e>
                          </m:acc>
                        </m:e>
                        <m:sub>
                          <m:r>
                            <a:rPr lang="en-US" sz="2400" i="1">
                              <a:latin typeface="Cambria Math" panose="02040503050406030204" pitchFamily="18" charset="0"/>
                            </a:rPr>
                            <m:t>𝑡</m:t>
                          </m:r>
                          <m:r>
                            <a:rPr lang="en-US" sz="2400">
                              <a:latin typeface="Cambria Math" panose="02040503050406030204" pitchFamily="18" charset="0"/>
                            </a:rPr>
                            <m:t>∣</m:t>
                          </m:r>
                          <m:r>
                            <a:rPr lang="en-US" sz="2400" i="1">
                              <a:latin typeface="Cambria Math" panose="02040503050406030204" pitchFamily="18" charset="0"/>
                            </a:rPr>
                            <m:t>𝑡</m:t>
                          </m:r>
                          <m:r>
                            <a:rPr lang="en-US" sz="2400" i="1">
                              <a:latin typeface="Cambria Math" panose="02040503050406030204" pitchFamily="18" charset="0"/>
                            </a:rPr>
                            <m:t>−1</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𝐾</m:t>
                          </m:r>
                        </m:e>
                        <m:sub>
                          <m:r>
                            <a:rPr lang="en-US" sz="2400" i="1">
                              <a:latin typeface="Cambria Math" panose="02040503050406030204" pitchFamily="18" charset="0"/>
                            </a:rPr>
                            <m:t>𝑡</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𝑦</m:t>
                          </m:r>
                        </m:e>
                        <m:sub>
                          <m:r>
                            <a:rPr lang="en-US" sz="2400" i="1">
                              <a:latin typeface="Cambria Math" panose="02040503050406030204" pitchFamily="18" charset="0"/>
                            </a:rPr>
                            <m:t>𝑡</m:t>
                          </m:r>
                        </m:sub>
                      </m:sSub>
                      <m:r>
                        <a:rPr lang="en-US" sz="2400" i="1">
                          <a:latin typeface="Cambria Math" panose="02040503050406030204" pitchFamily="18" charset="0"/>
                        </a:rPr>
                        <m:t>−</m:t>
                      </m:r>
                      <m:r>
                        <a:rPr lang="en-US" sz="2400" i="1">
                          <a:latin typeface="Cambria Math" panose="02040503050406030204" pitchFamily="18" charset="0"/>
                        </a:rPr>
                        <m:t>𝐻</m:t>
                      </m:r>
                      <m:sSub>
                        <m:sSubPr>
                          <m:ctrlPr>
                            <a:rPr lang="en-US" sz="2400" i="1">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i="1">
                                  <a:latin typeface="Cambria Math" panose="02040503050406030204" pitchFamily="18" charset="0"/>
                                </a:rPr>
                                <m:t>𝑥</m:t>
                              </m:r>
                            </m:e>
                          </m:acc>
                        </m:e>
                        <m:sub>
                          <m:r>
                            <a:rPr lang="en-US" sz="2400" i="1">
                              <a:latin typeface="Cambria Math" panose="02040503050406030204" pitchFamily="18" charset="0"/>
                            </a:rPr>
                            <m:t>𝑡</m:t>
                          </m:r>
                          <m:r>
                            <a:rPr lang="en-US" sz="2400">
                              <a:latin typeface="Cambria Math" panose="02040503050406030204" pitchFamily="18" charset="0"/>
                            </a:rPr>
                            <m:t>∣</m:t>
                          </m:r>
                          <m:r>
                            <a:rPr lang="en-US" sz="2400" i="1">
                              <a:latin typeface="Cambria Math" panose="02040503050406030204" pitchFamily="18" charset="0"/>
                            </a:rPr>
                            <m:t>𝑡</m:t>
                          </m:r>
                          <m:r>
                            <a:rPr lang="en-US" sz="2400" i="1">
                              <a:latin typeface="Cambria Math" panose="02040503050406030204" pitchFamily="18" charset="0"/>
                            </a:rPr>
                            <m:t>−1</m:t>
                          </m:r>
                        </m:sub>
                      </m:sSub>
                      <m:r>
                        <a:rPr lang="en-US" sz="2400" i="1">
                          <a:latin typeface="Cambria Math" panose="02040503050406030204" pitchFamily="18" charset="0"/>
                        </a:rPr>
                        <m:t>)</m:t>
                      </m:r>
                    </m:oMath>
                  </m:oMathPara>
                </a14:m>
                <a:br>
                  <a:rPr lang="en-US" sz="2400">
                    <a:latin typeface="Times New Roman" panose="02020603050405020304" pitchFamily="18" charset="0"/>
                    <a:cs typeface="Times New Roman" panose="02020603050405020304" pitchFamily="18" charset="0"/>
                  </a:rPr>
                </a:br>
                <a:endParaRPr lang="en-US" sz="2400">
                  <a:latin typeface="Times New Roman" panose="02020603050405020304" pitchFamily="18" charset="0"/>
                  <a:cs typeface="Times New Roman" panose="02020603050405020304" pitchFamily="18" charset="0"/>
                </a:endParaRPr>
              </a:p>
              <a:p>
                <a:pPr lvl="3">
                  <a:buFont typeface="Wingdings" panose="05000000000000000000" pitchFamily="2" charset="2"/>
                  <a:buChar char="§"/>
                </a:pP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𝑦</m:t>
                        </m:r>
                      </m:e>
                      <m:sub>
                        <m:r>
                          <a:rPr lang="en-US" sz="2400" i="1">
                            <a:latin typeface="Cambria Math" panose="02040503050406030204" pitchFamily="18" charset="0"/>
                          </a:rPr>
                          <m:t>𝑡</m:t>
                        </m:r>
                      </m:sub>
                    </m:sSub>
                    <m:r>
                      <a:rPr lang="en-US" sz="2400" i="1">
                        <a:latin typeface="Cambria Math" panose="02040503050406030204" pitchFamily="18" charset="0"/>
                      </a:rPr>
                      <m:t>−</m:t>
                    </m:r>
                    <m:r>
                      <a:rPr lang="en-US" sz="2400" i="1">
                        <a:latin typeface="Cambria Math" panose="02040503050406030204" pitchFamily="18" charset="0"/>
                      </a:rPr>
                      <m:t>𝐻</m:t>
                    </m:r>
                    <m:sSub>
                      <m:sSubPr>
                        <m:ctrlPr>
                          <a:rPr lang="en-US" sz="2400" i="1">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i="1">
                                <a:latin typeface="Cambria Math" panose="02040503050406030204" pitchFamily="18" charset="0"/>
                              </a:rPr>
                              <m:t>𝑥</m:t>
                            </m:r>
                          </m:e>
                        </m:acc>
                      </m:e>
                      <m:sub>
                        <m:r>
                          <a:rPr lang="en-US" sz="2400" i="1">
                            <a:latin typeface="Cambria Math" panose="02040503050406030204" pitchFamily="18" charset="0"/>
                          </a:rPr>
                          <m:t>𝑡</m:t>
                        </m:r>
                        <m:r>
                          <a:rPr lang="en-US" sz="2400">
                            <a:latin typeface="Cambria Math" panose="02040503050406030204" pitchFamily="18" charset="0"/>
                          </a:rPr>
                          <m:t>∣</m:t>
                        </m:r>
                        <m:r>
                          <a:rPr lang="en-US" sz="2400" i="1">
                            <a:latin typeface="Cambria Math" panose="02040503050406030204" pitchFamily="18" charset="0"/>
                          </a:rPr>
                          <m:t>𝑡</m:t>
                        </m:r>
                        <m:r>
                          <a:rPr lang="en-US" sz="2400" i="1">
                            <a:latin typeface="Cambria Math" panose="02040503050406030204" pitchFamily="18" charset="0"/>
                          </a:rPr>
                          <m:t>−1</m:t>
                        </m:r>
                      </m:sub>
                    </m:sSub>
                  </m:oMath>
                </a14:m>
                <a:r>
                  <a:rPr lang="en-US" sz="2400">
                    <a:latin typeface="Times New Roman" panose="02020603050405020304" pitchFamily="18" charset="0"/>
                    <a:cs typeface="Times New Roman" panose="02020603050405020304" pitchFamily="18" charset="0"/>
                  </a:rPr>
                  <a:t> là sai lệch giữa đo thật và dự đoán.</a:t>
                </a:r>
              </a:p>
              <a:p>
                <a:pPr marL="1714500" lvl="3" indent="-342900">
                  <a:buFont typeface="Wingdings" panose="05000000000000000000" pitchFamily="2" charset="2"/>
                  <a:buChar char="§"/>
                </a:pPr>
                <a:r>
                  <a:rPr lang="en-US" sz="2400">
                    <a:latin typeface="Times New Roman" panose="02020603050405020304" pitchFamily="18" charset="0"/>
                    <a:cs typeface="Times New Roman" panose="02020603050405020304" pitchFamily="18" charset="0"/>
                  </a:rPr>
                  <a:t>Cập nhật sai số ước lượng: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𝑃</m:t>
                        </m:r>
                      </m:e>
                      <m:sub>
                        <m:r>
                          <a:rPr lang="en-US" sz="2400" i="1">
                            <a:latin typeface="Cambria Math" panose="02040503050406030204" pitchFamily="18" charset="0"/>
                          </a:rPr>
                          <m:t>𝑡</m:t>
                        </m:r>
                        <m:r>
                          <a:rPr lang="en-US" sz="2400">
                            <a:latin typeface="Cambria Math" panose="02040503050406030204" pitchFamily="18" charset="0"/>
                          </a:rPr>
                          <m:t>∣</m:t>
                        </m:r>
                        <m:r>
                          <a:rPr lang="en-US" sz="2400" i="1">
                            <a:latin typeface="Cambria Math" panose="02040503050406030204" pitchFamily="18" charset="0"/>
                          </a:rPr>
                          <m:t>𝑡</m:t>
                        </m:r>
                      </m:sub>
                    </m:sSub>
                    <m:r>
                      <a:rPr lang="en-US" sz="2400" i="1">
                        <a:latin typeface="Cambria Math" panose="02040503050406030204" pitchFamily="18" charset="0"/>
                      </a:rPr>
                      <m:t>=(</m:t>
                    </m:r>
                    <m:r>
                      <a:rPr lang="en-US" sz="2400" i="1">
                        <a:latin typeface="Cambria Math" panose="02040503050406030204" pitchFamily="18" charset="0"/>
                      </a:rPr>
                      <m:t>𝐼</m:t>
                    </m:r>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𝐾</m:t>
                        </m:r>
                      </m:e>
                      <m:sub>
                        <m:r>
                          <a:rPr lang="en-US" sz="2400" i="1">
                            <a:latin typeface="Cambria Math" panose="02040503050406030204" pitchFamily="18" charset="0"/>
                          </a:rPr>
                          <m:t>𝑡</m:t>
                        </m:r>
                      </m:sub>
                    </m:sSub>
                    <m:r>
                      <a:rPr lang="en-US" sz="2400" i="1">
                        <a:latin typeface="Cambria Math" panose="02040503050406030204" pitchFamily="18" charset="0"/>
                      </a:rPr>
                      <m:t>𝐻</m:t>
                    </m:r>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𝑃</m:t>
                        </m:r>
                      </m:e>
                      <m:sub>
                        <m:r>
                          <a:rPr lang="en-US" sz="2400" i="1">
                            <a:latin typeface="Cambria Math" panose="02040503050406030204" pitchFamily="18" charset="0"/>
                          </a:rPr>
                          <m:t>𝑡</m:t>
                        </m:r>
                        <m:r>
                          <a:rPr lang="en-US" sz="2400">
                            <a:latin typeface="Cambria Math" panose="02040503050406030204" pitchFamily="18" charset="0"/>
                          </a:rPr>
                          <m:t>∣</m:t>
                        </m:r>
                        <m:r>
                          <a:rPr lang="en-US" sz="2400" i="1">
                            <a:latin typeface="Cambria Math" panose="02040503050406030204" pitchFamily="18" charset="0"/>
                          </a:rPr>
                          <m:t>𝑡</m:t>
                        </m:r>
                        <m:r>
                          <a:rPr lang="en-US" sz="2400" i="1">
                            <a:latin typeface="Cambria Math" panose="02040503050406030204" pitchFamily="18" charset="0"/>
                          </a:rPr>
                          <m:t>−1</m:t>
                        </m:r>
                      </m:sub>
                    </m:sSub>
                  </m:oMath>
                </a14:m>
                <a:endParaRPr lang="en-US" sz="2400">
                  <a:latin typeface="Times New Roman" panose="02020603050405020304" pitchFamily="18" charset="0"/>
                  <a:cs typeface="Times New Roman" panose="02020603050405020304" pitchFamily="18" charset="0"/>
                </a:endParaRPr>
              </a:p>
              <a:p>
                <a:pPr marL="1371600" lvl="3" indent="0"/>
                <a:r>
                  <a:rPr lang="en-US" sz="2400">
                    <a:latin typeface="Times New Roman" panose="02020603050405020304" pitchFamily="18" charset="0"/>
                    <a:cs typeface="Times New Roman" panose="02020603050405020304" pitchFamily="18" charset="0"/>
                  </a:rPr>
                  <a:t>Sau bước này, có trạng thái ước lượng tốt nhất tại thời điểm t.</a:t>
                </a:r>
              </a:p>
              <a:p>
                <a:pPr lvl="3"/>
                <a:endParaRPr lang="en-US" sz="240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endParaRPr lang="en-US" sz="2400">
                  <a:latin typeface="Times New Roman" panose="02020603050405020304" pitchFamily="18" charset="0"/>
                  <a:cs typeface="Times New Roman" panose="02020603050405020304" pitchFamily="18" charset="0"/>
                </a:endParaRPr>
              </a:p>
              <a:p>
                <a:pPr marL="97155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1314450" lvl="2" indent="-457200">
                  <a:buFont typeface="Courier New" panose="02070309020205020404" pitchFamily="49" charset="0"/>
                  <a:buChar char="o"/>
                </a:pPr>
                <a:endParaRPr lang="en-US" sz="2800">
                  <a:latin typeface="Times New Roman" panose="02020603050405020304" pitchFamily="18" charset="0"/>
                  <a:cs typeface="Times New Roman" panose="02020603050405020304" pitchFamily="18" charset="0"/>
                </a:endParaRPr>
              </a:p>
            </p:txBody>
          </p:sp>
        </mc:Choice>
        <mc:Fallback xmlns="">
          <p:sp>
            <p:nvSpPr>
              <p:cNvPr id="31747" name="Rectangle 3">
                <a:extLst>
                  <a:ext uri="{FF2B5EF4-FFF2-40B4-BE49-F238E27FC236}">
                    <a16:creationId xmlns:a16="http://schemas.microsoft.com/office/drawing/2014/main" id="{33559B0A-523C-35B2-4E61-4CC6A642E009}"/>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3"/>
                <a:stretch>
                  <a:fillRect l="-1136" t="-1230" r="-1937" b="-3936"/>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1268895825"/>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2D801A-F9A5-DDD3-3EDE-E8295BE0D58B}"/>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E4C917E0-DD63-01CF-B64C-FD6777AA8C59}"/>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Kalman Filter</a:t>
            </a:r>
            <a:endParaRPr lang="en-US" sz="3200" b="0">
              <a:latin typeface="Times New Roman" panose="02020603050405020304" pitchFamily="18" charset="0"/>
              <a:cs typeface="Times New Roman" panose="02020603050405020304" pitchFamily="18" charset="0"/>
            </a:endParaRPr>
          </a:p>
        </p:txBody>
      </p:sp>
      <p:sp>
        <p:nvSpPr>
          <p:cNvPr id="31747" name="Rectangle 3">
            <a:extLst>
              <a:ext uri="{FF2B5EF4-FFF2-40B4-BE49-F238E27FC236}">
                <a16:creationId xmlns:a16="http://schemas.microsoft.com/office/drawing/2014/main" id="{69EC2DC1-EE0D-8A6D-9DCC-A29EB2029CA8}"/>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a:latin typeface="Times New Roman" panose="02020603050405020304" pitchFamily="18" charset="0"/>
                <a:cs typeface="Times New Roman" panose="02020603050405020304" pitchFamily="18" charset="0"/>
              </a:rPr>
              <a:t>Tầm quan trọng của bộ lọc Kalman:</a:t>
            </a: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Nhiều mô hình time series thực chất là state-space</a:t>
            </a: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Nó xử lý missing data rất tốt: Không cần interpolation.</a:t>
            </a: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Nó cho phép dự báo mượt (smoothing): Ngoài filter (online), còn có Kalman Smoother (RTS) để ước lượng dùng toàn bộ dữ liệu.</a:t>
            </a:r>
          </a:p>
          <a:p>
            <a:pPr marL="457200" indent="-457200">
              <a:buFont typeface="Wingdings" panose="05000000000000000000" pitchFamily="2" charset="2"/>
              <a:buChar char="Ø"/>
            </a:pPr>
            <a:endParaRPr lang="en-US" sz="2800">
              <a:latin typeface="Times New Roman" panose="02020603050405020304" pitchFamily="18" charset="0"/>
              <a:cs typeface="Times New Roman" panose="02020603050405020304" pitchFamily="18" charset="0"/>
            </a:endParaRPr>
          </a:p>
          <a:p>
            <a:pPr lvl="3"/>
            <a:endParaRPr lang="en-US" sz="240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endParaRPr lang="en-US" sz="2400">
              <a:latin typeface="Times New Roman" panose="02020603050405020304" pitchFamily="18" charset="0"/>
              <a:cs typeface="Times New Roman" panose="02020603050405020304" pitchFamily="18" charset="0"/>
            </a:endParaRPr>
          </a:p>
          <a:p>
            <a:pPr marL="97155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1314450" lvl="2" indent="-457200">
              <a:buFont typeface="Courier New" panose="02070309020205020404" pitchFamily="49" charset="0"/>
              <a:buChar char="o"/>
            </a:pPr>
            <a:endParaRPr lang="en-US"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74574490"/>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B87FC0-55E8-2460-67D7-DD7F4EFF1B15}"/>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42086705-2702-A604-6A57-5C4A7A632A80}"/>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Kalman Filter</a:t>
            </a:r>
            <a:endParaRPr lang="en-US" sz="3200" b="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1747" name="Rectangle 3">
                <a:extLst>
                  <a:ext uri="{FF2B5EF4-FFF2-40B4-BE49-F238E27FC236}">
                    <a16:creationId xmlns:a16="http://schemas.microsoft.com/office/drawing/2014/main" id="{9FAB4BC7-0132-8D8E-A46D-10007600C3EE}"/>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Kalman Filter khái quát ARIMA / local level / trend model: </a:t>
                </a:r>
                <a:endParaRPr lang="en-US" sz="280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Local Level Model:</a:t>
                </a:r>
              </a:p>
              <a:p>
                <a:pPr/>
                <a14:m>
                  <m:oMathPara xmlns:m="http://schemas.openxmlformats.org/officeDocument/2006/math">
                    <m:oMathParaPr>
                      <m:jc m:val="centerGroup"/>
                    </m:oMathParaPr>
                    <m:oMath xmlns:m="http://schemas.openxmlformats.org/officeDocument/2006/math">
                      <m:sSub>
                        <m:sSubPr>
                          <m:ctrlPr>
                            <a:rPr lang="en-US" sz="2800" i="1">
                              <a:latin typeface="Cambria Math" panose="02040503050406030204" pitchFamily="18" charset="0"/>
                            </a:rPr>
                          </m:ctrlPr>
                        </m:sSubPr>
                        <m:e>
                          <m:r>
                            <a:rPr lang="en-US" sz="2800" b="0" i="1" smtClean="0">
                              <a:latin typeface="Cambria Math" panose="02040503050406030204" pitchFamily="18" charset="0"/>
                            </a:rPr>
                            <m:t>𝑥</m:t>
                          </m:r>
                        </m:e>
                        <m:sub>
                          <m:r>
                            <a:rPr lang="en-US" sz="2800" b="0" i="1" smtClean="0">
                              <a:latin typeface="Cambria Math" panose="02040503050406030204" pitchFamily="18" charset="0"/>
                            </a:rPr>
                            <m:t>𝑡</m:t>
                          </m:r>
                        </m:sub>
                      </m:sSub>
                      <m:r>
                        <a:rPr lang="en-US" sz="2800" b="0" i="1" smtClean="0">
                          <a:latin typeface="Cambria Math" panose="02040503050406030204" pitchFamily="18" charset="0"/>
                        </a:rPr>
                        <m:t>=</m:t>
                      </m:r>
                      <m:sSub>
                        <m:sSubPr>
                          <m:ctrlPr>
                            <a:rPr lang="en-US" sz="2800" i="1">
                              <a:latin typeface="Cambria Math" panose="02040503050406030204" pitchFamily="18" charset="0"/>
                            </a:rPr>
                          </m:ctrlPr>
                        </m:sSubPr>
                        <m:e>
                          <m:r>
                            <a:rPr lang="en-US" sz="2800" b="0" i="1" smtClean="0">
                              <a:latin typeface="Cambria Math" panose="02040503050406030204" pitchFamily="18" charset="0"/>
                            </a:rPr>
                            <m:t>𝑥</m:t>
                          </m:r>
                        </m:e>
                        <m:sub>
                          <m:r>
                            <a:rPr lang="en-US" sz="2800" b="0" i="1" smtClean="0">
                              <a:latin typeface="Cambria Math" panose="02040503050406030204" pitchFamily="18" charset="0"/>
                            </a:rPr>
                            <m:t>𝑡</m:t>
                          </m:r>
                          <m:r>
                            <a:rPr lang="en-US" sz="2800" b="0" i="1" smtClean="0">
                              <a:latin typeface="Cambria Math" panose="02040503050406030204" pitchFamily="18" charset="0"/>
                            </a:rPr>
                            <m:t>−1</m:t>
                          </m:r>
                        </m:sub>
                      </m:sSub>
                      <m:r>
                        <a:rPr lang="en-US" sz="2800" b="0" i="1" smtClean="0">
                          <a:latin typeface="Cambria Math" panose="02040503050406030204" pitchFamily="18" charset="0"/>
                        </a:rPr>
                        <m:t>+</m:t>
                      </m:r>
                      <m:sSub>
                        <m:sSubPr>
                          <m:ctrlPr>
                            <a:rPr lang="en-US" sz="2800" i="1">
                              <a:latin typeface="Cambria Math" panose="02040503050406030204" pitchFamily="18" charset="0"/>
                            </a:rPr>
                          </m:ctrlPr>
                        </m:sSubPr>
                        <m:e>
                          <m:r>
                            <a:rPr lang="en-US" sz="2800" b="0" i="1" smtClean="0">
                              <a:latin typeface="Cambria Math" panose="02040503050406030204" pitchFamily="18" charset="0"/>
                            </a:rPr>
                            <m:t>𝑤</m:t>
                          </m:r>
                        </m:e>
                        <m:sub>
                          <m:r>
                            <a:rPr lang="en-US" sz="2800" b="0" i="1" smtClean="0">
                              <a:latin typeface="Cambria Math" panose="02040503050406030204" pitchFamily="18" charset="0"/>
                            </a:rPr>
                            <m:t>𝑡</m:t>
                          </m:r>
                        </m:sub>
                      </m:sSub>
                      <m:r>
                        <a:rPr lang="en-US" sz="2800" b="0" i="1" smtClean="0">
                          <a:latin typeface="Cambria Math" panose="02040503050406030204" pitchFamily="18" charset="0"/>
                        </a:rPr>
                        <m:t>,</m:t>
                      </m:r>
                    </m:oMath>
                  </m:oMathPara>
                </a14:m>
                <a:endParaRPr lang="en-US" sz="2800">
                  <a:latin typeface="Times New Roman" panose="020206030504050203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b>
                        <m:sSubPr>
                          <m:ctrlPr>
                            <a:rPr lang="en-US" sz="2800" i="1">
                              <a:latin typeface="Cambria Math" panose="02040503050406030204" pitchFamily="18" charset="0"/>
                            </a:rPr>
                          </m:ctrlPr>
                        </m:sSubPr>
                        <m:e>
                          <m:r>
                            <a:rPr lang="en-US" sz="2800" i="1">
                              <a:latin typeface="Cambria Math" panose="02040503050406030204" pitchFamily="18" charset="0"/>
                            </a:rPr>
                            <m:t>𝑦</m:t>
                          </m:r>
                        </m:e>
                        <m:sub>
                          <m:r>
                            <a:rPr lang="en-US" sz="2800" i="1">
                              <a:latin typeface="Cambria Math" panose="02040503050406030204" pitchFamily="18" charset="0"/>
                            </a:rPr>
                            <m:t>𝑡</m:t>
                          </m:r>
                        </m:sub>
                      </m:sSub>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𝑥</m:t>
                          </m:r>
                        </m:e>
                        <m:sub>
                          <m:r>
                            <a:rPr lang="en-US" sz="2800" i="1">
                              <a:latin typeface="Cambria Math" panose="02040503050406030204" pitchFamily="18" charset="0"/>
                            </a:rPr>
                            <m:t>𝑡</m:t>
                          </m:r>
                        </m:sub>
                      </m:sSub>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𝑣</m:t>
                          </m:r>
                        </m:e>
                        <m:sub>
                          <m:r>
                            <a:rPr lang="en-US" sz="2800" i="1">
                              <a:latin typeface="Cambria Math" panose="02040503050406030204" pitchFamily="18" charset="0"/>
                            </a:rPr>
                            <m:t>𝑡</m:t>
                          </m:r>
                        </m:sub>
                      </m:sSub>
                    </m:oMath>
                  </m:oMathPara>
                </a14:m>
                <a:endParaRPr lang="en-US" sz="280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Local Linear Trend:</a:t>
                </a:r>
              </a:p>
              <a:p>
                <a:pPr/>
                <a14:m>
                  <m:oMathPara xmlns:m="http://schemas.openxmlformats.org/officeDocument/2006/math">
                    <m:oMathParaPr>
                      <m:jc m:val="centerGroup"/>
                    </m:oMathParaPr>
                    <m:oMath xmlns:m="http://schemas.openxmlformats.org/officeDocument/2006/math">
                      <m:eqArr>
                        <m:eqArrPr>
                          <m:ctrlPr>
                            <a:rPr lang="en-US" sz="2800" i="1">
                              <a:latin typeface="Cambria Math" panose="02040503050406030204" pitchFamily="18" charset="0"/>
                            </a:rPr>
                          </m:ctrlPr>
                        </m:eqArrPr>
                        <m:e>
                          <m:sSub>
                            <m:sSubPr>
                              <m:ctrlPr>
                                <a:rPr lang="en-US" sz="2800" i="1">
                                  <a:latin typeface="Cambria Math" panose="02040503050406030204" pitchFamily="18" charset="0"/>
                                </a:rPr>
                              </m:ctrlPr>
                            </m:sSubPr>
                            <m:e>
                              <m:r>
                                <a:rPr lang="en-US" sz="2800" i="1">
                                  <a:latin typeface="Cambria Math" panose="02040503050406030204" pitchFamily="18" charset="0"/>
                                </a:rPr>
                                <m:t>𝜇</m:t>
                              </m:r>
                            </m:e>
                            <m:sub>
                              <m:r>
                                <a:rPr lang="en-US" sz="2800" i="1">
                                  <a:latin typeface="Cambria Math" panose="02040503050406030204" pitchFamily="18" charset="0"/>
                                </a:rPr>
                                <m:t>𝑡</m:t>
                              </m:r>
                            </m:sub>
                          </m:sSub>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𝜇</m:t>
                              </m:r>
                            </m:e>
                            <m:sub>
                              <m:r>
                                <a:rPr lang="en-US" sz="2800" i="1">
                                  <a:latin typeface="Cambria Math" panose="02040503050406030204" pitchFamily="18" charset="0"/>
                                </a:rPr>
                                <m:t>𝑡</m:t>
                              </m:r>
                              <m:r>
                                <a:rPr lang="en-US" sz="2800" i="1">
                                  <a:latin typeface="Cambria Math" panose="02040503050406030204" pitchFamily="18" charset="0"/>
                                </a:rPr>
                                <m:t>−1</m:t>
                              </m:r>
                            </m:sub>
                          </m:sSub>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𝛽</m:t>
                              </m:r>
                            </m:e>
                            <m:sub>
                              <m:r>
                                <a:rPr lang="en-US" sz="2800" i="1">
                                  <a:latin typeface="Cambria Math" panose="02040503050406030204" pitchFamily="18" charset="0"/>
                                </a:rPr>
                                <m:t>𝑡</m:t>
                              </m:r>
                              <m:r>
                                <a:rPr lang="en-US" sz="2800" i="1">
                                  <a:latin typeface="Cambria Math" panose="02040503050406030204" pitchFamily="18" charset="0"/>
                                </a:rPr>
                                <m:t>−1</m:t>
                              </m:r>
                            </m:sub>
                          </m:sSub>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𝑤</m:t>
                              </m:r>
                            </m:e>
                            <m:sub>
                              <m:r>
                                <a:rPr lang="en-US" sz="2800" i="1">
                                  <a:latin typeface="Cambria Math" panose="02040503050406030204" pitchFamily="18" charset="0"/>
                                </a:rPr>
                                <m:t>1</m:t>
                              </m:r>
                              <m:r>
                                <a:rPr lang="en-US" sz="2800" i="1">
                                  <a:latin typeface="Cambria Math" panose="02040503050406030204" pitchFamily="18" charset="0"/>
                                </a:rPr>
                                <m:t>𝑡</m:t>
                              </m:r>
                            </m:sub>
                          </m:sSub>
                        </m:e>
                        <m:e>
                          <m:sSub>
                            <m:sSubPr>
                              <m:ctrlPr>
                                <a:rPr lang="en-US" sz="2800" i="1">
                                  <a:latin typeface="Cambria Math" panose="02040503050406030204" pitchFamily="18" charset="0"/>
                                </a:rPr>
                              </m:ctrlPr>
                            </m:sSubPr>
                            <m:e>
                              <m:r>
                                <a:rPr lang="en-US" sz="2800" i="1">
                                  <a:latin typeface="Cambria Math" panose="02040503050406030204" pitchFamily="18" charset="0"/>
                                </a:rPr>
                                <m:t>𝛽</m:t>
                              </m:r>
                            </m:e>
                            <m:sub>
                              <m:r>
                                <a:rPr lang="en-US" sz="2800" i="1">
                                  <a:latin typeface="Cambria Math" panose="02040503050406030204" pitchFamily="18" charset="0"/>
                                </a:rPr>
                                <m:t>𝑡</m:t>
                              </m:r>
                            </m:sub>
                          </m:sSub>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𝛽</m:t>
                              </m:r>
                            </m:e>
                            <m:sub>
                              <m:r>
                                <a:rPr lang="en-US" sz="2800" i="1">
                                  <a:latin typeface="Cambria Math" panose="02040503050406030204" pitchFamily="18" charset="0"/>
                                </a:rPr>
                                <m:t>𝑡</m:t>
                              </m:r>
                              <m:r>
                                <a:rPr lang="en-US" sz="2800" i="1">
                                  <a:latin typeface="Cambria Math" panose="02040503050406030204" pitchFamily="18" charset="0"/>
                                </a:rPr>
                                <m:t>−1</m:t>
                              </m:r>
                            </m:sub>
                          </m:sSub>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𝑤</m:t>
                              </m:r>
                            </m:e>
                            <m:sub>
                              <m:r>
                                <a:rPr lang="en-US" sz="2800" i="1">
                                  <a:latin typeface="Cambria Math" panose="02040503050406030204" pitchFamily="18" charset="0"/>
                                </a:rPr>
                                <m:t>2</m:t>
                              </m:r>
                              <m:r>
                                <a:rPr lang="en-US" sz="2800" i="1">
                                  <a:latin typeface="Cambria Math" panose="02040503050406030204" pitchFamily="18" charset="0"/>
                                </a:rPr>
                                <m:t>𝑡</m:t>
                              </m:r>
                            </m:sub>
                          </m:sSub>
                        </m:e>
                        <m:e>
                          <m:sSub>
                            <m:sSubPr>
                              <m:ctrlPr>
                                <a:rPr lang="en-US" sz="2800" i="1">
                                  <a:latin typeface="Cambria Math" panose="02040503050406030204" pitchFamily="18" charset="0"/>
                                </a:rPr>
                              </m:ctrlPr>
                            </m:sSubPr>
                            <m:e>
                              <m:r>
                                <a:rPr lang="en-US" sz="2800" i="1">
                                  <a:latin typeface="Cambria Math" panose="02040503050406030204" pitchFamily="18" charset="0"/>
                                </a:rPr>
                                <m:t>𝑦</m:t>
                              </m:r>
                            </m:e>
                            <m:sub>
                              <m:r>
                                <a:rPr lang="en-US" sz="2800" i="1">
                                  <a:latin typeface="Cambria Math" panose="02040503050406030204" pitchFamily="18" charset="0"/>
                                </a:rPr>
                                <m:t>𝑡</m:t>
                              </m:r>
                            </m:sub>
                          </m:sSub>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𝜇</m:t>
                              </m:r>
                            </m:e>
                            <m:sub>
                              <m:r>
                                <a:rPr lang="en-US" sz="2800" i="1">
                                  <a:latin typeface="Cambria Math" panose="02040503050406030204" pitchFamily="18" charset="0"/>
                                </a:rPr>
                                <m:t>𝑡</m:t>
                              </m:r>
                            </m:sub>
                          </m:sSub>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𝑣</m:t>
                              </m:r>
                            </m:e>
                            <m:sub>
                              <m:r>
                                <a:rPr lang="en-US" sz="2800" i="1">
                                  <a:latin typeface="Cambria Math" panose="02040503050406030204" pitchFamily="18" charset="0"/>
                                </a:rPr>
                                <m:t>𝑡</m:t>
                              </m:r>
                            </m:sub>
                          </m:sSub>
                        </m:e>
                      </m:eqArr>
                    </m:oMath>
                  </m:oMathPara>
                </a14:m>
                <a:endParaRPr lang="en-US" sz="2800">
                  <a:latin typeface="Times New Roman" panose="02020603050405020304" pitchFamily="18" charset="0"/>
                  <a:cs typeface="Times New Roman" panose="02020603050405020304" pitchFamily="18" charset="0"/>
                </a:endParaRPr>
              </a:p>
              <a:p>
                <a:pPr lvl="3"/>
                <a:endParaRPr lang="en-US" sz="280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97155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1314450" lvl="2" indent="-457200">
                  <a:buFont typeface="Courier New" panose="02070309020205020404" pitchFamily="49" charset="0"/>
                  <a:buChar char="o"/>
                </a:pPr>
                <a:endParaRPr lang="en-US" sz="2800">
                  <a:latin typeface="Times New Roman" panose="02020603050405020304" pitchFamily="18" charset="0"/>
                  <a:cs typeface="Times New Roman" panose="02020603050405020304" pitchFamily="18" charset="0"/>
                </a:endParaRPr>
              </a:p>
            </p:txBody>
          </p:sp>
        </mc:Choice>
        <mc:Fallback xmlns="">
          <p:sp>
            <p:nvSpPr>
              <p:cNvPr id="31747" name="Rectangle 3">
                <a:extLst>
                  <a:ext uri="{FF2B5EF4-FFF2-40B4-BE49-F238E27FC236}">
                    <a16:creationId xmlns:a16="http://schemas.microsoft.com/office/drawing/2014/main" id="{9FAB4BC7-0132-8D8E-A46D-10007600C3EE}"/>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3"/>
                <a:stretch>
                  <a:fillRect l="-1136" t="-123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3347616758"/>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6F513C-4FD1-1943-86A1-C58252F2A800}"/>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8FDA951C-7EB1-7C7A-7225-8DBBB4C16DE0}"/>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Kalman Filter</a:t>
            </a:r>
            <a:endParaRPr lang="en-US" sz="3200" b="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1747" name="Rectangle 3">
                <a:extLst>
                  <a:ext uri="{FF2B5EF4-FFF2-40B4-BE49-F238E27FC236}">
                    <a16:creationId xmlns:a16="http://schemas.microsoft.com/office/drawing/2014/main" id="{1610B006-F0E1-E11A-120C-A25E2D4B391A}"/>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Kalman Filter khái quát ARIMA / local level / trend model: </a:t>
                </a:r>
                <a:endParaRPr lang="en-US" sz="280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ARIMA(1,0,0) = AR(1):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𝑦</m:t>
                        </m:r>
                      </m:e>
                      <m:sub>
                        <m:r>
                          <a:rPr lang="en-US" sz="2400" i="1">
                            <a:latin typeface="Cambria Math" panose="02040503050406030204" pitchFamily="18" charset="0"/>
                          </a:rPr>
                          <m:t>𝑡</m:t>
                        </m:r>
                      </m:sub>
                    </m:sSub>
                    <m:r>
                      <a:rPr lang="en-US" sz="2400" i="1">
                        <a:latin typeface="Cambria Math" panose="02040503050406030204" pitchFamily="18" charset="0"/>
                      </a:rPr>
                      <m:t>=</m:t>
                    </m:r>
                    <m:r>
                      <a:rPr lang="en-US" sz="2400" i="1">
                        <a:latin typeface="Cambria Math" panose="02040503050406030204" pitchFamily="18" charset="0"/>
                      </a:rPr>
                      <m:t>𝜙</m:t>
                    </m:r>
                    <m:sSub>
                      <m:sSubPr>
                        <m:ctrlPr>
                          <a:rPr lang="en-US" sz="2400" i="1">
                            <a:latin typeface="Cambria Math" panose="02040503050406030204" pitchFamily="18" charset="0"/>
                          </a:rPr>
                        </m:ctrlPr>
                      </m:sSubPr>
                      <m:e>
                        <m:r>
                          <a:rPr lang="en-US" sz="2400" i="1">
                            <a:latin typeface="Cambria Math" panose="02040503050406030204" pitchFamily="18" charset="0"/>
                          </a:rPr>
                          <m:t>𝑦</m:t>
                        </m:r>
                      </m:e>
                      <m:sub>
                        <m:r>
                          <a:rPr lang="en-US" sz="2400" i="1">
                            <a:latin typeface="Cambria Math" panose="02040503050406030204" pitchFamily="18" charset="0"/>
                          </a:rPr>
                          <m:t>𝑡</m:t>
                        </m:r>
                        <m:r>
                          <a:rPr lang="en-US" sz="2400" i="1">
                            <a:latin typeface="Cambria Math" panose="02040503050406030204" pitchFamily="18" charset="0"/>
                          </a:rPr>
                          <m:t>−1</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𝜀</m:t>
                        </m:r>
                      </m:e>
                      <m:sub>
                        <m:r>
                          <a:rPr lang="en-US" sz="2400" i="1">
                            <a:latin typeface="Cambria Math" panose="02040503050406030204" pitchFamily="18" charset="0"/>
                          </a:rPr>
                          <m:t>𝑡</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𝜀</m:t>
                        </m:r>
                      </m:e>
                      <m:sub>
                        <m:r>
                          <a:rPr lang="en-US" sz="2400" i="1">
                            <a:latin typeface="Cambria Math" panose="02040503050406030204" pitchFamily="18" charset="0"/>
                          </a:rPr>
                          <m:t>𝑡</m:t>
                        </m:r>
                      </m:sub>
                    </m:sSub>
                    <m:r>
                      <a:rPr lang="en-US" sz="2400" i="1">
                        <a:latin typeface="Cambria Math" panose="02040503050406030204" pitchFamily="18" charset="0"/>
                      </a:rPr>
                      <m:t>∼</m:t>
                    </m:r>
                    <m:r>
                      <a:rPr lang="en-US" sz="2400" i="1">
                        <a:latin typeface="Cambria Math" panose="02040503050406030204" pitchFamily="18" charset="0"/>
                      </a:rPr>
                      <m:t>𝑁</m:t>
                    </m:r>
                    <m:r>
                      <a:rPr lang="en-US" sz="2400" i="1">
                        <a:latin typeface="Cambria Math" panose="02040503050406030204" pitchFamily="18" charset="0"/>
                      </a:rPr>
                      <m:t>(0,</m:t>
                    </m:r>
                    <m:sSup>
                      <m:sSupPr>
                        <m:ctrlPr>
                          <a:rPr lang="en-US" sz="2400" i="1">
                            <a:latin typeface="Cambria Math" panose="02040503050406030204" pitchFamily="18" charset="0"/>
                          </a:rPr>
                        </m:ctrlPr>
                      </m:sSupPr>
                      <m:e>
                        <m:r>
                          <a:rPr lang="en-US" sz="2400" i="1">
                            <a:latin typeface="Cambria Math" panose="02040503050406030204" pitchFamily="18" charset="0"/>
                          </a:rPr>
                          <m:t>𝜎</m:t>
                        </m:r>
                      </m:e>
                      <m:sup>
                        <m:r>
                          <a:rPr lang="en-US" sz="2400" i="1">
                            <a:latin typeface="Cambria Math" panose="02040503050406030204" pitchFamily="18" charset="0"/>
                          </a:rPr>
                          <m:t>2</m:t>
                        </m:r>
                      </m:sup>
                    </m:sSup>
                    <m:r>
                      <a:rPr lang="en-US" sz="2400" i="1">
                        <a:latin typeface="Cambria Math" panose="02040503050406030204" pitchFamily="18" charset="0"/>
                      </a:rPr>
                      <m:t>)</m:t>
                    </m:r>
                  </m:oMath>
                </a14:m>
                <a:endParaRPr lang="en-US" sz="2400">
                  <a:latin typeface="Times New Roman" panose="02020603050405020304" pitchFamily="18" charset="0"/>
                  <a:cs typeface="Times New Roman" panose="02020603050405020304" pitchFamily="18" charset="0"/>
                </a:endParaRPr>
              </a:p>
              <a:p>
                <a:pPr lvl="2"/>
                <a:r>
                  <a:rPr lang="en-US" sz="2400">
                    <a:latin typeface="Times New Roman" panose="02020603050405020304" pitchFamily="18" charset="0"/>
                    <a:cs typeface="Times New Roman" panose="02020603050405020304" pitchFamily="18" charset="0"/>
                  </a:rPr>
                  <a:t>Ta đặt trạng thái ẩn là chính giá trị AR(1):</a:t>
                </a:r>
              </a:p>
              <a:p>
                <a:pP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i="1">
                              <a:latin typeface="Cambria Math" panose="02040503050406030204" pitchFamily="18" charset="0"/>
                            </a:rPr>
                            <m:t>𝑡</m:t>
                          </m:r>
                        </m:sub>
                      </m:sSub>
                      <m:r>
                        <a:rPr lang="en-US" sz="2400" i="1">
                          <a:latin typeface="Cambria Math" panose="02040503050406030204" pitchFamily="18" charset="0"/>
                        </a:rPr>
                        <m:t>=</m:t>
                      </m:r>
                      <m:r>
                        <a:rPr lang="en-US" sz="2400" i="1">
                          <a:latin typeface="Cambria Math" panose="02040503050406030204" pitchFamily="18" charset="0"/>
                        </a:rPr>
                        <m:t>𝜙</m:t>
                      </m:r>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i="1">
                              <a:latin typeface="Cambria Math" panose="02040503050406030204" pitchFamily="18" charset="0"/>
                            </a:rPr>
                            <m:t>𝑡</m:t>
                          </m:r>
                          <m:r>
                            <a:rPr lang="en-US" sz="2400" i="1">
                              <a:latin typeface="Cambria Math" panose="02040503050406030204" pitchFamily="18" charset="0"/>
                            </a:rPr>
                            <m:t>−1</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𝑤</m:t>
                          </m:r>
                        </m:e>
                        <m:sub>
                          <m:r>
                            <a:rPr lang="en-US" sz="2400" i="1">
                              <a:latin typeface="Cambria Math" panose="02040503050406030204" pitchFamily="18" charset="0"/>
                            </a:rPr>
                            <m:t>𝑡</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𝑤</m:t>
                          </m:r>
                        </m:e>
                        <m:sub>
                          <m:r>
                            <a:rPr lang="en-US" sz="2400" i="1">
                              <a:latin typeface="Cambria Math" panose="02040503050406030204" pitchFamily="18" charset="0"/>
                            </a:rPr>
                            <m:t>𝑡</m:t>
                          </m:r>
                        </m:sub>
                      </m:sSub>
                      <m:r>
                        <a:rPr lang="en-US" sz="2400" i="1">
                          <a:latin typeface="Cambria Math" panose="02040503050406030204" pitchFamily="18" charset="0"/>
                        </a:rPr>
                        <m:t>∼</m:t>
                      </m:r>
                      <m:r>
                        <a:rPr lang="en-US" sz="2400" i="1">
                          <a:latin typeface="Cambria Math" panose="02040503050406030204" pitchFamily="18" charset="0"/>
                        </a:rPr>
                        <m:t>𝑁</m:t>
                      </m:r>
                      <m:r>
                        <a:rPr lang="en-US" sz="2400" i="1">
                          <a:latin typeface="Cambria Math" panose="02040503050406030204" pitchFamily="18" charset="0"/>
                        </a:rPr>
                        <m:t>(0,</m:t>
                      </m:r>
                      <m:sSup>
                        <m:sSupPr>
                          <m:ctrlPr>
                            <a:rPr lang="en-US" sz="2400" i="1">
                              <a:latin typeface="Cambria Math" panose="02040503050406030204" pitchFamily="18" charset="0"/>
                            </a:rPr>
                          </m:ctrlPr>
                        </m:sSupPr>
                        <m:e>
                          <m:r>
                            <a:rPr lang="en-US" sz="2400" i="1">
                              <a:latin typeface="Cambria Math" panose="02040503050406030204" pitchFamily="18" charset="0"/>
                            </a:rPr>
                            <m:t>𝜎</m:t>
                          </m:r>
                        </m:e>
                        <m:sup>
                          <m:r>
                            <a:rPr lang="en-US" sz="2400" i="1">
                              <a:latin typeface="Cambria Math" panose="02040503050406030204" pitchFamily="18" charset="0"/>
                            </a:rPr>
                            <m:t>2</m:t>
                          </m:r>
                        </m:sup>
                      </m:sSup>
                      <m:r>
                        <a:rPr lang="en-US" sz="2400" i="1">
                          <a:latin typeface="Cambria Math" panose="02040503050406030204" pitchFamily="18" charset="0"/>
                        </a:rPr>
                        <m:t>)</m:t>
                      </m:r>
                    </m:oMath>
                  </m:oMathPara>
                </a14:m>
                <a:endParaRPr lang="en-US" sz="2400">
                  <a:latin typeface="Times New Roman" panose="02020603050405020304" pitchFamily="18" charset="0"/>
                  <a:cs typeface="Times New Roman" panose="02020603050405020304" pitchFamily="18" charset="0"/>
                </a:endParaRPr>
              </a:p>
              <a:p>
                <a14:m>
                  <m:oMath xmlns:m="http://schemas.openxmlformats.org/officeDocument/2006/math">
                    <m:sSub>
                      <m:sSubPr>
                        <m:ctrlPr>
                          <a:rPr lang="en-US" sz="3200" i="1">
                            <a:latin typeface="Cambria Math" panose="02040503050406030204" pitchFamily="18" charset="0"/>
                          </a:rPr>
                        </m:ctrlPr>
                      </m:sSubPr>
                      <m:e>
                        <m:r>
                          <a:rPr lang="en-US" sz="3200" b="0" i="1" smtClean="0">
                            <a:latin typeface="Cambria Math" panose="02040503050406030204" pitchFamily="18" charset="0"/>
                          </a:rPr>
                          <m:t>                           </m:t>
                        </m:r>
                        <m:r>
                          <a:rPr lang="en-US" sz="2400" i="1">
                            <a:latin typeface="Cambria Math" panose="02040503050406030204" pitchFamily="18" charset="0"/>
                          </a:rPr>
                          <m:t>𝑦</m:t>
                        </m:r>
                      </m:e>
                      <m:sub>
                        <m:r>
                          <a:rPr lang="en-US" sz="2400" i="1">
                            <a:latin typeface="Cambria Math" panose="02040503050406030204" pitchFamily="18" charset="0"/>
                          </a:rPr>
                          <m:t>𝑡</m:t>
                        </m:r>
                      </m:sub>
                    </m:sSub>
                    <m:r>
                      <a:rPr lang="en-US" sz="2400" i="1">
                        <a:latin typeface="Cambria Math" panose="02040503050406030204" pitchFamily="18" charset="0"/>
                      </a:rPr>
                      <m:t>=</m:t>
                    </m:r>
                    <m:sSub>
                      <m:sSubPr>
                        <m:ctrlPr>
                          <a:rPr lang="en-US" sz="3200" i="1">
                            <a:latin typeface="Cambria Math" panose="02040503050406030204" pitchFamily="18" charset="0"/>
                          </a:rPr>
                        </m:ctrlPr>
                      </m:sSubPr>
                      <m:e>
                        <m:r>
                          <a:rPr lang="en-US" sz="2400" i="1">
                            <a:latin typeface="Cambria Math" panose="02040503050406030204" pitchFamily="18" charset="0"/>
                          </a:rPr>
                          <m:t>𝑥</m:t>
                        </m:r>
                      </m:e>
                      <m:sub>
                        <m:r>
                          <a:rPr lang="en-US" sz="2400" i="1">
                            <a:latin typeface="Cambria Math" panose="02040503050406030204" pitchFamily="18" charset="0"/>
                          </a:rPr>
                          <m:t>𝑡</m:t>
                        </m:r>
                      </m:sub>
                    </m:sSub>
                  </m:oMath>
                </a14:m>
                <a:r>
                  <a:rPr lang="en-US" sz="2400">
                    <a:latin typeface="Times New Roman" panose="02020603050405020304" pitchFamily="18" charset="0"/>
                    <a:cs typeface="Times New Roman" panose="02020603050405020304" pitchFamily="18" charset="0"/>
                  </a:rPr>
                  <a:t> </a:t>
                </a:r>
                <a:endParaRPr lang="en-US" sz="280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r>
                  <a:rPr lang="es-ES" sz="2400">
                    <a:latin typeface="Times New Roman" panose="02020603050405020304" pitchFamily="18" charset="0"/>
                    <a:cs typeface="Times New Roman" panose="02020603050405020304" pitchFamily="18" charset="0"/>
                  </a:rPr>
                  <a:t>ARIMA(0,1,1):  </a:t>
                </a:r>
                <a14:m>
                  <m:oMath xmlns:m="http://schemas.openxmlformats.org/officeDocument/2006/math">
                    <m:r>
                      <m:rPr>
                        <m:sty m:val="p"/>
                      </m:rPr>
                      <a:rPr lang="en-US" sz="2400">
                        <a:latin typeface="Cambria Math" panose="02040503050406030204" pitchFamily="18" charset="0"/>
                      </a:rPr>
                      <m:t>Δ</m:t>
                    </m:r>
                    <m:sSub>
                      <m:sSubPr>
                        <m:ctrlPr>
                          <a:rPr lang="en-US" sz="2400" i="1">
                            <a:latin typeface="Cambria Math" panose="02040503050406030204" pitchFamily="18" charset="0"/>
                          </a:rPr>
                        </m:ctrlPr>
                      </m:sSubPr>
                      <m:e>
                        <m:r>
                          <a:rPr lang="en-US" sz="2400" i="1">
                            <a:latin typeface="Cambria Math" panose="02040503050406030204" pitchFamily="18" charset="0"/>
                          </a:rPr>
                          <m:t>𝑦</m:t>
                        </m:r>
                      </m:e>
                      <m:sub>
                        <m:r>
                          <a:rPr lang="en-US" sz="2400" i="1">
                            <a:latin typeface="Cambria Math" panose="02040503050406030204" pitchFamily="18" charset="0"/>
                          </a:rPr>
                          <m:t>𝑡</m:t>
                        </m:r>
                      </m:sub>
                    </m:sSub>
                    <m:r>
                      <a:rPr lang="es-E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𝑦</m:t>
                        </m:r>
                      </m:e>
                      <m:sub>
                        <m:r>
                          <a:rPr lang="en-US" sz="2400" i="1">
                            <a:latin typeface="Cambria Math" panose="02040503050406030204" pitchFamily="18" charset="0"/>
                          </a:rPr>
                          <m:t>𝑡</m:t>
                        </m:r>
                      </m:sub>
                    </m:sSub>
                    <m:r>
                      <a:rPr lang="es-E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𝑦</m:t>
                        </m:r>
                      </m:e>
                      <m:sub>
                        <m:r>
                          <a:rPr lang="en-US" sz="2400" i="1">
                            <a:latin typeface="Cambria Math" panose="02040503050406030204" pitchFamily="18" charset="0"/>
                          </a:rPr>
                          <m:t>𝑡</m:t>
                        </m:r>
                        <m:r>
                          <a:rPr lang="es-ES" sz="2400" i="1">
                            <a:latin typeface="Cambria Math" panose="02040503050406030204" pitchFamily="18" charset="0"/>
                          </a:rPr>
                          <m:t>−1</m:t>
                        </m:r>
                      </m:sub>
                    </m:sSub>
                    <m:r>
                      <a:rPr lang="es-ES" sz="2400" i="1">
                        <a:latin typeface="Cambria Math" panose="02040503050406030204" pitchFamily="18" charset="0"/>
                      </a:rPr>
                      <m:t>=</m:t>
                    </m:r>
                    <m:r>
                      <a:rPr lang="en-US" sz="2400" i="1">
                        <a:latin typeface="Cambria Math" panose="02040503050406030204" pitchFamily="18" charset="0"/>
                      </a:rPr>
                      <m:t>𝜃</m:t>
                    </m:r>
                    <m:sSub>
                      <m:sSubPr>
                        <m:ctrlPr>
                          <a:rPr lang="en-US" sz="2400" i="1">
                            <a:latin typeface="Cambria Math" panose="02040503050406030204" pitchFamily="18" charset="0"/>
                          </a:rPr>
                        </m:ctrlPr>
                      </m:sSubPr>
                      <m:e>
                        <m:r>
                          <a:rPr lang="en-US" sz="2400" i="1">
                            <a:latin typeface="Cambria Math" panose="02040503050406030204" pitchFamily="18" charset="0"/>
                          </a:rPr>
                          <m:t>𝜀</m:t>
                        </m:r>
                      </m:e>
                      <m:sub>
                        <m:r>
                          <a:rPr lang="en-US" sz="2400" i="1">
                            <a:latin typeface="Cambria Math" panose="02040503050406030204" pitchFamily="18" charset="0"/>
                          </a:rPr>
                          <m:t>𝑡</m:t>
                        </m:r>
                        <m:r>
                          <a:rPr lang="es-ES" sz="2400" i="1">
                            <a:latin typeface="Cambria Math" panose="02040503050406030204" pitchFamily="18" charset="0"/>
                          </a:rPr>
                          <m:t>−1</m:t>
                        </m:r>
                      </m:sub>
                    </m:sSub>
                    <m:r>
                      <a:rPr lang="es-E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𝜀</m:t>
                        </m:r>
                      </m:e>
                      <m:sub>
                        <m:r>
                          <a:rPr lang="en-US" sz="2400" i="1">
                            <a:latin typeface="Cambria Math" panose="02040503050406030204" pitchFamily="18" charset="0"/>
                          </a:rPr>
                          <m:t>𝑡</m:t>
                        </m:r>
                      </m:sub>
                    </m:sSub>
                  </m:oMath>
                </a14:m>
                <a:endParaRPr lang="en-US" sz="2400">
                  <a:latin typeface="Times New Roman" panose="02020603050405020304" pitchFamily="18" charset="0"/>
                  <a:cs typeface="Times New Roman" panose="02020603050405020304" pitchFamily="18" charset="0"/>
                </a:endParaRPr>
              </a:p>
              <a:p>
                <a:pPr lvl="2"/>
                <a:r>
                  <a:rPr lang="en-US" sz="2400">
                    <a:latin typeface="Times New Roman" panose="02020603050405020304" pitchFamily="18" charset="0"/>
                    <a:cs typeface="Times New Roman" panose="02020603050405020304" pitchFamily="18" charset="0"/>
                  </a:rPr>
                  <a:t>Đây chính là Local Level Model trong cấu trúc chuỗi thời gian:</a:t>
                </a:r>
              </a:p>
              <a:p>
                <a:pP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i="1">
                              <a:latin typeface="Cambria Math" panose="02040503050406030204" pitchFamily="18" charset="0"/>
                            </a:rPr>
                            <m:t>𝑡</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i="1">
                              <a:latin typeface="Cambria Math" panose="02040503050406030204" pitchFamily="18" charset="0"/>
                            </a:rPr>
                            <m:t>𝑡</m:t>
                          </m:r>
                          <m:r>
                            <a:rPr lang="en-US" sz="2400" i="1">
                              <a:latin typeface="Cambria Math" panose="02040503050406030204" pitchFamily="18" charset="0"/>
                            </a:rPr>
                            <m:t>−1</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𝑤</m:t>
                          </m:r>
                        </m:e>
                        <m:sub>
                          <m:r>
                            <a:rPr lang="en-US" sz="2400" i="1">
                              <a:latin typeface="Cambria Math" panose="02040503050406030204" pitchFamily="18" charset="0"/>
                            </a:rPr>
                            <m:t>𝑡</m:t>
                          </m:r>
                        </m:sub>
                      </m:sSub>
                    </m:oMath>
                  </m:oMathPara>
                </a14:m>
                <a:endParaRPr lang="en-US" sz="2400">
                  <a:latin typeface="Times New Roman" panose="020206030504050203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𝑦</m:t>
                          </m:r>
                        </m:e>
                        <m:sub>
                          <m:r>
                            <a:rPr lang="en-US" sz="2400" i="1">
                              <a:latin typeface="Cambria Math" panose="02040503050406030204" pitchFamily="18" charset="0"/>
                            </a:rPr>
                            <m:t>𝑡</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i="1">
                              <a:latin typeface="Cambria Math" panose="02040503050406030204" pitchFamily="18" charset="0"/>
                            </a:rPr>
                            <m:t>𝑡</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𝑣</m:t>
                          </m:r>
                        </m:e>
                        <m:sub>
                          <m:r>
                            <a:rPr lang="en-US" sz="2400" i="1">
                              <a:latin typeface="Cambria Math" panose="02040503050406030204" pitchFamily="18" charset="0"/>
                            </a:rPr>
                            <m:t>𝑡</m:t>
                          </m:r>
                        </m:sub>
                      </m:sSub>
                    </m:oMath>
                  </m:oMathPara>
                </a14:m>
                <a:endParaRPr lang="en-US" sz="240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endParaRPr lang="en-US" sz="2400">
                  <a:latin typeface="Times New Roman" panose="02020603050405020304" pitchFamily="18" charset="0"/>
                  <a:cs typeface="Times New Roman" panose="02020603050405020304" pitchFamily="18" charset="0"/>
                </a:endParaRPr>
              </a:p>
              <a:p>
                <a:pPr marL="1314450" lvl="2" indent="-457200">
                  <a:buFont typeface="Courier New" panose="02070309020205020404" pitchFamily="49" charset="0"/>
                  <a:buChar char="o"/>
                </a:pPr>
                <a:endParaRPr lang="en-US" sz="2800">
                  <a:latin typeface="Times New Roman" panose="02020603050405020304" pitchFamily="18" charset="0"/>
                  <a:cs typeface="Times New Roman" panose="02020603050405020304" pitchFamily="18" charset="0"/>
                </a:endParaRPr>
              </a:p>
            </p:txBody>
          </p:sp>
        </mc:Choice>
        <mc:Fallback xmlns="">
          <p:sp>
            <p:nvSpPr>
              <p:cNvPr id="31747" name="Rectangle 3">
                <a:extLst>
                  <a:ext uri="{FF2B5EF4-FFF2-40B4-BE49-F238E27FC236}">
                    <a16:creationId xmlns:a16="http://schemas.microsoft.com/office/drawing/2014/main" id="{1610B006-F0E1-E11A-120C-A25E2D4B391A}"/>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3"/>
                <a:stretch>
                  <a:fillRect l="-1136" t="-123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2008176720"/>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234195-3585-58AA-21D2-F7637CA1D041}"/>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D816FDA4-5B55-83E6-17CB-A69F8EB65F2C}"/>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Kalman Filter</a:t>
            </a:r>
            <a:endParaRPr lang="en-US" sz="3200" b="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1747" name="Rectangle 3">
                <a:extLst>
                  <a:ext uri="{FF2B5EF4-FFF2-40B4-BE49-F238E27FC236}">
                    <a16:creationId xmlns:a16="http://schemas.microsoft.com/office/drawing/2014/main" id="{6B4D4446-AE7A-4246-E73D-624E8E5BE820}"/>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800100" lvl="1" indent="-3429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Ví dụ </a:t>
                </a:r>
                <a:r>
                  <a:rPr lang="en-US" sz="2400" b="1">
                    <a:latin typeface="Times New Roman" panose="02020603050405020304" pitchFamily="18" charset="0"/>
                    <a:cs typeface="Times New Roman" panose="02020603050405020304" pitchFamily="18" charset="0"/>
                  </a:rPr>
                  <a:t>ARIMA(1,0,0): </a:t>
                </a:r>
                <a:r>
                  <a:rPr lang="es-ES" sz="2400">
                    <a:latin typeface="Times New Roman" panose="02020603050405020304" pitchFamily="18" charset="0"/>
                    <a:cs typeface="Times New Roman" panose="02020603050405020304" pitchFamily="18" charset="0"/>
                  </a:rPr>
                  <a:t>Giả sử ta có chuỗi:</a:t>
                </a:r>
              </a:p>
              <a:p>
                <a:pPr marL="857250" lvl="2" indent="0"/>
                <a:r>
                  <a:rPr lang="es-ES" sz="240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𝑦</m:t>
                        </m:r>
                      </m:e>
                      <m:sub>
                        <m:r>
                          <a:rPr lang="en-US" sz="2400" i="1">
                            <a:latin typeface="Cambria Math" panose="02040503050406030204" pitchFamily="18" charset="0"/>
                          </a:rPr>
                          <m:t>𝑡</m:t>
                        </m:r>
                      </m:sub>
                    </m:sSub>
                    <m:r>
                      <a:rPr lang="es-ES" sz="2400" i="1">
                        <a:latin typeface="Cambria Math" panose="02040503050406030204" pitchFamily="18" charset="0"/>
                      </a:rPr>
                      <m:t>=0.7</m:t>
                    </m:r>
                    <m:sSub>
                      <m:sSubPr>
                        <m:ctrlPr>
                          <a:rPr lang="en-US" sz="2400" i="1">
                            <a:latin typeface="Cambria Math" panose="02040503050406030204" pitchFamily="18" charset="0"/>
                          </a:rPr>
                        </m:ctrlPr>
                      </m:sSubPr>
                      <m:e>
                        <m:r>
                          <a:rPr lang="en-US" sz="2400" i="1">
                            <a:latin typeface="Cambria Math" panose="02040503050406030204" pitchFamily="18" charset="0"/>
                          </a:rPr>
                          <m:t>𝑦</m:t>
                        </m:r>
                      </m:e>
                      <m:sub>
                        <m:r>
                          <a:rPr lang="en-US" sz="2400" i="1">
                            <a:latin typeface="Cambria Math" panose="02040503050406030204" pitchFamily="18" charset="0"/>
                          </a:rPr>
                          <m:t>𝑡</m:t>
                        </m:r>
                        <m:r>
                          <a:rPr lang="es-ES" sz="2400" i="1">
                            <a:latin typeface="Cambria Math" panose="02040503050406030204" pitchFamily="18" charset="0"/>
                          </a:rPr>
                          <m:t>−1</m:t>
                        </m:r>
                      </m:sub>
                    </m:sSub>
                    <m:r>
                      <a:rPr lang="es-E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𝜀</m:t>
                        </m:r>
                      </m:e>
                      <m:sub>
                        <m:r>
                          <a:rPr lang="en-US" sz="2400" i="1">
                            <a:latin typeface="Cambria Math" panose="02040503050406030204" pitchFamily="18" charset="0"/>
                          </a:rPr>
                          <m:t>𝑡</m:t>
                        </m:r>
                      </m:sub>
                    </m:sSub>
                    <m:r>
                      <a:rPr lang="es-E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𝜀</m:t>
                        </m:r>
                      </m:e>
                      <m:sub>
                        <m:r>
                          <a:rPr lang="en-US" sz="2400" i="1">
                            <a:latin typeface="Cambria Math" panose="02040503050406030204" pitchFamily="18" charset="0"/>
                          </a:rPr>
                          <m:t>𝑡</m:t>
                        </m:r>
                      </m:sub>
                    </m:sSub>
                    <m:r>
                      <a:rPr lang="es-ES" sz="2400" i="1">
                        <a:latin typeface="Cambria Math" panose="02040503050406030204" pitchFamily="18" charset="0"/>
                      </a:rPr>
                      <m:t>∼</m:t>
                    </m:r>
                    <m:r>
                      <a:rPr lang="en-US" sz="2400" i="1">
                        <a:latin typeface="Cambria Math" panose="02040503050406030204" pitchFamily="18" charset="0"/>
                      </a:rPr>
                      <m:t>𝑁</m:t>
                    </m:r>
                    <m:r>
                      <a:rPr lang="es-ES" sz="2400" i="1">
                        <a:latin typeface="Cambria Math" panose="02040503050406030204" pitchFamily="18" charset="0"/>
                      </a:rPr>
                      <m:t>(0,1)</m:t>
                    </m:r>
                  </m:oMath>
                </a14:m>
                <a:br>
                  <a:rPr lang="es-ES" sz="2400" i="1">
                    <a:latin typeface="Times New Roman" panose="02020603050405020304" pitchFamily="18" charset="0"/>
                    <a:cs typeface="Times New Roman" panose="02020603050405020304" pitchFamily="18" charset="0"/>
                  </a:rPr>
                </a:br>
                <a:r>
                  <a:rPr lang="es-ES" sz="2400">
                    <a:latin typeface="Times New Roman" panose="02020603050405020304" pitchFamily="18" charset="0"/>
                    <a:cs typeface="Times New Roman" panose="02020603050405020304" pitchFamily="18" charset="0"/>
                  </a:rPr>
                  <a:t>Ban đầu: </a:t>
                </a:r>
                <a14:m>
                  <m:oMath xmlns:m="http://schemas.openxmlformats.org/officeDocument/2006/math">
                    <m:sSub>
                      <m:sSubPr>
                        <m:ctrlPr>
                          <a:rPr lang="en-US" sz="2400" i="1">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i="1">
                                <a:latin typeface="Cambria Math" panose="02040503050406030204" pitchFamily="18" charset="0"/>
                              </a:rPr>
                              <m:t>𝑦</m:t>
                            </m:r>
                          </m:e>
                        </m:acc>
                      </m:e>
                      <m:sub>
                        <m:r>
                          <a:rPr lang="es-ES" sz="2400" i="1">
                            <a:latin typeface="Cambria Math" panose="02040503050406030204" pitchFamily="18" charset="0"/>
                          </a:rPr>
                          <m:t>0</m:t>
                        </m:r>
                      </m:sub>
                    </m:sSub>
                    <m:r>
                      <a:rPr lang="es-ES" sz="2400" i="1">
                        <a:latin typeface="Cambria Math" panose="02040503050406030204" pitchFamily="18" charset="0"/>
                      </a:rPr>
                      <m:t>=0,</m:t>
                    </m:r>
                    <m:r>
                      <m:rPr>
                        <m:nor/>
                      </m:rPr>
                      <a:rPr lang="es-ES" sz="2400">
                        <a:latin typeface="Times New Roman" panose="02020603050405020304" pitchFamily="18" charset="0"/>
                        <a:cs typeface="Times New Roman" panose="02020603050405020304" pitchFamily="18" charset="0"/>
                      </a:rPr>
                      <m:t>  </m:t>
                    </m:r>
                    <m:sSub>
                      <m:sSubPr>
                        <m:ctrlPr>
                          <a:rPr lang="en-US" sz="2400" i="1">
                            <a:latin typeface="Cambria Math" panose="02040503050406030204" pitchFamily="18" charset="0"/>
                          </a:rPr>
                        </m:ctrlPr>
                      </m:sSubPr>
                      <m:e>
                        <m:r>
                          <a:rPr lang="en-US" sz="2400" i="1">
                            <a:latin typeface="Cambria Math" panose="02040503050406030204" pitchFamily="18" charset="0"/>
                          </a:rPr>
                          <m:t>𝑃</m:t>
                        </m:r>
                      </m:e>
                      <m:sub>
                        <m:r>
                          <a:rPr lang="es-ES" sz="2400" i="1">
                            <a:latin typeface="Cambria Math" panose="02040503050406030204" pitchFamily="18" charset="0"/>
                          </a:rPr>
                          <m:t>0</m:t>
                        </m:r>
                      </m:sub>
                    </m:sSub>
                    <m:r>
                      <a:rPr lang="es-ES" sz="2400" i="1">
                        <a:latin typeface="Cambria Math" panose="02040503050406030204" pitchFamily="18" charset="0"/>
                      </a:rPr>
                      <m:t>=10</m:t>
                    </m:r>
                  </m:oMath>
                </a14:m>
                <a:endParaRPr lang="en-US" sz="2400">
                  <a:latin typeface="Times New Roman" panose="02020603050405020304" pitchFamily="18" charset="0"/>
                  <a:cs typeface="Times New Roman" panose="02020603050405020304" pitchFamily="18" charset="0"/>
                </a:endParaRPr>
              </a:p>
              <a:p>
                <a:pPr lvl="2">
                  <a:buFont typeface="Courier New" panose="02070309020205020404" pitchFamily="49" charset="0"/>
                  <a:buChar char="o"/>
                </a:pPr>
                <a:r>
                  <a:rPr lang="en-US" sz="2400" b="1">
                    <a:latin typeface="Times New Roman" panose="02020603050405020304" pitchFamily="18" charset="0"/>
                    <a:cs typeface="Times New Roman" panose="02020603050405020304" pitchFamily="18" charset="0"/>
                  </a:rPr>
                  <a:t>Kalman Predict: </a:t>
                </a:r>
                <a:endParaRPr lang="en-US" sz="2400">
                  <a:latin typeface="Times New Roman" panose="020206030504050203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i="1">
                                  <a:latin typeface="Cambria Math" panose="02040503050406030204" pitchFamily="18" charset="0"/>
                                </a:rPr>
                                <m:t>𝑦</m:t>
                              </m:r>
                            </m:e>
                          </m:acc>
                        </m:e>
                        <m:sub>
                          <m:r>
                            <a:rPr lang="en-US" sz="2400" i="1">
                              <a:latin typeface="Cambria Math" panose="02040503050406030204" pitchFamily="18" charset="0"/>
                            </a:rPr>
                            <m:t>𝑡</m:t>
                          </m:r>
                          <m:r>
                            <a:rPr lang="en-US" sz="2400">
                              <a:latin typeface="Cambria Math" panose="02040503050406030204" pitchFamily="18" charset="0"/>
                            </a:rPr>
                            <m:t>∣</m:t>
                          </m:r>
                          <m:r>
                            <a:rPr lang="en-US" sz="2400" i="1">
                              <a:latin typeface="Cambria Math" panose="02040503050406030204" pitchFamily="18" charset="0"/>
                            </a:rPr>
                            <m:t>𝑡</m:t>
                          </m:r>
                          <m:r>
                            <a:rPr lang="en-US" sz="2400" i="1">
                              <a:latin typeface="Cambria Math" panose="02040503050406030204" pitchFamily="18" charset="0"/>
                            </a:rPr>
                            <m:t>−1</m:t>
                          </m:r>
                        </m:sub>
                      </m:sSub>
                      <m:r>
                        <a:rPr lang="en-US" sz="2400" i="1">
                          <a:latin typeface="Cambria Math" panose="02040503050406030204" pitchFamily="18" charset="0"/>
                        </a:rPr>
                        <m:t>=0.7</m:t>
                      </m:r>
                      <m:r>
                        <m:rPr>
                          <m:nor/>
                        </m:rPr>
                        <a:rPr lang="en-US" sz="2400">
                          <a:latin typeface="Times New Roman" panose="02020603050405020304" pitchFamily="18" charset="0"/>
                          <a:cs typeface="Times New Roman" panose="02020603050405020304" pitchFamily="18" charset="0"/>
                        </a:rPr>
                        <m:t> </m:t>
                      </m:r>
                      <m:sSub>
                        <m:sSubPr>
                          <m:ctrlPr>
                            <a:rPr lang="en-US" sz="2400" i="1">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i="1">
                                  <a:latin typeface="Cambria Math" panose="02040503050406030204" pitchFamily="18" charset="0"/>
                                </a:rPr>
                                <m:t>𝑦</m:t>
                              </m:r>
                            </m:e>
                          </m:acc>
                        </m:e>
                        <m:sub>
                          <m:r>
                            <a:rPr lang="en-US" sz="2400" i="1">
                              <a:latin typeface="Cambria Math" panose="02040503050406030204" pitchFamily="18" charset="0"/>
                            </a:rPr>
                            <m:t>𝑡</m:t>
                          </m:r>
                          <m:r>
                            <a:rPr lang="en-US" sz="2400" i="1">
                              <a:latin typeface="Cambria Math" panose="02040503050406030204" pitchFamily="18" charset="0"/>
                            </a:rPr>
                            <m:t>−1</m:t>
                          </m:r>
                          <m:r>
                            <a:rPr lang="en-US" sz="2400">
                              <a:latin typeface="Cambria Math" panose="02040503050406030204" pitchFamily="18" charset="0"/>
                            </a:rPr>
                            <m:t>∣</m:t>
                          </m:r>
                          <m:r>
                            <a:rPr lang="en-US" sz="2400" i="1">
                              <a:latin typeface="Cambria Math" panose="02040503050406030204" pitchFamily="18" charset="0"/>
                            </a:rPr>
                            <m:t>𝑡</m:t>
                          </m:r>
                          <m:r>
                            <a:rPr lang="en-US" sz="2400" i="1">
                              <a:latin typeface="Cambria Math" panose="02040503050406030204" pitchFamily="18" charset="0"/>
                            </a:rPr>
                            <m:t>−1</m:t>
                          </m:r>
                        </m:sub>
                      </m:sSub>
                    </m:oMath>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𝑃</m:t>
                          </m:r>
                        </m:e>
                        <m:sub>
                          <m:r>
                            <a:rPr lang="en-US" sz="2400" i="1">
                              <a:latin typeface="Cambria Math" panose="02040503050406030204" pitchFamily="18" charset="0"/>
                            </a:rPr>
                            <m:t>𝑡</m:t>
                          </m:r>
                          <m:r>
                            <a:rPr lang="en-US" sz="2400">
                              <a:latin typeface="Cambria Math" panose="02040503050406030204" pitchFamily="18" charset="0"/>
                            </a:rPr>
                            <m:t>∣</m:t>
                          </m:r>
                          <m:r>
                            <a:rPr lang="en-US" sz="2400" i="1">
                              <a:latin typeface="Cambria Math" panose="02040503050406030204" pitchFamily="18" charset="0"/>
                            </a:rPr>
                            <m:t>𝑡</m:t>
                          </m:r>
                          <m:r>
                            <a:rPr lang="en-US" sz="2400" i="1">
                              <a:latin typeface="Cambria Math" panose="02040503050406030204" pitchFamily="18" charset="0"/>
                            </a:rPr>
                            <m:t>−1</m:t>
                          </m:r>
                        </m:sub>
                      </m:sSub>
                      <m:r>
                        <a:rPr lang="en-US" sz="2400" i="1">
                          <a:latin typeface="Cambria Math" panose="02040503050406030204" pitchFamily="18" charset="0"/>
                        </a:rPr>
                        <m:t>=</m:t>
                      </m:r>
                      <m:sSup>
                        <m:sSupPr>
                          <m:ctrlPr>
                            <a:rPr lang="en-US" sz="2400" i="1">
                              <a:latin typeface="Cambria Math" panose="02040503050406030204" pitchFamily="18" charset="0"/>
                            </a:rPr>
                          </m:ctrlPr>
                        </m:sSupPr>
                        <m:e>
                          <m:r>
                            <a:rPr lang="en-US" sz="2400" i="1">
                              <a:latin typeface="Cambria Math" panose="02040503050406030204" pitchFamily="18" charset="0"/>
                            </a:rPr>
                            <m:t>0.7</m:t>
                          </m:r>
                        </m:e>
                        <m:sup>
                          <m:r>
                            <a:rPr lang="en-US" sz="2400" i="1">
                              <a:latin typeface="Cambria Math" panose="02040503050406030204" pitchFamily="18" charset="0"/>
                            </a:rPr>
                            <m:t>2</m:t>
                          </m:r>
                        </m:sup>
                      </m:sSup>
                      <m:sSub>
                        <m:sSubPr>
                          <m:ctrlPr>
                            <a:rPr lang="en-US" sz="2400" i="1">
                              <a:latin typeface="Cambria Math" panose="02040503050406030204" pitchFamily="18" charset="0"/>
                            </a:rPr>
                          </m:ctrlPr>
                        </m:sSubPr>
                        <m:e>
                          <m:r>
                            <a:rPr lang="en-US" sz="2400" i="1">
                              <a:latin typeface="Cambria Math" panose="02040503050406030204" pitchFamily="18" charset="0"/>
                            </a:rPr>
                            <m:t>𝑃</m:t>
                          </m:r>
                        </m:e>
                        <m:sub>
                          <m:r>
                            <a:rPr lang="en-US" sz="2400" i="1">
                              <a:latin typeface="Cambria Math" panose="02040503050406030204" pitchFamily="18" charset="0"/>
                            </a:rPr>
                            <m:t>𝑡</m:t>
                          </m:r>
                          <m:r>
                            <a:rPr lang="en-US" sz="2400" i="1">
                              <a:latin typeface="Cambria Math" panose="02040503050406030204" pitchFamily="18" charset="0"/>
                            </a:rPr>
                            <m:t>−1</m:t>
                          </m:r>
                          <m:r>
                            <a:rPr lang="en-US" sz="2400">
                              <a:latin typeface="Cambria Math" panose="02040503050406030204" pitchFamily="18" charset="0"/>
                            </a:rPr>
                            <m:t>∣</m:t>
                          </m:r>
                          <m:r>
                            <a:rPr lang="en-US" sz="2400" i="1">
                              <a:latin typeface="Cambria Math" panose="02040503050406030204" pitchFamily="18" charset="0"/>
                            </a:rPr>
                            <m:t>𝑡</m:t>
                          </m:r>
                          <m:r>
                            <a:rPr lang="en-US" sz="2400" i="1">
                              <a:latin typeface="Cambria Math" panose="02040503050406030204" pitchFamily="18" charset="0"/>
                            </a:rPr>
                            <m:t>−1</m:t>
                          </m:r>
                        </m:sub>
                      </m:sSub>
                      <m:r>
                        <a:rPr lang="en-US" sz="2400" i="1">
                          <a:latin typeface="Cambria Math" panose="02040503050406030204" pitchFamily="18" charset="0"/>
                        </a:rPr>
                        <m:t>+1</m:t>
                      </m:r>
                    </m:oMath>
                  </m:oMathPara>
                </a14:m>
                <a:br>
                  <a:rPr lang="en-US" sz="2400" i="1">
                    <a:latin typeface="Times New Roman" panose="02020603050405020304" pitchFamily="18" charset="0"/>
                    <a:cs typeface="Times New Roman" panose="02020603050405020304" pitchFamily="18" charset="0"/>
                  </a:rPr>
                </a:br>
                <a:endParaRPr lang="en-US" sz="2400">
                  <a:latin typeface="Times New Roman" panose="02020603050405020304" pitchFamily="18" charset="0"/>
                  <a:cs typeface="Times New Roman" panose="02020603050405020304" pitchFamily="18" charset="0"/>
                </a:endParaRPr>
              </a:p>
              <a:p>
                <a:pPr marL="1257300" lvl="2" indent="-342900">
                  <a:buFont typeface="Courier New" panose="02070309020205020404" pitchFamily="49" charset="0"/>
                  <a:buChar char="o"/>
                </a:pPr>
                <a:r>
                  <a:rPr lang="en-US" sz="2400" b="1">
                    <a:latin typeface="Times New Roman" panose="02020603050405020304" pitchFamily="18" charset="0"/>
                    <a:cs typeface="Times New Roman" panose="02020603050405020304" pitchFamily="18" charset="0"/>
                  </a:rPr>
                  <a:t>Kalman Update: </a:t>
                </a:r>
                <a:endParaRPr lang="en-US" sz="2400">
                  <a:latin typeface="Times New Roman" panose="02020603050405020304" pitchFamily="18" charset="0"/>
                  <a:cs typeface="Times New Roman" panose="02020603050405020304" pitchFamily="18" charset="0"/>
                </a:endParaRPr>
              </a:p>
              <a:p>
                <a:pPr lvl="3">
                  <a:buFont typeface="Wingdings" panose="05000000000000000000" pitchFamily="2" charset="2"/>
                  <a:buChar char="§"/>
                </a:pPr>
                <a:r>
                  <a:rPr lang="en-US" sz="2400">
                    <a:latin typeface="Times New Roman" panose="02020603050405020304" pitchFamily="18" charset="0"/>
                    <a:cs typeface="Times New Roman" panose="02020603050405020304" pitchFamily="18" charset="0"/>
                  </a:rPr>
                  <a:t>Innovation: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𝜈</m:t>
                        </m:r>
                      </m:e>
                      <m:sub>
                        <m:r>
                          <a:rPr lang="en-US" sz="2400" i="1">
                            <a:latin typeface="Cambria Math" panose="02040503050406030204" pitchFamily="18" charset="0"/>
                          </a:rPr>
                          <m:t>𝑡</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i="1">
                                <a:latin typeface="Cambria Math" panose="02040503050406030204" pitchFamily="18" charset="0"/>
                              </a:rPr>
                              <m:t>𝑦</m:t>
                            </m:r>
                          </m:e>
                        </m:acc>
                      </m:e>
                      <m:sub>
                        <m:r>
                          <a:rPr lang="en-US" sz="2400" i="1">
                            <a:latin typeface="Cambria Math" panose="02040503050406030204" pitchFamily="18" charset="0"/>
                          </a:rPr>
                          <m:t>𝑡</m:t>
                        </m:r>
                        <m:r>
                          <a:rPr lang="en-US" sz="2400">
                            <a:latin typeface="Cambria Math" panose="02040503050406030204" pitchFamily="18" charset="0"/>
                          </a:rPr>
                          <m:t>∣</m:t>
                        </m:r>
                        <m:r>
                          <a:rPr lang="en-US" sz="2400" i="1">
                            <a:latin typeface="Cambria Math" panose="02040503050406030204" pitchFamily="18" charset="0"/>
                          </a:rPr>
                          <m:t>𝑡</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i="1">
                                <a:latin typeface="Cambria Math" panose="02040503050406030204" pitchFamily="18" charset="0"/>
                              </a:rPr>
                              <m:t>𝑦</m:t>
                            </m:r>
                          </m:e>
                        </m:acc>
                      </m:e>
                      <m:sub>
                        <m:r>
                          <a:rPr lang="en-US" sz="2400" i="1">
                            <a:latin typeface="Cambria Math" panose="02040503050406030204" pitchFamily="18" charset="0"/>
                          </a:rPr>
                          <m:t>𝑡</m:t>
                        </m:r>
                        <m:r>
                          <a:rPr lang="en-US" sz="2400">
                            <a:latin typeface="Cambria Math" panose="02040503050406030204" pitchFamily="18" charset="0"/>
                          </a:rPr>
                          <m:t>∣</m:t>
                        </m:r>
                        <m:r>
                          <a:rPr lang="en-US" sz="2400" i="1">
                            <a:latin typeface="Cambria Math" panose="02040503050406030204" pitchFamily="18" charset="0"/>
                          </a:rPr>
                          <m:t>𝑡</m:t>
                        </m:r>
                        <m:r>
                          <a:rPr lang="en-US" sz="2400" i="1">
                            <a:latin typeface="Cambria Math" panose="02040503050406030204" pitchFamily="18" charset="0"/>
                          </a:rPr>
                          <m:t>−1</m:t>
                        </m:r>
                      </m:sub>
                    </m:sSub>
                  </m:oMath>
                </a14:m>
                <a:endParaRPr lang="en-US" sz="2400">
                  <a:latin typeface="Times New Roman" panose="02020603050405020304" pitchFamily="18" charset="0"/>
                  <a:cs typeface="Times New Roman" panose="02020603050405020304" pitchFamily="18" charset="0"/>
                </a:endParaRPr>
              </a:p>
              <a:p>
                <a:pPr lvl="3">
                  <a:buFont typeface="Wingdings" panose="05000000000000000000" pitchFamily="2" charset="2"/>
                  <a:buChar char="§"/>
                </a:pPr>
                <a:r>
                  <a:rPr lang="en-US" sz="2400">
                    <a:latin typeface="Times New Roman" panose="02020603050405020304" pitchFamily="18" charset="0"/>
                    <a:cs typeface="Times New Roman" panose="02020603050405020304" pitchFamily="18" charset="0"/>
                  </a:rPr>
                  <a:t>Kalman Gain:</a:t>
                </a:r>
                <a14:m>
                  <m:oMath xmlns:m="http://schemas.openxmlformats.org/officeDocument/2006/math">
                    <m:r>
                      <a:rPr lang="en-US" sz="2400" b="0" i="0" smtClean="0">
                        <a:latin typeface="Cambria Math" panose="02040503050406030204" pitchFamily="18" charset="0"/>
                      </a:rPr>
                      <m:t> </m:t>
                    </m:r>
                    <m:sSub>
                      <m:sSubPr>
                        <m:ctrlPr>
                          <a:rPr lang="en-US" sz="2400" i="1">
                            <a:latin typeface="Cambria Math" panose="02040503050406030204" pitchFamily="18" charset="0"/>
                          </a:rPr>
                        </m:ctrlPr>
                      </m:sSubPr>
                      <m:e>
                        <m:r>
                          <a:rPr lang="en-US" sz="2400" i="1">
                            <a:latin typeface="Cambria Math" panose="02040503050406030204" pitchFamily="18" charset="0"/>
                          </a:rPr>
                          <m:t>𝐾</m:t>
                        </m:r>
                      </m:e>
                      <m:sub>
                        <m:r>
                          <a:rPr lang="en-US" sz="2400" i="1">
                            <a:latin typeface="Cambria Math" panose="02040503050406030204" pitchFamily="18" charset="0"/>
                          </a:rPr>
                          <m:t>𝑡</m:t>
                        </m:r>
                      </m:sub>
                    </m:sSub>
                    <m:r>
                      <a:rPr lang="en-US" sz="2400" i="1">
                        <a:latin typeface="Cambria Math" panose="02040503050406030204" pitchFamily="18" charset="0"/>
                      </a:rPr>
                      <m:t>=</m:t>
                    </m:r>
                    <m:f>
                      <m:fPr>
                        <m:ctrlPr>
                          <a:rPr lang="en-US" sz="2400" i="1">
                            <a:latin typeface="Cambria Math" panose="02040503050406030204" pitchFamily="18" charset="0"/>
                          </a:rPr>
                        </m:ctrlPr>
                      </m:fPr>
                      <m:num>
                        <m:sSub>
                          <m:sSubPr>
                            <m:ctrlPr>
                              <a:rPr lang="en-US" sz="2400" i="1">
                                <a:latin typeface="Cambria Math" panose="02040503050406030204" pitchFamily="18" charset="0"/>
                              </a:rPr>
                            </m:ctrlPr>
                          </m:sSubPr>
                          <m:e>
                            <m:r>
                              <a:rPr lang="en-US" sz="2400" i="1">
                                <a:latin typeface="Cambria Math" panose="02040503050406030204" pitchFamily="18" charset="0"/>
                              </a:rPr>
                              <m:t>𝑃</m:t>
                            </m:r>
                          </m:e>
                          <m:sub>
                            <m:r>
                              <a:rPr lang="en-US" sz="2400" i="1">
                                <a:latin typeface="Cambria Math" panose="02040503050406030204" pitchFamily="18" charset="0"/>
                              </a:rPr>
                              <m:t>𝑡</m:t>
                            </m:r>
                            <m:r>
                              <a:rPr lang="en-US" sz="2400">
                                <a:latin typeface="Cambria Math" panose="02040503050406030204" pitchFamily="18" charset="0"/>
                              </a:rPr>
                              <m:t>∣</m:t>
                            </m:r>
                            <m:r>
                              <a:rPr lang="en-US" sz="2400" i="1">
                                <a:latin typeface="Cambria Math" panose="02040503050406030204" pitchFamily="18" charset="0"/>
                              </a:rPr>
                              <m:t>𝑡</m:t>
                            </m:r>
                            <m:r>
                              <a:rPr lang="en-US" sz="2400" i="1">
                                <a:latin typeface="Cambria Math" panose="02040503050406030204" pitchFamily="18" charset="0"/>
                              </a:rPr>
                              <m:t>−1</m:t>
                            </m:r>
                          </m:sub>
                        </m:sSub>
                      </m:num>
                      <m:den>
                        <m:sSub>
                          <m:sSubPr>
                            <m:ctrlPr>
                              <a:rPr lang="en-US" sz="2400" i="1">
                                <a:latin typeface="Cambria Math" panose="02040503050406030204" pitchFamily="18" charset="0"/>
                              </a:rPr>
                            </m:ctrlPr>
                          </m:sSubPr>
                          <m:e>
                            <m:r>
                              <a:rPr lang="en-US" sz="2400" i="1">
                                <a:latin typeface="Cambria Math" panose="02040503050406030204" pitchFamily="18" charset="0"/>
                              </a:rPr>
                              <m:t>𝑃</m:t>
                            </m:r>
                          </m:e>
                          <m:sub>
                            <m:r>
                              <a:rPr lang="en-US" sz="2400" i="1">
                                <a:latin typeface="Cambria Math" panose="02040503050406030204" pitchFamily="18" charset="0"/>
                              </a:rPr>
                              <m:t>𝑡</m:t>
                            </m:r>
                            <m:r>
                              <a:rPr lang="en-US" sz="2400">
                                <a:latin typeface="Cambria Math" panose="02040503050406030204" pitchFamily="18" charset="0"/>
                              </a:rPr>
                              <m:t>∣</m:t>
                            </m:r>
                            <m:r>
                              <a:rPr lang="en-US" sz="2400" i="1">
                                <a:latin typeface="Cambria Math" panose="02040503050406030204" pitchFamily="18" charset="0"/>
                              </a:rPr>
                              <m:t>𝑡</m:t>
                            </m:r>
                            <m:r>
                              <a:rPr lang="en-US" sz="2400" i="1">
                                <a:latin typeface="Cambria Math" panose="02040503050406030204" pitchFamily="18" charset="0"/>
                              </a:rPr>
                              <m:t>−1</m:t>
                            </m:r>
                          </m:sub>
                        </m:sSub>
                        <m:r>
                          <a:rPr lang="en-US" sz="2400" i="1">
                            <a:latin typeface="Cambria Math" panose="02040503050406030204" pitchFamily="18" charset="0"/>
                          </a:rPr>
                          <m:t>+0</m:t>
                        </m:r>
                      </m:den>
                    </m:f>
                    <m:r>
                      <a:rPr lang="en-US" sz="2400" i="1">
                        <a:latin typeface="Cambria Math" panose="02040503050406030204" pitchFamily="18" charset="0"/>
                      </a:rPr>
                      <m:t>=1</m:t>
                    </m:r>
                  </m:oMath>
                </a14:m>
                <a:r>
                  <a:rPr lang="en-US" sz="2400" i="1">
                    <a:latin typeface="Times New Roman" panose="02020603050405020304" pitchFamily="18" charset="0"/>
                    <a:cs typeface="Times New Roman" panose="02020603050405020304" pitchFamily="18" charset="0"/>
                  </a:rPr>
                  <a:t> </a:t>
                </a:r>
                <a:r>
                  <a:rPr lang="en-US" sz="2400">
                    <a:latin typeface="Times New Roman" panose="02020603050405020304" pitchFamily="18" charset="0"/>
                    <a:cs typeface="Times New Roman" panose="02020603050405020304" pitchFamily="18" charset="0"/>
                  </a:rPr>
                  <a:t>(</a:t>
                </a:r>
                <a:r>
                  <a:rPr lang="en-US" sz="2000">
                    <a:latin typeface="Times New Roman" panose="02020603050405020304" pitchFamily="18" charset="0"/>
                    <a:cs typeface="Times New Roman" panose="02020603050405020304" pitchFamily="18" charset="0"/>
                  </a:rPr>
                  <a:t>nhiễu đo lường = 0 trong AR</a:t>
                </a:r>
                <a:r>
                  <a:rPr lang="en-US" sz="2400">
                    <a:latin typeface="Times New Roman" panose="02020603050405020304" pitchFamily="18" charset="0"/>
                    <a:cs typeface="Times New Roman" panose="02020603050405020304" pitchFamily="18" charset="0"/>
                  </a:rPr>
                  <a:t>)</a:t>
                </a:r>
              </a:p>
              <a:p>
                <a:pPr lvl="2"/>
                <a:r>
                  <a:rPr lang="en-US" sz="2400">
                    <a:latin typeface="Times New Roman" panose="02020603050405020304" pitchFamily="18" charset="0"/>
                    <a:cs typeface="Times New Roman" panose="02020603050405020304" pitchFamily="18" charset="0"/>
                  </a:rPr>
                  <a:t>→ Với AR(1), Kalman Filter </a:t>
                </a:r>
                <a:r>
                  <a:rPr lang="en-US" sz="2400" b="1">
                    <a:latin typeface="Times New Roman" panose="02020603050405020304" pitchFamily="18" charset="0"/>
                    <a:cs typeface="Times New Roman" panose="02020603050405020304" pitchFamily="18" charset="0"/>
                  </a:rPr>
                  <a:t>giảm đúng</a:t>
                </a:r>
                <a:r>
                  <a:rPr lang="en-US" sz="2400">
                    <a:latin typeface="Times New Roman" panose="02020603050405020304" pitchFamily="18" charset="0"/>
                    <a:cs typeface="Times New Roman" panose="02020603050405020304" pitchFamily="18" charset="0"/>
                  </a:rPr>
                  <a:t> thành recursion AR(1) cổ điển.</a:t>
                </a:r>
              </a:p>
              <a:p>
                <a:pPr marL="914400" lvl="1" indent="-457200">
                  <a:buFont typeface="Arial" panose="020B0604020202020204" pitchFamily="34" charset="0"/>
                  <a:buChar char="•"/>
                </a:pPr>
                <a:endParaRPr lang="en-US" sz="2400">
                  <a:latin typeface="Times New Roman" panose="02020603050405020304" pitchFamily="18" charset="0"/>
                  <a:cs typeface="Times New Roman" panose="02020603050405020304" pitchFamily="18" charset="0"/>
                </a:endParaRPr>
              </a:p>
              <a:p>
                <a:pPr marL="1314450" lvl="2" indent="-457200">
                  <a:buFont typeface="Courier New" panose="02070309020205020404" pitchFamily="49" charset="0"/>
                  <a:buChar char="o"/>
                </a:pPr>
                <a:endParaRPr lang="en-US" sz="2800">
                  <a:latin typeface="Times New Roman" panose="02020603050405020304" pitchFamily="18" charset="0"/>
                  <a:cs typeface="Times New Roman" panose="02020603050405020304" pitchFamily="18" charset="0"/>
                </a:endParaRPr>
              </a:p>
            </p:txBody>
          </p:sp>
        </mc:Choice>
        <mc:Fallback xmlns="">
          <p:sp>
            <p:nvSpPr>
              <p:cNvPr id="31747" name="Rectangle 3">
                <a:extLst>
                  <a:ext uri="{FF2B5EF4-FFF2-40B4-BE49-F238E27FC236}">
                    <a16:creationId xmlns:a16="http://schemas.microsoft.com/office/drawing/2014/main" id="{6B4D4446-AE7A-4246-E73D-624E8E5BE820}"/>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3"/>
                <a:stretch>
                  <a:fillRect t="-98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2252500715"/>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363D84-2AAE-6108-ECFB-CF92C78B4B74}"/>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0099D6C1-DB39-65D4-1389-0896317217BD}"/>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Mô hình Markov ẩn</a:t>
            </a:r>
          </a:p>
        </p:txBody>
      </p:sp>
      <p:sp>
        <p:nvSpPr>
          <p:cNvPr id="31747" name="Rectangle 3">
            <a:extLst>
              <a:ext uri="{FF2B5EF4-FFF2-40B4-BE49-F238E27FC236}">
                <a16:creationId xmlns:a16="http://schemas.microsoft.com/office/drawing/2014/main" id="{A2D3D0E2-B284-6DD5-09DE-E74BAFF481F4}"/>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00050">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Mô hình Markov ẩn (Hidden Markov Models - HMM) là một phương pháp đặc biệt hữu ích để mô hình hóa chuỗi thời gian </a:t>
            </a:r>
          </a:p>
          <a:p>
            <a:pPr marL="800100" lvl="1" indent="-3429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Đây là một phương pháp học không giám sát trong phân tích chuỗi thời gian, nghĩa là không có mẫu đúng được gắn nhãn để huấn luyện. </a:t>
            </a:r>
          </a:p>
          <a:p>
            <a:pPr marL="800100" lvl="1" indent="-3429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Tương tự như bộ lọc Kalman, HMM giả định một hệ thống trong đó có những trạng thái không thể quan sát trực tiếp. </a:t>
            </a:r>
          </a:p>
          <a:p>
            <a:pPr marL="800100" lvl="1" indent="-3429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quá trình Markov nghĩa là nó "không có bộ nhớ" theo nghĩa xác suất của các sự kiện trong tương lai chỉ có thể được tính toán đầy đủ khi biết trạng thái hiện tại của hệ thống. Nghĩa là, việc biết trạng thái hiện tại và các trạng thái trước đó của hệ thống cũng không hữu ích hơn việc chỉ biết trạng thái hiện tại của hệ thống.</a:t>
            </a:r>
          </a:p>
          <a:p>
            <a:pPr marL="800100" lvl="1" indent="-342900">
              <a:buFont typeface="Arial" panose="020B0604020202020204" pitchFamily="34" charset="0"/>
              <a:buChar char="•"/>
            </a:pPr>
            <a:endParaRPr lang="en-US" sz="2400">
              <a:latin typeface="Times New Roman" panose="02020603050405020304" pitchFamily="18" charset="0"/>
              <a:cs typeface="Times New Roman" panose="02020603050405020304" pitchFamily="18" charset="0"/>
            </a:endParaRPr>
          </a:p>
          <a:p>
            <a:pPr marL="1314450" lvl="2" indent="-457200">
              <a:buFont typeface="Courier New" panose="02070309020205020404" pitchFamily="49" charset="0"/>
              <a:buChar char="o"/>
            </a:pPr>
            <a:endParaRPr lang="en-US"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07103786"/>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23650C-B060-9CD5-4C10-44E12314A1DA}"/>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4641CFBB-3AD3-05E7-D288-F11E6C202136}"/>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Mô hình Markov ẩn</a:t>
            </a:r>
          </a:p>
        </p:txBody>
      </p:sp>
      <mc:AlternateContent xmlns:mc="http://schemas.openxmlformats.org/markup-compatibility/2006" xmlns:a14="http://schemas.microsoft.com/office/drawing/2010/main">
        <mc:Choice Requires="a14">
          <p:sp>
            <p:nvSpPr>
              <p:cNvPr id="31747" name="Rectangle 3">
                <a:extLst>
                  <a:ext uri="{FF2B5EF4-FFF2-40B4-BE49-F238E27FC236}">
                    <a16:creationId xmlns:a16="http://schemas.microsoft.com/office/drawing/2014/main" id="{59201B6A-CED1-4730-368C-61BC8B4021F3}"/>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400" b="1">
                    <a:latin typeface="Times New Roman" panose="02020603050405020304" pitchFamily="18" charset="0"/>
                    <a:cs typeface="Times New Roman" panose="02020603050405020304" pitchFamily="18" charset="0"/>
                  </a:rPr>
                  <a:t>Hidden Markov Model (HMM)</a:t>
                </a:r>
                <a:r>
                  <a:rPr lang="en-US" sz="2400">
                    <a:latin typeface="Times New Roman" panose="02020603050405020304" pitchFamily="18" charset="0"/>
                    <a:cs typeface="Times New Roman" panose="02020603050405020304" pitchFamily="18" charset="0"/>
                  </a:rPr>
                  <a:t> là mô hình thống kê trong đó:</a:t>
                </a:r>
              </a:p>
              <a:p>
                <a:pPr marL="857250" lvl="1" indent="-4572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có một chuỗi các trạng thái ẩn (hidden states) mà ta không quan sát trực tiếp.</a:t>
                </a:r>
              </a:p>
              <a:p>
                <a:pPr marL="857250" lvl="1" indent="-4572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mỗi trạng thái ẩn sẽ sinh ra quan sát (observations) mà ta có thể nhìn thấy.</a:t>
                </a:r>
              </a:p>
              <a:p>
                <a:pPr>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Quá trình Markov thường được mô tả dưới dạng ma trận. Một HMM gồm 3 thành phần chính:</a:t>
                </a:r>
              </a:p>
              <a:p>
                <a:pPr marL="800100" lvl="1" indent="-3429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Ma trận chuyển trạng thái (Transition matrix) - </a:t>
                </a:r>
                <a14:m>
                  <m:oMath xmlns:m="http://schemas.openxmlformats.org/officeDocument/2006/math">
                    <m:r>
                      <a:rPr lang="en-US" sz="2400" b="1" i="1">
                        <a:latin typeface="Cambria Math" panose="02040503050406030204" pitchFamily="18" charset="0"/>
                      </a:rPr>
                      <m:t>𝑨</m:t>
                    </m:r>
                  </m:oMath>
                </a14:m>
                <a:endParaRPr lang="en-US" sz="2400">
                  <a:latin typeface="Times New Roman" panose="020206030504050203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𝑃</m:t>
                      </m:r>
                      <m:d>
                        <m:dPr>
                          <m:ctrlPr>
                            <a:rPr lang="ar-AE" sz="2400" i="1">
                              <a:latin typeface="Cambria Math" panose="02040503050406030204" pitchFamily="18" charset="0"/>
                            </a:rPr>
                          </m:ctrlPr>
                        </m:dPr>
                        <m:e>
                          <m:sSub>
                            <m:sSubPr>
                              <m:ctrlPr>
                                <a:rPr lang="ar-AE" sz="2400" i="1">
                                  <a:latin typeface="Cambria Math" panose="02040503050406030204" pitchFamily="18" charset="0"/>
                                </a:rPr>
                              </m:ctrlPr>
                            </m:sSubPr>
                            <m:e>
                              <m:r>
                                <a:rPr lang="ar-AE" sz="2400" b="0" i="1" smtClean="0">
                                  <a:latin typeface="Cambria Math" panose="02040503050406030204" pitchFamily="18" charset="0"/>
                                </a:rPr>
                                <m:t>𝑧</m:t>
                              </m:r>
                            </m:e>
                            <m:sub>
                              <m:r>
                                <a:rPr lang="ar-AE" sz="2400" b="0" i="1" smtClean="0">
                                  <a:latin typeface="Cambria Math" panose="02040503050406030204" pitchFamily="18" charset="0"/>
                                </a:rPr>
                                <m:t>𝑡</m:t>
                              </m:r>
                            </m:sub>
                          </m:sSub>
                          <m:r>
                            <a:rPr lang="ar-AE" sz="2400" b="0" smtClean="0">
                              <a:latin typeface="Cambria Math" panose="02040503050406030204" pitchFamily="18" charset="0"/>
                            </a:rPr>
                            <m:t>=</m:t>
                          </m:r>
                          <m:r>
                            <a:rPr lang="ar-AE" sz="2400" b="0" i="1" smtClean="0">
                              <a:latin typeface="Cambria Math" panose="02040503050406030204" pitchFamily="18" charset="0"/>
                            </a:rPr>
                            <m:t>𝑗</m:t>
                          </m:r>
                          <m:r>
                            <a:rPr lang="ar-AE" sz="2400" b="0" smtClean="0">
                              <a:latin typeface="Cambria Math" panose="02040503050406030204" pitchFamily="18" charset="0"/>
                            </a:rPr>
                            <m:t>∣</m:t>
                          </m:r>
                          <m:sSub>
                            <m:sSubPr>
                              <m:ctrlPr>
                                <a:rPr lang="ar-AE" sz="2400" i="1">
                                  <a:latin typeface="Cambria Math" panose="02040503050406030204" pitchFamily="18" charset="0"/>
                                </a:rPr>
                              </m:ctrlPr>
                            </m:sSubPr>
                            <m:e>
                              <m:r>
                                <a:rPr lang="ar-AE" sz="2400" b="0" i="1" smtClean="0">
                                  <a:latin typeface="Cambria Math" panose="02040503050406030204" pitchFamily="18" charset="0"/>
                                </a:rPr>
                                <m:t>𝑧</m:t>
                              </m:r>
                            </m:e>
                            <m:sub>
                              <m:r>
                                <a:rPr lang="ar-AE" sz="2400" b="0" i="1" smtClean="0">
                                  <a:latin typeface="Cambria Math" panose="02040503050406030204" pitchFamily="18" charset="0"/>
                                </a:rPr>
                                <m:t>𝑡</m:t>
                              </m:r>
                              <m:r>
                                <a:rPr lang="ar-AE" sz="2400" b="0" smtClean="0">
                                  <a:latin typeface="Cambria Math" panose="02040503050406030204" pitchFamily="18" charset="0"/>
                                </a:rPr>
                                <m:t>−1</m:t>
                              </m:r>
                            </m:sub>
                          </m:sSub>
                          <m:r>
                            <a:rPr lang="ar-AE" sz="2400" b="0" smtClean="0">
                              <a:latin typeface="Cambria Math" panose="02040503050406030204" pitchFamily="18" charset="0"/>
                            </a:rPr>
                            <m:t>=</m:t>
                          </m:r>
                          <m:r>
                            <a:rPr lang="ar-AE" sz="2400" b="0" i="1" smtClean="0">
                              <a:latin typeface="Cambria Math" panose="02040503050406030204" pitchFamily="18" charset="0"/>
                            </a:rPr>
                            <m:t>𝑖</m:t>
                          </m:r>
                        </m:e>
                      </m:d>
                    </m:oMath>
                  </m:oMathPara>
                </a14:m>
                <a:endParaRPr lang="en-US" sz="2400">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Phân phối phát ra (Emission distribution) - </a:t>
                </a:r>
                <a14:m>
                  <m:oMath xmlns:m="http://schemas.openxmlformats.org/officeDocument/2006/math">
                    <m:r>
                      <a:rPr lang="en-US" sz="2400" b="1" i="1">
                        <a:latin typeface="Cambria Math" panose="02040503050406030204" pitchFamily="18" charset="0"/>
                      </a:rPr>
                      <m:t>𝑩</m:t>
                    </m:r>
                  </m:oMath>
                </a14:m>
                <a:endParaRPr lang="en-US" sz="2400">
                  <a:latin typeface="Times New Roman" panose="020206030504050203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𝑃</m:t>
                      </m:r>
                      <m:d>
                        <m:dPr>
                          <m:ctrlPr>
                            <a:rPr lang="ar-AE" sz="2400" i="1">
                              <a:latin typeface="Cambria Math" panose="02040503050406030204" pitchFamily="18" charset="0"/>
                            </a:rPr>
                          </m:ctrlPr>
                        </m:dPr>
                        <m:e>
                          <m:sSub>
                            <m:sSubPr>
                              <m:ctrlPr>
                                <a:rPr lang="ar-AE" sz="2400" i="1">
                                  <a:latin typeface="Cambria Math" panose="02040503050406030204" pitchFamily="18" charset="0"/>
                                </a:rPr>
                              </m:ctrlPr>
                            </m:sSubPr>
                            <m:e>
                              <m:r>
                                <a:rPr lang="ar-AE" sz="2400" b="0" i="1" smtClean="0">
                                  <a:latin typeface="Cambria Math" panose="02040503050406030204" pitchFamily="18" charset="0"/>
                                </a:rPr>
                                <m:t>𝑥</m:t>
                              </m:r>
                            </m:e>
                            <m:sub>
                              <m:r>
                                <a:rPr lang="ar-AE" sz="2400" b="0" i="1" smtClean="0">
                                  <a:latin typeface="Cambria Math" panose="02040503050406030204" pitchFamily="18" charset="0"/>
                                </a:rPr>
                                <m:t>𝑡</m:t>
                              </m:r>
                            </m:sub>
                          </m:sSub>
                          <m:r>
                            <a:rPr lang="ar-AE" sz="2400" b="0" smtClean="0">
                              <a:latin typeface="Cambria Math" panose="02040503050406030204" pitchFamily="18" charset="0"/>
                            </a:rPr>
                            <m:t>∣</m:t>
                          </m:r>
                          <m:sSub>
                            <m:sSubPr>
                              <m:ctrlPr>
                                <a:rPr lang="ar-AE" sz="2400" i="1">
                                  <a:latin typeface="Cambria Math" panose="02040503050406030204" pitchFamily="18" charset="0"/>
                                </a:rPr>
                              </m:ctrlPr>
                            </m:sSubPr>
                            <m:e>
                              <m:r>
                                <a:rPr lang="ar-AE" sz="2400" b="0" i="1" smtClean="0">
                                  <a:latin typeface="Cambria Math" panose="02040503050406030204" pitchFamily="18" charset="0"/>
                                </a:rPr>
                                <m:t>𝑧</m:t>
                              </m:r>
                            </m:e>
                            <m:sub>
                              <m:r>
                                <a:rPr lang="ar-AE" sz="2400" b="0" i="1" smtClean="0">
                                  <a:latin typeface="Cambria Math" panose="02040503050406030204" pitchFamily="18" charset="0"/>
                                </a:rPr>
                                <m:t>𝑡</m:t>
                              </m:r>
                            </m:sub>
                          </m:sSub>
                        </m:e>
                      </m:d>
                    </m:oMath>
                  </m:oMathPara>
                </a14:m>
                <a:endParaRPr lang="en-US" sz="2400">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Phân phối khởi tạo trạng thái </a:t>
                </a:r>
                <a:endParaRPr lang="el-GR" sz="2400">
                  <a:latin typeface="Times New Roman" panose="020206030504050203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b>
                        <m:sSubPr>
                          <m:ctrlPr>
                            <a:rPr lang="ar-AE" sz="2400" i="1">
                              <a:latin typeface="Cambria Math" panose="02040503050406030204" pitchFamily="18" charset="0"/>
                            </a:rPr>
                          </m:ctrlPr>
                        </m:sSubPr>
                        <m:e>
                          <m:r>
                            <a:rPr lang="ar-AE" sz="2400" b="0" i="1" smtClean="0">
                              <a:latin typeface="Cambria Math" panose="02040503050406030204" pitchFamily="18" charset="0"/>
                            </a:rPr>
                            <m:t>𝜋</m:t>
                          </m:r>
                        </m:e>
                        <m:sub>
                          <m:r>
                            <a:rPr lang="ar-AE" sz="2400" b="0" i="1" smtClean="0">
                              <a:latin typeface="Cambria Math" panose="02040503050406030204" pitchFamily="18" charset="0"/>
                            </a:rPr>
                            <m:t>𝑖</m:t>
                          </m:r>
                        </m:sub>
                      </m:sSub>
                      <m:r>
                        <a:rPr lang="ar-AE" sz="2400" b="0" smtClean="0">
                          <a:latin typeface="Cambria Math" panose="02040503050406030204" pitchFamily="18" charset="0"/>
                        </a:rPr>
                        <m:t>=</m:t>
                      </m:r>
                      <m:r>
                        <a:rPr lang="ar-AE" sz="2400" b="0" i="1" smtClean="0">
                          <a:latin typeface="Cambria Math" panose="02040503050406030204" pitchFamily="18" charset="0"/>
                        </a:rPr>
                        <m:t>𝑃</m:t>
                      </m:r>
                      <m:d>
                        <m:dPr>
                          <m:ctrlPr>
                            <a:rPr lang="ar-AE" sz="2400" i="1">
                              <a:latin typeface="Cambria Math" panose="02040503050406030204" pitchFamily="18" charset="0"/>
                            </a:rPr>
                          </m:ctrlPr>
                        </m:dPr>
                        <m:e>
                          <m:sSub>
                            <m:sSubPr>
                              <m:ctrlPr>
                                <a:rPr lang="ar-AE" sz="2400" i="1">
                                  <a:latin typeface="Cambria Math" panose="02040503050406030204" pitchFamily="18" charset="0"/>
                                </a:rPr>
                              </m:ctrlPr>
                            </m:sSubPr>
                            <m:e>
                              <m:r>
                                <a:rPr lang="ar-AE" sz="2400" b="0" i="1" smtClean="0">
                                  <a:latin typeface="Cambria Math" panose="02040503050406030204" pitchFamily="18" charset="0"/>
                                </a:rPr>
                                <m:t>𝑧</m:t>
                              </m:r>
                            </m:e>
                            <m:sub>
                              <m:r>
                                <a:rPr lang="ar-AE" sz="2400" b="0" smtClean="0">
                                  <a:latin typeface="Cambria Math" panose="02040503050406030204" pitchFamily="18" charset="0"/>
                                </a:rPr>
                                <m:t>1</m:t>
                              </m:r>
                            </m:sub>
                          </m:sSub>
                          <m:r>
                            <a:rPr lang="ar-AE" sz="2400" b="0" smtClean="0">
                              <a:latin typeface="Cambria Math" panose="02040503050406030204" pitchFamily="18" charset="0"/>
                            </a:rPr>
                            <m:t>=</m:t>
                          </m:r>
                          <m:r>
                            <a:rPr lang="ar-AE" sz="2400" b="0" i="1" smtClean="0">
                              <a:latin typeface="Cambria Math" panose="02040503050406030204" pitchFamily="18" charset="0"/>
                            </a:rPr>
                            <m:t>𝑖</m:t>
                          </m:r>
                        </m:e>
                      </m:d>
                    </m:oMath>
                  </m:oMathPara>
                </a14:m>
                <a:endParaRPr lang="ar-AE" sz="2400">
                  <a:latin typeface="Times New Roman" panose="02020603050405020304" pitchFamily="18" charset="0"/>
                  <a:cs typeface="Times New Roman" panose="02020603050405020304" pitchFamily="18" charset="0"/>
                </a:endParaRPr>
              </a:p>
              <a:p>
                <a:endParaRPr lang="en-US"/>
              </a:p>
            </p:txBody>
          </p:sp>
        </mc:Choice>
        <mc:Fallback xmlns="">
          <p:sp>
            <p:nvSpPr>
              <p:cNvPr id="31747" name="Rectangle 3">
                <a:extLst>
                  <a:ext uri="{FF2B5EF4-FFF2-40B4-BE49-F238E27FC236}">
                    <a16:creationId xmlns:a16="http://schemas.microsoft.com/office/drawing/2014/main" id="{59201B6A-CED1-4730-368C-61BC8B4021F3}"/>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3"/>
                <a:stretch>
                  <a:fillRect l="-868" t="-98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599372900"/>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D23D40-F48E-22E4-46A0-1E56A1B83E46}"/>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0E71F51B-199A-8A3C-799F-ED91CC4D0B6B}"/>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Mô hình Markov ẩn</a:t>
            </a:r>
          </a:p>
        </p:txBody>
      </p:sp>
      <mc:AlternateContent xmlns:mc="http://schemas.openxmlformats.org/markup-compatibility/2006" xmlns:a14="http://schemas.microsoft.com/office/drawing/2010/main">
        <mc:Choice Requires="a14">
          <p:sp>
            <p:nvSpPr>
              <p:cNvPr id="31747" name="Rectangle 3">
                <a:extLst>
                  <a:ext uri="{FF2B5EF4-FFF2-40B4-BE49-F238E27FC236}">
                    <a16:creationId xmlns:a16="http://schemas.microsoft.com/office/drawing/2014/main" id="{31C1C811-EE97-D78D-78B4-17F8D33C8AEB}"/>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Một HMM gồm 3 thành phần chính:</a:t>
                </a:r>
              </a:p>
              <a:p>
                <a:pPr marL="800100" lvl="1" indent="-3429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Ma trận chuyển trạng thái (Transition matrix): </a:t>
                </a:r>
                <a14:m>
                  <m:oMath xmlns:m="http://schemas.openxmlformats.org/officeDocument/2006/math">
                    <m:sSub>
                      <m:sSubPr>
                        <m:ctrlPr>
                          <a:rPr lang="ar-AE" sz="2400" i="1">
                            <a:latin typeface="Cambria Math" panose="02040503050406030204" pitchFamily="18" charset="0"/>
                          </a:rPr>
                        </m:ctrlPr>
                      </m:sSubPr>
                      <m:e>
                        <m:r>
                          <a:rPr lang="en-US" sz="2400" b="1" i="1" smtClean="0">
                            <a:latin typeface="Cambria Math" panose="02040503050406030204" pitchFamily="18" charset="0"/>
                          </a:rPr>
                          <m:t>𝑨</m:t>
                        </m:r>
                        <m:r>
                          <a:rPr lang="en-US" sz="2400" b="0" i="1" smtClean="0">
                            <a:latin typeface="Cambria Math" panose="02040503050406030204" pitchFamily="18" charset="0"/>
                          </a:rPr>
                          <m:t>=[</m:t>
                        </m:r>
                        <m:r>
                          <a:rPr lang="ar-AE" sz="2400" i="1">
                            <a:latin typeface="Cambria Math" panose="02040503050406030204" pitchFamily="18" charset="0"/>
                          </a:rPr>
                          <m:t>𝐴</m:t>
                        </m:r>
                      </m:e>
                      <m:sub>
                        <m:r>
                          <a:rPr lang="ar-AE" sz="2400" i="1">
                            <a:latin typeface="Cambria Math" panose="02040503050406030204" pitchFamily="18" charset="0"/>
                          </a:rPr>
                          <m:t>𝑖𝑗</m:t>
                        </m:r>
                      </m:sub>
                    </m:sSub>
                    <m:r>
                      <a:rPr lang="en-US" sz="2400" b="0" i="1" smtClean="0">
                        <a:latin typeface="Cambria Math" panose="02040503050406030204" pitchFamily="18" charset="0"/>
                      </a:rPr>
                      <m:t>]</m:t>
                    </m:r>
                  </m:oMath>
                </a14:m>
                <a:endParaRPr lang="en-US" sz="2400">
                  <a:latin typeface="Times New Roman" panose="02020603050405020304" pitchFamily="18" charset="0"/>
                  <a:cs typeface="Times New Roman" panose="02020603050405020304" pitchFamily="18" charset="0"/>
                </a:endParaRPr>
              </a:p>
              <a:p>
                <a:pPr marL="125730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Ma trận chuyển trạng thái mô tả: Xác suất chuyển từ trạng thái ẩn này sang trạng thái ẩn khác theo thời gian. Giả sử có </a:t>
                </a:r>
                <a14:m>
                  <m:oMath xmlns:m="http://schemas.openxmlformats.org/officeDocument/2006/math">
                    <m:r>
                      <a:rPr lang="en-US" sz="2400" i="1">
                        <a:latin typeface="Cambria Math" panose="02040503050406030204" pitchFamily="18" charset="0"/>
                      </a:rPr>
                      <m:t>𝐾</m:t>
                    </m:r>
                  </m:oMath>
                </a14:m>
                <a:r>
                  <a:rPr lang="en-US" sz="2400">
                    <a:latin typeface="Times New Roman" panose="02020603050405020304" pitchFamily="18" charset="0"/>
                    <a:cs typeface="Times New Roman" panose="02020603050405020304" pitchFamily="18" charset="0"/>
                  </a:rPr>
                  <a:t>trạng thái ẩn </a:t>
                </a:r>
                <a14:m>
                  <m:oMath xmlns:m="http://schemas.openxmlformats.org/officeDocument/2006/math">
                    <m:sSub>
                      <m:sSubPr>
                        <m:ctrlPr>
                          <a:rPr lang="ar-AE" sz="2400" i="1">
                            <a:latin typeface="Cambria Math" panose="02040503050406030204" pitchFamily="18" charset="0"/>
                          </a:rPr>
                        </m:ctrlPr>
                      </m:sSubPr>
                      <m:e>
                        <m:r>
                          <a:rPr lang="ar-AE" sz="2400" i="1">
                            <a:latin typeface="Cambria Math" panose="02040503050406030204" pitchFamily="18" charset="0"/>
                          </a:rPr>
                          <m:t>𝑧</m:t>
                        </m:r>
                      </m:e>
                      <m:sub>
                        <m:r>
                          <a:rPr lang="ar-AE" sz="2400" i="1">
                            <a:latin typeface="Cambria Math" panose="02040503050406030204" pitchFamily="18" charset="0"/>
                          </a:rPr>
                          <m:t>𝑡</m:t>
                        </m:r>
                      </m:sub>
                    </m:sSub>
                    <m:r>
                      <a:rPr lang="ar-AE" sz="2400">
                        <a:latin typeface="Cambria Math" panose="02040503050406030204" pitchFamily="18" charset="0"/>
                      </a:rPr>
                      <m:t>∈</m:t>
                    </m:r>
                    <m:d>
                      <m:dPr>
                        <m:begChr m:val="{"/>
                        <m:endChr m:val="}"/>
                        <m:sepChr m:val=","/>
                        <m:ctrlPr>
                          <a:rPr lang="ar-AE" sz="2400" i="1">
                            <a:latin typeface="Cambria Math" panose="02040503050406030204" pitchFamily="18" charset="0"/>
                          </a:rPr>
                        </m:ctrlPr>
                      </m:dPr>
                      <m:e>
                        <m:r>
                          <a:rPr lang="ar-AE" sz="2400">
                            <a:latin typeface="Cambria Math" panose="02040503050406030204" pitchFamily="18" charset="0"/>
                          </a:rPr>
                          <m:t>1</m:t>
                        </m:r>
                      </m:e>
                      <m:e>
                        <m:r>
                          <a:rPr lang="ar-AE" sz="2400">
                            <a:latin typeface="Cambria Math" panose="02040503050406030204" pitchFamily="18" charset="0"/>
                          </a:rPr>
                          <m:t>2</m:t>
                        </m:r>
                      </m:e>
                      <m:e>
                        <m:r>
                          <a:rPr lang="ar-AE" sz="2400">
                            <a:latin typeface="Cambria Math" panose="02040503050406030204" pitchFamily="18" charset="0"/>
                          </a:rPr>
                          <m:t>…</m:t>
                        </m:r>
                      </m:e>
                      <m:e>
                        <m:r>
                          <a:rPr lang="ar-AE" sz="2400" i="1">
                            <a:latin typeface="Cambria Math" panose="02040503050406030204" pitchFamily="18" charset="0"/>
                          </a:rPr>
                          <m:t>𝐾</m:t>
                        </m:r>
                      </m:e>
                    </m:d>
                  </m:oMath>
                </a14:m>
                <a:r>
                  <a:rPr lang="ar-AE" sz="2400">
                    <a:latin typeface="Times New Roman" panose="02020603050405020304" pitchFamily="18" charset="0"/>
                    <a:cs typeface="Times New Roman" panose="02020603050405020304" pitchFamily="18" charset="0"/>
                  </a:rPr>
                  <a:t>, </a:t>
                </a:r>
                <a:r>
                  <a:rPr lang="en-US" sz="2400">
                    <a:latin typeface="Times New Roman" panose="02020603050405020304" pitchFamily="18" charset="0"/>
                    <a:cs typeface="Times New Roman" panose="02020603050405020304" pitchFamily="18" charset="0"/>
                  </a:rPr>
                  <a:t>khi đó:</a:t>
                </a:r>
              </a:p>
              <a:p>
                <a:pPr/>
                <a14:m>
                  <m:oMathPara xmlns:m="http://schemas.openxmlformats.org/officeDocument/2006/math">
                    <m:oMathParaPr>
                      <m:jc m:val="centerGroup"/>
                    </m:oMathParaPr>
                    <m:oMath xmlns:m="http://schemas.openxmlformats.org/officeDocument/2006/math">
                      <m:sSub>
                        <m:sSubPr>
                          <m:ctrlPr>
                            <a:rPr lang="ar-AE" sz="2400" i="1">
                              <a:latin typeface="Cambria Math" panose="02040503050406030204" pitchFamily="18" charset="0"/>
                            </a:rPr>
                          </m:ctrlPr>
                        </m:sSubPr>
                        <m:e>
                          <m:r>
                            <a:rPr lang="ar-AE" sz="2400" i="1">
                              <a:latin typeface="Cambria Math" panose="02040503050406030204" pitchFamily="18" charset="0"/>
                            </a:rPr>
                            <m:t>𝐴</m:t>
                          </m:r>
                        </m:e>
                        <m:sub>
                          <m:r>
                            <a:rPr lang="ar-AE" sz="2400" i="1">
                              <a:latin typeface="Cambria Math" panose="02040503050406030204" pitchFamily="18" charset="0"/>
                            </a:rPr>
                            <m:t>𝑖𝑗</m:t>
                          </m:r>
                        </m:sub>
                      </m:sSub>
                      <m:r>
                        <a:rPr lang="ar-AE" sz="2400">
                          <a:latin typeface="Cambria Math" panose="02040503050406030204" pitchFamily="18" charset="0"/>
                        </a:rPr>
                        <m:t>=</m:t>
                      </m:r>
                      <m:r>
                        <a:rPr lang="ar-AE" sz="2400" i="1">
                          <a:latin typeface="Cambria Math" panose="02040503050406030204" pitchFamily="18" charset="0"/>
                        </a:rPr>
                        <m:t>𝑃</m:t>
                      </m:r>
                      <m:d>
                        <m:dPr>
                          <m:ctrlPr>
                            <a:rPr lang="ar-AE" sz="2400" i="1">
                              <a:latin typeface="Cambria Math" panose="02040503050406030204" pitchFamily="18" charset="0"/>
                            </a:rPr>
                          </m:ctrlPr>
                        </m:dPr>
                        <m:e>
                          <m:sSub>
                            <m:sSubPr>
                              <m:ctrlPr>
                                <a:rPr lang="ar-AE" sz="2400" i="1">
                                  <a:latin typeface="Cambria Math" panose="02040503050406030204" pitchFamily="18" charset="0"/>
                                </a:rPr>
                              </m:ctrlPr>
                            </m:sSubPr>
                            <m:e>
                              <m:r>
                                <a:rPr lang="ar-AE" sz="2400" i="1">
                                  <a:latin typeface="Cambria Math" panose="02040503050406030204" pitchFamily="18" charset="0"/>
                                </a:rPr>
                                <m:t>𝑧</m:t>
                              </m:r>
                            </m:e>
                            <m:sub>
                              <m:r>
                                <a:rPr lang="ar-AE" sz="2400" i="1">
                                  <a:latin typeface="Cambria Math" panose="02040503050406030204" pitchFamily="18" charset="0"/>
                                </a:rPr>
                                <m:t>𝑡</m:t>
                              </m:r>
                              <m:r>
                                <a:rPr lang="ar-AE" sz="2400">
                                  <a:latin typeface="Cambria Math" panose="02040503050406030204" pitchFamily="18" charset="0"/>
                                </a:rPr>
                                <m:t>+1</m:t>
                              </m:r>
                            </m:sub>
                          </m:sSub>
                          <m:r>
                            <a:rPr lang="ar-AE" sz="2400">
                              <a:latin typeface="Cambria Math" panose="02040503050406030204" pitchFamily="18" charset="0"/>
                            </a:rPr>
                            <m:t>=</m:t>
                          </m:r>
                          <m:r>
                            <a:rPr lang="ar-AE" sz="2400" i="1">
                              <a:latin typeface="Cambria Math" panose="02040503050406030204" pitchFamily="18" charset="0"/>
                            </a:rPr>
                            <m:t>𝑗</m:t>
                          </m:r>
                          <m:r>
                            <a:rPr lang="ar-AE" sz="2400">
                              <a:latin typeface="Cambria Math" panose="02040503050406030204" pitchFamily="18" charset="0"/>
                            </a:rPr>
                            <m:t>∣</m:t>
                          </m:r>
                          <m:sSub>
                            <m:sSubPr>
                              <m:ctrlPr>
                                <a:rPr lang="ar-AE" sz="2400" i="1">
                                  <a:latin typeface="Cambria Math" panose="02040503050406030204" pitchFamily="18" charset="0"/>
                                </a:rPr>
                              </m:ctrlPr>
                            </m:sSubPr>
                            <m:e>
                              <m:r>
                                <a:rPr lang="ar-AE" sz="2400" i="1">
                                  <a:latin typeface="Cambria Math" panose="02040503050406030204" pitchFamily="18" charset="0"/>
                                </a:rPr>
                                <m:t>𝑧</m:t>
                              </m:r>
                            </m:e>
                            <m:sub>
                              <m:r>
                                <a:rPr lang="ar-AE" sz="2400" i="1">
                                  <a:latin typeface="Cambria Math" panose="02040503050406030204" pitchFamily="18" charset="0"/>
                                </a:rPr>
                                <m:t>𝑡</m:t>
                              </m:r>
                            </m:sub>
                          </m:sSub>
                          <m:r>
                            <a:rPr lang="ar-AE" sz="2400">
                              <a:latin typeface="Cambria Math" panose="02040503050406030204" pitchFamily="18" charset="0"/>
                            </a:rPr>
                            <m:t>=</m:t>
                          </m:r>
                          <m:r>
                            <a:rPr lang="ar-AE" sz="2400" i="1">
                              <a:latin typeface="Cambria Math" panose="02040503050406030204" pitchFamily="18" charset="0"/>
                            </a:rPr>
                            <m:t>𝑖</m:t>
                          </m:r>
                        </m:e>
                      </m:d>
                    </m:oMath>
                  </m:oMathPara>
                </a14:m>
                <a:endParaRPr lang="ar-AE" sz="2400">
                  <a:latin typeface="Times New Roman" panose="02020603050405020304" pitchFamily="18" charset="0"/>
                  <a:cs typeface="Times New Roman" panose="02020603050405020304" pitchFamily="18" charset="0"/>
                </a:endParaRPr>
              </a:p>
              <a:p>
                <a:pPr marL="1714500" lvl="3" indent="-342900">
                  <a:buFont typeface="Wingdings" panose="05000000000000000000" pitchFamily="2" charset="2"/>
                  <a:buChar char="§"/>
                </a:pPr>
                <a:r>
                  <a:rPr lang="en-US" sz="2400">
                    <a:latin typeface="Times New Roman" panose="02020603050405020304" pitchFamily="18" charset="0"/>
                    <a:cs typeface="Times New Roman" panose="02020603050405020304" pitchFamily="18" charset="0"/>
                  </a:rPr>
                  <a:t>Mỗi hàng là tổng bằng 1 (xác suất).</a:t>
                </a:r>
                <a:endParaRPr lang="en-US" sz="2400" i="1"/>
              </a:p>
              <a:p>
                <a:pPr marL="1714500" lvl="3" indent="-342900">
                  <a:buFont typeface="Wingdings" panose="05000000000000000000" pitchFamily="2" charset="2"/>
                  <a:buChar char="§"/>
                </a:pPr>
                <a14:m>
                  <m:oMath xmlns:m="http://schemas.openxmlformats.org/officeDocument/2006/math">
                    <m:r>
                      <a:rPr lang="en-US" sz="2400" b="1" i="1">
                        <a:latin typeface="Cambria Math" panose="02040503050406030204" pitchFamily="18" charset="0"/>
                      </a:rPr>
                      <m:t>𝑨</m:t>
                    </m:r>
                    <m:r>
                      <a:rPr lang="en-US" sz="2400" b="1" i="1" smtClean="0">
                        <a:latin typeface="Cambria Math" panose="02040503050406030204" pitchFamily="18" charset="0"/>
                      </a:rPr>
                      <m:t> </m:t>
                    </m:r>
                  </m:oMath>
                </a14:m>
                <a:r>
                  <a:rPr lang="en-US" sz="2400">
                    <a:latin typeface="Times New Roman" panose="02020603050405020304" pitchFamily="18" charset="0"/>
                    <a:cs typeface="Times New Roman" panose="02020603050405020304" pitchFamily="18" charset="0"/>
                  </a:rPr>
                  <a:t>là ma trận </a:t>
                </a:r>
                <a14:m>
                  <m:oMath xmlns:m="http://schemas.openxmlformats.org/officeDocument/2006/math">
                    <m:r>
                      <a:rPr lang="en-US" sz="2400" i="1">
                        <a:latin typeface="Cambria Math" panose="02040503050406030204" pitchFamily="18" charset="0"/>
                      </a:rPr>
                      <m:t>𝐾</m:t>
                    </m:r>
                    <m:r>
                      <a:rPr lang="en-US" sz="2400">
                        <a:latin typeface="Cambria Math" panose="02040503050406030204" pitchFamily="18" charset="0"/>
                      </a:rPr>
                      <m:t>×</m:t>
                    </m:r>
                    <m:r>
                      <a:rPr lang="en-US" sz="2400" i="1">
                        <a:latin typeface="Cambria Math" panose="02040503050406030204" pitchFamily="18" charset="0"/>
                      </a:rPr>
                      <m:t>𝐾</m:t>
                    </m:r>
                  </m:oMath>
                </a14:m>
                <a:r>
                  <a:rPr lang="en-US" sz="2400">
                    <a:latin typeface="Times New Roman" panose="02020603050405020304" pitchFamily="18" charset="0"/>
                    <a:cs typeface="Times New Roman" panose="02020603050405020304" pitchFamily="18" charset="0"/>
                  </a:rPr>
                  <a:t>.</a:t>
                </a:r>
              </a:p>
              <a:p>
                <a:pPr marL="1257300" lvl="2" indent="-342900">
                  <a:buFont typeface="Courier New" panose="02070309020205020404" pitchFamily="49" charset="0"/>
                  <a:buChar char="o"/>
                </a:pPr>
                <a:r>
                  <a:rPr lang="vi-VN" sz="2400">
                    <a:latin typeface="Times New Roman" panose="02020603050405020304" pitchFamily="18" charset="0"/>
                    <a:cs typeface="Times New Roman" panose="02020603050405020304" pitchFamily="18" charset="0"/>
                  </a:rPr>
                  <a:t>Ví dụ</a:t>
                </a:r>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Trạng thái ẩn</a:t>
                </a:r>
                <a:r>
                  <a:rPr lang="en-US" sz="2400">
                    <a:latin typeface="Times New Roman" panose="02020603050405020304" pitchFamily="18" charset="0"/>
                    <a:cs typeface="Times New Roman" panose="02020603050405020304" pitchFamily="18" charset="0"/>
                  </a:rPr>
                  <a:t> gồm </a:t>
                </a:r>
                <a14:m>
                  <m:oMath xmlns:m="http://schemas.openxmlformats.org/officeDocument/2006/math">
                    <m:sSub>
                      <m:sSubPr>
                        <m:ctrlPr>
                          <a:rPr lang="ar-AE" sz="2400" i="1">
                            <a:latin typeface="Cambria Math" panose="02040503050406030204" pitchFamily="18" charset="0"/>
                          </a:rPr>
                        </m:ctrlPr>
                      </m:sSubPr>
                      <m:e>
                        <m:r>
                          <a:rPr lang="ar-AE" sz="2400" i="1">
                            <a:latin typeface="Cambria Math" panose="02040503050406030204" pitchFamily="18" charset="0"/>
                          </a:rPr>
                          <m:t>𝑆</m:t>
                        </m:r>
                      </m:e>
                      <m:sub>
                        <m:r>
                          <a:rPr lang="ar-AE" sz="2400">
                            <a:latin typeface="Cambria Math" panose="02040503050406030204" pitchFamily="18" charset="0"/>
                          </a:rPr>
                          <m:t>1</m:t>
                        </m:r>
                      </m:sub>
                    </m:sSub>
                  </m:oMath>
                </a14:m>
                <a:r>
                  <a:rPr lang="en-US" sz="2400">
                    <a:latin typeface="Times New Roman" panose="02020603050405020304" pitchFamily="18" charset="0"/>
                    <a:cs typeface="Times New Roman" panose="02020603050405020304" pitchFamily="18" charset="0"/>
                    <a:sym typeface="Wingdings" panose="05000000000000000000" pitchFamily="2" charset="2"/>
                  </a:rPr>
                  <a:t>(n</a:t>
                </a:r>
                <a:r>
                  <a:rPr lang="vi-VN" sz="2400">
                    <a:latin typeface="Times New Roman" panose="02020603050405020304" pitchFamily="18" charset="0"/>
                    <a:cs typeface="Times New Roman" panose="02020603050405020304" pitchFamily="18" charset="0"/>
                  </a:rPr>
                  <a:t>ắng</a:t>
                </a:r>
                <a:r>
                  <a:rPr lang="en-US" sz="2400">
                    <a:latin typeface="Times New Roman" panose="02020603050405020304" pitchFamily="18" charset="0"/>
                    <a:cs typeface="Times New Roman" panose="02020603050405020304" pitchFamily="18" charset="0"/>
                  </a:rPr>
                  <a:t>) và </a:t>
                </a:r>
                <a14:m>
                  <m:oMath xmlns:m="http://schemas.openxmlformats.org/officeDocument/2006/math">
                    <m:sSub>
                      <m:sSubPr>
                        <m:ctrlPr>
                          <a:rPr lang="ar-AE" sz="2400" i="1">
                            <a:latin typeface="Cambria Math" panose="02040503050406030204" pitchFamily="18" charset="0"/>
                          </a:rPr>
                        </m:ctrlPr>
                      </m:sSubPr>
                      <m:e>
                        <m:r>
                          <a:rPr lang="ar-AE" sz="2400" i="1">
                            <a:latin typeface="Cambria Math" panose="02040503050406030204" pitchFamily="18" charset="0"/>
                          </a:rPr>
                          <m:t>𝑆</m:t>
                        </m:r>
                      </m:e>
                      <m:sub>
                        <m:r>
                          <a:rPr lang="ar-AE" sz="2400">
                            <a:latin typeface="Cambria Math" panose="02040503050406030204" pitchFamily="18" charset="0"/>
                          </a:rPr>
                          <m:t>2</m:t>
                        </m:r>
                      </m:sub>
                    </m:sSub>
                  </m:oMath>
                </a14:m>
                <a:r>
                  <a:rPr lang="en-US" sz="2400">
                    <a:latin typeface="Times New Roman" panose="02020603050405020304" pitchFamily="18" charset="0"/>
                    <a:cs typeface="Times New Roman" panose="02020603050405020304" pitchFamily="18" charset="0"/>
                  </a:rPr>
                  <a:t> (m</a:t>
                </a:r>
                <a:r>
                  <a:rPr lang="vi-VN" sz="2400">
                    <a:latin typeface="Times New Roman" panose="02020603050405020304" pitchFamily="18" charset="0"/>
                    <a:cs typeface="Times New Roman" panose="02020603050405020304" pitchFamily="18" charset="0"/>
                  </a:rPr>
                  <a:t>ưa</a:t>
                </a:r>
                <a:r>
                  <a:rPr lang="en-US" sz="2400">
                    <a:latin typeface="Times New Roman" panose="02020603050405020304" pitchFamily="18" charset="0"/>
                    <a:cs typeface="Times New Roman" panose="02020603050405020304" pitchFamily="18" charset="0"/>
                  </a:rPr>
                  <a:t>)</a:t>
                </a:r>
                <a:endParaRPr lang="vi-VN" sz="2400">
                  <a:latin typeface="Times New Roman" panose="020206030504050203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vi-VN" sz="2400" i="1">
                          <a:latin typeface="Cambria Math" panose="02040503050406030204" pitchFamily="18" charset="0"/>
                        </a:rPr>
                        <m:t>𝐴</m:t>
                      </m:r>
                      <m:r>
                        <a:rPr lang="vi-VN" sz="2400">
                          <a:latin typeface="Cambria Math" panose="02040503050406030204" pitchFamily="18" charset="0"/>
                        </a:rPr>
                        <m:t>=</m:t>
                      </m:r>
                      <m:d>
                        <m:dPr>
                          <m:begChr m:val="["/>
                          <m:endChr m:val="]"/>
                          <m:ctrlPr>
                            <a:rPr lang="ar-AE" sz="2400" i="1">
                              <a:latin typeface="Cambria Math" panose="02040503050406030204" pitchFamily="18" charset="0"/>
                            </a:rPr>
                          </m:ctrlPr>
                        </m:dPr>
                        <m:e>
                          <m:m>
                            <m:mPr>
                              <m:plcHide m:val="on"/>
                              <m:mcs>
                                <m:mc>
                                  <m:mcPr>
                                    <m:count m:val="2"/>
                                    <m:mcJc m:val="center"/>
                                  </m:mcPr>
                                </m:mc>
                              </m:mcs>
                              <m:ctrlPr>
                                <a:rPr lang="ar-AE" sz="2400" i="1">
                                  <a:latin typeface="Cambria Math" panose="02040503050406030204" pitchFamily="18" charset="0"/>
                                </a:rPr>
                              </m:ctrlPr>
                            </m:mPr>
                            <m:mr>
                              <m:e>
                                <m:r>
                                  <a:rPr lang="ar-AE" sz="2400">
                                    <a:latin typeface="Cambria Math" panose="02040503050406030204" pitchFamily="18" charset="0"/>
                                  </a:rPr>
                                  <m:t>0.8</m:t>
                                </m:r>
                              </m:e>
                              <m:e>
                                <m:r>
                                  <a:rPr lang="ar-AE" sz="2400">
                                    <a:latin typeface="Cambria Math" panose="02040503050406030204" pitchFamily="18" charset="0"/>
                                  </a:rPr>
                                  <m:t>0.2</m:t>
                                </m:r>
                              </m:e>
                            </m:mr>
                            <m:mr>
                              <m:e>
                                <m:r>
                                  <a:rPr lang="ar-AE" sz="2400">
                                    <a:latin typeface="Cambria Math" panose="02040503050406030204" pitchFamily="18" charset="0"/>
                                  </a:rPr>
                                  <m:t>0.3</m:t>
                                </m:r>
                              </m:e>
                              <m:e>
                                <m:r>
                                  <a:rPr lang="ar-AE" sz="2400">
                                    <a:latin typeface="Cambria Math" panose="02040503050406030204" pitchFamily="18" charset="0"/>
                                  </a:rPr>
                                  <m:t>0.7</m:t>
                                </m:r>
                              </m:e>
                            </m:mr>
                          </m:m>
                        </m:e>
                      </m:d>
                    </m:oMath>
                  </m:oMathPara>
                </a14:m>
                <a:endParaRPr lang="ar-AE" sz="2400">
                  <a:latin typeface="Times New Roman" panose="02020603050405020304" pitchFamily="18" charset="0"/>
                  <a:cs typeface="Times New Roman" panose="02020603050405020304" pitchFamily="18" charset="0"/>
                </a:endParaRPr>
              </a:p>
              <a:p>
                <a:pPr marL="1714500" lvl="3" indent="-342900">
                  <a:buFont typeface="Wingdings" panose="05000000000000000000" pitchFamily="2" charset="2"/>
                  <a:buChar char="§"/>
                </a:pPr>
                <a:r>
                  <a:rPr lang="vi-VN" sz="2400">
                    <a:latin typeface="Times New Roman" panose="02020603050405020304" pitchFamily="18" charset="0"/>
                    <a:cs typeface="Times New Roman" panose="02020603050405020304" pitchFamily="18" charset="0"/>
                  </a:rPr>
                  <a:t>Nếu hôm nay nắng, 80% ngày mai vẫn nắng, 20% mưa.</a:t>
                </a:r>
              </a:p>
              <a:p>
                <a:pPr marL="1714500" lvl="3" indent="-342900">
                  <a:buFont typeface="Wingdings" panose="05000000000000000000" pitchFamily="2" charset="2"/>
                  <a:buChar char="§"/>
                </a:pPr>
                <a:r>
                  <a:rPr lang="vi-VN" sz="2400">
                    <a:latin typeface="Times New Roman" panose="02020603050405020304" pitchFamily="18" charset="0"/>
                    <a:cs typeface="Times New Roman" panose="02020603050405020304" pitchFamily="18" charset="0"/>
                  </a:rPr>
                  <a:t>Nếu hôm nay mưa, 30% cơ hội mai nắng, 70% mưa.</a:t>
                </a:r>
              </a:p>
              <a:p>
                <a:pPr marL="914400" lvl="2" indent="0"/>
                <a:endParaRPr lang="en-US" sz="2400">
                  <a:latin typeface="Times New Roman" panose="02020603050405020304" pitchFamily="18" charset="0"/>
                  <a:cs typeface="Times New Roman" panose="02020603050405020304" pitchFamily="18" charset="0"/>
                </a:endParaRPr>
              </a:p>
              <a:p>
                <a:endParaRPr lang="en-US"/>
              </a:p>
            </p:txBody>
          </p:sp>
        </mc:Choice>
        <mc:Fallback xmlns="">
          <p:sp>
            <p:nvSpPr>
              <p:cNvPr id="31747" name="Rectangle 3">
                <a:extLst>
                  <a:ext uri="{FF2B5EF4-FFF2-40B4-BE49-F238E27FC236}">
                    <a16:creationId xmlns:a16="http://schemas.microsoft.com/office/drawing/2014/main" id="{31C1C811-EE97-D78D-78B4-17F8D33C8AEB}"/>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3"/>
                <a:stretch>
                  <a:fillRect l="-868" t="-984" r="-1269" b="-246"/>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1345946019"/>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B2847C-6ADD-EA1A-6BE0-99F388FBF69C}"/>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1C9F0797-E067-A510-CB93-8E465FEEAABD}"/>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Mô hình Markov ẩn</a:t>
            </a:r>
          </a:p>
        </p:txBody>
      </p:sp>
      <mc:AlternateContent xmlns:mc="http://schemas.openxmlformats.org/markup-compatibility/2006" xmlns:a14="http://schemas.microsoft.com/office/drawing/2010/main">
        <mc:Choice Requires="a14">
          <p:sp>
            <p:nvSpPr>
              <p:cNvPr id="31747" name="Rectangle 3">
                <a:extLst>
                  <a:ext uri="{FF2B5EF4-FFF2-40B4-BE49-F238E27FC236}">
                    <a16:creationId xmlns:a16="http://schemas.microsoft.com/office/drawing/2014/main" id="{AC03216B-EC67-6739-4652-C0A276DE81B2}"/>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Một HMM gồm 3 thành phần chính:</a:t>
                </a:r>
              </a:p>
              <a:p>
                <a:pPr marL="800100" lvl="1" indent="-3429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Ma trận phát ra (Emission Matrix): </a:t>
                </a:r>
                <a14:m>
                  <m:oMath xmlns:m="http://schemas.openxmlformats.org/officeDocument/2006/math">
                    <m:sSub>
                      <m:sSubPr>
                        <m:ctrlPr>
                          <a:rPr lang="ar-AE" sz="2400" i="1">
                            <a:latin typeface="Cambria Math" panose="02040503050406030204" pitchFamily="18" charset="0"/>
                          </a:rPr>
                        </m:ctrlPr>
                      </m:sSubPr>
                      <m:e>
                        <m:r>
                          <a:rPr lang="en-US" sz="2400" b="1" i="1" smtClean="0">
                            <a:latin typeface="Cambria Math" panose="02040503050406030204" pitchFamily="18" charset="0"/>
                          </a:rPr>
                          <m:t>𝑩</m:t>
                        </m:r>
                        <m:r>
                          <a:rPr lang="en-US" sz="2400" b="0" i="1" smtClean="0">
                            <a:latin typeface="Cambria Math" panose="02040503050406030204" pitchFamily="18" charset="0"/>
                          </a:rPr>
                          <m:t>=[</m:t>
                        </m:r>
                        <m:r>
                          <a:rPr lang="en-US" sz="2400" b="0" i="1" smtClean="0">
                            <a:latin typeface="Cambria Math" panose="02040503050406030204" pitchFamily="18" charset="0"/>
                          </a:rPr>
                          <m:t>𝐵</m:t>
                        </m:r>
                      </m:e>
                      <m:sub>
                        <m:r>
                          <a:rPr lang="ar-AE" sz="2400" i="1">
                            <a:latin typeface="Cambria Math" panose="02040503050406030204" pitchFamily="18" charset="0"/>
                          </a:rPr>
                          <m:t>𝑖𝑗</m:t>
                        </m:r>
                      </m:sub>
                    </m:sSub>
                    <m:r>
                      <a:rPr lang="en-US" sz="2400" b="0" i="1" smtClean="0">
                        <a:latin typeface="Cambria Math" panose="02040503050406030204" pitchFamily="18" charset="0"/>
                      </a:rPr>
                      <m:t>]</m:t>
                    </m:r>
                  </m:oMath>
                </a14:m>
                <a:endParaRPr lang="en-US" sz="2400">
                  <a:latin typeface="Times New Roman" panose="02020603050405020304" pitchFamily="18" charset="0"/>
                  <a:cs typeface="Times New Roman" panose="02020603050405020304" pitchFamily="18" charset="0"/>
                </a:endParaRPr>
              </a:p>
              <a:p>
                <a:pPr marL="125730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Mỗi trạng thái ẩn sẽ </a:t>
                </a:r>
                <a:r>
                  <a:rPr lang="en-US" sz="2400" b="1">
                    <a:latin typeface="Times New Roman" panose="02020603050405020304" pitchFamily="18" charset="0"/>
                    <a:cs typeface="Times New Roman" panose="02020603050405020304" pitchFamily="18" charset="0"/>
                  </a:rPr>
                  <a:t>phát ra quan sát</a:t>
                </a:r>
                <a:r>
                  <a:rPr lang="en-US" sz="2400">
                    <a:latin typeface="Times New Roman" panose="02020603050405020304" pitchFamily="18" charset="0"/>
                    <a:cs typeface="Times New Roman" panose="02020603050405020304" pitchFamily="18" charset="0"/>
                  </a:rPr>
                  <a:t> (emit observation).</a:t>
                </a:r>
                <a:br>
                  <a:rPr lang="en-US" sz="2400">
                    <a:latin typeface="Times New Roman" panose="02020603050405020304" pitchFamily="18" charset="0"/>
                    <a:cs typeface="Times New Roman" panose="02020603050405020304" pitchFamily="18" charset="0"/>
                  </a:rPr>
                </a:br>
                <a:r>
                  <a:rPr lang="en-US" sz="2400">
                    <a:latin typeface="Times New Roman" panose="02020603050405020304" pitchFamily="18" charset="0"/>
                    <a:cs typeface="Times New Roman" panose="02020603050405020304" pitchFamily="18" charset="0"/>
                  </a:rPr>
                  <a:t>Ma trận phát ra xác định: Xác suất một trạng thái ẩn sinh ra một quan sát cụ thể.</a:t>
                </a:r>
              </a:p>
              <a:p>
                <a:pPr marL="125730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Nếu có: </a:t>
                </a:r>
                <a14:m>
                  <m:oMath xmlns:m="http://schemas.openxmlformats.org/officeDocument/2006/math">
                    <m:r>
                      <a:rPr lang="en-US" sz="2400" i="1">
                        <a:latin typeface="Cambria Math" panose="02040503050406030204" pitchFamily="18" charset="0"/>
                      </a:rPr>
                      <m:t>𝐾</m:t>
                    </m:r>
                  </m:oMath>
                </a14:m>
                <a:r>
                  <a:rPr lang="en-US" sz="2400">
                    <a:latin typeface="Times New Roman" panose="02020603050405020304" pitchFamily="18" charset="0"/>
                    <a:cs typeface="Times New Roman" panose="02020603050405020304" pitchFamily="18" charset="0"/>
                  </a:rPr>
                  <a:t> trạng thái ẩn và </a:t>
                </a:r>
                <a14:m>
                  <m:oMath xmlns:m="http://schemas.openxmlformats.org/officeDocument/2006/math">
                    <m:r>
                      <a:rPr lang="en-US" sz="2400" i="1">
                        <a:latin typeface="Cambria Math" panose="02040503050406030204" pitchFamily="18" charset="0"/>
                      </a:rPr>
                      <m:t>𝑀</m:t>
                    </m:r>
                  </m:oMath>
                </a14:m>
                <a:r>
                  <a:rPr lang="en-US" sz="2400">
                    <a:latin typeface="Times New Roman" panose="02020603050405020304" pitchFamily="18" charset="0"/>
                    <a:cs typeface="Times New Roman" panose="02020603050405020304" pitchFamily="18" charset="0"/>
                  </a:rPr>
                  <a:t> loại quan sát rời rạc</a:t>
                </a:r>
              </a:p>
              <a:p>
                <a:pPr marL="1371600" lvl="3" indent="0"/>
                <a:r>
                  <a:rPr lang="en-US" sz="2400">
                    <a:latin typeface="Times New Roman" panose="02020603050405020304" pitchFamily="18" charset="0"/>
                    <a:cs typeface="Times New Roman" panose="02020603050405020304" pitchFamily="18" charset="0"/>
                  </a:rPr>
                  <a:t>Thì:</a:t>
                </a:r>
              </a:p>
              <a:p>
                <a:pPr/>
                <a14:m>
                  <m:oMathPara xmlns:m="http://schemas.openxmlformats.org/officeDocument/2006/math">
                    <m:oMathParaPr>
                      <m:jc m:val="centerGroup"/>
                    </m:oMathParaPr>
                    <m:oMath xmlns:m="http://schemas.openxmlformats.org/officeDocument/2006/math">
                      <m:sSub>
                        <m:sSubPr>
                          <m:ctrlPr>
                            <a:rPr lang="ar-AE" sz="2400" i="1">
                              <a:latin typeface="Cambria Math" panose="02040503050406030204" pitchFamily="18" charset="0"/>
                            </a:rPr>
                          </m:ctrlPr>
                        </m:sSubPr>
                        <m:e>
                          <m:r>
                            <a:rPr lang="ar-AE" sz="2400" i="1">
                              <a:latin typeface="Cambria Math" panose="02040503050406030204" pitchFamily="18" charset="0"/>
                            </a:rPr>
                            <m:t>𝐵</m:t>
                          </m:r>
                        </m:e>
                        <m:sub>
                          <m:r>
                            <a:rPr lang="ar-AE" sz="2400" i="1">
                              <a:latin typeface="Cambria Math" panose="02040503050406030204" pitchFamily="18" charset="0"/>
                            </a:rPr>
                            <m:t>𝑖𝑘</m:t>
                          </m:r>
                        </m:sub>
                      </m:sSub>
                      <m:r>
                        <a:rPr lang="ar-AE" sz="2400">
                          <a:latin typeface="Cambria Math" panose="02040503050406030204" pitchFamily="18" charset="0"/>
                        </a:rPr>
                        <m:t>=</m:t>
                      </m:r>
                      <m:r>
                        <a:rPr lang="ar-AE" sz="2400" i="1">
                          <a:latin typeface="Cambria Math" panose="02040503050406030204" pitchFamily="18" charset="0"/>
                        </a:rPr>
                        <m:t>𝑃</m:t>
                      </m:r>
                      <m:d>
                        <m:dPr>
                          <m:ctrlPr>
                            <a:rPr lang="ar-AE" sz="2400" i="1">
                              <a:latin typeface="Cambria Math" panose="02040503050406030204" pitchFamily="18" charset="0"/>
                            </a:rPr>
                          </m:ctrlPr>
                        </m:dPr>
                        <m:e>
                          <m:sSub>
                            <m:sSubPr>
                              <m:ctrlPr>
                                <a:rPr lang="ar-AE" sz="2400" i="1">
                                  <a:latin typeface="Cambria Math" panose="02040503050406030204" pitchFamily="18" charset="0"/>
                                </a:rPr>
                              </m:ctrlPr>
                            </m:sSubPr>
                            <m:e>
                              <m:r>
                                <a:rPr lang="ar-AE" sz="2400" i="1">
                                  <a:latin typeface="Cambria Math" panose="02040503050406030204" pitchFamily="18" charset="0"/>
                                </a:rPr>
                                <m:t>𝑥</m:t>
                              </m:r>
                            </m:e>
                            <m:sub>
                              <m:r>
                                <a:rPr lang="ar-AE" sz="2400" i="1">
                                  <a:latin typeface="Cambria Math" panose="02040503050406030204" pitchFamily="18" charset="0"/>
                                </a:rPr>
                                <m:t>𝑡</m:t>
                              </m:r>
                            </m:sub>
                          </m:sSub>
                          <m:r>
                            <a:rPr lang="ar-AE" sz="2400">
                              <a:latin typeface="Cambria Math" panose="02040503050406030204" pitchFamily="18" charset="0"/>
                            </a:rPr>
                            <m:t>=</m:t>
                          </m:r>
                          <m:sSub>
                            <m:sSubPr>
                              <m:ctrlPr>
                                <a:rPr lang="ar-AE" sz="2400" i="1">
                                  <a:latin typeface="Cambria Math" panose="02040503050406030204" pitchFamily="18" charset="0"/>
                                </a:rPr>
                              </m:ctrlPr>
                            </m:sSubPr>
                            <m:e>
                              <m:r>
                                <a:rPr lang="ar-AE" sz="2400" i="1">
                                  <a:latin typeface="Cambria Math" panose="02040503050406030204" pitchFamily="18" charset="0"/>
                                </a:rPr>
                                <m:t>𝑜</m:t>
                              </m:r>
                            </m:e>
                            <m:sub>
                              <m:r>
                                <a:rPr lang="ar-AE" sz="2400" i="1">
                                  <a:latin typeface="Cambria Math" panose="02040503050406030204" pitchFamily="18" charset="0"/>
                                </a:rPr>
                                <m:t>𝑘</m:t>
                              </m:r>
                            </m:sub>
                          </m:sSub>
                          <m:r>
                            <a:rPr lang="ar-AE" sz="2400">
                              <a:latin typeface="Cambria Math" panose="02040503050406030204" pitchFamily="18" charset="0"/>
                            </a:rPr>
                            <m:t>∣</m:t>
                          </m:r>
                          <m:sSub>
                            <m:sSubPr>
                              <m:ctrlPr>
                                <a:rPr lang="ar-AE" sz="2400" i="1">
                                  <a:latin typeface="Cambria Math" panose="02040503050406030204" pitchFamily="18" charset="0"/>
                                </a:rPr>
                              </m:ctrlPr>
                            </m:sSubPr>
                            <m:e>
                              <m:r>
                                <a:rPr lang="ar-AE" sz="2400" i="1">
                                  <a:latin typeface="Cambria Math" panose="02040503050406030204" pitchFamily="18" charset="0"/>
                                </a:rPr>
                                <m:t>𝑧</m:t>
                              </m:r>
                            </m:e>
                            <m:sub>
                              <m:r>
                                <a:rPr lang="ar-AE" sz="2400" i="1">
                                  <a:latin typeface="Cambria Math" panose="02040503050406030204" pitchFamily="18" charset="0"/>
                                </a:rPr>
                                <m:t>𝑡</m:t>
                              </m:r>
                            </m:sub>
                          </m:sSub>
                          <m:r>
                            <a:rPr lang="ar-AE" sz="2400">
                              <a:latin typeface="Cambria Math" panose="02040503050406030204" pitchFamily="18" charset="0"/>
                            </a:rPr>
                            <m:t>=</m:t>
                          </m:r>
                          <m:r>
                            <a:rPr lang="ar-AE" sz="2400" i="1">
                              <a:latin typeface="Cambria Math" panose="02040503050406030204" pitchFamily="18" charset="0"/>
                            </a:rPr>
                            <m:t>𝑖</m:t>
                          </m:r>
                        </m:e>
                      </m:d>
                    </m:oMath>
                  </m:oMathPara>
                </a14:m>
                <a:endParaRPr lang="ar-AE" sz="2400">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V</a:t>
                </a:r>
                <a:r>
                  <a:rPr lang="vi-VN" sz="2400">
                    <a:latin typeface="Times New Roman" panose="02020603050405020304" pitchFamily="18" charset="0"/>
                    <a:cs typeface="Times New Roman" panose="02020603050405020304" pitchFamily="18" charset="0"/>
                  </a:rPr>
                  <a:t>í d</a:t>
                </a:r>
                <a:r>
                  <a:rPr lang="en-US" sz="2400">
                    <a:latin typeface="Times New Roman" panose="02020603050405020304" pitchFamily="18" charset="0"/>
                    <a:cs typeface="Times New Roman" panose="02020603050405020304" pitchFamily="18" charset="0"/>
                  </a:rPr>
                  <a:t>ụ: T</a:t>
                </a:r>
                <a:r>
                  <a:rPr lang="vi-VN" sz="2400">
                    <a:latin typeface="Times New Roman" panose="02020603050405020304" pitchFamily="18" charset="0"/>
                    <a:cs typeface="Times New Roman" panose="02020603050405020304" pitchFamily="18" charset="0"/>
                  </a:rPr>
                  <a:t>a quan sát mặt đất:</a:t>
                </a:r>
                <a14:m>
                  <m:oMath xmlns:m="http://schemas.openxmlformats.org/officeDocument/2006/math">
                    <m:r>
                      <a:rPr lang="en-US" sz="2400" b="0" i="0" smtClean="0">
                        <a:latin typeface="Cambria Math" panose="02040503050406030204" pitchFamily="18" charset="0"/>
                      </a:rPr>
                      <m:t> </m:t>
                    </m:r>
                    <m:sSub>
                      <m:sSubPr>
                        <m:ctrlPr>
                          <a:rPr lang="ar-AE" sz="2400" i="1">
                            <a:latin typeface="Cambria Math" panose="02040503050406030204" pitchFamily="18" charset="0"/>
                          </a:rPr>
                        </m:ctrlPr>
                      </m:sSubPr>
                      <m:e>
                        <m:r>
                          <a:rPr lang="ar-AE" sz="2400" i="1">
                            <a:latin typeface="Cambria Math" panose="02040503050406030204" pitchFamily="18" charset="0"/>
                          </a:rPr>
                          <m:t>𝑜</m:t>
                        </m:r>
                      </m:e>
                      <m:sub>
                        <m:r>
                          <a:rPr lang="ar-AE" sz="2400">
                            <a:latin typeface="Cambria Math" panose="02040503050406030204" pitchFamily="18" charset="0"/>
                          </a:rPr>
                          <m:t>1</m:t>
                        </m:r>
                      </m:sub>
                    </m:sSub>
                    <m:r>
                      <a:rPr lang="en-US" sz="2400" b="0" i="1" smtClean="0">
                        <a:latin typeface="Cambria Math" panose="02040503050406030204" pitchFamily="18" charset="0"/>
                      </a:rPr>
                      <m:t>(</m:t>
                    </m:r>
                    <m:r>
                      <a:rPr lang="ar-AE" sz="2400" i="1">
                        <a:latin typeface="Cambria Math" panose="02040503050406030204" pitchFamily="18" charset="0"/>
                      </a:rPr>
                      <m:t>𝑤𝑒𝑡</m:t>
                    </m:r>
                  </m:oMath>
                </a14:m>
                <a:r>
                  <a:rPr lang="en-US" sz="2400">
                    <a:latin typeface="Times New Roman" panose="02020603050405020304" pitchFamily="18" charset="0"/>
                    <a:cs typeface="Times New Roman" panose="02020603050405020304" pitchFamily="18" charset="0"/>
                  </a:rPr>
                  <a:t>) và </a:t>
                </a:r>
                <a14:m>
                  <m:oMath xmlns:m="http://schemas.openxmlformats.org/officeDocument/2006/math">
                    <m:sSub>
                      <m:sSubPr>
                        <m:ctrlPr>
                          <a:rPr lang="ar-AE" sz="2400" i="1">
                            <a:latin typeface="Cambria Math" panose="02040503050406030204" pitchFamily="18" charset="0"/>
                          </a:rPr>
                        </m:ctrlPr>
                      </m:sSubPr>
                      <m:e>
                        <m:r>
                          <a:rPr lang="ar-AE" sz="2400" i="1">
                            <a:latin typeface="Cambria Math" panose="02040503050406030204" pitchFamily="18" charset="0"/>
                          </a:rPr>
                          <m:t>𝑜</m:t>
                        </m:r>
                      </m:e>
                      <m:sub>
                        <m:r>
                          <a:rPr lang="ar-AE" sz="2400">
                            <a:latin typeface="Cambria Math" panose="02040503050406030204" pitchFamily="18" charset="0"/>
                          </a:rPr>
                          <m:t>2</m:t>
                        </m:r>
                      </m:sub>
                    </m:sSub>
                    <m:r>
                      <a:rPr lang="en-US" sz="2400" b="0" i="0" smtClean="0">
                        <a:latin typeface="Cambria Math" panose="02040503050406030204" pitchFamily="18" charset="0"/>
                      </a:rPr>
                      <m:t>(</m:t>
                    </m:r>
                    <m:r>
                      <a:rPr lang="ar-AE" sz="2400" i="1">
                        <a:latin typeface="Cambria Math" panose="02040503050406030204" pitchFamily="18" charset="0"/>
                      </a:rPr>
                      <m:t>𝑑𝑟𝑦</m:t>
                    </m:r>
                    <m:r>
                      <a:rPr lang="en-US" sz="2400" b="0" i="1" smtClean="0">
                        <a:latin typeface="Cambria Math" panose="02040503050406030204" pitchFamily="18" charset="0"/>
                      </a:rPr>
                      <m:t>)</m:t>
                    </m:r>
                  </m:oMath>
                </a14:m>
                <a:endParaRPr lang="ar-AE" sz="2400">
                  <a:latin typeface="Times New Roman" panose="020206030504050203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ar-AE" sz="2400" i="1">
                          <a:latin typeface="Cambria Math" panose="02040503050406030204" pitchFamily="18" charset="0"/>
                        </a:rPr>
                        <m:t>𝐵</m:t>
                      </m:r>
                      <m:r>
                        <a:rPr lang="ar-AE" sz="2400">
                          <a:latin typeface="Cambria Math" panose="02040503050406030204" pitchFamily="18" charset="0"/>
                        </a:rPr>
                        <m:t>=</m:t>
                      </m:r>
                      <m:d>
                        <m:dPr>
                          <m:begChr m:val="["/>
                          <m:endChr m:val="]"/>
                          <m:ctrlPr>
                            <a:rPr lang="ar-AE" sz="2400" i="1">
                              <a:latin typeface="Cambria Math" panose="02040503050406030204" pitchFamily="18" charset="0"/>
                            </a:rPr>
                          </m:ctrlPr>
                        </m:dPr>
                        <m:e>
                          <m:m>
                            <m:mPr>
                              <m:plcHide m:val="on"/>
                              <m:mcs>
                                <m:mc>
                                  <m:mcPr>
                                    <m:count m:val="2"/>
                                    <m:mcJc m:val="center"/>
                                  </m:mcPr>
                                </m:mc>
                              </m:mcs>
                              <m:ctrlPr>
                                <a:rPr lang="ar-AE" sz="2400" i="1">
                                  <a:latin typeface="Cambria Math" panose="02040503050406030204" pitchFamily="18" charset="0"/>
                                </a:rPr>
                              </m:ctrlPr>
                            </m:mPr>
                            <m:mr>
                              <m:e>
                                <m:r>
                                  <a:rPr lang="ar-AE" sz="2400">
                                    <a:latin typeface="Cambria Math" panose="02040503050406030204" pitchFamily="18" charset="0"/>
                                  </a:rPr>
                                  <m:t>0.1</m:t>
                                </m:r>
                              </m:e>
                              <m:e>
                                <m:r>
                                  <a:rPr lang="ar-AE" sz="2400">
                                    <a:latin typeface="Cambria Math" panose="02040503050406030204" pitchFamily="18" charset="0"/>
                                  </a:rPr>
                                  <m:t>0.9</m:t>
                                </m:r>
                              </m:e>
                            </m:mr>
                            <m:mr>
                              <m:e>
                                <m:r>
                                  <a:rPr lang="ar-AE" sz="2400">
                                    <a:latin typeface="Cambria Math" panose="02040503050406030204" pitchFamily="18" charset="0"/>
                                  </a:rPr>
                                  <m:t>0.8</m:t>
                                </m:r>
                              </m:e>
                              <m:e>
                                <m:r>
                                  <a:rPr lang="ar-AE" sz="2400">
                                    <a:latin typeface="Cambria Math" panose="02040503050406030204" pitchFamily="18" charset="0"/>
                                  </a:rPr>
                                  <m:t>0.2</m:t>
                                </m:r>
                              </m:e>
                            </m:mr>
                          </m:m>
                        </m:e>
                      </m:d>
                    </m:oMath>
                  </m:oMathPara>
                </a14:m>
                <a:endParaRPr lang="ar-AE" sz="2400">
                  <a:latin typeface="Times New Roman" panose="02020603050405020304" pitchFamily="18" charset="0"/>
                  <a:cs typeface="Times New Roman" panose="02020603050405020304" pitchFamily="18" charset="0"/>
                </a:endParaRPr>
              </a:p>
              <a:p>
                <a:pPr marL="1257300" lvl="2" indent="-342900">
                  <a:buFont typeface="Courier New" panose="02070309020205020404" pitchFamily="49" charset="0"/>
                  <a:buChar char="o"/>
                </a:pPr>
                <a14:m>
                  <m:oMath xmlns:m="http://schemas.openxmlformats.org/officeDocument/2006/math">
                    <m:r>
                      <a:rPr lang="vi-VN" sz="2400" i="1">
                        <a:latin typeface="Cambria Math" panose="02040503050406030204" pitchFamily="18" charset="0"/>
                      </a:rPr>
                      <m:t>𝑃</m:t>
                    </m:r>
                    <m:d>
                      <m:dPr>
                        <m:ctrlPr>
                          <a:rPr lang="ar-AE" sz="2400" i="1">
                            <a:latin typeface="Cambria Math" panose="02040503050406030204" pitchFamily="18" charset="0"/>
                          </a:rPr>
                        </m:ctrlPr>
                      </m:dPr>
                      <m:e>
                        <m:r>
                          <a:rPr lang="ar-AE" sz="2400" i="1">
                            <a:latin typeface="Cambria Math" panose="02040503050406030204" pitchFamily="18" charset="0"/>
                          </a:rPr>
                          <m:t>𝑤𝑒𝑡</m:t>
                        </m:r>
                        <m:r>
                          <a:rPr lang="ar-AE" sz="2400">
                            <a:latin typeface="Cambria Math" panose="02040503050406030204" pitchFamily="18" charset="0"/>
                          </a:rPr>
                          <m:t>∣</m:t>
                        </m:r>
                        <m:r>
                          <a:rPr lang="ar-AE" sz="2400" i="1">
                            <a:latin typeface="Cambria Math" panose="02040503050406030204" pitchFamily="18" charset="0"/>
                          </a:rPr>
                          <m:t>𝑠𝑢𝑛𝑛𝑦</m:t>
                        </m:r>
                      </m:e>
                    </m:d>
                    <m:r>
                      <a:rPr lang="ar-AE" sz="2400">
                        <a:latin typeface="Cambria Math" panose="02040503050406030204" pitchFamily="18" charset="0"/>
                      </a:rPr>
                      <m:t>=0.1</m:t>
                    </m:r>
                  </m:oMath>
                </a14:m>
                <a:r>
                  <a:rPr lang="ar-AE"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hiếm khi mặt đất ướt khi trời nắng</a:t>
                </a:r>
                <a:r>
                  <a:rPr lang="en-US" sz="2400">
                    <a:latin typeface="Times New Roman" panose="02020603050405020304" pitchFamily="18" charset="0"/>
                    <a:cs typeface="Times New Roman" panose="02020603050405020304" pitchFamily="18" charset="0"/>
                  </a:rPr>
                  <a:t>, </a:t>
                </a:r>
                <a:endParaRPr lang="vi-VN" sz="2400" b="1">
                  <a:latin typeface="Times New Roman" panose="02020603050405020304" pitchFamily="18" charset="0"/>
                  <a:cs typeface="Times New Roman" panose="02020603050405020304" pitchFamily="18" charset="0"/>
                </a:endParaRPr>
              </a:p>
              <a:p>
                <a:pPr marL="1257300" lvl="2" indent="-342900">
                  <a:buFont typeface="Courier New" panose="02070309020205020404" pitchFamily="49" charset="0"/>
                  <a:buChar char="o"/>
                </a:pPr>
                <a14:m>
                  <m:oMath xmlns:m="http://schemas.openxmlformats.org/officeDocument/2006/math">
                    <m:r>
                      <a:rPr lang="vi-VN" sz="2400" i="1">
                        <a:latin typeface="Cambria Math" panose="02040503050406030204" pitchFamily="18" charset="0"/>
                      </a:rPr>
                      <m:t>𝑃</m:t>
                    </m:r>
                    <m:d>
                      <m:dPr>
                        <m:ctrlPr>
                          <a:rPr lang="ar-AE" sz="2400" i="1">
                            <a:latin typeface="Cambria Math" panose="02040503050406030204" pitchFamily="18" charset="0"/>
                          </a:rPr>
                        </m:ctrlPr>
                      </m:dPr>
                      <m:e>
                        <m:r>
                          <a:rPr lang="ar-AE" sz="2400" i="1">
                            <a:latin typeface="Cambria Math" panose="02040503050406030204" pitchFamily="18" charset="0"/>
                          </a:rPr>
                          <m:t>𝑤𝑒𝑡</m:t>
                        </m:r>
                        <m:r>
                          <a:rPr lang="ar-AE" sz="2400">
                            <a:latin typeface="Cambria Math" panose="02040503050406030204" pitchFamily="18" charset="0"/>
                          </a:rPr>
                          <m:t>∣</m:t>
                        </m:r>
                        <m:r>
                          <a:rPr lang="ar-AE" sz="2400" i="1">
                            <a:latin typeface="Cambria Math" panose="02040503050406030204" pitchFamily="18" charset="0"/>
                          </a:rPr>
                          <m:t>𝑟𝑎𝑖𝑛</m:t>
                        </m:r>
                      </m:e>
                    </m:d>
                    <m:r>
                      <a:rPr lang="ar-AE" sz="2400">
                        <a:latin typeface="Cambria Math" panose="02040503050406030204" pitchFamily="18" charset="0"/>
                      </a:rPr>
                      <m:t>=0.8</m:t>
                    </m:r>
                  </m:oMath>
                </a14:m>
                <a:r>
                  <a:rPr lang="ar-AE"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mặt đất ướt là chuyện bình thường</a:t>
                </a:r>
                <a:endParaRPr lang="ar-AE" sz="2400">
                  <a:latin typeface="Times New Roman" panose="02020603050405020304" pitchFamily="18" charset="0"/>
                  <a:cs typeface="Times New Roman" panose="02020603050405020304" pitchFamily="18" charset="0"/>
                </a:endParaRPr>
              </a:p>
              <a:p>
                <a:pPr marL="914400" lvl="2" indent="0"/>
                <a:endParaRPr lang="en-US" sz="2400">
                  <a:latin typeface="Times New Roman" panose="02020603050405020304" pitchFamily="18" charset="0"/>
                  <a:cs typeface="Times New Roman" panose="02020603050405020304" pitchFamily="18" charset="0"/>
                </a:endParaRPr>
              </a:p>
              <a:p>
                <a:endParaRPr lang="en-US"/>
              </a:p>
            </p:txBody>
          </p:sp>
        </mc:Choice>
        <mc:Fallback xmlns="">
          <p:sp>
            <p:nvSpPr>
              <p:cNvPr id="31747" name="Rectangle 3">
                <a:extLst>
                  <a:ext uri="{FF2B5EF4-FFF2-40B4-BE49-F238E27FC236}">
                    <a16:creationId xmlns:a16="http://schemas.microsoft.com/office/drawing/2014/main" id="{AC03216B-EC67-6739-4652-C0A276DE81B2}"/>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3"/>
                <a:stretch>
                  <a:fillRect l="-868" t="-98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3385995439"/>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EA8D7C-36AA-8347-D3B2-B1D7EBA38F2E}"/>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8FA016A4-37BD-FB61-B86A-7136893C8DA6}"/>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Mô hình Markov ẩn</a:t>
            </a:r>
          </a:p>
        </p:txBody>
      </p:sp>
      <mc:AlternateContent xmlns:mc="http://schemas.openxmlformats.org/markup-compatibility/2006" xmlns:a14="http://schemas.microsoft.com/office/drawing/2010/main">
        <mc:Choice Requires="a14">
          <p:sp>
            <p:nvSpPr>
              <p:cNvPr id="31747" name="Rectangle 3">
                <a:extLst>
                  <a:ext uri="{FF2B5EF4-FFF2-40B4-BE49-F238E27FC236}">
                    <a16:creationId xmlns:a16="http://schemas.microsoft.com/office/drawing/2014/main" id="{CF7464CE-CA26-A683-205B-C0FDEDF7B1CD}"/>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Một HMM gồm 3 thành phần chính:</a:t>
                </a:r>
              </a:p>
              <a:p>
                <a:pPr marL="800100" lvl="1" indent="-342900">
                  <a:buFont typeface="Arial" panose="020B0604020202020204" pitchFamily="34" charset="0"/>
                  <a:buChar char="•"/>
                </a:pPr>
                <a:r>
                  <a:rPr lang="en-US" sz="2400" b="1">
                    <a:latin typeface="Times New Roman" panose="02020603050405020304" pitchFamily="18" charset="0"/>
                    <a:cs typeface="Times New Roman" panose="02020603050405020304" pitchFamily="18" charset="0"/>
                  </a:rPr>
                  <a:t>Phân phối khởi tạo</a:t>
                </a:r>
                <a:r>
                  <a:rPr lang="en-US" sz="2400">
                    <a:latin typeface="Times New Roman" panose="02020603050405020304" pitchFamily="18" charset="0"/>
                    <a:cs typeface="Times New Roman" panose="02020603050405020304" pitchFamily="18" charset="0"/>
                  </a:rPr>
                  <a:t>, ký hiệu là:</a:t>
                </a:r>
              </a:p>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𝜋</m:t>
                      </m:r>
                      <m:r>
                        <a:rPr lang="en-US" sz="2400">
                          <a:latin typeface="Cambria Math" panose="02040503050406030204" pitchFamily="18" charset="0"/>
                        </a:rPr>
                        <m:t>=</m:t>
                      </m:r>
                      <m:d>
                        <m:dPr>
                          <m:sepChr m:val=","/>
                          <m:ctrlPr>
                            <a:rPr lang="ar-AE" sz="2400" i="1">
                              <a:latin typeface="Cambria Math" panose="02040503050406030204" pitchFamily="18" charset="0"/>
                            </a:rPr>
                          </m:ctrlPr>
                        </m:dPr>
                        <m:e>
                          <m:sSub>
                            <m:sSubPr>
                              <m:ctrlPr>
                                <a:rPr lang="ar-AE" sz="2400" i="1">
                                  <a:latin typeface="Cambria Math" panose="02040503050406030204" pitchFamily="18" charset="0"/>
                                </a:rPr>
                              </m:ctrlPr>
                            </m:sSubPr>
                            <m:e>
                              <m:r>
                                <a:rPr lang="ar-AE" sz="2400" i="1">
                                  <a:latin typeface="Cambria Math" panose="02040503050406030204" pitchFamily="18" charset="0"/>
                                </a:rPr>
                                <m:t>𝜋</m:t>
                              </m:r>
                            </m:e>
                            <m:sub>
                              <m:r>
                                <a:rPr lang="ar-AE" sz="2400">
                                  <a:latin typeface="Cambria Math" panose="02040503050406030204" pitchFamily="18" charset="0"/>
                                </a:rPr>
                                <m:t>1</m:t>
                              </m:r>
                            </m:sub>
                          </m:sSub>
                        </m:e>
                        <m:e>
                          <m:sSub>
                            <m:sSubPr>
                              <m:ctrlPr>
                                <a:rPr lang="ar-AE" sz="2400" i="1">
                                  <a:latin typeface="Cambria Math" panose="02040503050406030204" pitchFamily="18" charset="0"/>
                                </a:rPr>
                              </m:ctrlPr>
                            </m:sSubPr>
                            <m:e>
                              <m:r>
                                <a:rPr lang="ar-AE" sz="2400" i="1">
                                  <a:latin typeface="Cambria Math" panose="02040503050406030204" pitchFamily="18" charset="0"/>
                                </a:rPr>
                                <m:t>𝜋</m:t>
                              </m:r>
                            </m:e>
                            <m:sub>
                              <m:r>
                                <a:rPr lang="ar-AE" sz="2400">
                                  <a:latin typeface="Cambria Math" panose="02040503050406030204" pitchFamily="18" charset="0"/>
                                </a:rPr>
                                <m:t>2</m:t>
                              </m:r>
                            </m:sub>
                          </m:sSub>
                        </m:e>
                        <m:e>
                          <m:r>
                            <a:rPr lang="ar-AE" sz="2400">
                              <a:latin typeface="Cambria Math" panose="02040503050406030204" pitchFamily="18" charset="0"/>
                            </a:rPr>
                            <m:t>…</m:t>
                          </m:r>
                        </m:e>
                        <m:e>
                          <m:sSub>
                            <m:sSubPr>
                              <m:ctrlPr>
                                <a:rPr lang="ar-AE" sz="2400" i="1">
                                  <a:latin typeface="Cambria Math" panose="02040503050406030204" pitchFamily="18" charset="0"/>
                                </a:rPr>
                              </m:ctrlPr>
                            </m:sSubPr>
                            <m:e>
                              <m:r>
                                <a:rPr lang="ar-AE" sz="2400" i="1">
                                  <a:latin typeface="Cambria Math" panose="02040503050406030204" pitchFamily="18" charset="0"/>
                                </a:rPr>
                                <m:t>𝜋</m:t>
                              </m:r>
                            </m:e>
                            <m:sub>
                              <m:r>
                                <a:rPr lang="ar-AE" sz="2400" i="1">
                                  <a:latin typeface="Cambria Math" panose="02040503050406030204" pitchFamily="18" charset="0"/>
                                </a:rPr>
                                <m:t>𝐾</m:t>
                              </m:r>
                            </m:sub>
                          </m:sSub>
                        </m:e>
                      </m:d>
                    </m:oMath>
                  </m:oMathPara>
                </a14:m>
                <a:endParaRPr lang="ar-AE" sz="2400">
                  <a:latin typeface="Times New Roman" panose="02020603050405020304" pitchFamily="18" charset="0"/>
                  <a:cs typeface="Times New Roman" panose="02020603050405020304" pitchFamily="18" charset="0"/>
                </a:endParaRPr>
              </a:p>
              <a:p>
                <a:pPr marL="125730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là xác suất ban đầu cho biết tại thời điểm t = 1, hệ thống đang ở trạng thái ẩn nào.</a:t>
                </a:r>
              </a:p>
              <a:p>
                <a:pPr lvl="3"/>
                <a:r>
                  <a:rPr lang="en-US" sz="2400">
                    <a:latin typeface="Times New Roman" panose="02020603050405020304" pitchFamily="18" charset="0"/>
                    <a:cs typeface="Times New Roman" panose="02020603050405020304" pitchFamily="18" charset="0"/>
                  </a:rPr>
                  <a:t>Nói cách khác:</a:t>
                </a:r>
              </a:p>
              <a:p>
                <a:pPr/>
                <a14:m>
                  <m:oMathPara xmlns:m="http://schemas.openxmlformats.org/officeDocument/2006/math">
                    <m:oMathParaPr>
                      <m:jc m:val="centerGroup"/>
                    </m:oMathParaPr>
                    <m:oMath xmlns:m="http://schemas.openxmlformats.org/officeDocument/2006/math">
                      <m:sSub>
                        <m:sSubPr>
                          <m:ctrlPr>
                            <a:rPr lang="ar-AE" sz="2400" i="1">
                              <a:latin typeface="Cambria Math" panose="02040503050406030204" pitchFamily="18" charset="0"/>
                            </a:rPr>
                          </m:ctrlPr>
                        </m:sSubPr>
                        <m:e>
                          <m:r>
                            <a:rPr lang="ar-AE" sz="2400" i="1">
                              <a:latin typeface="Cambria Math" panose="02040503050406030204" pitchFamily="18" charset="0"/>
                            </a:rPr>
                            <m:t>𝜋</m:t>
                          </m:r>
                        </m:e>
                        <m:sub>
                          <m:r>
                            <a:rPr lang="ar-AE" sz="2400" i="1">
                              <a:latin typeface="Cambria Math" panose="02040503050406030204" pitchFamily="18" charset="0"/>
                            </a:rPr>
                            <m:t>𝑖</m:t>
                          </m:r>
                        </m:sub>
                      </m:sSub>
                      <m:r>
                        <a:rPr lang="ar-AE" sz="2400">
                          <a:latin typeface="Cambria Math" panose="02040503050406030204" pitchFamily="18" charset="0"/>
                        </a:rPr>
                        <m:t>=</m:t>
                      </m:r>
                      <m:r>
                        <a:rPr lang="ar-AE" sz="2400" i="1">
                          <a:latin typeface="Cambria Math" panose="02040503050406030204" pitchFamily="18" charset="0"/>
                        </a:rPr>
                        <m:t>𝑃</m:t>
                      </m:r>
                      <m:d>
                        <m:dPr>
                          <m:ctrlPr>
                            <a:rPr lang="ar-AE" sz="2400" i="1">
                              <a:latin typeface="Cambria Math" panose="02040503050406030204" pitchFamily="18" charset="0"/>
                            </a:rPr>
                          </m:ctrlPr>
                        </m:dPr>
                        <m:e>
                          <m:sSub>
                            <m:sSubPr>
                              <m:ctrlPr>
                                <a:rPr lang="ar-AE" sz="2400" i="1">
                                  <a:latin typeface="Cambria Math" panose="02040503050406030204" pitchFamily="18" charset="0"/>
                                </a:rPr>
                              </m:ctrlPr>
                            </m:sSubPr>
                            <m:e>
                              <m:r>
                                <a:rPr lang="ar-AE" sz="2400" i="1">
                                  <a:latin typeface="Cambria Math" panose="02040503050406030204" pitchFamily="18" charset="0"/>
                                </a:rPr>
                                <m:t>𝑧</m:t>
                              </m:r>
                            </m:e>
                            <m:sub>
                              <m:r>
                                <a:rPr lang="ar-AE" sz="2400">
                                  <a:latin typeface="Cambria Math" panose="02040503050406030204" pitchFamily="18" charset="0"/>
                                </a:rPr>
                                <m:t>1</m:t>
                              </m:r>
                            </m:sub>
                          </m:sSub>
                          <m:r>
                            <a:rPr lang="ar-AE" sz="2400">
                              <a:latin typeface="Cambria Math" panose="02040503050406030204" pitchFamily="18" charset="0"/>
                            </a:rPr>
                            <m:t>=</m:t>
                          </m:r>
                          <m:r>
                            <a:rPr lang="ar-AE" sz="2400" i="1">
                              <a:latin typeface="Cambria Math" panose="02040503050406030204" pitchFamily="18" charset="0"/>
                            </a:rPr>
                            <m:t>𝑖</m:t>
                          </m:r>
                        </m:e>
                      </m:d>
                    </m:oMath>
                  </m:oMathPara>
                </a14:m>
                <a:endParaRPr lang="en-US" sz="2400">
                  <a:latin typeface="Times New Roman" panose="02020603050405020304" pitchFamily="18" charset="0"/>
                  <a:cs typeface="Times New Roman" panose="02020603050405020304" pitchFamily="18" charset="0"/>
                </a:endParaRPr>
              </a:p>
              <a:p>
                <a:pPr marL="1257300" lvl="2" indent="-342900">
                  <a:buFont typeface="Courier New" panose="02070309020205020404" pitchFamily="49" charset="0"/>
                  <a:buChar char="o"/>
                </a:pPr>
                <a:r>
                  <a:rPr lang="vi-VN" sz="2400">
                    <a:latin typeface="Times New Roman" panose="02020603050405020304" pitchFamily="18" charset="0"/>
                    <a:cs typeface="Times New Roman" panose="02020603050405020304" pitchFamily="18" charset="0"/>
                  </a:rPr>
                  <a:t>HMM có nhiều trạng thái ẩn (regimes).</a:t>
                </a:r>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Nhưng khi bắt đầu quan sát chuỗi tại thời điểm 1, ta không biết hệ thống đang ở trạng thái nào.</a:t>
                </a:r>
                <a:endParaRPr lang="ar-AE" sz="2400">
                  <a:latin typeface="Times New Roman" panose="02020603050405020304" pitchFamily="18" charset="0"/>
                  <a:cs typeface="Times New Roman" panose="02020603050405020304" pitchFamily="18" charset="0"/>
                </a:endParaRPr>
              </a:p>
              <a:p>
                <a:endParaRPr lang="en-US"/>
              </a:p>
            </p:txBody>
          </p:sp>
        </mc:Choice>
        <mc:Fallback xmlns="">
          <p:sp>
            <p:nvSpPr>
              <p:cNvPr id="31747" name="Rectangle 3">
                <a:extLst>
                  <a:ext uri="{FF2B5EF4-FFF2-40B4-BE49-F238E27FC236}">
                    <a16:creationId xmlns:a16="http://schemas.microsoft.com/office/drawing/2014/main" id="{CF7464CE-CA26-A683-205B-C0FDEDF7B1CD}"/>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3"/>
                <a:stretch>
                  <a:fillRect l="-868" t="-98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1003677381"/>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CA7962-1C03-5B68-A0A2-AA3C3C6C7863}"/>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F9FB11B5-DE6D-BAC8-8539-4C787FECA520}"/>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Mô hình Markov ẩn</a:t>
            </a:r>
          </a:p>
        </p:txBody>
      </p:sp>
      <mc:AlternateContent xmlns:mc="http://schemas.openxmlformats.org/markup-compatibility/2006" xmlns:a14="http://schemas.microsoft.com/office/drawing/2010/main">
        <mc:Choice Requires="a14">
          <p:sp>
            <p:nvSpPr>
              <p:cNvPr id="31747" name="Rectangle 3">
                <a:extLst>
                  <a:ext uri="{FF2B5EF4-FFF2-40B4-BE49-F238E27FC236}">
                    <a16:creationId xmlns:a16="http://schemas.microsoft.com/office/drawing/2014/main" id="{29F8689B-FFC2-4108-9874-AB72E435FA82}"/>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a:latin typeface="Times New Roman" panose="02020603050405020304" pitchFamily="18" charset="0"/>
                    <a:cs typeface="Times New Roman" panose="02020603050405020304" pitchFamily="18" charset="0"/>
                  </a:rPr>
                  <a:t>Ba bài toán kinh điển trong HMM</a:t>
                </a:r>
              </a:p>
              <a:p>
                <a:pPr marL="91440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Đánh giá (Evaluation): Tính xác suất chuỗi quan sát</a:t>
                </a:r>
              </a:p>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𝑃</m:t>
                      </m:r>
                      <m:r>
                        <a:rPr lang="en-US" sz="2800" b="0" i="1" smtClean="0">
                          <a:latin typeface="Cambria Math" panose="02040503050406030204" pitchFamily="18" charset="0"/>
                        </a:rPr>
                        <m:t>(</m:t>
                      </m:r>
                      <m:sSub>
                        <m:sSubPr>
                          <m:ctrlPr>
                            <a:rPr lang="en-US" sz="2800" i="1">
                              <a:latin typeface="Cambria Math" panose="02040503050406030204" pitchFamily="18" charset="0"/>
                            </a:rPr>
                          </m:ctrlPr>
                        </m:sSubPr>
                        <m:e>
                          <m:r>
                            <a:rPr lang="en-US" sz="2800" b="0" i="1" smtClean="0">
                              <a:latin typeface="Cambria Math" panose="02040503050406030204" pitchFamily="18" charset="0"/>
                            </a:rPr>
                            <m:t>𝑥</m:t>
                          </m:r>
                        </m:e>
                        <m:sub>
                          <m:r>
                            <a:rPr lang="en-US" sz="2800" b="0" i="1" smtClean="0">
                              <a:latin typeface="Cambria Math" panose="02040503050406030204" pitchFamily="18" charset="0"/>
                            </a:rPr>
                            <m:t>1</m:t>
                          </m:r>
                        </m:sub>
                      </m:sSub>
                      <m:r>
                        <a:rPr lang="en-US" sz="2800" b="0" i="1" smtClean="0">
                          <a:latin typeface="Cambria Math" panose="02040503050406030204" pitchFamily="18" charset="0"/>
                        </a:rPr>
                        <m:t>,…,</m:t>
                      </m:r>
                      <m:sSub>
                        <m:sSubPr>
                          <m:ctrlPr>
                            <a:rPr lang="en-US" sz="2800" i="1">
                              <a:latin typeface="Cambria Math" panose="02040503050406030204" pitchFamily="18" charset="0"/>
                            </a:rPr>
                          </m:ctrlPr>
                        </m:sSubPr>
                        <m:e>
                          <m:r>
                            <a:rPr lang="en-US" sz="2800" b="0" i="1" smtClean="0">
                              <a:latin typeface="Cambria Math" panose="02040503050406030204" pitchFamily="18" charset="0"/>
                            </a:rPr>
                            <m:t>𝑥</m:t>
                          </m:r>
                        </m:e>
                        <m:sub>
                          <m:r>
                            <a:rPr lang="en-US" sz="2800" b="0" i="1" smtClean="0">
                              <a:latin typeface="Cambria Math" panose="02040503050406030204" pitchFamily="18" charset="0"/>
                            </a:rPr>
                            <m:t>𝑇</m:t>
                          </m:r>
                        </m:sub>
                      </m:sSub>
                      <m:r>
                        <a:rPr lang="en-US" sz="2800" b="0" i="1" smtClean="0">
                          <a:latin typeface="Cambria Math" panose="02040503050406030204" pitchFamily="18" charset="0"/>
                        </a:rPr>
                        <m:t>)</m:t>
                      </m:r>
                    </m:oMath>
                  </m:oMathPara>
                </a14:m>
                <a:br>
                  <a:rPr lang="en-US" sz="2800">
                    <a:latin typeface="Times New Roman" panose="02020603050405020304" pitchFamily="18" charset="0"/>
                    <a:cs typeface="Times New Roman" panose="02020603050405020304" pitchFamily="18" charset="0"/>
                  </a:rPr>
                </a:br>
                <a:endParaRPr lang="en-US" sz="2800">
                  <a:latin typeface="Times New Roman" panose="02020603050405020304" pitchFamily="18" charset="0"/>
                  <a:cs typeface="Times New Roman" panose="02020603050405020304" pitchFamily="18" charset="0"/>
                </a:endParaRPr>
              </a:p>
              <a:p>
                <a:pPr lvl="1"/>
                <a:r>
                  <a:rPr lang="en-US" sz="2800">
                    <a:latin typeface="Times New Roman" panose="02020603050405020304" pitchFamily="18" charset="0"/>
                    <a:cs typeface="Times New Roman" panose="02020603050405020304" pitchFamily="18" charset="0"/>
                  </a:rPr>
                  <a:t>→ dùng thuật toán Forward–Backward.</a:t>
                </a:r>
              </a:p>
              <a:p>
                <a:pPr marL="91440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Giải mã (Decoding): Tìm chuỗi trạng thái ẩn tối ưu</a:t>
                </a:r>
              </a:p>
              <a:p>
                <a:pPr/>
                <a14:m>
                  <m:oMathPara xmlns:m="http://schemas.openxmlformats.org/officeDocument/2006/math">
                    <m:oMathParaPr>
                      <m:jc m:val="centerGroup"/>
                    </m:oMathParaPr>
                    <m:oMath xmlns:m="http://schemas.openxmlformats.org/officeDocument/2006/math">
                      <m:sSub>
                        <m:sSubPr>
                          <m:ctrlPr>
                            <a:rPr lang="en-US" sz="2800" i="1">
                              <a:latin typeface="Cambria Math" panose="02040503050406030204" pitchFamily="18" charset="0"/>
                            </a:rPr>
                          </m:ctrlPr>
                        </m:sSubPr>
                        <m:e>
                          <m:r>
                            <a:rPr lang="en-US" sz="2800" b="0" i="1" smtClean="0">
                              <a:latin typeface="Cambria Math" panose="02040503050406030204" pitchFamily="18" charset="0"/>
                            </a:rPr>
                            <m:t>𝑧</m:t>
                          </m:r>
                        </m:e>
                        <m:sub>
                          <m:r>
                            <a:rPr lang="en-US" sz="2800" b="0" i="1" smtClean="0">
                              <a:latin typeface="Cambria Math" panose="02040503050406030204" pitchFamily="18" charset="0"/>
                            </a:rPr>
                            <m:t>1</m:t>
                          </m:r>
                        </m:sub>
                      </m:sSub>
                      <m:r>
                        <a:rPr lang="en-US" sz="2800" b="0" i="1" smtClean="0">
                          <a:latin typeface="Cambria Math" panose="02040503050406030204" pitchFamily="18" charset="0"/>
                        </a:rPr>
                        <m:t>,</m:t>
                      </m:r>
                      <m:sSub>
                        <m:sSubPr>
                          <m:ctrlPr>
                            <a:rPr lang="en-US" sz="2800" i="1">
                              <a:latin typeface="Cambria Math" panose="02040503050406030204" pitchFamily="18" charset="0"/>
                            </a:rPr>
                          </m:ctrlPr>
                        </m:sSubPr>
                        <m:e>
                          <m:r>
                            <a:rPr lang="en-US" sz="2800" b="0" i="1" smtClean="0">
                              <a:latin typeface="Cambria Math" panose="02040503050406030204" pitchFamily="18" charset="0"/>
                            </a:rPr>
                            <m:t>𝑧</m:t>
                          </m:r>
                        </m:e>
                        <m:sub>
                          <m:r>
                            <a:rPr lang="en-US" sz="2800" b="0" i="1" smtClean="0">
                              <a:latin typeface="Cambria Math" panose="02040503050406030204" pitchFamily="18" charset="0"/>
                            </a:rPr>
                            <m:t>2</m:t>
                          </m:r>
                        </m:sub>
                      </m:sSub>
                      <m:r>
                        <a:rPr lang="en-US" sz="2800" b="0" i="1" smtClean="0">
                          <a:latin typeface="Cambria Math" panose="02040503050406030204" pitchFamily="18" charset="0"/>
                        </a:rPr>
                        <m:t>,…,</m:t>
                      </m:r>
                      <m:sSub>
                        <m:sSubPr>
                          <m:ctrlPr>
                            <a:rPr lang="en-US" sz="2800" i="1">
                              <a:latin typeface="Cambria Math" panose="02040503050406030204" pitchFamily="18" charset="0"/>
                            </a:rPr>
                          </m:ctrlPr>
                        </m:sSubPr>
                        <m:e>
                          <m:r>
                            <a:rPr lang="en-US" sz="2800" b="0" i="1" smtClean="0">
                              <a:latin typeface="Cambria Math" panose="02040503050406030204" pitchFamily="18" charset="0"/>
                            </a:rPr>
                            <m:t>𝑧</m:t>
                          </m:r>
                        </m:e>
                        <m:sub>
                          <m:r>
                            <a:rPr lang="en-US" sz="2800" b="0" i="1" smtClean="0">
                              <a:latin typeface="Cambria Math" panose="02040503050406030204" pitchFamily="18" charset="0"/>
                            </a:rPr>
                            <m:t>𝑇</m:t>
                          </m:r>
                        </m:sub>
                      </m:sSub>
                    </m:oMath>
                  </m:oMathPara>
                </a14:m>
                <a:br>
                  <a:rPr lang="en-US" sz="2800">
                    <a:latin typeface="Times New Roman" panose="02020603050405020304" pitchFamily="18" charset="0"/>
                    <a:cs typeface="Times New Roman" panose="02020603050405020304" pitchFamily="18" charset="0"/>
                  </a:rPr>
                </a:br>
                <a:endParaRPr lang="en-US" sz="2800">
                  <a:latin typeface="Times New Roman" panose="02020603050405020304" pitchFamily="18" charset="0"/>
                  <a:cs typeface="Times New Roman" panose="02020603050405020304" pitchFamily="18" charset="0"/>
                </a:endParaRPr>
              </a:p>
              <a:p>
                <a:pPr lvl="1"/>
                <a:r>
                  <a:rPr lang="en-US" sz="2800">
                    <a:latin typeface="Times New Roman" panose="02020603050405020304" pitchFamily="18" charset="0"/>
                    <a:cs typeface="Times New Roman" panose="02020603050405020304" pitchFamily="18" charset="0"/>
                  </a:rPr>
                  <a:t>→ dùng Viterbi algorithm.</a:t>
                </a: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Ước lượng tham số (Learning): Tìm A, B, π từ dữ liệu quan sát</a:t>
                </a:r>
                <a:br>
                  <a:rPr lang="en-US" sz="2800">
                    <a:latin typeface="Times New Roman" panose="02020603050405020304" pitchFamily="18" charset="0"/>
                    <a:cs typeface="Times New Roman" panose="02020603050405020304" pitchFamily="18" charset="0"/>
                  </a:rPr>
                </a:br>
                <a:r>
                  <a:rPr lang="en-US" sz="2800">
                    <a:latin typeface="Times New Roman" panose="02020603050405020304" pitchFamily="18" charset="0"/>
                    <a:cs typeface="Times New Roman" panose="02020603050405020304" pitchFamily="18" charset="0"/>
                  </a:rPr>
                  <a:t>→ dùng Baum–Welch (EM algorithm).</a:t>
                </a:r>
              </a:p>
              <a:p>
                <a:endParaRPr lang="en-US" sz="2800">
                  <a:latin typeface="Times New Roman" panose="02020603050405020304" pitchFamily="18" charset="0"/>
                  <a:cs typeface="Times New Roman" panose="02020603050405020304" pitchFamily="18" charset="0"/>
                </a:endParaRPr>
              </a:p>
            </p:txBody>
          </p:sp>
        </mc:Choice>
        <mc:Fallback xmlns="">
          <p:sp>
            <p:nvSpPr>
              <p:cNvPr id="31747" name="Rectangle 3">
                <a:extLst>
                  <a:ext uri="{FF2B5EF4-FFF2-40B4-BE49-F238E27FC236}">
                    <a16:creationId xmlns:a16="http://schemas.microsoft.com/office/drawing/2014/main" id="{29F8689B-FFC2-4108-9874-AB72E435FA82}"/>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3"/>
                <a:stretch>
                  <a:fillRect l="-1136" t="-123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240664219"/>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D8D496-3D41-D953-5183-3D9E23A3F90B}"/>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85B7614E-FA85-F6EF-794B-46B237694827}"/>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Mô hình Markov ẩn</a:t>
            </a:r>
          </a:p>
        </p:txBody>
      </p:sp>
      <mc:AlternateContent xmlns:mc="http://schemas.openxmlformats.org/markup-compatibility/2006" xmlns:a14="http://schemas.microsoft.com/office/drawing/2010/main">
        <mc:Choice Requires="a14">
          <p:sp>
            <p:nvSpPr>
              <p:cNvPr id="31747" name="Rectangle 3">
                <a:extLst>
                  <a:ext uri="{FF2B5EF4-FFF2-40B4-BE49-F238E27FC236}">
                    <a16:creationId xmlns:a16="http://schemas.microsoft.com/office/drawing/2014/main" id="{F7AB8A5D-F0D0-07FE-77C4-4081CAF94E2A}"/>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a:latin typeface="Times New Roman" panose="02020603050405020304" pitchFamily="18" charset="0"/>
                    <a:cs typeface="Times New Roman" panose="02020603050405020304" pitchFamily="18" charset="0"/>
                  </a:rPr>
                  <a:t>Ba bài toán kinh điển trong HMM</a:t>
                </a:r>
              </a:p>
              <a:p>
                <a:pPr lvl="1">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Forward–Backward là thuật toán </a:t>
                </a:r>
                <a:r>
                  <a:rPr lang="en-US" sz="2400" b="1">
                    <a:latin typeface="Times New Roman" panose="02020603050405020304" pitchFamily="18" charset="0"/>
                    <a:cs typeface="Times New Roman" panose="02020603050405020304" pitchFamily="18" charset="0"/>
                  </a:rPr>
                  <a:t>suy diễn xác suất</a:t>
                </a:r>
                <a:r>
                  <a:rPr lang="en-US" sz="2400">
                    <a:latin typeface="Times New Roman" panose="02020603050405020304" pitchFamily="18" charset="0"/>
                    <a:cs typeface="Times New Roman" panose="02020603050405020304" pitchFamily="18" charset="0"/>
                  </a:rPr>
                  <a:t> trong </a:t>
                </a:r>
                <a:r>
                  <a:rPr lang="en-US" sz="2400" b="1">
                    <a:latin typeface="Times New Roman" panose="02020603050405020304" pitchFamily="18" charset="0"/>
                    <a:cs typeface="Times New Roman" panose="02020603050405020304" pitchFamily="18" charset="0"/>
                  </a:rPr>
                  <a:t>HMM</a:t>
                </a:r>
                <a:r>
                  <a:rPr lang="en-US" sz="2400">
                    <a:latin typeface="Times New Roman" panose="02020603050405020304" pitchFamily="18" charset="0"/>
                    <a:cs typeface="Times New Roman" panose="02020603050405020304" pitchFamily="18" charset="0"/>
                  </a:rPr>
                  <a:t>.</a:t>
                </a:r>
                <a:br>
                  <a:rPr lang="en-US" sz="2400">
                    <a:latin typeface="Times New Roman" panose="02020603050405020304" pitchFamily="18" charset="0"/>
                    <a:cs typeface="Times New Roman" panose="02020603050405020304" pitchFamily="18" charset="0"/>
                  </a:rPr>
                </a:br>
                <a:r>
                  <a:rPr lang="en-US" sz="2400">
                    <a:latin typeface="Times New Roman" panose="02020603050405020304" pitchFamily="18" charset="0"/>
                    <a:cs typeface="Times New Roman" panose="02020603050405020304" pitchFamily="18" charset="0"/>
                  </a:rPr>
                  <a:t>Mục tiêu chính: Tính xác suất “ẩn” tại mỗi thời điểm — tức là</a:t>
                </a:r>
              </a:p>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𝑃</m:t>
                      </m:r>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𝑧</m:t>
                          </m:r>
                        </m:e>
                        <m:sub>
                          <m:r>
                            <a:rPr lang="en-US" sz="2400" i="1">
                              <a:latin typeface="Cambria Math" panose="02040503050406030204" pitchFamily="18" charset="0"/>
                            </a:rPr>
                            <m:t>𝑡</m:t>
                          </m:r>
                        </m:sub>
                      </m:sSub>
                      <m:r>
                        <a:rPr lang="en-US" sz="2400" i="1">
                          <a:latin typeface="Cambria Math" panose="02040503050406030204" pitchFamily="18" charset="0"/>
                        </a:rPr>
                        <m:t>=</m:t>
                      </m:r>
                      <m:r>
                        <m:rPr>
                          <m:sty m:val="p"/>
                        </m:rPr>
                        <a:rPr lang="en-US" sz="2400">
                          <a:latin typeface="Cambria Math" panose="02040503050406030204" pitchFamily="18" charset="0"/>
                        </a:rPr>
                        <m:t>i</m:t>
                      </m:r>
                      <m:r>
                        <a:rPr lang="en-US" sz="2400" i="1">
                          <a:latin typeface="Cambria Math" panose="02040503050406030204" pitchFamily="18" charset="0"/>
                        </a:rPr>
                        <m:t>∣</m:t>
                      </m:r>
                      <m:r>
                        <a:rPr lang="en-US" sz="2400" i="1">
                          <a:latin typeface="Cambria Math" panose="02040503050406030204" pitchFamily="18" charset="0"/>
                        </a:rPr>
                        <m:t>𝑂</m:t>
                      </m:r>
                      <m:r>
                        <a:rPr lang="en-US" sz="2400" i="1">
                          <a:latin typeface="Cambria Math" panose="02040503050406030204" pitchFamily="18" charset="0"/>
                        </a:rPr>
                        <m:t>,</m:t>
                      </m:r>
                      <m:r>
                        <a:rPr lang="en-US" sz="2400" i="1">
                          <a:latin typeface="Cambria Math" panose="02040503050406030204" pitchFamily="18" charset="0"/>
                        </a:rPr>
                        <m:t>𝜃</m:t>
                      </m:r>
                      <m:r>
                        <a:rPr lang="en-US" sz="2400" i="1">
                          <a:latin typeface="Cambria Math" panose="02040503050406030204" pitchFamily="18" charset="0"/>
                        </a:rPr>
                        <m:t>)</m:t>
                      </m:r>
                    </m:oMath>
                  </m:oMathPara>
                </a14:m>
                <a:endParaRPr lang="en-US" sz="2400">
                  <a:latin typeface="Times New Roman" panose="02020603050405020304" pitchFamily="18" charset="0"/>
                  <a:cs typeface="Times New Roman" panose="02020603050405020304" pitchFamily="18" charset="0"/>
                </a:endParaRPr>
              </a:p>
              <a:p>
                <a:pPr lvl="2"/>
                <a:r>
                  <a:rPr lang="en-US" sz="2400">
                    <a:latin typeface="Times New Roman" panose="02020603050405020304" pitchFamily="18" charset="0"/>
                    <a:cs typeface="Times New Roman" panose="02020603050405020304" pitchFamily="18" charset="0"/>
                  </a:rPr>
                  <a:t>trong đó </a:t>
                </a:r>
                <a14:m>
                  <m:oMath xmlns:m="http://schemas.openxmlformats.org/officeDocument/2006/math">
                    <m:r>
                      <a:rPr lang="en-US" sz="2400" i="1">
                        <a:latin typeface="Cambria Math" panose="02040503050406030204" pitchFamily="18" charset="0"/>
                      </a:rPr>
                      <m:t>𝑂</m:t>
                    </m:r>
                  </m:oMath>
                </a14:m>
                <a:r>
                  <a:rPr lang="en-US" sz="2400">
                    <a:latin typeface="Times New Roman" panose="02020603050405020304" pitchFamily="18" charset="0"/>
                    <a:cs typeface="Times New Roman" panose="02020603050405020304" pitchFamily="18" charset="0"/>
                  </a:rPr>
                  <a:t> là chuỗi quan sát.</a:t>
                </a:r>
              </a:p>
              <a:p>
                <a:pPr marL="120015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Forward Pass (Thuật toán alpha) ta tính xác suất quan sát tính đến thời điểm t, và hiện đang ở trạng thái i.</a:t>
                </a:r>
              </a:p>
              <a:p>
                <a:pP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𝛼</m:t>
                          </m:r>
                        </m:e>
                        <m:sub>
                          <m:r>
                            <a:rPr lang="en-US" sz="2400" i="1">
                              <a:latin typeface="Cambria Math" panose="02040503050406030204" pitchFamily="18" charset="0"/>
                            </a:rPr>
                            <m:t>𝑡</m:t>
                          </m:r>
                        </m:sub>
                      </m:sSub>
                      <m:r>
                        <a:rPr lang="en-US" sz="2400" i="1">
                          <a:latin typeface="Cambria Math" panose="02040503050406030204" pitchFamily="18" charset="0"/>
                        </a:rPr>
                        <m:t>(</m:t>
                      </m:r>
                      <m:r>
                        <a:rPr lang="en-US" sz="2400" i="1">
                          <a:latin typeface="Cambria Math" panose="02040503050406030204" pitchFamily="18" charset="0"/>
                        </a:rPr>
                        <m:t>𝑖</m:t>
                      </m:r>
                      <m:r>
                        <a:rPr lang="en-US" sz="2400" i="1">
                          <a:latin typeface="Cambria Math" panose="02040503050406030204" pitchFamily="18" charset="0"/>
                        </a:rPr>
                        <m:t>)=</m:t>
                      </m:r>
                      <m:r>
                        <a:rPr lang="en-US" sz="2400" i="1">
                          <a:latin typeface="Cambria Math" panose="02040503050406030204" pitchFamily="18" charset="0"/>
                        </a:rPr>
                        <m:t>𝑃</m:t>
                      </m:r>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𝑜</m:t>
                          </m:r>
                        </m:e>
                        <m:sub>
                          <m:r>
                            <a:rPr lang="en-US" sz="2400" i="1">
                              <a:latin typeface="Cambria Math" panose="02040503050406030204" pitchFamily="18" charset="0"/>
                            </a:rPr>
                            <m:t>1</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𝑜</m:t>
                          </m:r>
                        </m:e>
                        <m:sub>
                          <m:r>
                            <a:rPr lang="en-US" sz="2400" i="1">
                              <a:latin typeface="Cambria Math" panose="02040503050406030204" pitchFamily="18" charset="0"/>
                            </a:rPr>
                            <m:t>2</m:t>
                          </m:r>
                        </m:sub>
                      </m:sSub>
                      <m:r>
                        <a:rPr lang="en-US" sz="2400" i="1">
                          <a:latin typeface="Cambria Math" panose="02040503050406030204" pitchFamily="18" charset="0"/>
                        </a:rPr>
                        <m:t>,</m:t>
                      </m:r>
                      <m:r>
                        <a:rPr lang="en-US" sz="2400">
                          <a:latin typeface="Cambria Math" panose="02040503050406030204" pitchFamily="18" charset="0"/>
                        </a:rPr>
                        <m:t>...</m:t>
                      </m:r>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𝑜</m:t>
                          </m:r>
                        </m:e>
                        <m:sub>
                          <m:r>
                            <a:rPr lang="en-US" sz="2400" i="1">
                              <a:latin typeface="Cambria Math" panose="02040503050406030204" pitchFamily="18" charset="0"/>
                            </a:rPr>
                            <m:t>𝑡</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𝑧</m:t>
                          </m:r>
                        </m:e>
                        <m:sub>
                          <m:r>
                            <a:rPr lang="en-US" sz="2400" i="1">
                              <a:latin typeface="Cambria Math" panose="02040503050406030204" pitchFamily="18" charset="0"/>
                            </a:rPr>
                            <m:t>𝑡</m:t>
                          </m:r>
                        </m:sub>
                      </m:sSub>
                      <m:r>
                        <a:rPr lang="en-US" sz="2400" i="1">
                          <a:latin typeface="Cambria Math" panose="02040503050406030204" pitchFamily="18" charset="0"/>
                        </a:rPr>
                        <m:t>=</m:t>
                      </m:r>
                      <m:r>
                        <a:rPr lang="en-US" sz="2400" i="1">
                          <a:latin typeface="Cambria Math" panose="02040503050406030204" pitchFamily="18" charset="0"/>
                        </a:rPr>
                        <m:t>𝑖</m:t>
                      </m:r>
                      <m:r>
                        <a:rPr lang="en-US" sz="2400" i="1">
                          <a:latin typeface="Cambria Math" panose="02040503050406030204" pitchFamily="18" charset="0"/>
                        </a:rPr>
                        <m:t>)</m:t>
                      </m:r>
                    </m:oMath>
                  </m:oMathPara>
                </a14:m>
                <a:endParaRPr lang="en-US" sz="2400">
                  <a:latin typeface="Times New Roman" panose="02020603050405020304" pitchFamily="18" charset="0"/>
                  <a:cs typeface="Times New Roman" panose="02020603050405020304" pitchFamily="18" charset="0"/>
                </a:endParaRPr>
              </a:p>
              <a:p>
                <a:pPr marL="1714500" lvl="3" indent="-342900">
                  <a:buFont typeface="Wingdings" panose="05000000000000000000" pitchFamily="2" charset="2"/>
                  <a:buChar char="§"/>
                </a:pPr>
                <a:r>
                  <a:rPr lang="en-US" sz="2400">
                    <a:latin typeface="Times New Roman" panose="02020603050405020304" pitchFamily="18" charset="0"/>
                    <a:cs typeface="Times New Roman" panose="02020603050405020304" pitchFamily="18" charset="0"/>
                  </a:rPr>
                  <a:t>Khởi tạo: </a:t>
                </a:r>
                <a14:m>
                  <m:oMath xmlns:m="http://schemas.openxmlformats.org/officeDocument/2006/math">
                    <m:sSub>
                      <m:sSubPr>
                        <m:ctrlPr>
                          <a:rPr lang="en-US" sz="2400" i="1">
                            <a:latin typeface="Cambria Math" panose="02040503050406030204" pitchFamily="18" charset="0"/>
                          </a:rPr>
                        </m:ctrlPr>
                      </m:sSubPr>
                      <m:e>
                        <m:r>
                          <a:rPr lang="en-US" sz="2400" b="0" i="1">
                            <a:latin typeface="Cambria Math" panose="02040503050406030204" pitchFamily="18" charset="0"/>
                          </a:rPr>
                          <m:t>𝛼</m:t>
                        </m:r>
                      </m:e>
                      <m:sub>
                        <m:r>
                          <a:rPr lang="en-US" sz="2400" b="0" i="1">
                            <a:latin typeface="Cambria Math" panose="02040503050406030204" pitchFamily="18" charset="0"/>
                          </a:rPr>
                          <m:t>1</m:t>
                        </m:r>
                      </m:sub>
                    </m:sSub>
                    <m:r>
                      <a:rPr lang="en-US" sz="2400" b="0" i="1">
                        <a:latin typeface="Cambria Math" panose="02040503050406030204" pitchFamily="18" charset="0"/>
                      </a:rPr>
                      <m:t>(</m:t>
                    </m:r>
                    <m:r>
                      <a:rPr lang="en-US" sz="2400" b="0" i="1">
                        <a:latin typeface="Cambria Math" panose="02040503050406030204" pitchFamily="18" charset="0"/>
                      </a:rPr>
                      <m:t>𝑖</m:t>
                    </m:r>
                    <m:r>
                      <a:rPr lang="en-US" sz="2400" b="0" i="1">
                        <a:latin typeface="Cambria Math" panose="02040503050406030204" pitchFamily="18" charset="0"/>
                      </a:rPr>
                      <m:t>)=</m:t>
                    </m:r>
                    <m:sSub>
                      <m:sSubPr>
                        <m:ctrlPr>
                          <a:rPr lang="en-US" sz="2400" i="1">
                            <a:latin typeface="Cambria Math" panose="02040503050406030204" pitchFamily="18" charset="0"/>
                          </a:rPr>
                        </m:ctrlPr>
                      </m:sSubPr>
                      <m:e>
                        <m:r>
                          <a:rPr lang="en-US" sz="2400" b="0" i="1">
                            <a:latin typeface="Cambria Math" panose="02040503050406030204" pitchFamily="18" charset="0"/>
                          </a:rPr>
                          <m:t>𝜋</m:t>
                        </m:r>
                      </m:e>
                      <m:sub>
                        <m:r>
                          <a:rPr lang="en-US" sz="2400" b="0" i="1">
                            <a:latin typeface="Cambria Math" panose="02040503050406030204" pitchFamily="18" charset="0"/>
                          </a:rPr>
                          <m:t>𝑖</m:t>
                        </m:r>
                      </m:sub>
                    </m:sSub>
                    <m:sSub>
                      <m:sSubPr>
                        <m:ctrlPr>
                          <a:rPr lang="en-US" sz="2400" i="1">
                            <a:latin typeface="Cambria Math" panose="02040503050406030204" pitchFamily="18" charset="0"/>
                          </a:rPr>
                        </m:ctrlPr>
                      </m:sSubPr>
                      <m:e>
                        <m:r>
                          <a:rPr lang="en-US" sz="2400" b="0" i="1">
                            <a:latin typeface="Cambria Math" panose="02040503050406030204" pitchFamily="18" charset="0"/>
                          </a:rPr>
                          <m:t>𝑏</m:t>
                        </m:r>
                      </m:e>
                      <m:sub>
                        <m:r>
                          <a:rPr lang="en-US" sz="2400" b="0" i="1">
                            <a:latin typeface="Cambria Math" panose="02040503050406030204" pitchFamily="18" charset="0"/>
                          </a:rPr>
                          <m:t>𝑖</m:t>
                        </m:r>
                        <m:r>
                          <a:rPr lang="en-US" sz="2400" b="0" i="1" smtClean="0">
                            <a:latin typeface="Cambria Math" panose="02040503050406030204" pitchFamily="18" charset="0"/>
                          </a:rPr>
                          <m:t>1</m:t>
                        </m:r>
                      </m:sub>
                    </m:sSub>
                  </m:oMath>
                </a14:m>
                <a:endParaRPr lang="en-US" sz="2400">
                  <a:latin typeface="Times New Roman" panose="02020603050405020304" pitchFamily="18" charset="0"/>
                  <a:cs typeface="Times New Roman" panose="02020603050405020304" pitchFamily="18" charset="0"/>
                </a:endParaRPr>
              </a:p>
              <a:p>
                <a:pPr marL="1714500" lvl="3" indent="-342900">
                  <a:buFont typeface="Wingdings" panose="05000000000000000000" pitchFamily="2" charset="2"/>
                  <a:buChar char="§"/>
                </a:pPr>
                <a:r>
                  <a:rPr lang="en-US" sz="2400">
                    <a:latin typeface="Times New Roman" panose="02020603050405020304" pitchFamily="18" charset="0"/>
                    <a:cs typeface="Times New Roman" panose="02020603050405020304" pitchFamily="18" charset="0"/>
                  </a:rPr>
                  <a:t>Đệ quy: </a:t>
                </a:r>
                <a14:m>
                  <m:oMath xmlns:m="http://schemas.openxmlformats.org/officeDocument/2006/math">
                    <m:sSub>
                      <m:sSubPr>
                        <m:ctrlPr>
                          <a:rPr lang="en-US" sz="2400" i="1">
                            <a:latin typeface="Cambria Math" panose="02040503050406030204" pitchFamily="18" charset="0"/>
                          </a:rPr>
                        </m:ctrlPr>
                      </m:sSubPr>
                      <m:e>
                        <m:r>
                          <a:rPr lang="en-US" sz="2400" b="0" i="1">
                            <a:latin typeface="Cambria Math" panose="02040503050406030204" pitchFamily="18" charset="0"/>
                          </a:rPr>
                          <m:t>𝛼</m:t>
                        </m:r>
                      </m:e>
                      <m:sub>
                        <m:r>
                          <a:rPr lang="en-US" sz="2400" b="0" i="1">
                            <a:latin typeface="Cambria Math" panose="02040503050406030204" pitchFamily="18" charset="0"/>
                          </a:rPr>
                          <m:t>𝑡</m:t>
                        </m:r>
                      </m:sub>
                    </m:sSub>
                    <m:r>
                      <a:rPr lang="en-US" sz="2400" b="0" i="1">
                        <a:latin typeface="Cambria Math" panose="02040503050406030204" pitchFamily="18" charset="0"/>
                      </a:rPr>
                      <m:t>(</m:t>
                    </m:r>
                    <m:r>
                      <a:rPr lang="en-US" sz="2400" b="0" i="1">
                        <a:latin typeface="Cambria Math" panose="02040503050406030204" pitchFamily="18" charset="0"/>
                      </a:rPr>
                      <m:t>𝑖</m:t>
                    </m:r>
                    <m:r>
                      <a:rPr lang="en-US" sz="2400" b="0" i="1">
                        <a:latin typeface="Cambria Math" panose="02040503050406030204" pitchFamily="18" charset="0"/>
                      </a:rPr>
                      <m:t>)=</m:t>
                    </m:r>
                    <m:sSub>
                      <m:sSubPr>
                        <m:ctrlPr>
                          <a:rPr lang="en-US" sz="2400" i="1">
                            <a:latin typeface="Cambria Math" panose="02040503050406030204" pitchFamily="18" charset="0"/>
                          </a:rPr>
                        </m:ctrlPr>
                      </m:sSubPr>
                      <m:e>
                        <m:r>
                          <a:rPr lang="en-US" sz="2400" b="0" i="1">
                            <a:latin typeface="Cambria Math" panose="02040503050406030204" pitchFamily="18" charset="0"/>
                          </a:rPr>
                          <m:t>𝑏</m:t>
                        </m:r>
                      </m:e>
                      <m:sub>
                        <m:r>
                          <a:rPr lang="en-US" sz="2400" b="0" i="1">
                            <a:latin typeface="Cambria Math" panose="02040503050406030204" pitchFamily="18" charset="0"/>
                          </a:rPr>
                          <m:t>𝑖</m:t>
                        </m:r>
                        <m:r>
                          <a:rPr lang="en-US" sz="2400" b="0" i="1" smtClean="0">
                            <a:latin typeface="Cambria Math" panose="02040503050406030204" pitchFamily="18" charset="0"/>
                          </a:rPr>
                          <m:t>𝑡</m:t>
                        </m:r>
                      </m:sub>
                    </m:sSub>
                    <m:nary>
                      <m:naryPr>
                        <m:chr m:val="∑"/>
                        <m:limLoc m:val="undOvr"/>
                        <m:grow m:val="on"/>
                        <m:ctrlPr>
                          <a:rPr lang="en-US" sz="2400" i="1">
                            <a:latin typeface="Cambria Math" panose="02040503050406030204" pitchFamily="18" charset="0"/>
                          </a:rPr>
                        </m:ctrlPr>
                      </m:naryPr>
                      <m:sub>
                        <m:r>
                          <a:rPr lang="en-US" sz="2400" b="0" i="1">
                            <a:latin typeface="Cambria Math" panose="02040503050406030204" pitchFamily="18" charset="0"/>
                          </a:rPr>
                          <m:t>𝑗</m:t>
                        </m:r>
                        <m:r>
                          <a:rPr lang="en-US" sz="2400" b="0" i="1">
                            <a:latin typeface="Cambria Math" panose="02040503050406030204" pitchFamily="18" charset="0"/>
                          </a:rPr>
                          <m:t>=1</m:t>
                        </m:r>
                      </m:sub>
                      <m:sup>
                        <m:r>
                          <a:rPr lang="en-US" sz="2400" b="0" i="1">
                            <a:latin typeface="Cambria Math" panose="02040503050406030204" pitchFamily="18" charset="0"/>
                          </a:rPr>
                          <m:t>𝑁</m:t>
                        </m:r>
                      </m:sup>
                      <m:e>
                        <m:sSub>
                          <m:sSubPr>
                            <m:ctrlPr>
                              <a:rPr lang="en-US" sz="2400" i="1">
                                <a:latin typeface="Cambria Math" panose="02040503050406030204" pitchFamily="18" charset="0"/>
                              </a:rPr>
                            </m:ctrlPr>
                          </m:sSubPr>
                          <m:e>
                            <m:r>
                              <a:rPr lang="en-US" sz="2400" b="0" i="1">
                                <a:latin typeface="Cambria Math" panose="02040503050406030204" pitchFamily="18" charset="0"/>
                              </a:rPr>
                              <m:t>𝛼</m:t>
                            </m:r>
                          </m:e>
                          <m:sub>
                            <m:r>
                              <a:rPr lang="en-US" sz="2400" b="0" i="1">
                                <a:latin typeface="Cambria Math" panose="02040503050406030204" pitchFamily="18" charset="0"/>
                              </a:rPr>
                              <m:t>𝑡</m:t>
                            </m:r>
                            <m:r>
                              <a:rPr lang="en-US" sz="2400" b="0" i="1">
                                <a:latin typeface="Cambria Math" panose="02040503050406030204" pitchFamily="18" charset="0"/>
                              </a:rPr>
                              <m:t>−1</m:t>
                            </m:r>
                          </m:sub>
                        </m:sSub>
                        <m:r>
                          <a:rPr lang="en-US" sz="2400" b="0" i="1">
                            <a:latin typeface="Cambria Math" panose="02040503050406030204" pitchFamily="18" charset="0"/>
                          </a:rPr>
                          <m:t>(</m:t>
                        </m:r>
                        <m:r>
                          <a:rPr lang="en-US" sz="2400" b="0" i="1">
                            <a:latin typeface="Cambria Math" panose="02040503050406030204" pitchFamily="18" charset="0"/>
                          </a:rPr>
                          <m:t>𝑗</m:t>
                        </m:r>
                        <m:r>
                          <a:rPr lang="en-US" sz="2400" b="0" i="1">
                            <a:latin typeface="Cambria Math" panose="02040503050406030204" pitchFamily="18" charset="0"/>
                          </a:rPr>
                          <m:t>)</m:t>
                        </m:r>
                        <m:sSub>
                          <m:sSubPr>
                            <m:ctrlPr>
                              <a:rPr lang="en-US" sz="2400" i="1">
                                <a:latin typeface="Cambria Math" panose="02040503050406030204" pitchFamily="18" charset="0"/>
                              </a:rPr>
                            </m:ctrlPr>
                          </m:sSubPr>
                          <m:e>
                            <m:r>
                              <a:rPr lang="en-US" sz="2400" b="0" i="1" smtClean="0">
                                <a:latin typeface="Cambria Math" panose="02040503050406030204" pitchFamily="18" charset="0"/>
                              </a:rPr>
                              <m:t>𝐴</m:t>
                            </m:r>
                          </m:e>
                          <m:sub>
                            <m:r>
                              <a:rPr lang="en-US" sz="2400" b="0" i="1">
                                <a:latin typeface="Cambria Math" panose="02040503050406030204" pitchFamily="18" charset="0"/>
                              </a:rPr>
                              <m:t>𝑗𝑖</m:t>
                            </m:r>
                          </m:sub>
                        </m:sSub>
                      </m:e>
                    </m:nary>
                  </m:oMath>
                </a14:m>
                <a:endParaRPr lang="en-US" sz="2400">
                  <a:latin typeface="Times New Roman" panose="02020603050405020304" pitchFamily="18" charset="0"/>
                  <a:cs typeface="Times New Roman" panose="02020603050405020304" pitchFamily="18" charset="0"/>
                </a:endParaRPr>
              </a:p>
              <a:p>
                <a:pPr marL="1714500" lvl="3" indent="-342900">
                  <a:buFont typeface="Wingdings" panose="05000000000000000000" pitchFamily="2" charset="2"/>
                  <a:buChar char="§"/>
                </a:pPr>
                <a:r>
                  <a:rPr lang="en-US" sz="2400">
                    <a:latin typeface="Times New Roman" panose="02020603050405020304" pitchFamily="18" charset="0"/>
                    <a:cs typeface="Times New Roman" panose="02020603050405020304" pitchFamily="18" charset="0"/>
                  </a:rPr>
                  <a:t>Kết thúc: </a:t>
                </a:r>
                <a14:m>
                  <m:oMath xmlns:m="http://schemas.openxmlformats.org/officeDocument/2006/math">
                    <m:r>
                      <a:rPr lang="en-US" sz="2400" b="0" i="1">
                        <a:latin typeface="Cambria Math" panose="02040503050406030204" pitchFamily="18" charset="0"/>
                      </a:rPr>
                      <m:t>𝑃</m:t>
                    </m:r>
                    <m:r>
                      <a:rPr lang="en-US" sz="2400" b="0" i="1">
                        <a:latin typeface="Cambria Math" panose="02040503050406030204" pitchFamily="18" charset="0"/>
                      </a:rPr>
                      <m:t>(</m:t>
                    </m:r>
                    <m:r>
                      <a:rPr lang="en-US" sz="2400" b="0" i="1">
                        <a:latin typeface="Cambria Math" panose="02040503050406030204" pitchFamily="18" charset="0"/>
                      </a:rPr>
                      <m:t>𝑂</m:t>
                    </m:r>
                    <m:r>
                      <a:rPr lang="en-US" sz="2400" b="0">
                        <a:latin typeface="Cambria Math" panose="02040503050406030204" pitchFamily="18" charset="0"/>
                      </a:rPr>
                      <m:t>∣</m:t>
                    </m:r>
                    <m:r>
                      <a:rPr lang="en-US" sz="2400" b="0" i="1">
                        <a:latin typeface="Cambria Math" panose="02040503050406030204" pitchFamily="18" charset="0"/>
                      </a:rPr>
                      <m:t>𝜃</m:t>
                    </m:r>
                    <m:r>
                      <a:rPr lang="en-US" sz="2400" b="0" i="1">
                        <a:latin typeface="Cambria Math" panose="02040503050406030204" pitchFamily="18" charset="0"/>
                      </a:rPr>
                      <m:t>)=</m:t>
                    </m:r>
                    <m:nary>
                      <m:naryPr>
                        <m:chr m:val="∑"/>
                        <m:limLoc m:val="undOvr"/>
                        <m:grow m:val="on"/>
                        <m:ctrlPr>
                          <a:rPr lang="en-US" sz="2400" i="1">
                            <a:latin typeface="Cambria Math" panose="02040503050406030204" pitchFamily="18" charset="0"/>
                          </a:rPr>
                        </m:ctrlPr>
                      </m:naryPr>
                      <m:sub>
                        <m:r>
                          <a:rPr lang="en-US" sz="2400" i="1">
                            <a:latin typeface="Cambria Math" panose="02040503050406030204" pitchFamily="18" charset="0"/>
                          </a:rPr>
                          <m:t>𝑖</m:t>
                        </m:r>
                        <m:r>
                          <a:rPr lang="en-US" sz="2400" i="1">
                            <a:latin typeface="Cambria Math" panose="02040503050406030204" pitchFamily="18" charset="0"/>
                          </a:rPr>
                          <m:t>=1</m:t>
                        </m:r>
                      </m:sub>
                      <m:sup>
                        <m:r>
                          <a:rPr lang="en-US" sz="2400" i="1">
                            <a:latin typeface="Cambria Math" panose="02040503050406030204" pitchFamily="18" charset="0"/>
                          </a:rPr>
                          <m:t>𝑁</m:t>
                        </m:r>
                      </m:sup>
                      <m:e>
                        <m:sSub>
                          <m:sSubPr>
                            <m:ctrlPr>
                              <a:rPr lang="en-US" sz="2400" i="1">
                                <a:latin typeface="Cambria Math" panose="02040503050406030204" pitchFamily="18" charset="0"/>
                              </a:rPr>
                            </m:ctrlPr>
                          </m:sSubPr>
                          <m:e>
                            <m:r>
                              <a:rPr lang="en-US" sz="2400" i="1">
                                <a:latin typeface="Cambria Math" panose="02040503050406030204" pitchFamily="18" charset="0"/>
                              </a:rPr>
                              <m:t>𝛼</m:t>
                            </m:r>
                          </m:e>
                          <m:sub>
                            <m:r>
                              <a:rPr lang="en-US" sz="2400" i="1">
                                <a:latin typeface="Cambria Math" panose="02040503050406030204" pitchFamily="18" charset="0"/>
                              </a:rPr>
                              <m:t>𝑇</m:t>
                            </m:r>
                          </m:sub>
                        </m:sSub>
                        <m:r>
                          <a:rPr lang="en-US" sz="2400" i="1">
                            <a:latin typeface="Cambria Math" panose="02040503050406030204" pitchFamily="18" charset="0"/>
                          </a:rPr>
                          <m:t>(</m:t>
                        </m:r>
                        <m:r>
                          <a:rPr lang="en-US" sz="2400" i="1">
                            <a:latin typeface="Cambria Math" panose="02040503050406030204" pitchFamily="18" charset="0"/>
                          </a:rPr>
                          <m:t>𝑖</m:t>
                        </m:r>
                        <m:r>
                          <a:rPr lang="en-US" sz="2400" i="1">
                            <a:latin typeface="Cambria Math" panose="02040503050406030204" pitchFamily="18" charset="0"/>
                          </a:rPr>
                          <m:t>)</m:t>
                        </m:r>
                        <m:r>
                          <m:rPr>
                            <m:nor/>
                          </m:rPr>
                          <a:rPr lang="en-US" sz="2400">
                            <a:latin typeface="Times New Roman" panose="02020603050405020304" pitchFamily="18" charset="0"/>
                            <a:cs typeface="Times New Roman" panose="02020603050405020304" pitchFamily="18" charset="0"/>
                          </a:rPr>
                          <m:t> </m:t>
                        </m:r>
                      </m:e>
                    </m:nary>
                  </m:oMath>
                </a14:m>
                <a:endParaRPr lang="en-US" sz="2400">
                  <a:latin typeface="Times New Roman" panose="02020603050405020304" pitchFamily="18" charset="0"/>
                  <a:cs typeface="Times New Roman" panose="02020603050405020304" pitchFamily="18" charset="0"/>
                </a:endParaRPr>
              </a:p>
              <a:p>
                <a:endParaRPr lang="en-US" sz="2800">
                  <a:latin typeface="Times New Roman" panose="02020603050405020304" pitchFamily="18" charset="0"/>
                  <a:cs typeface="Times New Roman" panose="02020603050405020304" pitchFamily="18" charset="0"/>
                </a:endParaRPr>
              </a:p>
            </p:txBody>
          </p:sp>
        </mc:Choice>
        <mc:Fallback xmlns="">
          <p:sp>
            <p:nvSpPr>
              <p:cNvPr id="31747" name="Rectangle 3">
                <a:extLst>
                  <a:ext uri="{FF2B5EF4-FFF2-40B4-BE49-F238E27FC236}">
                    <a16:creationId xmlns:a16="http://schemas.microsoft.com/office/drawing/2014/main" id="{F7AB8A5D-F0D0-07FE-77C4-4081CAF94E2A}"/>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3"/>
                <a:stretch>
                  <a:fillRect l="-1136" t="-123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3107123102"/>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2EE3BF-BAB9-991D-011E-F63B80EBDFAB}"/>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612C0C5E-CE63-32B6-550D-CC1F9323A960}"/>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Mô hình Markov ẩn</a:t>
            </a:r>
          </a:p>
        </p:txBody>
      </p:sp>
      <mc:AlternateContent xmlns:mc="http://schemas.openxmlformats.org/markup-compatibility/2006" xmlns:a14="http://schemas.microsoft.com/office/drawing/2010/main">
        <mc:Choice Requires="a14">
          <p:sp>
            <p:nvSpPr>
              <p:cNvPr id="31747" name="Rectangle 3">
                <a:extLst>
                  <a:ext uri="{FF2B5EF4-FFF2-40B4-BE49-F238E27FC236}">
                    <a16:creationId xmlns:a16="http://schemas.microsoft.com/office/drawing/2014/main" id="{33EC176A-4135-47DC-B74B-EA73A6DAC935}"/>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a:latin typeface="Times New Roman" panose="02020603050405020304" pitchFamily="18" charset="0"/>
                    <a:cs typeface="Times New Roman" panose="02020603050405020304" pitchFamily="18" charset="0"/>
                  </a:rPr>
                  <a:t>Ba bài toán kinh điển trong HMM</a:t>
                </a:r>
              </a:p>
              <a:p>
                <a:pPr lvl="1">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Forward–Backward </a:t>
                </a:r>
              </a:p>
              <a:p>
                <a:pPr marL="1257300" lvl="2" indent="-342900">
                  <a:buFont typeface="Courier New" panose="02070309020205020404" pitchFamily="49" charset="0"/>
                  <a:buChar char="o"/>
                </a:pPr>
                <a:r>
                  <a:rPr lang="vi-VN" sz="2400">
                    <a:latin typeface="Times New Roman" panose="02020603050405020304" pitchFamily="18" charset="0"/>
                    <a:cs typeface="Times New Roman" panose="02020603050405020304" pitchFamily="18" charset="0"/>
                  </a:rPr>
                  <a:t>Backward Pass (Thuật toán beta)</a:t>
                </a:r>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nếu tại thời điểm t đang ở trạng thái i → xác suất để sinh ra phần còn lại của chuỗi quan sát</a:t>
                </a:r>
              </a:p>
              <a:p>
                <a:pPr/>
                <a14:m>
                  <m:oMathPara xmlns:m="http://schemas.openxmlformats.org/officeDocument/2006/math">
                    <m:oMathParaPr>
                      <m:jc m:val="centerGroup"/>
                    </m:oMathParaPr>
                    <m:oMath xmlns:m="http://schemas.openxmlformats.org/officeDocument/2006/math">
                      <m:sSub>
                        <m:sSubPr>
                          <m:ctrlPr>
                            <a:rPr lang="ar-AE" sz="2400" i="1">
                              <a:latin typeface="Cambria Math" panose="02040503050406030204" pitchFamily="18" charset="0"/>
                            </a:rPr>
                          </m:ctrlPr>
                        </m:sSubPr>
                        <m:e>
                          <m:r>
                            <a:rPr lang="ar-AE" sz="2400" b="0" i="1" smtClean="0">
                              <a:latin typeface="Cambria Math" panose="02040503050406030204" pitchFamily="18" charset="0"/>
                            </a:rPr>
                            <m:t>𝛽</m:t>
                          </m:r>
                        </m:e>
                        <m:sub>
                          <m:r>
                            <a:rPr lang="ar-AE" sz="2400" b="0" i="1" smtClean="0">
                              <a:latin typeface="Cambria Math" panose="02040503050406030204" pitchFamily="18" charset="0"/>
                            </a:rPr>
                            <m:t>𝑡</m:t>
                          </m:r>
                        </m:sub>
                      </m:sSub>
                      <m:d>
                        <m:dPr>
                          <m:ctrlPr>
                            <a:rPr lang="ar-AE" sz="2400" i="1">
                              <a:latin typeface="Cambria Math" panose="02040503050406030204" pitchFamily="18" charset="0"/>
                            </a:rPr>
                          </m:ctrlPr>
                        </m:dPr>
                        <m:e>
                          <m:r>
                            <a:rPr lang="ar-AE" sz="2400" b="0" i="1" smtClean="0">
                              <a:latin typeface="Cambria Math" panose="02040503050406030204" pitchFamily="18" charset="0"/>
                            </a:rPr>
                            <m:t>𝑖</m:t>
                          </m:r>
                        </m:e>
                      </m:d>
                      <m:r>
                        <a:rPr lang="ar-AE" sz="2400" b="0" smtClean="0">
                          <a:latin typeface="Cambria Math" panose="02040503050406030204" pitchFamily="18" charset="0"/>
                        </a:rPr>
                        <m:t>=</m:t>
                      </m:r>
                      <m:r>
                        <a:rPr lang="ar-AE" sz="2400" b="0" i="1" smtClean="0">
                          <a:latin typeface="Cambria Math" panose="02040503050406030204" pitchFamily="18" charset="0"/>
                        </a:rPr>
                        <m:t>𝑃</m:t>
                      </m:r>
                      <m:d>
                        <m:dPr>
                          <m:sepChr m:val=","/>
                          <m:ctrlPr>
                            <a:rPr lang="ar-AE" sz="2400" i="1">
                              <a:latin typeface="Cambria Math" panose="02040503050406030204" pitchFamily="18" charset="0"/>
                            </a:rPr>
                          </m:ctrlPr>
                        </m:dPr>
                        <m:e>
                          <m:sSub>
                            <m:sSubPr>
                              <m:ctrlPr>
                                <a:rPr lang="ar-AE" sz="2400" i="1">
                                  <a:latin typeface="Cambria Math" panose="02040503050406030204" pitchFamily="18" charset="0"/>
                                </a:rPr>
                              </m:ctrlPr>
                            </m:sSubPr>
                            <m:e>
                              <m:r>
                                <a:rPr lang="ar-AE" sz="2400" b="0" i="1" smtClean="0">
                                  <a:latin typeface="Cambria Math" panose="02040503050406030204" pitchFamily="18" charset="0"/>
                                </a:rPr>
                                <m:t>𝑜</m:t>
                              </m:r>
                            </m:e>
                            <m:sub>
                              <m:r>
                                <a:rPr lang="ar-AE" sz="2400" b="0" i="1" smtClean="0">
                                  <a:latin typeface="Cambria Math" panose="02040503050406030204" pitchFamily="18" charset="0"/>
                                </a:rPr>
                                <m:t>𝑡</m:t>
                              </m:r>
                              <m:r>
                                <a:rPr lang="ar-AE" sz="2400" b="0" smtClean="0">
                                  <a:latin typeface="Cambria Math" panose="02040503050406030204" pitchFamily="18" charset="0"/>
                                </a:rPr>
                                <m:t>+1</m:t>
                              </m:r>
                            </m:sub>
                          </m:sSub>
                        </m:e>
                        <m:e>
                          <m:sSub>
                            <m:sSubPr>
                              <m:ctrlPr>
                                <a:rPr lang="ar-AE" sz="2400" i="1">
                                  <a:latin typeface="Cambria Math" panose="02040503050406030204" pitchFamily="18" charset="0"/>
                                </a:rPr>
                              </m:ctrlPr>
                            </m:sSubPr>
                            <m:e>
                              <m:r>
                                <a:rPr lang="ar-AE" sz="2400" b="0" i="1" smtClean="0">
                                  <a:latin typeface="Cambria Math" panose="02040503050406030204" pitchFamily="18" charset="0"/>
                                </a:rPr>
                                <m:t>𝑜</m:t>
                              </m:r>
                            </m:e>
                            <m:sub>
                              <m:r>
                                <a:rPr lang="ar-AE" sz="2400" b="0" i="1" smtClean="0">
                                  <a:latin typeface="Cambria Math" panose="02040503050406030204" pitchFamily="18" charset="0"/>
                                </a:rPr>
                                <m:t>𝑡</m:t>
                              </m:r>
                              <m:r>
                                <a:rPr lang="ar-AE" sz="2400" b="0" smtClean="0">
                                  <a:latin typeface="Cambria Math" panose="02040503050406030204" pitchFamily="18" charset="0"/>
                                </a:rPr>
                                <m:t>+2</m:t>
                              </m:r>
                            </m:sub>
                          </m:sSub>
                        </m:e>
                        <m:e>
                          <m:r>
                            <a:rPr lang="ar-AE" sz="2400">
                              <a:latin typeface="Cambria Math" panose="02040503050406030204" pitchFamily="18" charset="0"/>
                            </a:rPr>
                            <m:t>...</m:t>
                          </m:r>
                        </m:e>
                        <m:e>
                          <m:sSub>
                            <m:sSubPr>
                              <m:ctrlPr>
                                <a:rPr lang="ar-AE" sz="2400" i="1">
                                  <a:latin typeface="Cambria Math" panose="02040503050406030204" pitchFamily="18" charset="0"/>
                                </a:rPr>
                              </m:ctrlPr>
                            </m:sSubPr>
                            <m:e>
                              <m:r>
                                <a:rPr lang="ar-AE" sz="2400" b="0" i="1" smtClean="0">
                                  <a:latin typeface="Cambria Math" panose="02040503050406030204" pitchFamily="18" charset="0"/>
                                </a:rPr>
                                <m:t>𝑜</m:t>
                              </m:r>
                            </m:e>
                            <m:sub>
                              <m:r>
                                <a:rPr lang="ar-AE" sz="2400" b="0" i="1" smtClean="0">
                                  <a:latin typeface="Cambria Math" panose="02040503050406030204" pitchFamily="18" charset="0"/>
                                </a:rPr>
                                <m:t>𝑇</m:t>
                              </m:r>
                            </m:sub>
                          </m:sSub>
                          <m:r>
                            <a:rPr lang="ar-AE" sz="2400" b="0" smtClean="0">
                              <a:latin typeface="Cambria Math" panose="02040503050406030204" pitchFamily="18" charset="0"/>
                            </a:rPr>
                            <m:t>∣</m:t>
                          </m:r>
                          <m:sSub>
                            <m:sSubPr>
                              <m:ctrlPr>
                                <a:rPr lang="ar-AE" sz="2400" i="1">
                                  <a:latin typeface="Cambria Math" panose="02040503050406030204" pitchFamily="18" charset="0"/>
                                </a:rPr>
                              </m:ctrlPr>
                            </m:sSubPr>
                            <m:e>
                              <m:r>
                                <a:rPr lang="ar-AE" sz="2400" b="0" i="1" smtClean="0">
                                  <a:latin typeface="Cambria Math" panose="02040503050406030204" pitchFamily="18" charset="0"/>
                                </a:rPr>
                                <m:t>𝑞</m:t>
                              </m:r>
                            </m:e>
                            <m:sub>
                              <m:r>
                                <a:rPr lang="ar-AE" sz="2400" b="0" i="1" smtClean="0">
                                  <a:latin typeface="Cambria Math" panose="02040503050406030204" pitchFamily="18" charset="0"/>
                                </a:rPr>
                                <m:t>𝑡</m:t>
                              </m:r>
                            </m:sub>
                          </m:sSub>
                          <m:r>
                            <a:rPr lang="ar-AE" sz="2400" b="0" smtClean="0">
                              <a:latin typeface="Cambria Math" panose="02040503050406030204" pitchFamily="18" charset="0"/>
                            </a:rPr>
                            <m:t>=</m:t>
                          </m:r>
                          <m:r>
                            <a:rPr lang="ar-AE" sz="2400" b="0" i="1" smtClean="0">
                              <a:latin typeface="Cambria Math" panose="02040503050406030204" pitchFamily="18" charset="0"/>
                            </a:rPr>
                            <m:t>𝑖</m:t>
                          </m:r>
                        </m:e>
                      </m:d>
                    </m:oMath>
                  </m:oMathPara>
                </a14:m>
                <a:endParaRPr lang="ar-AE" sz="2400">
                  <a:latin typeface="Times New Roman" panose="02020603050405020304" pitchFamily="18" charset="0"/>
                  <a:cs typeface="Times New Roman" panose="02020603050405020304" pitchFamily="18" charset="0"/>
                </a:endParaRPr>
              </a:p>
              <a:p>
                <a:pPr marL="1714500" lvl="3" indent="-342900">
                  <a:buFont typeface="Wingdings" panose="05000000000000000000" pitchFamily="2" charset="2"/>
                  <a:buChar char="§"/>
                </a:pPr>
                <a:endParaRPr lang="en-US" sz="2400">
                  <a:latin typeface="Times New Roman" panose="02020603050405020304" pitchFamily="18" charset="0"/>
                  <a:cs typeface="Times New Roman" panose="02020603050405020304" pitchFamily="18" charset="0"/>
                </a:endParaRPr>
              </a:p>
              <a:p>
                <a:pPr marL="1714500" lvl="3" indent="-342900">
                  <a:buFont typeface="Wingdings" panose="05000000000000000000" pitchFamily="2" charset="2"/>
                  <a:buChar char="§"/>
                </a:pPr>
                <a:r>
                  <a:rPr lang="vi-VN" sz="2400">
                    <a:latin typeface="Times New Roman" panose="02020603050405020304" pitchFamily="18" charset="0"/>
                    <a:cs typeface="Times New Roman" panose="02020603050405020304" pitchFamily="18" charset="0"/>
                  </a:rPr>
                  <a:t>Khởi tạo</a:t>
                </a:r>
                <a:r>
                  <a:rPr lang="en-US" sz="2400">
                    <a:latin typeface="Times New Roman" panose="02020603050405020304" pitchFamily="18" charset="0"/>
                    <a:cs typeface="Times New Roman" panose="02020603050405020304" pitchFamily="18" charset="0"/>
                  </a:rPr>
                  <a:t>: </a:t>
                </a:r>
                <a14:m>
                  <m:oMath xmlns:m="http://schemas.openxmlformats.org/officeDocument/2006/math">
                    <m:sSub>
                      <m:sSubPr>
                        <m:ctrlPr>
                          <a:rPr lang="ar-AE" sz="2400" i="1">
                            <a:latin typeface="Cambria Math" panose="02040503050406030204" pitchFamily="18" charset="0"/>
                          </a:rPr>
                        </m:ctrlPr>
                      </m:sSubPr>
                      <m:e>
                        <m:r>
                          <a:rPr lang="ar-AE" sz="2400" b="0" i="1" smtClean="0">
                            <a:latin typeface="Cambria Math" panose="02040503050406030204" pitchFamily="18" charset="0"/>
                          </a:rPr>
                          <m:t>𝛽</m:t>
                        </m:r>
                      </m:e>
                      <m:sub>
                        <m:r>
                          <a:rPr lang="ar-AE" sz="2400" b="0" i="1" smtClean="0">
                            <a:latin typeface="Cambria Math" panose="02040503050406030204" pitchFamily="18" charset="0"/>
                          </a:rPr>
                          <m:t>𝑇</m:t>
                        </m:r>
                      </m:sub>
                    </m:sSub>
                    <m:d>
                      <m:dPr>
                        <m:ctrlPr>
                          <a:rPr lang="ar-AE" sz="2400" i="1">
                            <a:latin typeface="Cambria Math" panose="02040503050406030204" pitchFamily="18" charset="0"/>
                          </a:rPr>
                        </m:ctrlPr>
                      </m:dPr>
                      <m:e>
                        <m:r>
                          <a:rPr lang="ar-AE" sz="2400" b="0" i="1" smtClean="0">
                            <a:latin typeface="Cambria Math" panose="02040503050406030204" pitchFamily="18" charset="0"/>
                          </a:rPr>
                          <m:t>𝑖</m:t>
                        </m:r>
                      </m:e>
                    </m:d>
                    <m:r>
                      <a:rPr lang="ar-AE" sz="2400" b="0" smtClean="0">
                        <a:latin typeface="Cambria Math" panose="02040503050406030204" pitchFamily="18" charset="0"/>
                      </a:rPr>
                      <m:t>=1</m:t>
                    </m:r>
                  </m:oMath>
                </a14:m>
                <a:endParaRPr lang="en-US" sz="2400">
                  <a:latin typeface="Times New Roman" panose="02020603050405020304" pitchFamily="18" charset="0"/>
                  <a:cs typeface="Times New Roman" panose="02020603050405020304" pitchFamily="18" charset="0"/>
                </a:endParaRPr>
              </a:p>
              <a:p>
                <a:pPr marL="1714500" lvl="3" indent="-342900">
                  <a:buFont typeface="Wingdings" panose="05000000000000000000" pitchFamily="2" charset="2"/>
                  <a:buChar char="§"/>
                </a:pPr>
                <a:r>
                  <a:rPr lang="vi-VN" sz="2400">
                    <a:latin typeface="Times New Roman" panose="02020603050405020304" pitchFamily="18" charset="0"/>
                    <a:cs typeface="Times New Roman" panose="02020603050405020304" pitchFamily="18" charset="0"/>
                  </a:rPr>
                  <a:t>Đệ quy</a:t>
                </a:r>
                <a:r>
                  <a:rPr lang="en-US" sz="2400">
                    <a:latin typeface="Times New Roman" panose="02020603050405020304" pitchFamily="18" charset="0"/>
                    <a:cs typeface="Times New Roman" panose="02020603050405020304" pitchFamily="18" charset="0"/>
                  </a:rPr>
                  <a:t>: </a:t>
                </a:r>
                <a14:m>
                  <m:oMath xmlns:m="http://schemas.openxmlformats.org/officeDocument/2006/math">
                    <m:sSub>
                      <m:sSubPr>
                        <m:ctrlPr>
                          <a:rPr lang="ar-AE" sz="2400" i="1">
                            <a:latin typeface="Cambria Math" panose="02040503050406030204" pitchFamily="18" charset="0"/>
                          </a:rPr>
                        </m:ctrlPr>
                      </m:sSubPr>
                      <m:e>
                        <m:r>
                          <a:rPr lang="ar-AE" sz="2400" b="0" i="1" smtClean="0">
                            <a:latin typeface="Cambria Math" panose="02040503050406030204" pitchFamily="18" charset="0"/>
                          </a:rPr>
                          <m:t>𝛽</m:t>
                        </m:r>
                      </m:e>
                      <m:sub>
                        <m:r>
                          <a:rPr lang="ar-AE" sz="2400" b="0" i="1" smtClean="0">
                            <a:latin typeface="Cambria Math" panose="02040503050406030204" pitchFamily="18" charset="0"/>
                          </a:rPr>
                          <m:t>𝑡</m:t>
                        </m:r>
                      </m:sub>
                    </m:sSub>
                    <m:d>
                      <m:dPr>
                        <m:ctrlPr>
                          <a:rPr lang="ar-AE" sz="2400" i="1">
                            <a:latin typeface="Cambria Math" panose="02040503050406030204" pitchFamily="18" charset="0"/>
                          </a:rPr>
                        </m:ctrlPr>
                      </m:dPr>
                      <m:e>
                        <m:r>
                          <a:rPr lang="ar-AE" sz="2400" b="0" i="1" smtClean="0">
                            <a:latin typeface="Cambria Math" panose="02040503050406030204" pitchFamily="18" charset="0"/>
                          </a:rPr>
                          <m:t>𝑖</m:t>
                        </m:r>
                      </m:e>
                    </m:d>
                    <m:r>
                      <a:rPr lang="ar-AE" sz="2400" b="0" smtClean="0">
                        <a:latin typeface="Cambria Math" panose="02040503050406030204" pitchFamily="18" charset="0"/>
                      </a:rPr>
                      <m:t>=</m:t>
                    </m:r>
                    <m:nary>
                      <m:naryPr>
                        <m:chr m:val="∑"/>
                        <m:grow m:val="on"/>
                        <m:ctrlPr>
                          <a:rPr lang="ar-AE" sz="2400" i="1">
                            <a:latin typeface="Cambria Math" panose="02040503050406030204" pitchFamily="18" charset="0"/>
                          </a:rPr>
                        </m:ctrlPr>
                      </m:naryPr>
                      <m:sub>
                        <m:r>
                          <a:rPr lang="ar-AE" sz="2400" b="0" i="1" smtClean="0">
                            <a:latin typeface="Cambria Math" panose="02040503050406030204" pitchFamily="18" charset="0"/>
                          </a:rPr>
                          <m:t>𝑗</m:t>
                        </m:r>
                        <m:r>
                          <a:rPr lang="ar-AE" sz="2400" b="0" smtClean="0">
                            <a:latin typeface="Cambria Math" panose="02040503050406030204" pitchFamily="18" charset="0"/>
                          </a:rPr>
                          <m:t>=1</m:t>
                        </m:r>
                      </m:sub>
                      <m:sup>
                        <m:r>
                          <a:rPr lang="ar-AE" sz="2400" b="0" i="1" smtClean="0">
                            <a:latin typeface="Cambria Math" panose="02040503050406030204" pitchFamily="18" charset="0"/>
                          </a:rPr>
                          <m:t>𝑁</m:t>
                        </m:r>
                      </m:sup>
                      <m:e>
                        <m:sSub>
                          <m:sSubPr>
                            <m:ctrlPr>
                              <a:rPr lang="ar-AE" sz="2400" i="1">
                                <a:latin typeface="Cambria Math" panose="02040503050406030204" pitchFamily="18" charset="0"/>
                              </a:rPr>
                            </m:ctrlPr>
                          </m:sSubPr>
                          <m:e>
                            <m:r>
                              <a:rPr lang="ar-AE" sz="2400" b="0" i="1" smtClean="0">
                                <a:latin typeface="Cambria Math" panose="02040503050406030204" pitchFamily="18" charset="0"/>
                              </a:rPr>
                              <m:t>𝑎</m:t>
                            </m:r>
                          </m:e>
                          <m:sub>
                            <m:r>
                              <a:rPr lang="ar-AE" sz="2400" b="0" i="1" smtClean="0">
                                <a:latin typeface="Cambria Math" panose="02040503050406030204" pitchFamily="18" charset="0"/>
                              </a:rPr>
                              <m:t>𝑖𝑗</m:t>
                            </m:r>
                          </m:sub>
                        </m:sSub>
                      </m:e>
                    </m:nary>
                    <m:sSub>
                      <m:sSubPr>
                        <m:ctrlPr>
                          <a:rPr lang="ar-AE" sz="2400" i="1">
                            <a:latin typeface="Cambria Math" panose="02040503050406030204" pitchFamily="18" charset="0"/>
                          </a:rPr>
                        </m:ctrlPr>
                      </m:sSubPr>
                      <m:e>
                        <m:r>
                          <a:rPr lang="ar-AE" sz="2400" b="0" i="1" smtClean="0">
                            <a:latin typeface="Cambria Math" panose="02040503050406030204" pitchFamily="18" charset="0"/>
                          </a:rPr>
                          <m:t>𝑏</m:t>
                        </m:r>
                      </m:e>
                      <m:sub>
                        <m:r>
                          <a:rPr lang="ar-AE" sz="2400" b="0" i="1" smtClean="0">
                            <a:latin typeface="Cambria Math" panose="02040503050406030204" pitchFamily="18" charset="0"/>
                          </a:rPr>
                          <m:t>𝑗</m:t>
                        </m:r>
                        <m:r>
                          <a:rPr lang="en-US" sz="2400" b="0" i="1" smtClean="0">
                            <a:latin typeface="Cambria Math" panose="02040503050406030204" pitchFamily="18" charset="0"/>
                          </a:rPr>
                          <m:t>,</m:t>
                        </m:r>
                        <m:r>
                          <a:rPr lang="en-US" sz="2400" b="0" i="1" smtClean="0">
                            <a:latin typeface="Cambria Math" panose="02040503050406030204" pitchFamily="18" charset="0"/>
                          </a:rPr>
                          <m:t>𝑡</m:t>
                        </m:r>
                        <m:r>
                          <a:rPr lang="en-US" sz="2400" b="0" i="1" smtClean="0">
                            <a:latin typeface="Cambria Math" panose="02040503050406030204" pitchFamily="18" charset="0"/>
                          </a:rPr>
                          <m:t>+1</m:t>
                        </m:r>
                      </m:sub>
                    </m:sSub>
                    <m:sSub>
                      <m:sSubPr>
                        <m:ctrlPr>
                          <a:rPr lang="ar-AE" sz="2400" i="1">
                            <a:latin typeface="Cambria Math" panose="02040503050406030204" pitchFamily="18" charset="0"/>
                          </a:rPr>
                        </m:ctrlPr>
                      </m:sSubPr>
                      <m:e>
                        <m:r>
                          <a:rPr lang="ar-AE" sz="2400" b="0" i="1" smtClean="0">
                            <a:latin typeface="Cambria Math" panose="02040503050406030204" pitchFamily="18" charset="0"/>
                          </a:rPr>
                          <m:t>𝛽</m:t>
                        </m:r>
                      </m:e>
                      <m:sub>
                        <m:r>
                          <a:rPr lang="ar-AE" sz="2400" b="0" i="1" smtClean="0">
                            <a:latin typeface="Cambria Math" panose="02040503050406030204" pitchFamily="18" charset="0"/>
                          </a:rPr>
                          <m:t>𝑡</m:t>
                        </m:r>
                        <m:r>
                          <a:rPr lang="ar-AE" sz="2400" b="0" smtClean="0">
                            <a:latin typeface="Cambria Math" panose="02040503050406030204" pitchFamily="18" charset="0"/>
                          </a:rPr>
                          <m:t>+1</m:t>
                        </m:r>
                      </m:sub>
                    </m:sSub>
                    <m:d>
                      <m:dPr>
                        <m:ctrlPr>
                          <a:rPr lang="ar-AE" sz="2400" i="1">
                            <a:latin typeface="Cambria Math" panose="02040503050406030204" pitchFamily="18" charset="0"/>
                          </a:rPr>
                        </m:ctrlPr>
                      </m:dPr>
                      <m:e>
                        <m:r>
                          <a:rPr lang="ar-AE" sz="2400" b="0" i="1" smtClean="0">
                            <a:latin typeface="Cambria Math" panose="02040503050406030204" pitchFamily="18" charset="0"/>
                          </a:rPr>
                          <m:t>𝑗</m:t>
                        </m:r>
                      </m:e>
                    </m:d>
                  </m:oMath>
                </a14:m>
                <a:endParaRPr lang="ar-AE" sz="2400">
                  <a:latin typeface="Times New Roman" panose="02020603050405020304" pitchFamily="18" charset="0"/>
                  <a:cs typeface="Times New Roman" panose="02020603050405020304" pitchFamily="18" charset="0"/>
                </a:endParaRPr>
              </a:p>
              <a:p>
                <a:pPr marL="1257300" lvl="2" indent="-342900">
                  <a:buFont typeface="Courier New" panose="02070309020205020404" pitchFamily="49" charset="0"/>
                  <a:buChar char="o"/>
                </a:pPr>
                <a:endParaRPr lang="en-US" sz="2400">
                  <a:latin typeface="Times New Roman" panose="02020603050405020304" pitchFamily="18" charset="0"/>
                  <a:cs typeface="Times New Roman" panose="02020603050405020304" pitchFamily="18" charset="0"/>
                </a:endParaRPr>
              </a:p>
              <a:p>
                <a:endParaRPr lang="en-US" sz="2800">
                  <a:latin typeface="Times New Roman" panose="02020603050405020304" pitchFamily="18" charset="0"/>
                  <a:cs typeface="Times New Roman" panose="02020603050405020304" pitchFamily="18" charset="0"/>
                </a:endParaRPr>
              </a:p>
            </p:txBody>
          </p:sp>
        </mc:Choice>
        <mc:Fallback xmlns="">
          <p:sp>
            <p:nvSpPr>
              <p:cNvPr id="31747" name="Rectangle 3">
                <a:extLst>
                  <a:ext uri="{FF2B5EF4-FFF2-40B4-BE49-F238E27FC236}">
                    <a16:creationId xmlns:a16="http://schemas.microsoft.com/office/drawing/2014/main" id="{33EC176A-4135-47DC-B74B-EA73A6DAC935}"/>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3"/>
                <a:stretch>
                  <a:fillRect l="-1136" t="-123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1309502547"/>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E6FE8-C39F-C4D6-9F30-C53323ADA0D2}"/>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A720F922-E2E0-C51E-180A-BF7908F78F0D}"/>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Mô hình Markov ẩn</a:t>
            </a:r>
          </a:p>
        </p:txBody>
      </p:sp>
      <mc:AlternateContent xmlns:mc="http://schemas.openxmlformats.org/markup-compatibility/2006" xmlns:a14="http://schemas.microsoft.com/office/drawing/2010/main">
        <mc:Choice Requires="a14">
          <p:sp>
            <p:nvSpPr>
              <p:cNvPr id="31747" name="Rectangle 3">
                <a:extLst>
                  <a:ext uri="{FF2B5EF4-FFF2-40B4-BE49-F238E27FC236}">
                    <a16:creationId xmlns:a16="http://schemas.microsoft.com/office/drawing/2014/main" id="{0A7CF017-1B2E-E00C-C473-5CA44A94AC6D}"/>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a:latin typeface="Times New Roman" panose="02020603050405020304" pitchFamily="18" charset="0"/>
                    <a:cs typeface="Times New Roman" panose="02020603050405020304" pitchFamily="18" charset="0"/>
                  </a:rPr>
                  <a:t>Ba bài toán kinh điển trong HMM</a:t>
                </a:r>
              </a:p>
              <a:p>
                <a:pPr lvl="1">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Forward–Backward </a:t>
                </a:r>
              </a:p>
              <a:p>
                <a:pPr marL="125730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Khi có alpha và beta, ta có thể tính:</a:t>
                </a:r>
              </a:p>
              <a:p>
                <a:pPr marL="1714500" lvl="3" indent="-342900">
                  <a:buFont typeface="Wingdings" panose="05000000000000000000" pitchFamily="2" charset="2"/>
                  <a:buChar char="§"/>
                </a:pPr>
                <a:r>
                  <a:rPr lang="en-US" sz="2400">
                    <a:latin typeface="Times New Roman" panose="02020603050405020304" pitchFamily="18" charset="0"/>
                    <a:cs typeface="Times New Roman" panose="02020603050405020304" pitchFamily="18" charset="0"/>
                  </a:rPr>
                  <a:t>Posterior state probability: x</a:t>
                </a:r>
                <a:r>
                  <a:rPr lang="vi-VN" sz="2400">
                    <a:latin typeface="Times New Roman" panose="02020603050405020304" pitchFamily="18" charset="0"/>
                    <a:cs typeface="Times New Roman" panose="02020603050405020304" pitchFamily="18" charset="0"/>
                  </a:rPr>
                  <a:t>ác suất trạng thái tại thời điểm t</a:t>
                </a:r>
                <a:r>
                  <a:rPr lang="en-US" sz="2400">
                    <a:latin typeface="Times New Roman" panose="02020603050405020304" pitchFamily="18" charset="0"/>
                    <a:cs typeface="Times New Roman" panose="02020603050405020304" pitchFamily="18" charset="0"/>
                  </a:rPr>
                  <a:t> là </a:t>
                </a:r>
                <a14:m>
                  <m:oMath xmlns:m="http://schemas.openxmlformats.org/officeDocument/2006/math">
                    <m:sSub>
                      <m:sSubPr>
                        <m:ctrlPr>
                          <a:rPr lang="ar-AE" sz="2400" i="1">
                            <a:latin typeface="Cambria Math" panose="02040503050406030204" pitchFamily="18" charset="0"/>
                          </a:rPr>
                        </m:ctrlPr>
                      </m:sSubPr>
                      <m:e>
                        <m:r>
                          <a:rPr lang="ar-AE" sz="2400" i="1">
                            <a:latin typeface="Cambria Math" panose="02040503050406030204" pitchFamily="18" charset="0"/>
                          </a:rPr>
                          <m:t>𝛾</m:t>
                        </m:r>
                      </m:e>
                      <m:sub>
                        <m:r>
                          <a:rPr lang="ar-AE" sz="2400" i="1">
                            <a:latin typeface="Cambria Math" panose="02040503050406030204" pitchFamily="18" charset="0"/>
                          </a:rPr>
                          <m:t>𝑡</m:t>
                        </m:r>
                      </m:sub>
                    </m:sSub>
                    <m:d>
                      <m:dPr>
                        <m:ctrlPr>
                          <a:rPr lang="ar-AE" sz="2400" i="1">
                            <a:latin typeface="Cambria Math" panose="02040503050406030204" pitchFamily="18" charset="0"/>
                          </a:rPr>
                        </m:ctrlPr>
                      </m:dPr>
                      <m:e>
                        <m:r>
                          <a:rPr lang="ar-AE" sz="2400" i="1">
                            <a:latin typeface="Cambria Math" panose="02040503050406030204" pitchFamily="18" charset="0"/>
                          </a:rPr>
                          <m:t>𝑖</m:t>
                        </m:r>
                      </m:e>
                    </m:d>
                    <m:r>
                      <a:rPr lang="ar-AE" sz="2400">
                        <a:latin typeface="Cambria Math" panose="02040503050406030204" pitchFamily="18" charset="0"/>
                      </a:rPr>
                      <m:t>=</m:t>
                    </m:r>
                    <m:r>
                      <a:rPr lang="ar-AE" sz="2400" i="1">
                        <a:latin typeface="Cambria Math" panose="02040503050406030204" pitchFamily="18" charset="0"/>
                      </a:rPr>
                      <m:t>𝑃</m:t>
                    </m:r>
                    <m:d>
                      <m:dPr>
                        <m:ctrlPr>
                          <a:rPr lang="ar-AE" sz="2400" i="1">
                            <a:latin typeface="Cambria Math" panose="02040503050406030204" pitchFamily="18" charset="0"/>
                          </a:rPr>
                        </m:ctrlPr>
                      </m:dPr>
                      <m:e>
                        <m:sSub>
                          <m:sSubPr>
                            <m:ctrlPr>
                              <a:rPr lang="ar-AE" sz="2400" i="1">
                                <a:latin typeface="Cambria Math" panose="02040503050406030204" pitchFamily="18" charset="0"/>
                              </a:rPr>
                            </m:ctrlPr>
                          </m:sSubPr>
                          <m:e>
                            <m:r>
                              <a:rPr lang="ar-AE" sz="2400" i="1">
                                <a:latin typeface="Cambria Math" panose="02040503050406030204" pitchFamily="18" charset="0"/>
                              </a:rPr>
                              <m:t>𝑞</m:t>
                            </m:r>
                          </m:e>
                          <m:sub>
                            <m:r>
                              <a:rPr lang="ar-AE" sz="2400" i="1">
                                <a:latin typeface="Cambria Math" panose="02040503050406030204" pitchFamily="18" charset="0"/>
                              </a:rPr>
                              <m:t>𝑡</m:t>
                            </m:r>
                          </m:sub>
                        </m:sSub>
                        <m:r>
                          <a:rPr lang="ar-AE" sz="2400">
                            <a:latin typeface="Cambria Math" panose="02040503050406030204" pitchFamily="18" charset="0"/>
                          </a:rPr>
                          <m:t>=</m:t>
                        </m:r>
                        <m:r>
                          <a:rPr lang="ar-AE" sz="2400" i="1">
                            <a:latin typeface="Cambria Math" panose="02040503050406030204" pitchFamily="18" charset="0"/>
                          </a:rPr>
                          <m:t>𝑖</m:t>
                        </m:r>
                        <m:r>
                          <a:rPr lang="ar-AE" sz="2400">
                            <a:latin typeface="Cambria Math" panose="02040503050406030204" pitchFamily="18" charset="0"/>
                          </a:rPr>
                          <m:t>∣</m:t>
                        </m:r>
                        <m:r>
                          <a:rPr lang="ar-AE" sz="2400" i="1">
                            <a:latin typeface="Cambria Math" panose="02040503050406030204" pitchFamily="18" charset="0"/>
                          </a:rPr>
                          <m:t>𝑂</m:t>
                        </m:r>
                      </m:e>
                    </m:d>
                    <m:r>
                      <a:rPr lang="ar-AE" sz="2400">
                        <a:latin typeface="Cambria Math" panose="02040503050406030204" pitchFamily="18" charset="0"/>
                      </a:rPr>
                      <m:t>=</m:t>
                    </m:r>
                    <m:f>
                      <m:fPr>
                        <m:ctrlPr>
                          <a:rPr lang="ar-AE" sz="2400" i="1">
                            <a:latin typeface="Cambria Math" panose="02040503050406030204" pitchFamily="18" charset="0"/>
                          </a:rPr>
                        </m:ctrlPr>
                      </m:fPr>
                      <m:num>
                        <m:sSub>
                          <m:sSubPr>
                            <m:ctrlPr>
                              <a:rPr lang="ar-AE" sz="2400" i="1">
                                <a:latin typeface="Cambria Math" panose="02040503050406030204" pitchFamily="18" charset="0"/>
                              </a:rPr>
                            </m:ctrlPr>
                          </m:sSubPr>
                          <m:e>
                            <m:r>
                              <a:rPr lang="ar-AE" sz="2400" i="1">
                                <a:latin typeface="Cambria Math" panose="02040503050406030204" pitchFamily="18" charset="0"/>
                              </a:rPr>
                              <m:t>𝛼</m:t>
                            </m:r>
                          </m:e>
                          <m:sub>
                            <m:r>
                              <a:rPr lang="ar-AE" sz="2400" i="1">
                                <a:latin typeface="Cambria Math" panose="02040503050406030204" pitchFamily="18" charset="0"/>
                              </a:rPr>
                              <m:t>𝑡</m:t>
                            </m:r>
                          </m:sub>
                        </m:sSub>
                        <m:d>
                          <m:dPr>
                            <m:ctrlPr>
                              <a:rPr lang="ar-AE" sz="2400" i="1">
                                <a:latin typeface="Cambria Math" panose="02040503050406030204" pitchFamily="18" charset="0"/>
                              </a:rPr>
                            </m:ctrlPr>
                          </m:dPr>
                          <m:e>
                            <m:r>
                              <a:rPr lang="ar-AE" sz="2400" i="1">
                                <a:latin typeface="Cambria Math" panose="02040503050406030204" pitchFamily="18" charset="0"/>
                              </a:rPr>
                              <m:t>𝑖</m:t>
                            </m:r>
                          </m:e>
                        </m:d>
                        <m:sSub>
                          <m:sSubPr>
                            <m:ctrlPr>
                              <a:rPr lang="ar-AE" sz="2400" i="1">
                                <a:latin typeface="Cambria Math" panose="02040503050406030204" pitchFamily="18" charset="0"/>
                              </a:rPr>
                            </m:ctrlPr>
                          </m:sSubPr>
                          <m:e>
                            <m:r>
                              <a:rPr lang="ar-AE" sz="2400" i="1">
                                <a:latin typeface="Cambria Math" panose="02040503050406030204" pitchFamily="18" charset="0"/>
                              </a:rPr>
                              <m:t>𝛽</m:t>
                            </m:r>
                          </m:e>
                          <m:sub>
                            <m:r>
                              <a:rPr lang="ar-AE" sz="2400" i="1">
                                <a:latin typeface="Cambria Math" panose="02040503050406030204" pitchFamily="18" charset="0"/>
                              </a:rPr>
                              <m:t>𝑡</m:t>
                            </m:r>
                          </m:sub>
                        </m:sSub>
                        <m:d>
                          <m:dPr>
                            <m:ctrlPr>
                              <a:rPr lang="ar-AE" sz="2400" i="1">
                                <a:latin typeface="Cambria Math" panose="02040503050406030204" pitchFamily="18" charset="0"/>
                              </a:rPr>
                            </m:ctrlPr>
                          </m:dPr>
                          <m:e>
                            <m:r>
                              <a:rPr lang="ar-AE" sz="2400" i="1">
                                <a:latin typeface="Cambria Math" panose="02040503050406030204" pitchFamily="18" charset="0"/>
                              </a:rPr>
                              <m:t>𝑖</m:t>
                            </m:r>
                          </m:e>
                        </m:d>
                      </m:num>
                      <m:den>
                        <m:r>
                          <a:rPr lang="ar-AE" sz="2400" i="1">
                            <a:latin typeface="Cambria Math" panose="02040503050406030204" pitchFamily="18" charset="0"/>
                          </a:rPr>
                          <m:t>𝑃</m:t>
                        </m:r>
                        <m:d>
                          <m:dPr>
                            <m:ctrlPr>
                              <a:rPr lang="ar-AE" sz="2400" i="1">
                                <a:latin typeface="Cambria Math" panose="02040503050406030204" pitchFamily="18" charset="0"/>
                              </a:rPr>
                            </m:ctrlPr>
                          </m:dPr>
                          <m:e>
                            <m:r>
                              <a:rPr lang="ar-AE" sz="2400" i="1">
                                <a:latin typeface="Cambria Math" panose="02040503050406030204" pitchFamily="18" charset="0"/>
                              </a:rPr>
                              <m:t>𝑂</m:t>
                            </m:r>
                          </m:e>
                        </m:d>
                      </m:den>
                    </m:f>
                  </m:oMath>
                </a14:m>
                <a:endParaRPr lang="ar-AE" sz="2400">
                  <a:latin typeface="Times New Roman" panose="02020603050405020304" pitchFamily="18" charset="0"/>
                  <a:cs typeface="Times New Roman" panose="02020603050405020304" pitchFamily="18" charset="0"/>
                </a:endParaRPr>
              </a:p>
              <a:p>
                <a:pPr lvl="4"/>
                <a:r>
                  <a:rPr lang="vi-VN" sz="2400">
                    <a:latin typeface="Times New Roman" panose="02020603050405020304" pitchFamily="18" charset="0"/>
                    <a:cs typeface="Times New Roman" panose="02020603050405020304" pitchFamily="18" charset="0"/>
                  </a:rPr>
                  <a:t>Đây là lượng quan trọng dùng để:</a:t>
                </a:r>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Gán trạng thái mềm (soft assignments)</a:t>
                </a:r>
                <a:r>
                  <a:rPr lang="en-US" sz="2400">
                    <a:latin typeface="Times New Roman" panose="02020603050405020304" pitchFamily="18" charset="0"/>
                    <a:cs typeface="Times New Roman" panose="02020603050405020304" pitchFamily="18" charset="0"/>
                  </a:rPr>
                  <a:t>, t</a:t>
                </a:r>
                <a:r>
                  <a:rPr lang="vi-VN" sz="2400">
                    <a:latin typeface="Times New Roman" panose="02020603050405020304" pitchFamily="18" charset="0"/>
                    <a:cs typeface="Times New Roman" panose="02020603050405020304" pitchFamily="18" charset="0"/>
                  </a:rPr>
                  <a:t>ính kỳ vọng trong Baum–Welch</a:t>
                </a:r>
              </a:p>
              <a:p>
                <a:pPr marL="1714500" lvl="3" indent="-342900">
                  <a:buFont typeface="Wingdings" panose="05000000000000000000" pitchFamily="2" charset="2"/>
                  <a:buChar char="§"/>
                </a:pPr>
                <a:r>
                  <a:rPr lang="vi-VN" sz="2400" b="1">
                    <a:latin typeface="Times New Roman" panose="02020603050405020304" pitchFamily="18" charset="0"/>
                    <a:cs typeface="Times New Roman" panose="02020603050405020304" pitchFamily="18" charset="0"/>
                  </a:rPr>
                  <a:t>Joint probability giữa hai thời điểm liên tiếp</a:t>
                </a:r>
              </a:p>
              <a:p>
                <a:pPr/>
                <a14:m>
                  <m:oMathPara xmlns:m="http://schemas.openxmlformats.org/officeDocument/2006/math">
                    <m:oMathParaPr>
                      <m:jc m:val="centerGroup"/>
                    </m:oMathParaPr>
                    <m:oMath xmlns:m="http://schemas.openxmlformats.org/officeDocument/2006/math">
                      <m:sSub>
                        <m:sSubPr>
                          <m:ctrlPr>
                            <a:rPr lang="ar-AE" sz="2400" i="1">
                              <a:latin typeface="Cambria Math" panose="02040503050406030204" pitchFamily="18" charset="0"/>
                            </a:rPr>
                          </m:ctrlPr>
                        </m:sSubPr>
                        <m:e>
                          <m:r>
                            <a:rPr lang="ar-AE" sz="2400" i="1">
                              <a:latin typeface="Cambria Math" panose="02040503050406030204" pitchFamily="18" charset="0"/>
                            </a:rPr>
                            <m:t>𝜉</m:t>
                          </m:r>
                        </m:e>
                        <m:sub>
                          <m:r>
                            <a:rPr lang="ar-AE" sz="2400" i="1">
                              <a:latin typeface="Cambria Math" panose="02040503050406030204" pitchFamily="18" charset="0"/>
                            </a:rPr>
                            <m:t>𝑡</m:t>
                          </m:r>
                        </m:sub>
                      </m:sSub>
                      <m:d>
                        <m:dPr>
                          <m:sepChr m:val=","/>
                          <m:ctrlPr>
                            <a:rPr lang="ar-AE" sz="2400" i="1">
                              <a:latin typeface="Cambria Math" panose="02040503050406030204" pitchFamily="18" charset="0"/>
                            </a:rPr>
                          </m:ctrlPr>
                        </m:dPr>
                        <m:e>
                          <m:r>
                            <a:rPr lang="ar-AE" sz="2400" i="1">
                              <a:latin typeface="Cambria Math" panose="02040503050406030204" pitchFamily="18" charset="0"/>
                            </a:rPr>
                            <m:t>𝑖</m:t>
                          </m:r>
                        </m:e>
                        <m:e>
                          <m:r>
                            <a:rPr lang="ar-AE" sz="2400" i="1">
                              <a:latin typeface="Cambria Math" panose="02040503050406030204" pitchFamily="18" charset="0"/>
                            </a:rPr>
                            <m:t>𝑗</m:t>
                          </m:r>
                        </m:e>
                      </m:d>
                      <m:r>
                        <a:rPr lang="ar-AE" sz="2400">
                          <a:latin typeface="Cambria Math" panose="02040503050406030204" pitchFamily="18" charset="0"/>
                        </a:rPr>
                        <m:t>=</m:t>
                      </m:r>
                      <m:r>
                        <a:rPr lang="ar-AE" sz="2400" i="1">
                          <a:latin typeface="Cambria Math" panose="02040503050406030204" pitchFamily="18" charset="0"/>
                        </a:rPr>
                        <m:t>𝑃</m:t>
                      </m:r>
                      <m:d>
                        <m:dPr>
                          <m:sepChr m:val=","/>
                          <m:ctrlPr>
                            <a:rPr lang="ar-AE" sz="2400" i="1">
                              <a:latin typeface="Cambria Math" panose="02040503050406030204" pitchFamily="18" charset="0"/>
                            </a:rPr>
                          </m:ctrlPr>
                        </m:dPr>
                        <m:e>
                          <m:sSub>
                            <m:sSubPr>
                              <m:ctrlPr>
                                <a:rPr lang="ar-AE" sz="2400" i="1">
                                  <a:latin typeface="Cambria Math" panose="02040503050406030204" pitchFamily="18" charset="0"/>
                                </a:rPr>
                              </m:ctrlPr>
                            </m:sSubPr>
                            <m:e>
                              <m:r>
                                <a:rPr lang="ar-AE" sz="2400" i="1">
                                  <a:latin typeface="Cambria Math" panose="02040503050406030204" pitchFamily="18" charset="0"/>
                                </a:rPr>
                                <m:t>𝑞</m:t>
                              </m:r>
                            </m:e>
                            <m:sub>
                              <m:r>
                                <a:rPr lang="ar-AE" sz="2400" i="1">
                                  <a:latin typeface="Cambria Math" panose="02040503050406030204" pitchFamily="18" charset="0"/>
                                </a:rPr>
                                <m:t>𝑡</m:t>
                              </m:r>
                            </m:sub>
                          </m:sSub>
                        </m:e>
                        <m:e>
                          <m:r>
                            <a:rPr lang="ar-AE" sz="2400">
                              <a:latin typeface="Cambria Math" panose="02040503050406030204" pitchFamily="18" charset="0"/>
                            </a:rPr>
                            <m:t>=</m:t>
                          </m:r>
                          <m:r>
                            <a:rPr lang="ar-AE" sz="2400" i="1">
                              <a:latin typeface="Cambria Math" panose="02040503050406030204" pitchFamily="18" charset="0"/>
                            </a:rPr>
                            <m:t>𝑖</m:t>
                          </m:r>
                          <m:sSub>
                            <m:sSubPr>
                              <m:ctrlPr>
                                <a:rPr lang="ar-AE" sz="2400" i="1">
                                  <a:latin typeface="Cambria Math" panose="02040503050406030204" pitchFamily="18" charset="0"/>
                                </a:rPr>
                              </m:ctrlPr>
                            </m:sSubPr>
                            <m:e>
                              <m:r>
                                <a:rPr lang="ar-AE" sz="2400" i="1">
                                  <a:latin typeface="Cambria Math" panose="02040503050406030204" pitchFamily="18" charset="0"/>
                                </a:rPr>
                                <m:t>𝑞</m:t>
                              </m:r>
                            </m:e>
                            <m:sub>
                              <m:r>
                                <a:rPr lang="ar-AE" sz="2400" i="1">
                                  <a:latin typeface="Cambria Math" panose="02040503050406030204" pitchFamily="18" charset="0"/>
                                </a:rPr>
                                <m:t>𝑡</m:t>
                              </m:r>
                              <m:r>
                                <a:rPr lang="ar-AE" sz="2400">
                                  <a:latin typeface="Cambria Math" panose="02040503050406030204" pitchFamily="18" charset="0"/>
                                </a:rPr>
                                <m:t>+1</m:t>
                              </m:r>
                            </m:sub>
                          </m:sSub>
                          <m:r>
                            <a:rPr lang="ar-AE" sz="2400">
                              <a:latin typeface="Cambria Math" panose="02040503050406030204" pitchFamily="18" charset="0"/>
                            </a:rPr>
                            <m:t>=</m:t>
                          </m:r>
                          <m:r>
                            <a:rPr lang="ar-AE" sz="2400" i="1">
                              <a:latin typeface="Cambria Math" panose="02040503050406030204" pitchFamily="18" charset="0"/>
                            </a:rPr>
                            <m:t>𝑗</m:t>
                          </m:r>
                          <m:r>
                            <a:rPr lang="ar-AE" sz="2400">
                              <a:latin typeface="Cambria Math" panose="02040503050406030204" pitchFamily="18" charset="0"/>
                            </a:rPr>
                            <m:t>∣</m:t>
                          </m:r>
                          <m:r>
                            <a:rPr lang="ar-AE" sz="2400" i="1">
                              <a:latin typeface="Cambria Math" panose="02040503050406030204" pitchFamily="18" charset="0"/>
                            </a:rPr>
                            <m:t>𝑂</m:t>
                          </m:r>
                        </m:e>
                      </m:d>
                    </m:oMath>
                  </m:oMathPara>
                </a14:m>
                <a:endParaRPr lang="ar-AE" sz="2400">
                  <a:latin typeface="Times New Roman" panose="020206030504050203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b>
                        <m:sSubPr>
                          <m:ctrlPr>
                            <a:rPr lang="ar-AE" sz="2400" i="1">
                              <a:latin typeface="Cambria Math" panose="02040503050406030204" pitchFamily="18" charset="0"/>
                            </a:rPr>
                          </m:ctrlPr>
                        </m:sSubPr>
                        <m:e>
                          <m:r>
                            <a:rPr lang="ar-AE" sz="2400" i="1">
                              <a:latin typeface="Cambria Math" panose="02040503050406030204" pitchFamily="18" charset="0"/>
                            </a:rPr>
                            <m:t>𝜉</m:t>
                          </m:r>
                        </m:e>
                        <m:sub>
                          <m:r>
                            <a:rPr lang="ar-AE" sz="2400" i="1">
                              <a:latin typeface="Cambria Math" panose="02040503050406030204" pitchFamily="18" charset="0"/>
                            </a:rPr>
                            <m:t>𝑡</m:t>
                          </m:r>
                        </m:sub>
                      </m:sSub>
                      <m:d>
                        <m:dPr>
                          <m:sepChr m:val=","/>
                          <m:ctrlPr>
                            <a:rPr lang="ar-AE" sz="2400" i="1">
                              <a:latin typeface="Cambria Math" panose="02040503050406030204" pitchFamily="18" charset="0"/>
                            </a:rPr>
                          </m:ctrlPr>
                        </m:dPr>
                        <m:e>
                          <m:r>
                            <a:rPr lang="ar-AE" sz="2400" i="1">
                              <a:latin typeface="Cambria Math" panose="02040503050406030204" pitchFamily="18" charset="0"/>
                            </a:rPr>
                            <m:t>𝑖</m:t>
                          </m:r>
                        </m:e>
                        <m:e>
                          <m:r>
                            <a:rPr lang="ar-AE" sz="2400" i="1">
                              <a:latin typeface="Cambria Math" panose="02040503050406030204" pitchFamily="18" charset="0"/>
                            </a:rPr>
                            <m:t>𝑗</m:t>
                          </m:r>
                        </m:e>
                      </m:d>
                      <m:r>
                        <a:rPr lang="ar-AE" sz="2400">
                          <a:latin typeface="Cambria Math" panose="02040503050406030204" pitchFamily="18" charset="0"/>
                        </a:rPr>
                        <m:t>=</m:t>
                      </m:r>
                      <m:f>
                        <m:fPr>
                          <m:ctrlPr>
                            <a:rPr lang="ar-AE" sz="2400" i="1">
                              <a:latin typeface="Cambria Math" panose="02040503050406030204" pitchFamily="18" charset="0"/>
                            </a:rPr>
                          </m:ctrlPr>
                        </m:fPr>
                        <m:num>
                          <m:sSub>
                            <m:sSubPr>
                              <m:ctrlPr>
                                <a:rPr lang="ar-AE" sz="2400" i="1">
                                  <a:latin typeface="Cambria Math" panose="02040503050406030204" pitchFamily="18" charset="0"/>
                                </a:rPr>
                              </m:ctrlPr>
                            </m:sSubPr>
                            <m:e>
                              <m:r>
                                <a:rPr lang="ar-AE" sz="2400" i="1">
                                  <a:latin typeface="Cambria Math" panose="02040503050406030204" pitchFamily="18" charset="0"/>
                                </a:rPr>
                                <m:t>𝛼</m:t>
                              </m:r>
                            </m:e>
                            <m:sub>
                              <m:r>
                                <a:rPr lang="ar-AE" sz="2400" i="1">
                                  <a:latin typeface="Cambria Math" panose="02040503050406030204" pitchFamily="18" charset="0"/>
                                </a:rPr>
                                <m:t>𝑡</m:t>
                              </m:r>
                            </m:sub>
                          </m:sSub>
                          <m:d>
                            <m:dPr>
                              <m:ctrlPr>
                                <a:rPr lang="ar-AE" sz="2400" i="1">
                                  <a:latin typeface="Cambria Math" panose="02040503050406030204" pitchFamily="18" charset="0"/>
                                </a:rPr>
                              </m:ctrlPr>
                            </m:dPr>
                            <m:e>
                              <m:r>
                                <a:rPr lang="ar-AE" sz="2400" i="1">
                                  <a:latin typeface="Cambria Math" panose="02040503050406030204" pitchFamily="18" charset="0"/>
                                </a:rPr>
                                <m:t>𝑖</m:t>
                              </m:r>
                            </m:e>
                          </m:d>
                          <m:r>
                            <m:rPr>
                              <m:nor/>
                            </m:rPr>
                            <a:rPr lang="ar-AE" sz="2400" i="1">
                              <a:latin typeface="Times New Roman" panose="02020603050405020304" pitchFamily="18" charset="0"/>
                              <a:cs typeface="Times New Roman" panose="02020603050405020304" pitchFamily="18" charset="0"/>
                            </a:rPr>
                            <m:t> </m:t>
                          </m:r>
                          <m:sSub>
                            <m:sSubPr>
                              <m:ctrlPr>
                                <a:rPr lang="ar-AE" sz="2400" i="1">
                                  <a:latin typeface="Cambria Math" panose="02040503050406030204" pitchFamily="18" charset="0"/>
                                </a:rPr>
                              </m:ctrlPr>
                            </m:sSubPr>
                            <m:e>
                              <m:r>
                                <a:rPr lang="ar-AE" sz="2400" i="1">
                                  <a:latin typeface="Cambria Math" panose="02040503050406030204" pitchFamily="18" charset="0"/>
                                </a:rPr>
                                <m:t>𝑎</m:t>
                              </m:r>
                            </m:e>
                            <m:sub>
                              <m:r>
                                <a:rPr lang="ar-AE" sz="2400" i="1">
                                  <a:latin typeface="Cambria Math" panose="02040503050406030204" pitchFamily="18" charset="0"/>
                                </a:rPr>
                                <m:t>𝑖𝑗</m:t>
                              </m:r>
                            </m:sub>
                          </m:sSub>
                          <m:r>
                            <m:rPr>
                              <m:nor/>
                            </m:rPr>
                            <a:rPr lang="ar-AE" sz="2400" i="1">
                              <a:latin typeface="Times New Roman" panose="02020603050405020304" pitchFamily="18" charset="0"/>
                              <a:cs typeface="Times New Roman" panose="02020603050405020304" pitchFamily="18" charset="0"/>
                            </a:rPr>
                            <m:t> </m:t>
                          </m:r>
                          <m:sSub>
                            <m:sSubPr>
                              <m:ctrlPr>
                                <a:rPr lang="ar-AE" sz="2400" i="1">
                                  <a:latin typeface="Cambria Math" panose="02040503050406030204" pitchFamily="18" charset="0"/>
                                </a:rPr>
                              </m:ctrlPr>
                            </m:sSubPr>
                            <m:e>
                              <m:r>
                                <a:rPr lang="ar-AE" sz="2400" i="1">
                                  <a:latin typeface="Cambria Math" panose="02040503050406030204" pitchFamily="18" charset="0"/>
                                </a:rPr>
                                <m:t>𝑏</m:t>
                              </m:r>
                            </m:e>
                            <m:sub>
                              <m:r>
                                <a:rPr lang="ar-AE" sz="2400" i="1">
                                  <a:latin typeface="Cambria Math" panose="02040503050406030204" pitchFamily="18" charset="0"/>
                                </a:rPr>
                                <m:t>𝑗</m:t>
                              </m:r>
                            </m:sub>
                          </m:sSub>
                          <m:d>
                            <m:dPr>
                              <m:ctrlPr>
                                <a:rPr lang="ar-AE" sz="2400" i="1">
                                  <a:latin typeface="Cambria Math" panose="02040503050406030204" pitchFamily="18" charset="0"/>
                                </a:rPr>
                              </m:ctrlPr>
                            </m:dPr>
                            <m:e>
                              <m:sSub>
                                <m:sSubPr>
                                  <m:ctrlPr>
                                    <a:rPr lang="ar-AE" sz="2400" i="1">
                                      <a:latin typeface="Cambria Math" panose="02040503050406030204" pitchFamily="18" charset="0"/>
                                    </a:rPr>
                                  </m:ctrlPr>
                                </m:sSubPr>
                                <m:e>
                                  <m:r>
                                    <a:rPr lang="ar-AE" sz="2400" i="1">
                                      <a:latin typeface="Cambria Math" panose="02040503050406030204" pitchFamily="18" charset="0"/>
                                    </a:rPr>
                                    <m:t>𝑜</m:t>
                                  </m:r>
                                </m:e>
                                <m:sub>
                                  <m:r>
                                    <a:rPr lang="ar-AE" sz="2400" i="1">
                                      <a:latin typeface="Cambria Math" panose="02040503050406030204" pitchFamily="18" charset="0"/>
                                    </a:rPr>
                                    <m:t>𝑡</m:t>
                                  </m:r>
                                  <m:r>
                                    <a:rPr lang="ar-AE" sz="2400">
                                      <a:latin typeface="Cambria Math" panose="02040503050406030204" pitchFamily="18" charset="0"/>
                                    </a:rPr>
                                    <m:t>+1</m:t>
                                  </m:r>
                                </m:sub>
                              </m:sSub>
                            </m:e>
                          </m:d>
                          <m:r>
                            <m:rPr>
                              <m:nor/>
                            </m:rPr>
                            <a:rPr lang="ar-AE" sz="2400" i="1">
                              <a:latin typeface="Times New Roman" panose="02020603050405020304" pitchFamily="18" charset="0"/>
                              <a:cs typeface="Times New Roman" panose="02020603050405020304" pitchFamily="18" charset="0"/>
                            </a:rPr>
                            <m:t> </m:t>
                          </m:r>
                          <m:sSub>
                            <m:sSubPr>
                              <m:ctrlPr>
                                <a:rPr lang="ar-AE" sz="2400" i="1">
                                  <a:latin typeface="Cambria Math" panose="02040503050406030204" pitchFamily="18" charset="0"/>
                                </a:rPr>
                              </m:ctrlPr>
                            </m:sSubPr>
                            <m:e>
                              <m:r>
                                <a:rPr lang="ar-AE" sz="2400" i="1">
                                  <a:latin typeface="Cambria Math" panose="02040503050406030204" pitchFamily="18" charset="0"/>
                                </a:rPr>
                                <m:t>𝛽</m:t>
                              </m:r>
                            </m:e>
                            <m:sub>
                              <m:r>
                                <a:rPr lang="ar-AE" sz="2400" i="1">
                                  <a:latin typeface="Cambria Math" panose="02040503050406030204" pitchFamily="18" charset="0"/>
                                </a:rPr>
                                <m:t>𝑡</m:t>
                              </m:r>
                              <m:r>
                                <a:rPr lang="ar-AE" sz="2400">
                                  <a:latin typeface="Cambria Math" panose="02040503050406030204" pitchFamily="18" charset="0"/>
                                </a:rPr>
                                <m:t>+1</m:t>
                              </m:r>
                            </m:sub>
                          </m:sSub>
                          <m:d>
                            <m:dPr>
                              <m:ctrlPr>
                                <a:rPr lang="ar-AE" sz="2400" i="1">
                                  <a:latin typeface="Cambria Math" panose="02040503050406030204" pitchFamily="18" charset="0"/>
                                </a:rPr>
                              </m:ctrlPr>
                            </m:dPr>
                            <m:e>
                              <m:r>
                                <a:rPr lang="ar-AE" sz="2400" i="1">
                                  <a:latin typeface="Cambria Math" panose="02040503050406030204" pitchFamily="18" charset="0"/>
                                </a:rPr>
                                <m:t>𝑗</m:t>
                              </m:r>
                            </m:e>
                          </m:d>
                        </m:num>
                        <m:den>
                          <m:r>
                            <a:rPr lang="ar-AE" sz="2400" i="1">
                              <a:latin typeface="Cambria Math" panose="02040503050406030204" pitchFamily="18" charset="0"/>
                            </a:rPr>
                            <m:t>𝑃</m:t>
                          </m:r>
                          <m:d>
                            <m:dPr>
                              <m:ctrlPr>
                                <a:rPr lang="ar-AE" sz="2400" i="1">
                                  <a:latin typeface="Cambria Math" panose="02040503050406030204" pitchFamily="18" charset="0"/>
                                </a:rPr>
                              </m:ctrlPr>
                            </m:dPr>
                            <m:e>
                              <m:r>
                                <a:rPr lang="ar-AE" sz="2400" i="1">
                                  <a:latin typeface="Cambria Math" panose="02040503050406030204" pitchFamily="18" charset="0"/>
                                </a:rPr>
                                <m:t>𝑂</m:t>
                              </m:r>
                            </m:e>
                          </m:d>
                        </m:den>
                      </m:f>
                    </m:oMath>
                  </m:oMathPara>
                </a14:m>
                <a:endParaRPr lang="ar-AE" sz="2400" b="0">
                  <a:latin typeface="Times New Roman" panose="02020603050405020304" pitchFamily="18" charset="0"/>
                  <a:cs typeface="Times New Roman" panose="02020603050405020304" pitchFamily="18" charset="0"/>
                </a:endParaRPr>
              </a:p>
              <a:p>
                <a:pPr lvl="4"/>
                <a:r>
                  <a:rPr lang="vi-VN" sz="2400">
                    <a:latin typeface="Times New Roman" panose="02020603050405020304" pitchFamily="18" charset="0"/>
                    <a:cs typeface="Times New Roman" panose="02020603050405020304" pitchFamily="18" charset="0"/>
                  </a:rPr>
                  <a:t>Đây là lượng dùng để</a:t>
                </a:r>
                <a:r>
                  <a:rPr lang="en-US" sz="2400">
                    <a:latin typeface="Times New Roman" panose="02020603050405020304" pitchFamily="18" charset="0"/>
                    <a:cs typeface="Times New Roman" panose="02020603050405020304" pitchFamily="18" charset="0"/>
                  </a:rPr>
                  <a:t> ư</a:t>
                </a:r>
                <a:r>
                  <a:rPr lang="vi-VN" sz="2400">
                    <a:latin typeface="Times New Roman" panose="02020603050405020304" pitchFamily="18" charset="0"/>
                    <a:cs typeface="Times New Roman" panose="02020603050405020304" pitchFamily="18" charset="0"/>
                  </a:rPr>
                  <a:t>ớc lượng lại ma trận chuyển</a:t>
                </a:r>
              </a:p>
              <a:p>
                <a:pPr marL="1257300" lvl="2" indent="-342900">
                  <a:buFont typeface="Courier New" panose="02070309020205020404" pitchFamily="49" charset="0"/>
                  <a:buChar char="o"/>
                </a:pPr>
                <a:endParaRPr lang="en-US" sz="2400">
                  <a:latin typeface="Times New Roman" panose="02020603050405020304" pitchFamily="18" charset="0"/>
                  <a:cs typeface="Times New Roman" panose="02020603050405020304" pitchFamily="18" charset="0"/>
                </a:endParaRPr>
              </a:p>
              <a:p>
                <a:endParaRPr lang="en-US" sz="2800">
                  <a:latin typeface="Times New Roman" panose="02020603050405020304" pitchFamily="18" charset="0"/>
                  <a:cs typeface="Times New Roman" panose="02020603050405020304" pitchFamily="18" charset="0"/>
                </a:endParaRPr>
              </a:p>
            </p:txBody>
          </p:sp>
        </mc:Choice>
        <mc:Fallback xmlns="">
          <p:sp>
            <p:nvSpPr>
              <p:cNvPr id="31747" name="Rectangle 3">
                <a:extLst>
                  <a:ext uri="{FF2B5EF4-FFF2-40B4-BE49-F238E27FC236}">
                    <a16:creationId xmlns:a16="http://schemas.microsoft.com/office/drawing/2014/main" id="{0A7CF017-1B2E-E00C-C473-5CA44A94AC6D}"/>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3"/>
                <a:stretch>
                  <a:fillRect l="-1136" t="-1230" r="-93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13623505"/>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5FB40-7853-E392-86BD-F30E66059BCF}"/>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AFE17E90-128B-1F16-9C1E-1EDA06108583}"/>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Mô hình Markov ẩn</a:t>
            </a:r>
          </a:p>
        </p:txBody>
      </p:sp>
      <mc:AlternateContent xmlns:mc="http://schemas.openxmlformats.org/markup-compatibility/2006" xmlns:a14="http://schemas.microsoft.com/office/drawing/2010/main">
        <mc:Choice Requires="a14">
          <p:sp>
            <p:nvSpPr>
              <p:cNvPr id="31747" name="Rectangle 3">
                <a:extLst>
                  <a:ext uri="{FF2B5EF4-FFF2-40B4-BE49-F238E27FC236}">
                    <a16:creationId xmlns:a16="http://schemas.microsoft.com/office/drawing/2014/main" id="{E429F0A8-5FFD-DF60-DEA8-07FA8D6DF246}"/>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a:latin typeface="Times New Roman" panose="02020603050405020304" pitchFamily="18" charset="0"/>
                    <a:cs typeface="Times New Roman" panose="02020603050405020304" pitchFamily="18" charset="0"/>
                  </a:rPr>
                  <a:t>Ba bài toán kinh điển trong HMM</a:t>
                </a:r>
              </a:p>
              <a:p>
                <a:pPr marL="800100" lvl="1" indent="-3429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Baum–Welch algorithm: Chúng ta có thể sử dụng thuật toán Baum Welch để ước tính các tham số của Mô hình Markov ẩn</a:t>
                </a:r>
              </a:p>
              <a:p>
                <a:pPr marL="125730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Nếu biết chuỗi trạng thái ẩn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𝑧</m:t>
                        </m:r>
                      </m:e>
                      <m:sub>
                        <m:r>
                          <a:rPr lang="en-US" sz="2400" i="1">
                            <a:latin typeface="Cambria Math" panose="02040503050406030204" pitchFamily="18" charset="0"/>
                          </a:rPr>
                          <m:t>1</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𝑧</m:t>
                        </m:r>
                      </m:e>
                      <m:sub>
                        <m:r>
                          <a:rPr lang="en-US" sz="2400" i="1">
                            <a:latin typeface="Cambria Math" panose="02040503050406030204" pitchFamily="18" charset="0"/>
                          </a:rPr>
                          <m:t>2</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𝑧</m:t>
                        </m:r>
                      </m:e>
                      <m:sub>
                        <m:r>
                          <a:rPr lang="en-US" sz="2400" i="1">
                            <a:latin typeface="Cambria Math" panose="02040503050406030204" pitchFamily="18" charset="0"/>
                          </a:rPr>
                          <m:t>𝑇</m:t>
                        </m:r>
                      </m:sub>
                    </m:sSub>
                  </m:oMath>
                </a14:m>
                <a:r>
                  <a:rPr lang="en-US" sz="2400">
                    <a:latin typeface="Times New Roman" panose="02020603050405020304" pitchFamily="18" charset="0"/>
                    <a:cs typeface="Times New Roman" panose="02020603050405020304" pitchFamily="18" charset="0"/>
                  </a:rPr>
                  <a:t>, ta có thể:</a:t>
                </a:r>
              </a:p>
              <a:p>
                <a:pPr marL="1714500" lvl="3" indent="-342900">
                  <a:buFont typeface="Wingdings" panose="05000000000000000000" pitchFamily="2" charset="2"/>
                  <a:buChar char="§"/>
                </a:pPr>
                <a:r>
                  <a:rPr lang="en-US" sz="2400">
                    <a:latin typeface="Times New Roman" panose="02020603050405020304" pitchFamily="18" charset="0"/>
                    <a:cs typeface="Times New Roman" panose="02020603050405020304" pitchFamily="18" charset="0"/>
                  </a:rPr>
                  <a:t>đếm số lần đi từ trạng thái i → j → cập nhật A</a:t>
                </a:r>
              </a:p>
              <a:p>
                <a:pPr marL="1714500" lvl="3" indent="-342900">
                  <a:buFont typeface="Wingdings" panose="05000000000000000000" pitchFamily="2" charset="2"/>
                  <a:buChar char="§"/>
                </a:pPr>
                <a:r>
                  <a:rPr lang="en-US" sz="2400">
                    <a:latin typeface="Times New Roman" panose="02020603050405020304" pitchFamily="18" charset="0"/>
                    <a:cs typeface="Times New Roman" panose="02020603050405020304" pitchFamily="18" charset="0"/>
                  </a:rPr>
                  <a:t>đếm số lần trạng thái i phát ra quan sát o → cập nhật B</a:t>
                </a:r>
              </a:p>
              <a:p>
                <a:pPr marL="1314450" lvl="2" indent="-4572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Nhưng ta </a:t>
                </a:r>
                <a:r>
                  <a:rPr lang="en-US" sz="2400" b="1">
                    <a:latin typeface="Times New Roman" panose="02020603050405020304" pitchFamily="18" charset="0"/>
                    <a:cs typeface="Times New Roman" panose="02020603050405020304" pitchFamily="18" charset="0"/>
                  </a:rPr>
                  <a:t>không biết</a:t>
                </a:r>
                <a:r>
                  <a:rPr lang="en-US" sz="2400">
                    <a:latin typeface="Times New Roman" panose="02020603050405020304" pitchFamily="18" charset="0"/>
                    <a:cs typeface="Times New Roman" panose="02020603050405020304" pitchFamily="18" charset="0"/>
                  </a:rPr>
                  <a:t> trạng thái ẩn. Thay vì đếm thật, ta </a:t>
                </a:r>
                <a:r>
                  <a:rPr lang="en-US" sz="2400" b="1">
                    <a:latin typeface="Times New Roman" panose="02020603050405020304" pitchFamily="18" charset="0"/>
                    <a:cs typeface="Times New Roman" panose="02020603050405020304" pitchFamily="18" charset="0"/>
                  </a:rPr>
                  <a:t>đếm theo xác suất</a:t>
                </a:r>
                <a:r>
                  <a:rPr lang="en-US" sz="2400">
                    <a:latin typeface="Times New Roman" panose="02020603050405020304" pitchFamily="18" charset="0"/>
                    <a:cs typeface="Times New Roman" panose="02020603050405020304" pitchFamily="18" charset="0"/>
                  </a:rPr>
                  <a:t> (kỳ vọng). Baum–Welch algorithm là 1 phiên bản của EM (Expectation–Maximization) algorithm dùng để ước lượng các tham số của HMM khi các trạng thái ẩn không đo được mà chỉ có dữ liệu quan sát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i="1">
                            <a:latin typeface="Cambria Math" panose="02040503050406030204" pitchFamily="18" charset="0"/>
                          </a:rPr>
                          <m:t>1</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i="1">
                            <a:latin typeface="Cambria Math" panose="02040503050406030204" pitchFamily="18" charset="0"/>
                          </a:rPr>
                          <m:t>2</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i="1">
                            <a:latin typeface="Cambria Math" panose="02040503050406030204" pitchFamily="18" charset="0"/>
                          </a:rPr>
                          <m:t>𝑇</m:t>
                        </m:r>
                      </m:sub>
                    </m:sSub>
                  </m:oMath>
                </a14:m>
                <a:endParaRPr lang="en-US" sz="2400">
                  <a:latin typeface="Times New Roman" panose="02020603050405020304" pitchFamily="18" charset="0"/>
                  <a:cs typeface="Times New Roman" panose="02020603050405020304" pitchFamily="18" charset="0"/>
                </a:endParaRPr>
              </a:p>
              <a:p>
                <a:endParaRPr lang="en-US" sz="2800">
                  <a:latin typeface="Times New Roman" panose="02020603050405020304" pitchFamily="18" charset="0"/>
                  <a:cs typeface="Times New Roman" panose="02020603050405020304" pitchFamily="18" charset="0"/>
                </a:endParaRPr>
              </a:p>
            </p:txBody>
          </p:sp>
        </mc:Choice>
        <mc:Fallback xmlns="">
          <p:sp>
            <p:nvSpPr>
              <p:cNvPr id="31747" name="Rectangle 3">
                <a:extLst>
                  <a:ext uri="{FF2B5EF4-FFF2-40B4-BE49-F238E27FC236}">
                    <a16:creationId xmlns:a16="http://schemas.microsoft.com/office/drawing/2014/main" id="{E429F0A8-5FFD-DF60-DEA8-07FA8D6DF246}"/>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3"/>
                <a:stretch>
                  <a:fillRect l="-1136" t="-1230" r="-1603"/>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3116873306"/>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FE8690-901A-05A6-9B9C-05DF75EA6A41}"/>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167F1512-3B3F-FBA0-3749-2DEA42E4E8CD}"/>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Mô hình Markov ẩn</a:t>
            </a:r>
          </a:p>
        </p:txBody>
      </p:sp>
      <p:sp>
        <p:nvSpPr>
          <p:cNvPr id="31747" name="Rectangle 3">
            <a:extLst>
              <a:ext uri="{FF2B5EF4-FFF2-40B4-BE49-F238E27FC236}">
                <a16:creationId xmlns:a16="http://schemas.microsoft.com/office/drawing/2014/main" id="{DB69CE97-512F-549A-2A4E-9EEA7FD5AFEA}"/>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a:latin typeface="Times New Roman" panose="02020603050405020304" pitchFamily="18" charset="0"/>
                <a:cs typeface="Times New Roman" panose="02020603050405020304" pitchFamily="18" charset="0"/>
              </a:rPr>
              <a:t>Ba bài toán kinh điển trong HMM</a:t>
            </a:r>
          </a:p>
          <a:p>
            <a:pPr marL="800100" lvl="1" indent="-3429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Baum–Welch algorithm:</a:t>
            </a:r>
          </a:p>
          <a:p>
            <a:pPr marL="125730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Chúng ta đơn giản hóa nhiệm vụ bằng cách áp dụng thuật toán Expectation–maximization  (EM) như sau:</a:t>
            </a:r>
          </a:p>
          <a:p>
            <a:pPr lvl="3"/>
            <a:r>
              <a:rPr lang="en-US" sz="2400">
                <a:latin typeface="Times New Roman" panose="02020603050405020304" pitchFamily="18" charset="0"/>
                <a:cs typeface="Times New Roman" panose="02020603050405020304" pitchFamily="18" charset="0"/>
              </a:rPr>
              <a:t>1. Khởi tạo ngẫu nhiên các biến xác suất phát xạ.</a:t>
            </a:r>
          </a:p>
          <a:p>
            <a:pPr lvl="3"/>
            <a:r>
              <a:rPr lang="en-US" sz="2400">
                <a:latin typeface="Times New Roman" panose="02020603050405020304" pitchFamily="18" charset="0"/>
                <a:cs typeface="Times New Roman" panose="02020603050405020304" pitchFamily="18" charset="0"/>
              </a:rPr>
              <a:t>2. Tính xác suất của mỗi quan sát khả dĩ, giả sử các giá trị xác suất phát xạ.</a:t>
            </a:r>
          </a:p>
          <a:p>
            <a:pPr lvl="3"/>
            <a:r>
              <a:rPr lang="en-US" sz="2400">
                <a:latin typeface="Times New Roman" panose="02020603050405020304" pitchFamily="18" charset="0"/>
                <a:cs typeface="Times New Roman" panose="02020603050405020304" pitchFamily="18" charset="0"/>
              </a:rPr>
              <a:t>3. Sử dụng các giá trị của quan sát để tạo ra ước tính tốt hơn về các biến xác suất phát xạ.</a:t>
            </a:r>
          </a:p>
          <a:p>
            <a:pPr lvl="3"/>
            <a:r>
              <a:rPr lang="en-US" sz="2400">
                <a:latin typeface="Times New Roman" panose="02020603050405020304" pitchFamily="18" charset="0"/>
                <a:cs typeface="Times New Roman" panose="02020603050405020304" pitchFamily="18" charset="0"/>
              </a:rPr>
              <a:t>4. Lặp lại bước 2 và 3 cho đến khi đạt được sự hội tụ.</a:t>
            </a:r>
          </a:p>
          <a:p>
            <a:pPr marL="1314450" lvl="2" indent="-457200">
              <a:buFont typeface="Courier New" panose="02070309020205020404" pitchFamily="49" charset="0"/>
              <a:buChar char="o"/>
            </a:pPr>
            <a:endParaRPr lang="en-US"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09174360"/>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34D48-F18D-A2D2-4695-B3494A0F77B7}"/>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DE463E46-8454-EAC3-762A-E753AF1679BC}"/>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Mô hình Markov ẩn</a:t>
            </a:r>
          </a:p>
        </p:txBody>
      </p:sp>
      <mc:AlternateContent xmlns:mc="http://schemas.openxmlformats.org/markup-compatibility/2006" xmlns:a14="http://schemas.microsoft.com/office/drawing/2010/main">
        <mc:Choice Requires="a14">
          <p:sp>
            <p:nvSpPr>
              <p:cNvPr id="31747" name="Rectangle 3">
                <a:extLst>
                  <a:ext uri="{FF2B5EF4-FFF2-40B4-BE49-F238E27FC236}">
                    <a16:creationId xmlns:a16="http://schemas.microsoft.com/office/drawing/2014/main" id="{14FDCF44-CB5E-E371-5DC0-19CC30078C01}"/>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a:latin typeface="Times New Roman" panose="02020603050405020304" pitchFamily="18" charset="0"/>
                    <a:cs typeface="Times New Roman" panose="02020603050405020304" pitchFamily="18" charset="0"/>
                  </a:rPr>
                  <a:t>Ba bài toán kinh điển trong HMM</a:t>
                </a:r>
              </a:p>
              <a:p>
                <a:pPr marL="800100" lvl="1" indent="-3429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Baum–Welch algorithm: lặp đi lặp lại 2 bước:</a:t>
                </a:r>
              </a:p>
              <a:p>
                <a:pPr marL="120015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E-step: tính kỳ vọng số lần chuyển / phát ra. Tính:</a:t>
                </a:r>
              </a:p>
              <a:p>
                <a:pPr marL="1714500" lvl="3" indent="-342900">
                  <a:buFont typeface="Wingdings" panose="05000000000000000000" pitchFamily="2" charset="2"/>
                  <a:buChar char="§"/>
                </a:pPr>
                <a14:m>
                  <m:oMath xmlns:m="http://schemas.openxmlformats.org/officeDocument/2006/math">
                    <m:sSub>
                      <m:sSubPr>
                        <m:ctrlPr>
                          <a:rPr lang="en-US" sz="2400" i="1">
                            <a:latin typeface="Cambria Math" panose="02040503050406030204" pitchFamily="18" charset="0"/>
                          </a:rPr>
                        </m:ctrlPr>
                      </m:sSubPr>
                      <m:e>
                        <m:r>
                          <a:rPr lang="en-US" sz="2400" b="0" i="1" smtClean="0">
                            <a:latin typeface="Cambria Math" panose="02040503050406030204" pitchFamily="18" charset="0"/>
                          </a:rPr>
                          <m:t>𝛾</m:t>
                        </m:r>
                      </m:e>
                      <m:sub>
                        <m:r>
                          <a:rPr lang="en-US" sz="2400" b="0" i="1" smtClean="0">
                            <a:latin typeface="Cambria Math" panose="02040503050406030204" pitchFamily="18" charset="0"/>
                          </a:rPr>
                          <m:t>𝑡</m:t>
                        </m:r>
                      </m:sub>
                    </m:sSub>
                    <m:r>
                      <a:rPr lang="en-US" sz="2400" b="0" i="1" smtClean="0">
                        <a:latin typeface="Cambria Math" panose="02040503050406030204" pitchFamily="18" charset="0"/>
                      </a:rPr>
                      <m:t>(</m:t>
                    </m:r>
                    <m:r>
                      <a:rPr lang="en-US" sz="2400" b="0" i="1" smtClean="0">
                        <a:latin typeface="Cambria Math" panose="02040503050406030204" pitchFamily="18" charset="0"/>
                      </a:rPr>
                      <m:t>𝑖</m:t>
                    </m:r>
                    <m:r>
                      <a:rPr lang="en-US" sz="2400" b="0" i="1" smtClean="0">
                        <a:latin typeface="Cambria Math" panose="02040503050406030204" pitchFamily="18" charset="0"/>
                      </a:rPr>
                      <m:t>)</m:t>
                    </m:r>
                  </m:oMath>
                </a14:m>
                <a:r>
                  <a:rPr lang="en-US" sz="2400">
                    <a:latin typeface="Times New Roman" panose="02020603050405020304" pitchFamily="18" charset="0"/>
                    <a:cs typeface="Times New Roman" panose="02020603050405020304" pitchFamily="18" charset="0"/>
                  </a:rPr>
                  <a:t>— kỳ vọng “ở trạng thái i”</a:t>
                </a:r>
              </a:p>
              <a:p>
                <a:pPr marL="1714500" lvl="3" indent="-342900">
                  <a:buFont typeface="Wingdings" panose="05000000000000000000" pitchFamily="2" charset="2"/>
                  <a:buChar char="§"/>
                </a:pPr>
                <a14:m>
                  <m:oMath xmlns:m="http://schemas.openxmlformats.org/officeDocument/2006/math">
                    <m:sSub>
                      <m:sSubPr>
                        <m:ctrlPr>
                          <a:rPr lang="en-US" sz="2400" i="1">
                            <a:latin typeface="Cambria Math" panose="02040503050406030204" pitchFamily="18" charset="0"/>
                          </a:rPr>
                        </m:ctrlPr>
                      </m:sSubPr>
                      <m:e>
                        <m:r>
                          <a:rPr lang="en-US" sz="2400" b="0" i="1" smtClean="0">
                            <a:latin typeface="Cambria Math" panose="02040503050406030204" pitchFamily="18" charset="0"/>
                          </a:rPr>
                          <m:t>𝜉</m:t>
                        </m:r>
                      </m:e>
                      <m:sub>
                        <m:r>
                          <a:rPr lang="en-US" sz="2400" b="0" i="1" smtClean="0">
                            <a:latin typeface="Cambria Math" panose="02040503050406030204" pitchFamily="18" charset="0"/>
                          </a:rPr>
                          <m:t>𝑡</m:t>
                        </m:r>
                      </m:sub>
                    </m:sSub>
                    <m:r>
                      <a:rPr lang="en-US" sz="2400" b="0" i="1" smtClean="0">
                        <a:latin typeface="Cambria Math" panose="02040503050406030204" pitchFamily="18" charset="0"/>
                      </a:rPr>
                      <m:t>(</m:t>
                    </m:r>
                    <m:r>
                      <a:rPr lang="en-US" sz="2400" b="0" i="1" smtClean="0">
                        <a:latin typeface="Cambria Math" panose="02040503050406030204" pitchFamily="18" charset="0"/>
                      </a:rPr>
                      <m:t>𝑖</m:t>
                    </m:r>
                    <m:r>
                      <a:rPr lang="en-US" sz="2400" b="0" i="1" smtClean="0">
                        <a:latin typeface="Cambria Math" panose="02040503050406030204" pitchFamily="18" charset="0"/>
                      </a:rPr>
                      <m:t>,</m:t>
                    </m:r>
                    <m:r>
                      <a:rPr lang="en-US" sz="2400" b="0" i="1" smtClean="0">
                        <a:latin typeface="Cambria Math" panose="02040503050406030204" pitchFamily="18" charset="0"/>
                      </a:rPr>
                      <m:t>𝑗</m:t>
                    </m:r>
                    <m:r>
                      <a:rPr lang="en-US" sz="2400" b="0" i="1" smtClean="0">
                        <a:latin typeface="Cambria Math" panose="02040503050406030204" pitchFamily="18" charset="0"/>
                      </a:rPr>
                      <m:t>)</m:t>
                    </m:r>
                  </m:oMath>
                </a14:m>
                <a:r>
                  <a:rPr lang="en-US" sz="2400">
                    <a:latin typeface="Times New Roman" panose="02020603050405020304" pitchFamily="18" charset="0"/>
                    <a:cs typeface="Times New Roman" panose="02020603050405020304" pitchFamily="18" charset="0"/>
                  </a:rPr>
                  <a:t>— kỳ vọng “chuyển từ i sang j”</a:t>
                </a:r>
              </a:p>
              <a:p>
                <a:pPr lvl="3"/>
                <a:r>
                  <a:rPr lang="en-US" sz="2400">
                    <a:latin typeface="Times New Roman" panose="02020603050405020304" pitchFamily="18" charset="0"/>
                    <a:cs typeface="Times New Roman" panose="02020603050405020304" pitchFamily="18" charset="0"/>
                  </a:rPr>
                  <a:t>Dựa trên forward–backward.</a:t>
                </a:r>
              </a:p>
              <a:p>
                <a:pPr marL="125730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M-step: cập nhật tham số dựa trên kỳ vọng đó.</a:t>
                </a:r>
              </a:p>
              <a:p>
                <a:pPr marL="1714500" lvl="3" indent="-342900">
                  <a:buFont typeface="Wingdings" panose="05000000000000000000" pitchFamily="2" charset="2"/>
                  <a:buChar char="§"/>
                </a:pPr>
                <a:r>
                  <a:rPr lang="en-US" sz="2400">
                    <a:latin typeface="Times New Roman" panose="02020603050405020304" pitchFamily="18" charset="0"/>
                    <a:cs typeface="Times New Roman" panose="02020603050405020304" pitchFamily="18" charset="0"/>
                  </a:rPr>
                  <a:t>Cập nhật phân phối khởi tạo: </a:t>
                </a:r>
                <a14:m>
                  <m:oMath xmlns:m="http://schemas.openxmlformats.org/officeDocument/2006/math">
                    <m:sSub>
                      <m:sSubPr>
                        <m:ctrlPr>
                          <a:rPr lang="en-US" sz="2400" i="1">
                            <a:latin typeface="Cambria Math" panose="02040503050406030204" pitchFamily="18" charset="0"/>
                          </a:rPr>
                        </m:ctrlPr>
                      </m:sSubPr>
                      <m:e>
                        <m:r>
                          <a:rPr lang="en-US" sz="2400" b="0" i="1" smtClean="0">
                            <a:latin typeface="Cambria Math" panose="02040503050406030204" pitchFamily="18" charset="0"/>
                          </a:rPr>
                          <m:t>𝜋</m:t>
                        </m:r>
                      </m:e>
                      <m:sub>
                        <m:r>
                          <a:rPr lang="en-US" sz="2400" b="0" i="1" smtClean="0">
                            <a:latin typeface="Cambria Math" panose="02040503050406030204" pitchFamily="18" charset="0"/>
                          </a:rPr>
                          <m:t>𝑖</m:t>
                        </m:r>
                      </m:sub>
                    </m:sSub>
                    <m:r>
                      <a:rPr lang="en-US" sz="2400" b="0" i="1" smtClean="0">
                        <a:latin typeface="Cambria Math" panose="02040503050406030204" pitchFamily="18" charset="0"/>
                      </a:rPr>
                      <m:t>=</m:t>
                    </m:r>
                    <m:sSub>
                      <m:sSubPr>
                        <m:ctrlPr>
                          <a:rPr lang="en-US" sz="2400" i="1">
                            <a:latin typeface="Cambria Math" panose="02040503050406030204" pitchFamily="18" charset="0"/>
                          </a:rPr>
                        </m:ctrlPr>
                      </m:sSubPr>
                      <m:e>
                        <m:r>
                          <a:rPr lang="en-US" sz="2400" b="0" i="1" smtClean="0">
                            <a:latin typeface="Cambria Math" panose="02040503050406030204" pitchFamily="18" charset="0"/>
                          </a:rPr>
                          <m:t>𝛾</m:t>
                        </m:r>
                      </m:e>
                      <m:sub>
                        <m:r>
                          <a:rPr lang="en-US" sz="2400" b="0" i="1" smtClean="0">
                            <a:latin typeface="Cambria Math" panose="02040503050406030204" pitchFamily="18" charset="0"/>
                          </a:rPr>
                          <m:t>1</m:t>
                        </m:r>
                      </m:sub>
                    </m:sSub>
                    <m:r>
                      <a:rPr lang="en-US" sz="2400" b="0" i="1" smtClean="0">
                        <a:latin typeface="Cambria Math" panose="02040503050406030204" pitchFamily="18" charset="0"/>
                      </a:rPr>
                      <m:t>(</m:t>
                    </m:r>
                    <m:r>
                      <a:rPr lang="en-US" sz="2400" b="0" i="1" smtClean="0">
                        <a:latin typeface="Cambria Math" panose="02040503050406030204" pitchFamily="18" charset="0"/>
                      </a:rPr>
                      <m:t>𝑖</m:t>
                    </m:r>
                    <m:r>
                      <a:rPr lang="en-US" sz="2400" b="0" i="1" smtClean="0">
                        <a:latin typeface="Cambria Math" panose="02040503050406030204" pitchFamily="18" charset="0"/>
                      </a:rPr>
                      <m:t>)</m:t>
                    </m:r>
                  </m:oMath>
                </a14:m>
                <a:endParaRPr lang="en-US" sz="2400">
                  <a:latin typeface="Times New Roman" panose="02020603050405020304" pitchFamily="18" charset="0"/>
                  <a:cs typeface="Times New Roman" panose="02020603050405020304" pitchFamily="18" charset="0"/>
                </a:endParaRPr>
              </a:p>
              <a:p>
                <a:pPr marL="1714500" lvl="3" indent="-342900">
                  <a:buFont typeface="Wingdings" panose="05000000000000000000" pitchFamily="2" charset="2"/>
                  <a:buChar char="§"/>
                </a:pPr>
                <a:r>
                  <a:rPr lang="en-US" sz="2400">
                    <a:latin typeface="Times New Roman" panose="02020603050405020304" pitchFamily="18" charset="0"/>
                    <a:cs typeface="Times New Roman" panose="02020603050405020304" pitchFamily="18" charset="0"/>
                  </a:rPr>
                  <a:t>Cập nhật ma trận chuyển trạng thái:</a:t>
                </a:r>
                <a14:m>
                  <m:oMath xmlns:m="http://schemas.openxmlformats.org/officeDocument/2006/math">
                    <m:r>
                      <a:rPr lang="en-US" sz="2400" b="0" i="0" smtClean="0">
                        <a:latin typeface="Cambria Math" panose="02040503050406030204" pitchFamily="18" charset="0"/>
                      </a:rPr>
                      <m:t> </m:t>
                    </m:r>
                    <m:sSub>
                      <m:sSubPr>
                        <m:ctrlPr>
                          <a:rPr lang="en-US" sz="2400" i="1">
                            <a:latin typeface="Cambria Math" panose="02040503050406030204" pitchFamily="18" charset="0"/>
                          </a:rPr>
                        </m:ctrlPr>
                      </m:sSubPr>
                      <m:e>
                        <m:r>
                          <a:rPr lang="en-US" sz="2400" b="0" i="1" smtClean="0">
                            <a:latin typeface="Cambria Math" panose="02040503050406030204" pitchFamily="18" charset="0"/>
                          </a:rPr>
                          <m:t>𝐴</m:t>
                        </m:r>
                      </m:e>
                      <m:sub>
                        <m:r>
                          <a:rPr lang="en-US" sz="2400" b="0" i="1" smtClean="0">
                            <a:latin typeface="Cambria Math" panose="02040503050406030204" pitchFamily="18" charset="0"/>
                          </a:rPr>
                          <m:t>𝑖𝑗</m:t>
                        </m:r>
                      </m:sub>
                    </m:sSub>
                    <m:r>
                      <a:rPr lang="en-US" sz="2400" b="0" i="1" smtClean="0">
                        <a:latin typeface="Cambria Math" panose="02040503050406030204" pitchFamily="18" charset="0"/>
                      </a:rPr>
                      <m:t>=</m:t>
                    </m:r>
                    <m:f>
                      <m:fPr>
                        <m:ctrlPr>
                          <a:rPr lang="en-US" sz="2400" i="1">
                            <a:latin typeface="Cambria Math" panose="02040503050406030204" pitchFamily="18" charset="0"/>
                          </a:rPr>
                        </m:ctrlPr>
                      </m:fPr>
                      <m:num>
                        <m:nary>
                          <m:naryPr>
                            <m:chr m:val="∑"/>
                            <m:limLoc m:val="undOvr"/>
                            <m:grow m:val="on"/>
                            <m:ctrlPr>
                              <a:rPr lang="en-US" sz="2400" i="1">
                                <a:latin typeface="Cambria Math" panose="02040503050406030204" pitchFamily="18" charset="0"/>
                              </a:rPr>
                            </m:ctrlPr>
                          </m:naryPr>
                          <m:sub>
                            <m:r>
                              <a:rPr lang="en-US" sz="2400" b="0" i="1" smtClean="0">
                                <a:latin typeface="Cambria Math" panose="02040503050406030204" pitchFamily="18" charset="0"/>
                              </a:rPr>
                              <m:t>𝑡</m:t>
                            </m:r>
                            <m:r>
                              <a:rPr lang="en-US" sz="2400" b="0" i="1" smtClean="0">
                                <a:latin typeface="Cambria Math" panose="02040503050406030204" pitchFamily="18" charset="0"/>
                              </a:rPr>
                              <m:t>=1</m:t>
                            </m:r>
                          </m:sub>
                          <m:sup>
                            <m:r>
                              <a:rPr lang="en-US" sz="2400" b="0" i="1" smtClean="0">
                                <a:latin typeface="Cambria Math" panose="02040503050406030204" pitchFamily="18" charset="0"/>
                              </a:rPr>
                              <m:t>𝑇</m:t>
                            </m:r>
                            <m:r>
                              <a:rPr lang="en-US" sz="2400" b="0" i="1" smtClean="0">
                                <a:latin typeface="Cambria Math" panose="02040503050406030204" pitchFamily="18" charset="0"/>
                              </a:rPr>
                              <m:t>−1</m:t>
                            </m:r>
                          </m:sup>
                          <m:e>
                            <m:sSub>
                              <m:sSubPr>
                                <m:ctrlPr>
                                  <a:rPr lang="en-US" sz="2400" i="1">
                                    <a:latin typeface="Cambria Math" panose="02040503050406030204" pitchFamily="18" charset="0"/>
                                  </a:rPr>
                                </m:ctrlPr>
                              </m:sSubPr>
                              <m:e>
                                <m:r>
                                  <a:rPr lang="en-US" sz="2400" i="1">
                                    <a:latin typeface="Cambria Math" panose="02040503050406030204" pitchFamily="18" charset="0"/>
                                  </a:rPr>
                                  <m:t>𝜉</m:t>
                                </m:r>
                              </m:e>
                              <m:sub>
                                <m:r>
                                  <a:rPr lang="en-US" sz="2400" i="1">
                                    <a:latin typeface="Cambria Math" panose="02040503050406030204" pitchFamily="18" charset="0"/>
                                  </a:rPr>
                                  <m:t>𝑡</m:t>
                                </m:r>
                              </m:sub>
                            </m:sSub>
                            <m:r>
                              <a:rPr lang="en-US" sz="2400" i="1">
                                <a:latin typeface="Cambria Math" panose="02040503050406030204" pitchFamily="18" charset="0"/>
                              </a:rPr>
                              <m:t>(</m:t>
                            </m:r>
                            <m:r>
                              <a:rPr lang="en-US" sz="2400" i="1">
                                <a:latin typeface="Cambria Math" panose="02040503050406030204" pitchFamily="18" charset="0"/>
                              </a:rPr>
                              <m:t>𝑖</m:t>
                            </m:r>
                            <m:r>
                              <a:rPr lang="en-US" sz="2400" i="1">
                                <a:latin typeface="Cambria Math" panose="02040503050406030204" pitchFamily="18" charset="0"/>
                              </a:rPr>
                              <m:t>,</m:t>
                            </m:r>
                            <m:r>
                              <a:rPr lang="en-US" sz="2400" i="1">
                                <a:latin typeface="Cambria Math" panose="02040503050406030204" pitchFamily="18" charset="0"/>
                              </a:rPr>
                              <m:t>𝑗</m:t>
                            </m:r>
                            <m:r>
                              <a:rPr lang="en-US" sz="2400" i="1">
                                <a:latin typeface="Cambria Math" panose="02040503050406030204" pitchFamily="18" charset="0"/>
                              </a:rPr>
                              <m:t>)</m:t>
                            </m:r>
                          </m:e>
                        </m:nary>
                      </m:num>
                      <m:den>
                        <m:nary>
                          <m:naryPr>
                            <m:chr m:val="∑"/>
                            <m:limLoc m:val="undOvr"/>
                            <m:grow m:val="on"/>
                            <m:ctrlPr>
                              <a:rPr lang="en-US" sz="2400" i="1">
                                <a:latin typeface="Cambria Math" panose="02040503050406030204" pitchFamily="18" charset="0"/>
                              </a:rPr>
                            </m:ctrlPr>
                          </m:naryPr>
                          <m:sub>
                            <m:r>
                              <a:rPr lang="en-US" sz="2400" b="0" i="1" smtClean="0">
                                <a:latin typeface="Cambria Math" panose="02040503050406030204" pitchFamily="18" charset="0"/>
                              </a:rPr>
                              <m:t>𝑡</m:t>
                            </m:r>
                            <m:r>
                              <a:rPr lang="en-US" sz="2400" b="0" i="1" smtClean="0">
                                <a:latin typeface="Cambria Math" panose="02040503050406030204" pitchFamily="18" charset="0"/>
                              </a:rPr>
                              <m:t>=1</m:t>
                            </m:r>
                          </m:sub>
                          <m:sup>
                            <m:r>
                              <a:rPr lang="en-US" sz="2400" b="0" i="1" smtClean="0">
                                <a:latin typeface="Cambria Math" panose="02040503050406030204" pitchFamily="18" charset="0"/>
                              </a:rPr>
                              <m:t>𝑇</m:t>
                            </m:r>
                            <m:r>
                              <a:rPr lang="en-US" sz="2400" b="0" i="1" smtClean="0">
                                <a:latin typeface="Cambria Math" panose="02040503050406030204" pitchFamily="18" charset="0"/>
                              </a:rPr>
                              <m:t>−1</m:t>
                            </m:r>
                          </m:sup>
                          <m:e>
                            <m:sSub>
                              <m:sSubPr>
                                <m:ctrlPr>
                                  <a:rPr lang="en-US" sz="2400" i="1">
                                    <a:latin typeface="Cambria Math" panose="02040503050406030204" pitchFamily="18" charset="0"/>
                                  </a:rPr>
                                </m:ctrlPr>
                              </m:sSubPr>
                              <m:e>
                                <m:r>
                                  <a:rPr lang="en-US" sz="2400" i="1">
                                    <a:latin typeface="Cambria Math" panose="02040503050406030204" pitchFamily="18" charset="0"/>
                                  </a:rPr>
                                  <m:t>𝛾</m:t>
                                </m:r>
                              </m:e>
                              <m:sub>
                                <m:r>
                                  <a:rPr lang="en-US" sz="2400" i="1">
                                    <a:latin typeface="Cambria Math" panose="02040503050406030204" pitchFamily="18" charset="0"/>
                                  </a:rPr>
                                  <m:t>𝑡</m:t>
                                </m:r>
                              </m:sub>
                            </m:sSub>
                            <m:r>
                              <a:rPr lang="en-US" sz="2400" i="1">
                                <a:latin typeface="Cambria Math" panose="02040503050406030204" pitchFamily="18" charset="0"/>
                              </a:rPr>
                              <m:t>(</m:t>
                            </m:r>
                            <m:r>
                              <a:rPr lang="en-US" sz="2400" i="1">
                                <a:latin typeface="Cambria Math" panose="02040503050406030204" pitchFamily="18" charset="0"/>
                              </a:rPr>
                              <m:t>𝑖</m:t>
                            </m:r>
                            <m:r>
                              <a:rPr lang="en-US" sz="2400" i="1">
                                <a:latin typeface="Cambria Math" panose="02040503050406030204" pitchFamily="18" charset="0"/>
                              </a:rPr>
                              <m:t>)</m:t>
                            </m:r>
                          </m:e>
                        </m:nary>
                      </m:den>
                    </m:f>
                  </m:oMath>
                </a14:m>
                <a:endParaRPr lang="en-US" sz="2400">
                  <a:latin typeface="Times New Roman" panose="02020603050405020304" pitchFamily="18" charset="0"/>
                  <a:cs typeface="Times New Roman" panose="02020603050405020304" pitchFamily="18" charset="0"/>
                </a:endParaRPr>
              </a:p>
              <a:p>
                <a:pPr marL="1714500" lvl="3" indent="-342900">
                  <a:buFont typeface="Wingdings" panose="05000000000000000000" pitchFamily="2" charset="2"/>
                  <a:buChar char="§"/>
                </a:pPr>
                <a:r>
                  <a:rPr lang="en-US" sz="2400">
                    <a:latin typeface="Times New Roman" panose="02020603050405020304" pitchFamily="18" charset="0"/>
                    <a:cs typeface="Times New Roman" panose="02020603050405020304" pitchFamily="18" charset="0"/>
                  </a:rPr>
                  <a:t>Cập nhật ma trận phát ra:</a:t>
                </a:r>
                <a14:m>
                  <m:oMath xmlns:m="http://schemas.openxmlformats.org/officeDocument/2006/math">
                    <m:r>
                      <a:rPr lang="en-US" sz="2400" b="0" i="0" smtClean="0">
                        <a:latin typeface="Cambria Math" panose="02040503050406030204" pitchFamily="18" charset="0"/>
                      </a:rPr>
                      <m:t>   </m:t>
                    </m:r>
                    <m:sSub>
                      <m:sSubPr>
                        <m:ctrlPr>
                          <a:rPr lang="en-US" sz="2400" i="1">
                            <a:latin typeface="Cambria Math" panose="02040503050406030204" pitchFamily="18" charset="0"/>
                          </a:rPr>
                        </m:ctrlPr>
                      </m:sSubPr>
                      <m:e>
                        <m:r>
                          <a:rPr lang="en-US" sz="2400" i="1">
                            <a:latin typeface="Cambria Math" panose="02040503050406030204" pitchFamily="18" charset="0"/>
                          </a:rPr>
                          <m:t>𝐵</m:t>
                        </m:r>
                      </m:e>
                      <m:sub>
                        <m:r>
                          <a:rPr lang="en-US" sz="2400" i="1">
                            <a:latin typeface="Cambria Math" panose="02040503050406030204" pitchFamily="18" charset="0"/>
                          </a:rPr>
                          <m:t>𝑖</m:t>
                        </m:r>
                        <m:r>
                          <a:rPr lang="en-US" sz="2400" b="0" i="1" smtClean="0">
                            <a:latin typeface="Cambria Math" panose="02040503050406030204" pitchFamily="18" charset="0"/>
                          </a:rPr>
                          <m:t>𝑘</m:t>
                        </m:r>
                      </m:sub>
                    </m:sSub>
                    <m:r>
                      <a:rPr lang="en-US" sz="2400" i="1">
                        <a:latin typeface="Cambria Math" panose="02040503050406030204" pitchFamily="18" charset="0"/>
                      </a:rPr>
                      <m:t>=</m:t>
                    </m:r>
                    <m:f>
                      <m:fPr>
                        <m:ctrlPr>
                          <a:rPr lang="en-US" sz="2400" i="1">
                            <a:latin typeface="Cambria Math" panose="02040503050406030204" pitchFamily="18" charset="0"/>
                          </a:rPr>
                        </m:ctrlPr>
                      </m:fPr>
                      <m:num>
                        <m:nary>
                          <m:naryPr>
                            <m:chr m:val="∑"/>
                            <m:limLoc m:val="undOvr"/>
                            <m:grow m:val="on"/>
                            <m:supHide m:val="on"/>
                            <m:ctrlPr>
                              <a:rPr lang="en-US" sz="2400" i="1">
                                <a:latin typeface="Cambria Math" panose="02040503050406030204" pitchFamily="18" charset="0"/>
                              </a:rPr>
                            </m:ctrlPr>
                          </m:naryPr>
                          <m:sub>
                            <m:r>
                              <a:rPr lang="en-US" sz="2400" i="1">
                                <a:latin typeface="Cambria Math" panose="02040503050406030204" pitchFamily="18" charset="0"/>
                              </a:rPr>
                              <m:t>𝑡</m:t>
                            </m:r>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i="1">
                                    <a:latin typeface="Cambria Math" panose="02040503050406030204" pitchFamily="18" charset="0"/>
                                  </a:rPr>
                                  <m:t>𝑡</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𝑜</m:t>
                                </m:r>
                              </m:e>
                              <m:sub>
                                <m:r>
                                  <a:rPr lang="en-US" sz="2400" i="1">
                                    <a:latin typeface="Cambria Math" panose="02040503050406030204" pitchFamily="18" charset="0"/>
                                  </a:rPr>
                                  <m:t>𝑘</m:t>
                                </m:r>
                              </m:sub>
                            </m:sSub>
                          </m:sub>
                          <m:sup/>
                          <m:e>
                            <m:sSub>
                              <m:sSubPr>
                                <m:ctrlPr>
                                  <a:rPr lang="en-US" sz="2400" i="1">
                                    <a:latin typeface="Cambria Math" panose="02040503050406030204" pitchFamily="18" charset="0"/>
                                  </a:rPr>
                                </m:ctrlPr>
                              </m:sSubPr>
                              <m:e>
                                <m:r>
                                  <a:rPr lang="en-US" sz="2400" i="1">
                                    <a:latin typeface="Cambria Math" panose="02040503050406030204" pitchFamily="18" charset="0"/>
                                  </a:rPr>
                                  <m:t>𝛾</m:t>
                                </m:r>
                              </m:e>
                              <m:sub>
                                <m:r>
                                  <a:rPr lang="en-US" sz="2400" i="1">
                                    <a:latin typeface="Cambria Math" panose="02040503050406030204" pitchFamily="18" charset="0"/>
                                  </a:rPr>
                                  <m:t>𝑡</m:t>
                                </m:r>
                              </m:sub>
                            </m:sSub>
                            <m:r>
                              <a:rPr lang="en-US" sz="2400" i="1">
                                <a:latin typeface="Cambria Math" panose="02040503050406030204" pitchFamily="18" charset="0"/>
                              </a:rPr>
                              <m:t>(</m:t>
                            </m:r>
                            <m:r>
                              <a:rPr lang="en-US" sz="2400" i="1">
                                <a:latin typeface="Cambria Math" panose="02040503050406030204" pitchFamily="18" charset="0"/>
                              </a:rPr>
                              <m:t>𝑖</m:t>
                            </m:r>
                            <m:r>
                              <a:rPr lang="en-US" sz="2400" i="1">
                                <a:latin typeface="Cambria Math" panose="02040503050406030204" pitchFamily="18" charset="0"/>
                              </a:rPr>
                              <m:t>)</m:t>
                            </m:r>
                          </m:e>
                        </m:nary>
                      </m:num>
                      <m:den>
                        <m:nary>
                          <m:naryPr>
                            <m:chr m:val="∑"/>
                            <m:limLoc m:val="undOvr"/>
                            <m:grow m:val="on"/>
                            <m:ctrlPr>
                              <a:rPr lang="en-US" sz="2400" i="1">
                                <a:latin typeface="Cambria Math" panose="02040503050406030204" pitchFamily="18" charset="0"/>
                              </a:rPr>
                            </m:ctrlPr>
                          </m:naryPr>
                          <m:sub>
                            <m:r>
                              <a:rPr lang="en-US" sz="2400" i="1">
                                <a:latin typeface="Cambria Math" panose="02040503050406030204" pitchFamily="18" charset="0"/>
                              </a:rPr>
                              <m:t>𝑡</m:t>
                            </m:r>
                            <m:r>
                              <a:rPr lang="en-US" sz="2400" i="1">
                                <a:latin typeface="Cambria Math" panose="02040503050406030204" pitchFamily="18" charset="0"/>
                              </a:rPr>
                              <m:t>=1</m:t>
                            </m:r>
                          </m:sub>
                          <m:sup>
                            <m:r>
                              <a:rPr lang="en-US" sz="2400" i="1">
                                <a:latin typeface="Cambria Math" panose="02040503050406030204" pitchFamily="18" charset="0"/>
                              </a:rPr>
                              <m:t>𝑇</m:t>
                            </m:r>
                          </m:sup>
                          <m:e>
                            <m:sSub>
                              <m:sSubPr>
                                <m:ctrlPr>
                                  <a:rPr lang="en-US" sz="2400" i="1">
                                    <a:latin typeface="Cambria Math" panose="02040503050406030204" pitchFamily="18" charset="0"/>
                                  </a:rPr>
                                </m:ctrlPr>
                              </m:sSubPr>
                              <m:e>
                                <m:r>
                                  <a:rPr lang="en-US" sz="2400" i="1">
                                    <a:latin typeface="Cambria Math" panose="02040503050406030204" pitchFamily="18" charset="0"/>
                                  </a:rPr>
                                  <m:t>𝛾</m:t>
                                </m:r>
                              </m:e>
                              <m:sub>
                                <m:r>
                                  <a:rPr lang="en-US" sz="2400" i="1">
                                    <a:latin typeface="Cambria Math" panose="02040503050406030204" pitchFamily="18" charset="0"/>
                                  </a:rPr>
                                  <m:t>𝑡</m:t>
                                </m:r>
                              </m:sub>
                            </m:sSub>
                            <m:r>
                              <a:rPr lang="en-US" sz="2400" i="1">
                                <a:latin typeface="Cambria Math" panose="02040503050406030204" pitchFamily="18" charset="0"/>
                              </a:rPr>
                              <m:t>(</m:t>
                            </m:r>
                            <m:r>
                              <a:rPr lang="en-US" sz="2400" i="1">
                                <a:latin typeface="Cambria Math" panose="02040503050406030204" pitchFamily="18" charset="0"/>
                              </a:rPr>
                              <m:t>𝑖</m:t>
                            </m:r>
                            <m:r>
                              <a:rPr lang="en-US" sz="2400" i="1">
                                <a:latin typeface="Cambria Math" panose="02040503050406030204" pitchFamily="18" charset="0"/>
                              </a:rPr>
                              <m:t>)</m:t>
                            </m:r>
                          </m:e>
                        </m:nary>
                      </m:den>
                    </m:f>
                  </m:oMath>
                </a14:m>
                <a:endParaRPr lang="en-US" sz="2400">
                  <a:latin typeface="Times New Roman" panose="02020603050405020304" pitchFamily="18" charset="0"/>
                  <a:cs typeface="Times New Roman" panose="02020603050405020304" pitchFamily="18" charset="0"/>
                </a:endParaRPr>
              </a:p>
              <a:p>
                <a:pPr marL="1314450" lvl="2" indent="-457200">
                  <a:buFont typeface="Courier New" panose="02070309020205020404" pitchFamily="49" charset="0"/>
                  <a:buChar char="o"/>
                </a:pPr>
                <a:endParaRPr lang="en-US" sz="2800">
                  <a:latin typeface="Times New Roman" panose="02020603050405020304" pitchFamily="18" charset="0"/>
                  <a:cs typeface="Times New Roman" panose="02020603050405020304" pitchFamily="18" charset="0"/>
                </a:endParaRPr>
              </a:p>
            </p:txBody>
          </p:sp>
        </mc:Choice>
        <mc:Fallback xmlns="">
          <p:sp>
            <p:nvSpPr>
              <p:cNvPr id="31747" name="Rectangle 3">
                <a:extLst>
                  <a:ext uri="{FF2B5EF4-FFF2-40B4-BE49-F238E27FC236}">
                    <a16:creationId xmlns:a16="http://schemas.microsoft.com/office/drawing/2014/main" id="{14FDCF44-CB5E-E371-5DC0-19CC30078C01}"/>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3"/>
                <a:stretch>
                  <a:fillRect l="-1136" t="-123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351722126"/>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A04CC7-64C9-F536-DB94-0256B6FECBC1}"/>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42E6A812-4C0C-79CD-2589-D5EFA10655C4}"/>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Mô hình Markov ẩn</a:t>
            </a:r>
          </a:p>
        </p:txBody>
      </p:sp>
      <p:sp>
        <p:nvSpPr>
          <p:cNvPr id="31747" name="Rectangle 3">
            <a:extLst>
              <a:ext uri="{FF2B5EF4-FFF2-40B4-BE49-F238E27FC236}">
                <a16:creationId xmlns:a16="http://schemas.microsoft.com/office/drawing/2014/main" id="{C1F58CD7-649B-C715-4953-3435A9088B5E}"/>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a:latin typeface="Times New Roman" panose="02020603050405020304" pitchFamily="18" charset="0"/>
                <a:cs typeface="Times New Roman" panose="02020603050405020304" pitchFamily="18" charset="0"/>
              </a:rPr>
              <a:t>Ba bài toán kinh điển trong HMM</a:t>
            </a:r>
          </a:p>
          <a:p>
            <a:pPr marL="91440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Viterbi algorithm.</a:t>
            </a:r>
          </a:p>
          <a:p>
            <a:pPr marL="1314450" lvl="2" indent="-457200">
              <a:buFont typeface="Courier New" panose="02070309020205020404" pitchFamily="49" charset="0"/>
              <a:buChar char="o"/>
            </a:pPr>
            <a:r>
              <a:rPr lang="vi-VN" sz="2400">
                <a:latin typeface="Times New Roman" panose="02020603050405020304" pitchFamily="18" charset="0"/>
                <a:cs typeface="Times New Roman" panose="02020603050405020304" pitchFamily="18" charset="0"/>
              </a:rPr>
              <a:t>Sau khi các tham số của quy trình HMM đã được ước tính, như thông qua thuật toán Baum Welch, câu hỏi tiếp theo được quan tâm là chuỗi trạng thái cơ bản nào có khả năng xảy ra nhất với chuỗi thời gian đo được của các giá trị quan sát được.</a:t>
            </a:r>
            <a:endParaRPr lang="en-US" sz="2400">
              <a:latin typeface="Times New Roman" panose="02020603050405020304" pitchFamily="18" charset="0"/>
              <a:cs typeface="Times New Roman" panose="02020603050405020304" pitchFamily="18" charset="0"/>
            </a:endParaRPr>
          </a:p>
          <a:p>
            <a:pPr marL="1314450" lvl="2" indent="-4572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T</a:t>
            </a:r>
            <a:r>
              <a:rPr lang="vi-VN" sz="2400">
                <a:latin typeface="Times New Roman" panose="02020603050405020304" pitchFamily="18" charset="0"/>
                <a:cs typeface="Times New Roman" panose="02020603050405020304" pitchFamily="18" charset="0"/>
              </a:rPr>
              <a:t>huật toán Viterbi được đảm bảo cung cấp cho bạn giải pháp tốt nhất cho câu hỏi bạn đang đặt ra. </a:t>
            </a:r>
            <a:endParaRPr lang="en-US" sz="2400">
              <a:latin typeface="Times New Roman" panose="02020603050405020304" pitchFamily="18" charset="0"/>
              <a:cs typeface="Times New Roman" panose="02020603050405020304" pitchFamily="18" charset="0"/>
            </a:endParaRPr>
          </a:p>
          <a:p>
            <a:pPr marL="1771650" lvl="3" indent="-457200">
              <a:buFont typeface="Wingdings" panose="05000000000000000000" pitchFamily="2" charset="2"/>
              <a:buChar char="§"/>
            </a:pPr>
            <a:r>
              <a:rPr lang="en-US" sz="2400">
                <a:latin typeface="Times New Roman" panose="02020603050405020304" pitchFamily="18" charset="0"/>
                <a:cs typeface="Times New Roman" panose="02020603050405020304" pitchFamily="18" charset="0"/>
              </a:rPr>
              <a:t>Do đây</a:t>
            </a:r>
            <a:r>
              <a:rPr lang="vi-VN" sz="2400">
                <a:latin typeface="Times New Roman" panose="02020603050405020304" pitchFamily="18" charset="0"/>
                <a:cs typeface="Times New Roman" panose="02020603050405020304" pitchFamily="18" charset="0"/>
              </a:rPr>
              <a:t> là một thuật toán quy hoạch động được thiết kế để khám phá đầy đủ phạm vi các phép khớp khả thi bằng cách lưu các nghiệm vào các phần của một đường dẫn, </a:t>
            </a:r>
            <a:endParaRPr lang="en-US" sz="2400">
              <a:latin typeface="Times New Roman" panose="02020603050405020304" pitchFamily="18" charset="0"/>
              <a:cs typeface="Times New Roman" panose="02020603050405020304" pitchFamily="18" charset="0"/>
            </a:endParaRPr>
          </a:p>
          <a:p>
            <a:pPr marL="1771650" lvl="3" indent="-457200">
              <a:buFont typeface="Wingdings" panose="05000000000000000000" pitchFamily="2" charset="2"/>
              <a:buChar char="§"/>
            </a:pPr>
            <a:r>
              <a:rPr lang="vi-VN" sz="2400">
                <a:latin typeface="Times New Roman" panose="02020603050405020304" pitchFamily="18" charset="0"/>
                <a:cs typeface="Times New Roman" panose="02020603050405020304" pitchFamily="18" charset="0"/>
              </a:rPr>
              <a:t>khi đường dẫn được kéo dài, không cần phải tính toán lại tất cả các đường dẫn khả thi </a:t>
            </a:r>
            <a:r>
              <a:rPr lang="en-US" sz="2400">
                <a:latin typeface="Times New Roman" panose="02020603050405020304" pitchFamily="18" charset="0"/>
                <a:cs typeface="Times New Roman" panose="02020603050405020304" pitchFamily="18" charset="0"/>
              </a:rPr>
              <a:t>(đã được tính rồi)</a:t>
            </a:r>
            <a:r>
              <a:rPr lang="vi-VN" sz="2400">
                <a:latin typeface="Times New Roman" panose="02020603050405020304" pitchFamily="18" charset="0"/>
                <a:cs typeface="Times New Roman" panose="02020603050405020304" pitchFamily="18" charset="0"/>
              </a:rPr>
              <a:t>.</a:t>
            </a:r>
            <a:endParaRPr lang="en-US" sz="24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19523521"/>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6720AB-B8AF-1826-DE34-2521D5C5D04A}"/>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1F5C7133-3819-0556-F164-66662B354A67}"/>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Mô hình Markov ẩn</a:t>
            </a:r>
          </a:p>
        </p:txBody>
      </p:sp>
      <mc:AlternateContent xmlns:mc="http://schemas.openxmlformats.org/markup-compatibility/2006" xmlns:a14="http://schemas.microsoft.com/office/drawing/2010/main">
        <mc:Choice Requires="a14">
          <p:sp>
            <p:nvSpPr>
              <p:cNvPr id="31747" name="Rectangle 3">
                <a:extLst>
                  <a:ext uri="{FF2B5EF4-FFF2-40B4-BE49-F238E27FC236}">
                    <a16:creationId xmlns:a16="http://schemas.microsoft.com/office/drawing/2014/main" id="{6C1AF05F-C1E1-D827-BDC2-C1BEBD860CA7}"/>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a:latin typeface="Times New Roman" panose="02020603050405020304" pitchFamily="18" charset="0"/>
                    <a:cs typeface="Times New Roman" panose="02020603050405020304" pitchFamily="18" charset="0"/>
                  </a:rPr>
                  <a:t>Ba bài toán kinh điển trong HMM</a:t>
                </a:r>
              </a:p>
              <a:p>
                <a:pPr marL="800100" lvl="1" indent="-3429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Viterbi algorithm: là thuật toán dùng để tìm chuỗi trạng thái ẩn có xác suất cao nhất trong mô hình HMM. Tức là “Chuỗi trạng thái ẩn nào có khả năng nhất đã sinh ra chuỗi quan sát O?”</a:t>
                </a:r>
              </a:p>
              <a:p>
                <a:pPr marL="1257300" lvl="2" indent="-342900">
                  <a:buFont typeface="Courier New" panose="02070309020205020404" pitchFamily="49" charset="0"/>
                  <a:buChar char="o"/>
                </a:pPr>
                <a:r>
                  <a:rPr lang="vi-VN" sz="2400">
                    <a:latin typeface="Times New Roman" panose="02020603050405020304" pitchFamily="18" charset="0"/>
                    <a:cs typeface="Times New Roman" panose="02020603050405020304" pitchFamily="18" charset="0"/>
                  </a:rPr>
                  <a:t>Thuật toán dùng Dynamic Programming và dựa trên hai ý tưởng:</a:t>
                </a:r>
              </a:p>
              <a:p>
                <a:pPr marL="1714500" lvl="3" indent="-342900">
                  <a:buFont typeface="Wingdings" panose="05000000000000000000" pitchFamily="2" charset="2"/>
                  <a:buChar char="§"/>
                </a:pPr>
                <a:r>
                  <a:rPr lang="vi-VN" sz="2400">
                    <a:latin typeface="Times New Roman" panose="02020603050405020304" pitchFamily="18" charset="0"/>
                    <a:cs typeface="Times New Roman" panose="02020603050405020304" pitchFamily="18" charset="0"/>
                  </a:rPr>
                  <a:t>Tính xác suất tốt nhất để đến mỗi trạng thái tại thời điểm t</a:t>
                </a:r>
                <a:r>
                  <a:rPr lang="en-US" sz="2400">
                    <a:latin typeface="Times New Roman" panose="02020603050405020304" pitchFamily="18" charset="0"/>
                    <a:cs typeface="Times New Roman" panose="02020603050405020304" pitchFamily="18" charset="0"/>
                  </a:rPr>
                  <a:t>.</a:t>
                </a:r>
              </a:p>
              <a:p>
                <a:pPr marL="1714500" lvl="3" indent="-342900">
                  <a:buFont typeface="Wingdings" panose="05000000000000000000" pitchFamily="2" charset="2"/>
                  <a:buChar char="§"/>
                </a:pPr>
                <a:r>
                  <a:rPr lang="vi-VN" sz="2400">
                    <a:latin typeface="Times New Roman" panose="02020603050405020304" pitchFamily="18" charset="0"/>
                    <a:cs typeface="Times New Roman" panose="02020603050405020304" pitchFamily="18" charset="0"/>
                  </a:rPr>
                  <a:t>Lưu lại đường đi tốt nhất dẫn đến trạng thái đó</a:t>
                </a:r>
              </a:p>
              <a:p>
                <a:pPr marL="125730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T</a:t>
                </a:r>
                <a:r>
                  <a:rPr lang="vi-VN" sz="2400">
                    <a:latin typeface="Times New Roman" panose="02020603050405020304" pitchFamily="18" charset="0"/>
                    <a:cs typeface="Times New Roman" panose="02020603050405020304" pitchFamily="18" charset="0"/>
                  </a:rPr>
                  <a:t>a tính</a:t>
                </a:r>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xác suất lớn nhất của mọi chuỗi trạng thái có thể kết thúc ở i tại thời điểm t</a:t>
                </a:r>
              </a:p>
              <a:p>
                <a:pPr/>
                <a14:m>
                  <m:oMathPara xmlns:m="http://schemas.openxmlformats.org/officeDocument/2006/math">
                    <m:oMathParaPr>
                      <m:jc m:val="centerGroup"/>
                    </m:oMathParaPr>
                    <m:oMath xmlns:m="http://schemas.openxmlformats.org/officeDocument/2006/math">
                      <m:sSub>
                        <m:sSubPr>
                          <m:ctrlPr>
                            <a:rPr lang="ar-AE" sz="2400" i="1">
                              <a:latin typeface="Cambria Math" panose="02040503050406030204" pitchFamily="18" charset="0"/>
                            </a:rPr>
                          </m:ctrlPr>
                        </m:sSubPr>
                        <m:e>
                          <m:r>
                            <a:rPr lang="ar-AE" sz="2400" i="1">
                              <a:latin typeface="Cambria Math" panose="02040503050406030204" pitchFamily="18" charset="0"/>
                            </a:rPr>
                            <m:t>𝛿</m:t>
                          </m:r>
                        </m:e>
                        <m:sub>
                          <m:r>
                            <a:rPr lang="ar-AE" sz="2400" i="1">
                              <a:latin typeface="Cambria Math" panose="02040503050406030204" pitchFamily="18" charset="0"/>
                            </a:rPr>
                            <m:t>𝑡</m:t>
                          </m:r>
                        </m:sub>
                      </m:sSub>
                      <m:d>
                        <m:dPr>
                          <m:ctrlPr>
                            <a:rPr lang="ar-AE" sz="2400" i="1">
                              <a:latin typeface="Cambria Math" panose="02040503050406030204" pitchFamily="18" charset="0"/>
                            </a:rPr>
                          </m:ctrlPr>
                        </m:dPr>
                        <m:e>
                          <m:r>
                            <a:rPr lang="ar-AE" sz="2400" i="1">
                              <a:latin typeface="Cambria Math" panose="02040503050406030204" pitchFamily="18" charset="0"/>
                            </a:rPr>
                            <m:t>𝑖</m:t>
                          </m:r>
                        </m:e>
                      </m:d>
                      <m:r>
                        <a:rPr lang="ar-AE" sz="2400">
                          <a:latin typeface="Cambria Math" panose="02040503050406030204" pitchFamily="18" charset="0"/>
                        </a:rPr>
                        <m:t>=</m:t>
                      </m:r>
                      <m:limLow>
                        <m:limLowPr>
                          <m:ctrlPr>
                            <a:rPr lang="ar-AE" sz="2400" i="1">
                              <a:latin typeface="Cambria Math" panose="02040503050406030204" pitchFamily="18" charset="0"/>
                            </a:rPr>
                          </m:ctrlPr>
                        </m:limLowPr>
                        <m:e>
                          <m:func>
                            <m:funcPr>
                              <m:ctrlPr>
                                <a:rPr lang="ar-AE" sz="2400" i="1">
                                  <a:latin typeface="Cambria Math" panose="02040503050406030204" pitchFamily="18" charset="0"/>
                                </a:rPr>
                              </m:ctrlPr>
                            </m:funcPr>
                            <m:fName>
                              <m:r>
                                <m:rPr>
                                  <m:sty m:val="p"/>
                                </m:rPr>
                                <a:rPr lang="vi-VN" sz="2400">
                                  <a:latin typeface="Cambria Math" panose="02040503050406030204" pitchFamily="18" charset="0"/>
                                </a:rPr>
                                <m:t>max</m:t>
                              </m:r>
                            </m:fName>
                            <m:e>
                              <m:r>
                                <a:rPr lang="en-US" sz="2400" b="0" i="1" smtClean="0">
                                  <a:latin typeface="Cambria Math" panose="02040503050406030204" pitchFamily="18" charset="0"/>
                                </a:rPr>
                                <m:t> </m:t>
                              </m:r>
                            </m:e>
                          </m:func>
                        </m:e>
                        <m:lim>
                          <m:sSub>
                            <m:sSubPr>
                              <m:ctrlPr>
                                <a:rPr lang="ar-AE" sz="2400" i="1">
                                  <a:latin typeface="Cambria Math" panose="02040503050406030204" pitchFamily="18" charset="0"/>
                                </a:rPr>
                              </m:ctrlPr>
                            </m:sSubPr>
                            <m:e>
                              <m:r>
                                <a:rPr lang="en-US" sz="2400" b="0" i="1" smtClean="0">
                                  <a:latin typeface="Cambria Math" panose="02040503050406030204" pitchFamily="18" charset="0"/>
                                </a:rPr>
                                <m:t>𝑧</m:t>
                              </m:r>
                            </m:e>
                            <m:sub>
                              <m:r>
                                <a:rPr lang="ar-AE" sz="2400">
                                  <a:latin typeface="Cambria Math" panose="02040503050406030204" pitchFamily="18" charset="0"/>
                                </a:rPr>
                                <m:t>1</m:t>
                              </m:r>
                            </m:sub>
                          </m:sSub>
                          <m:r>
                            <a:rPr lang="ar-AE" sz="2400">
                              <a:latin typeface="Cambria Math" panose="02040503050406030204" pitchFamily="18" charset="0"/>
                            </a:rPr>
                            <m:t>,...,</m:t>
                          </m:r>
                          <m:sSub>
                            <m:sSubPr>
                              <m:ctrlPr>
                                <a:rPr lang="ar-AE" sz="2400" i="1">
                                  <a:latin typeface="Cambria Math" panose="02040503050406030204" pitchFamily="18" charset="0"/>
                                </a:rPr>
                              </m:ctrlPr>
                            </m:sSubPr>
                            <m:e>
                              <m:r>
                                <a:rPr lang="en-US" sz="2400" b="0" i="1" smtClean="0">
                                  <a:latin typeface="Cambria Math" panose="02040503050406030204" pitchFamily="18" charset="0"/>
                                </a:rPr>
                                <m:t>𝑧</m:t>
                              </m:r>
                            </m:e>
                            <m:sub>
                              <m:r>
                                <a:rPr lang="ar-AE" sz="2400" i="1">
                                  <a:latin typeface="Cambria Math" panose="02040503050406030204" pitchFamily="18" charset="0"/>
                                </a:rPr>
                                <m:t>𝑡</m:t>
                              </m:r>
                              <m:r>
                                <a:rPr lang="ar-AE" sz="2400">
                                  <a:latin typeface="Cambria Math" panose="02040503050406030204" pitchFamily="18" charset="0"/>
                                </a:rPr>
                                <m:t>−1</m:t>
                              </m:r>
                            </m:sub>
                          </m:sSub>
                        </m:lim>
                      </m:limLow>
                      <m:r>
                        <a:rPr lang="ar-AE" sz="2400" i="1" smtClean="0">
                          <a:latin typeface="Cambria Math" panose="02040503050406030204" pitchFamily="18" charset="0"/>
                        </a:rPr>
                        <m:t>𝑃</m:t>
                      </m:r>
                      <m:d>
                        <m:dPr>
                          <m:sepChr m:val=","/>
                          <m:ctrlPr>
                            <a:rPr lang="ar-AE" sz="2400" i="1">
                              <a:latin typeface="Cambria Math" panose="02040503050406030204" pitchFamily="18" charset="0"/>
                            </a:rPr>
                          </m:ctrlPr>
                        </m:dPr>
                        <m:e>
                          <m:sSub>
                            <m:sSubPr>
                              <m:ctrlPr>
                                <a:rPr lang="ar-AE" sz="2400" i="1">
                                  <a:latin typeface="Cambria Math" panose="02040503050406030204" pitchFamily="18" charset="0"/>
                                </a:rPr>
                              </m:ctrlPr>
                            </m:sSubPr>
                            <m:e>
                              <m:r>
                                <a:rPr lang="en-US" sz="2400" b="0" i="1" smtClean="0">
                                  <a:latin typeface="Cambria Math" panose="02040503050406030204" pitchFamily="18" charset="0"/>
                                </a:rPr>
                                <m:t>𝑧</m:t>
                              </m:r>
                            </m:e>
                            <m:sub>
                              <m:r>
                                <a:rPr lang="ar-AE" sz="2400">
                                  <a:latin typeface="Cambria Math" panose="02040503050406030204" pitchFamily="18" charset="0"/>
                                </a:rPr>
                                <m:t>1</m:t>
                              </m:r>
                            </m:sub>
                          </m:sSub>
                        </m:e>
                        <m:e>
                          <m:r>
                            <a:rPr lang="ar-AE" sz="2400">
                              <a:latin typeface="Cambria Math" panose="02040503050406030204" pitchFamily="18" charset="0"/>
                            </a:rPr>
                            <m:t>…</m:t>
                          </m:r>
                        </m:e>
                        <m:e>
                          <m:sSub>
                            <m:sSubPr>
                              <m:ctrlPr>
                                <a:rPr lang="ar-AE" sz="2400" i="1">
                                  <a:latin typeface="Cambria Math" panose="02040503050406030204" pitchFamily="18" charset="0"/>
                                </a:rPr>
                              </m:ctrlPr>
                            </m:sSubPr>
                            <m:e>
                              <m:r>
                                <a:rPr lang="en-US" sz="2400" b="0" i="1" smtClean="0">
                                  <a:latin typeface="Cambria Math" panose="02040503050406030204" pitchFamily="18" charset="0"/>
                                </a:rPr>
                                <m:t>𝑧</m:t>
                              </m:r>
                            </m:e>
                            <m:sub>
                              <m:r>
                                <a:rPr lang="ar-AE" sz="2400" i="1">
                                  <a:latin typeface="Cambria Math" panose="02040503050406030204" pitchFamily="18" charset="0"/>
                                </a:rPr>
                                <m:t>𝑡</m:t>
                              </m:r>
                              <m:r>
                                <a:rPr lang="ar-AE" sz="2400">
                                  <a:latin typeface="Cambria Math" panose="02040503050406030204" pitchFamily="18" charset="0"/>
                                </a:rPr>
                                <m:t>−1</m:t>
                              </m:r>
                            </m:sub>
                          </m:sSub>
                        </m:e>
                        <m:e>
                          <m:sSub>
                            <m:sSubPr>
                              <m:ctrlPr>
                                <a:rPr lang="ar-AE" sz="2400" i="1">
                                  <a:latin typeface="Cambria Math" panose="02040503050406030204" pitchFamily="18" charset="0"/>
                                </a:rPr>
                              </m:ctrlPr>
                            </m:sSubPr>
                            <m:e>
                              <m:r>
                                <a:rPr lang="en-US" sz="2400" b="0" i="1" smtClean="0">
                                  <a:latin typeface="Cambria Math" panose="02040503050406030204" pitchFamily="18" charset="0"/>
                                </a:rPr>
                                <m:t>𝑧</m:t>
                              </m:r>
                            </m:e>
                            <m:sub>
                              <m:r>
                                <a:rPr lang="ar-AE" sz="2400" i="1">
                                  <a:latin typeface="Cambria Math" panose="02040503050406030204" pitchFamily="18" charset="0"/>
                                </a:rPr>
                                <m:t>𝑡</m:t>
                              </m:r>
                            </m:sub>
                          </m:sSub>
                        </m:e>
                        <m:e>
                          <m:r>
                            <a:rPr lang="ar-AE" sz="2400">
                              <a:latin typeface="Cambria Math" panose="02040503050406030204" pitchFamily="18" charset="0"/>
                            </a:rPr>
                            <m:t>=</m:t>
                          </m:r>
                        </m:e>
                        <m:e>
                          <m:r>
                            <a:rPr lang="ar-AE" sz="2400" i="1">
                              <a:latin typeface="Cambria Math" panose="02040503050406030204" pitchFamily="18" charset="0"/>
                            </a:rPr>
                            <m:t>𝑖</m:t>
                          </m:r>
                        </m:e>
                        <m:e>
                          <m:r>
                            <m:rPr>
                              <m:nor/>
                            </m:rPr>
                            <a:rPr lang="ar-AE" sz="2400" i="1">
                              <a:latin typeface="Times New Roman" panose="02020603050405020304" pitchFamily="18" charset="0"/>
                              <a:cs typeface="Times New Roman" panose="02020603050405020304" pitchFamily="18" charset="0"/>
                            </a:rPr>
                            <m:t> </m:t>
                          </m:r>
                          <m:sSub>
                            <m:sSubPr>
                              <m:ctrlPr>
                                <a:rPr lang="ar-AE" sz="2400" i="1">
                                  <a:latin typeface="Cambria Math" panose="02040503050406030204" pitchFamily="18" charset="0"/>
                                </a:rPr>
                              </m:ctrlPr>
                            </m:sSubPr>
                            <m:e>
                              <m:r>
                                <a:rPr lang="ar-AE" sz="2400" i="1">
                                  <a:latin typeface="Cambria Math" panose="02040503050406030204" pitchFamily="18" charset="0"/>
                                </a:rPr>
                                <m:t>𝑜</m:t>
                              </m:r>
                            </m:e>
                            <m:sub>
                              <m:r>
                                <a:rPr lang="ar-AE" sz="2400">
                                  <a:latin typeface="Cambria Math" panose="02040503050406030204" pitchFamily="18" charset="0"/>
                                </a:rPr>
                                <m:t>1</m:t>
                              </m:r>
                            </m:sub>
                          </m:sSub>
                          <m:r>
                            <a:rPr lang="ar-AE" sz="2400">
                              <a:latin typeface="Cambria Math" panose="02040503050406030204" pitchFamily="18" charset="0"/>
                            </a:rPr>
                            <m:t>…</m:t>
                          </m:r>
                          <m:sSub>
                            <m:sSubPr>
                              <m:ctrlPr>
                                <a:rPr lang="ar-AE" sz="2400" i="1">
                                  <a:latin typeface="Cambria Math" panose="02040503050406030204" pitchFamily="18" charset="0"/>
                                </a:rPr>
                              </m:ctrlPr>
                            </m:sSubPr>
                            <m:e>
                              <m:r>
                                <a:rPr lang="ar-AE" sz="2400" i="1">
                                  <a:latin typeface="Cambria Math" panose="02040503050406030204" pitchFamily="18" charset="0"/>
                                </a:rPr>
                                <m:t>𝑜</m:t>
                              </m:r>
                            </m:e>
                            <m:sub>
                              <m:r>
                                <a:rPr lang="ar-AE" sz="2400" i="1">
                                  <a:latin typeface="Cambria Math" panose="02040503050406030204" pitchFamily="18" charset="0"/>
                                </a:rPr>
                                <m:t>𝑡</m:t>
                              </m:r>
                            </m:sub>
                          </m:sSub>
                        </m:e>
                      </m:d>
                    </m:oMath>
                  </m:oMathPara>
                </a14:m>
                <a:endParaRPr lang="ar-AE" sz="2400" b="0">
                  <a:latin typeface="Times New Roman" panose="02020603050405020304" pitchFamily="18" charset="0"/>
                  <a:cs typeface="Times New Roman" panose="02020603050405020304" pitchFamily="18" charset="0"/>
                </a:endParaRPr>
              </a:p>
              <a:p>
                <a:pPr lvl="3"/>
                <a:r>
                  <a:rPr lang="vi-VN" sz="2400">
                    <a:latin typeface="Times New Roman" panose="02020603050405020304" pitchFamily="18" charset="0"/>
                    <a:cs typeface="Times New Roman" panose="02020603050405020304" pitchFamily="18" charset="0"/>
                  </a:rPr>
                  <a:t>Và</a:t>
                </a:r>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trạng thái trước đó tốt nhất dẫn đến i</a:t>
                </a:r>
              </a:p>
              <a:p>
                <a:pPr/>
                <a14:m>
                  <m:oMathPara xmlns:m="http://schemas.openxmlformats.org/officeDocument/2006/math">
                    <m:oMathParaPr>
                      <m:jc m:val="centerGroup"/>
                    </m:oMathParaPr>
                    <m:oMath xmlns:m="http://schemas.openxmlformats.org/officeDocument/2006/math">
                      <m:sSub>
                        <m:sSubPr>
                          <m:ctrlPr>
                            <a:rPr lang="ar-AE" sz="2400" i="1">
                              <a:latin typeface="Cambria Math" panose="02040503050406030204" pitchFamily="18" charset="0"/>
                            </a:rPr>
                          </m:ctrlPr>
                        </m:sSubPr>
                        <m:e>
                          <m:r>
                            <a:rPr lang="ar-AE" sz="2400" i="1">
                              <a:latin typeface="Cambria Math" panose="02040503050406030204" pitchFamily="18" charset="0"/>
                            </a:rPr>
                            <m:t>𝜓</m:t>
                          </m:r>
                        </m:e>
                        <m:sub>
                          <m:r>
                            <a:rPr lang="ar-AE" sz="2400" i="1">
                              <a:latin typeface="Cambria Math" panose="02040503050406030204" pitchFamily="18" charset="0"/>
                            </a:rPr>
                            <m:t>𝑡</m:t>
                          </m:r>
                        </m:sub>
                      </m:sSub>
                      <m:d>
                        <m:dPr>
                          <m:ctrlPr>
                            <a:rPr lang="ar-AE" sz="2400" i="1">
                              <a:latin typeface="Cambria Math" panose="02040503050406030204" pitchFamily="18" charset="0"/>
                            </a:rPr>
                          </m:ctrlPr>
                        </m:dPr>
                        <m:e>
                          <m:r>
                            <a:rPr lang="ar-AE" sz="2400" i="1">
                              <a:latin typeface="Cambria Math" panose="02040503050406030204" pitchFamily="18" charset="0"/>
                            </a:rPr>
                            <m:t>𝑖</m:t>
                          </m:r>
                        </m:e>
                      </m:d>
                      <m:r>
                        <a:rPr lang="ar-AE" sz="2400">
                          <a:latin typeface="Cambria Math" panose="02040503050406030204" pitchFamily="18" charset="0"/>
                        </a:rPr>
                        <m:t>=</m:t>
                      </m:r>
                      <m:sSub>
                        <m:sSubPr>
                          <m:ctrlPr>
                            <a:rPr lang="ar-AE" sz="2400" i="1">
                              <a:latin typeface="Cambria Math" panose="02040503050406030204" pitchFamily="18" charset="0"/>
                            </a:rPr>
                          </m:ctrlPr>
                        </m:sSubPr>
                        <m:e>
                          <m:r>
                            <m:rPr>
                              <m:nor/>
                            </m:rPr>
                            <a:rPr lang="vi-VN" sz="2400" i="1">
                              <a:latin typeface="Times New Roman" panose="02020603050405020304" pitchFamily="18" charset="0"/>
                              <a:cs typeface="Times New Roman" panose="02020603050405020304" pitchFamily="18" charset="0"/>
                            </a:rPr>
                            <m:t>argmax</m:t>
                          </m:r>
                        </m:e>
                        <m:sub>
                          <m:r>
                            <a:rPr lang="ar-AE" sz="2400" i="1">
                              <a:latin typeface="Cambria Math" panose="02040503050406030204" pitchFamily="18" charset="0"/>
                            </a:rPr>
                            <m:t>𝑗</m:t>
                          </m:r>
                        </m:sub>
                      </m:sSub>
                      <m:r>
                        <m:rPr>
                          <m:nor/>
                        </m:rPr>
                        <a:rPr lang="ar-AE" sz="2400" i="1">
                          <a:latin typeface="Times New Roman" panose="02020603050405020304" pitchFamily="18" charset="0"/>
                          <a:cs typeface="Times New Roman" panose="02020603050405020304" pitchFamily="18" charset="0"/>
                        </a:rPr>
                        <m:t> </m:t>
                      </m:r>
                      <m:sSub>
                        <m:sSubPr>
                          <m:ctrlPr>
                            <a:rPr lang="ar-AE" sz="2400" i="1">
                              <a:latin typeface="Cambria Math" panose="02040503050406030204" pitchFamily="18" charset="0"/>
                            </a:rPr>
                          </m:ctrlPr>
                        </m:sSubPr>
                        <m:e>
                          <m:r>
                            <a:rPr lang="ar-AE" sz="2400" i="1">
                              <a:latin typeface="Cambria Math" panose="02040503050406030204" pitchFamily="18" charset="0"/>
                            </a:rPr>
                            <m:t>𝛿</m:t>
                          </m:r>
                        </m:e>
                        <m:sub>
                          <m:r>
                            <a:rPr lang="ar-AE" sz="2400" i="1">
                              <a:latin typeface="Cambria Math" panose="02040503050406030204" pitchFamily="18" charset="0"/>
                            </a:rPr>
                            <m:t>𝑡</m:t>
                          </m:r>
                          <m:r>
                            <a:rPr lang="ar-AE" sz="2400">
                              <a:latin typeface="Cambria Math" panose="02040503050406030204" pitchFamily="18" charset="0"/>
                            </a:rPr>
                            <m:t>−1</m:t>
                          </m:r>
                        </m:sub>
                      </m:sSub>
                      <m:d>
                        <m:dPr>
                          <m:ctrlPr>
                            <a:rPr lang="ar-AE" sz="2400" i="1">
                              <a:latin typeface="Cambria Math" panose="02040503050406030204" pitchFamily="18" charset="0"/>
                            </a:rPr>
                          </m:ctrlPr>
                        </m:dPr>
                        <m:e>
                          <m:r>
                            <a:rPr lang="ar-AE" sz="2400" i="1">
                              <a:latin typeface="Cambria Math" panose="02040503050406030204" pitchFamily="18" charset="0"/>
                            </a:rPr>
                            <m:t>𝑗</m:t>
                          </m:r>
                        </m:e>
                      </m:d>
                      <m:sSub>
                        <m:sSubPr>
                          <m:ctrlPr>
                            <a:rPr lang="ar-AE" sz="2400" i="1">
                              <a:latin typeface="Cambria Math" panose="02040503050406030204" pitchFamily="18" charset="0"/>
                            </a:rPr>
                          </m:ctrlPr>
                        </m:sSubPr>
                        <m:e>
                          <m:r>
                            <a:rPr lang="ar-AE" sz="2400" i="1">
                              <a:latin typeface="Cambria Math" panose="02040503050406030204" pitchFamily="18" charset="0"/>
                            </a:rPr>
                            <m:t>𝑎</m:t>
                          </m:r>
                        </m:e>
                        <m:sub>
                          <m:r>
                            <a:rPr lang="ar-AE" sz="2400" i="1">
                              <a:latin typeface="Cambria Math" panose="02040503050406030204" pitchFamily="18" charset="0"/>
                            </a:rPr>
                            <m:t>𝑗𝑖</m:t>
                          </m:r>
                        </m:sub>
                      </m:sSub>
                    </m:oMath>
                  </m:oMathPara>
                </a14:m>
                <a:endParaRPr lang="ar-AE" sz="2400" b="0">
                  <a:latin typeface="Times New Roman" panose="02020603050405020304" pitchFamily="18" charset="0"/>
                  <a:cs typeface="Times New Roman" panose="02020603050405020304" pitchFamily="18" charset="0"/>
                </a:endParaRPr>
              </a:p>
              <a:p>
                <a:pPr marL="1314450" lvl="3" indent="0"/>
                <a:endParaRPr lang="en-US" sz="2400">
                  <a:latin typeface="Times New Roman" panose="02020603050405020304" pitchFamily="18" charset="0"/>
                  <a:cs typeface="Times New Roman" panose="02020603050405020304" pitchFamily="18" charset="0"/>
                </a:endParaRPr>
              </a:p>
            </p:txBody>
          </p:sp>
        </mc:Choice>
        <mc:Fallback xmlns="">
          <p:sp>
            <p:nvSpPr>
              <p:cNvPr id="31747" name="Rectangle 3">
                <a:extLst>
                  <a:ext uri="{FF2B5EF4-FFF2-40B4-BE49-F238E27FC236}">
                    <a16:creationId xmlns:a16="http://schemas.microsoft.com/office/drawing/2014/main" id="{6C1AF05F-C1E1-D827-BDC2-C1BEBD860CA7}"/>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3"/>
                <a:stretch>
                  <a:fillRect l="-1136" t="-1230" r="-334" b="-3936"/>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1082366767"/>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F020A-C4FB-1ED4-B058-970BEA52B53A}"/>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FB88E1A2-BFD4-71CB-45EE-D003E8126B63}"/>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Mô hình Markov ẩn</a:t>
            </a:r>
          </a:p>
        </p:txBody>
      </p:sp>
      <mc:AlternateContent xmlns:mc="http://schemas.openxmlformats.org/markup-compatibility/2006" xmlns:a14="http://schemas.microsoft.com/office/drawing/2010/main">
        <mc:Choice Requires="a14">
          <p:sp>
            <p:nvSpPr>
              <p:cNvPr id="31747" name="Rectangle 3">
                <a:extLst>
                  <a:ext uri="{FF2B5EF4-FFF2-40B4-BE49-F238E27FC236}">
                    <a16:creationId xmlns:a16="http://schemas.microsoft.com/office/drawing/2014/main" id="{CD71FED1-6B0E-1F34-D31C-B55F85F34308}"/>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a:latin typeface="Times New Roman" panose="02020603050405020304" pitchFamily="18" charset="0"/>
                    <a:cs typeface="Times New Roman" panose="02020603050405020304" pitchFamily="18" charset="0"/>
                  </a:rPr>
                  <a:t>Ba bài toán kinh điển trong HMM</a:t>
                </a:r>
              </a:p>
              <a:p>
                <a:pPr marL="800100" lvl="1" indent="-3429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Viterbi algorithm:</a:t>
                </a:r>
              </a:p>
              <a:p>
                <a:pPr marL="1257300" lvl="2" indent="-342900">
                  <a:buFont typeface="Courier New" panose="02070309020205020404" pitchFamily="49" charset="0"/>
                  <a:buChar char="o"/>
                </a:pPr>
                <a:r>
                  <a:rPr lang="vi-VN" sz="2400">
                    <a:latin typeface="Times New Roman" panose="02020603050405020304" pitchFamily="18" charset="0"/>
                    <a:cs typeface="Times New Roman" panose="02020603050405020304" pitchFamily="18" charset="0"/>
                  </a:rPr>
                  <a:t>Công thức thuật toán</a:t>
                </a:r>
              </a:p>
              <a:p>
                <a:pPr marL="1714500" lvl="3" indent="-342900">
                  <a:buFont typeface="Wingdings" panose="05000000000000000000" pitchFamily="2" charset="2"/>
                  <a:buChar char="§"/>
                </a:pPr>
                <a:r>
                  <a:rPr lang="vi-VN" sz="2400">
                    <a:latin typeface="Times New Roman" panose="02020603050405020304" pitchFamily="18" charset="0"/>
                    <a:cs typeface="Times New Roman" panose="02020603050405020304" pitchFamily="18" charset="0"/>
                  </a:rPr>
                  <a:t>Bước 1 — Khởi tạo</a:t>
                </a:r>
                <a:r>
                  <a:rPr lang="en-US" sz="2400">
                    <a:latin typeface="Times New Roman" panose="02020603050405020304" pitchFamily="18" charset="0"/>
                    <a:cs typeface="Times New Roman" panose="02020603050405020304" pitchFamily="18" charset="0"/>
                  </a:rPr>
                  <a:t>:</a:t>
                </a:r>
                <a14:m>
                  <m:oMath xmlns:m="http://schemas.openxmlformats.org/officeDocument/2006/math">
                    <m:r>
                      <a:rPr lang="en-US" sz="2400" b="0" i="0" smtClean="0">
                        <a:latin typeface="Cambria Math" panose="02040503050406030204" pitchFamily="18" charset="0"/>
                      </a:rPr>
                      <m:t> </m:t>
                    </m:r>
                    <m:sSub>
                      <m:sSubPr>
                        <m:ctrlPr>
                          <a:rPr lang="ar-AE" sz="2400" i="1">
                            <a:latin typeface="Cambria Math" panose="02040503050406030204" pitchFamily="18" charset="0"/>
                          </a:rPr>
                        </m:ctrlPr>
                      </m:sSubPr>
                      <m:e>
                        <m:r>
                          <a:rPr lang="ar-AE" sz="2400" i="1">
                            <a:latin typeface="Cambria Math" panose="02040503050406030204" pitchFamily="18" charset="0"/>
                          </a:rPr>
                          <m:t>𝛿</m:t>
                        </m:r>
                      </m:e>
                      <m:sub>
                        <m:r>
                          <a:rPr lang="ar-AE" sz="2400">
                            <a:latin typeface="Cambria Math" panose="02040503050406030204" pitchFamily="18" charset="0"/>
                          </a:rPr>
                          <m:t>1</m:t>
                        </m:r>
                      </m:sub>
                    </m:sSub>
                    <m:d>
                      <m:dPr>
                        <m:ctrlPr>
                          <a:rPr lang="ar-AE" sz="2400" i="1">
                            <a:latin typeface="Cambria Math" panose="02040503050406030204" pitchFamily="18" charset="0"/>
                          </a:rPr>
                        </m:ctrlPr>
                      </m:dPr>
                      <m:e>
                        <m:r>
                          <a:rPr lang="ar-AE" sz="2400" i="1">
                            <a:latin typeface="Cambria Math" panose="02040503050406030204" pitchFamily="18" charset="0"/>
                          </a:rPr>
                          <m:t>𝑖</m:t>
                        </m:r>
                      </m:e>
                    </m:d>
                    <m:r>
                      <a:rPr lang="ar-AE" sz="2400">
                        <a:latin typeface="Cambria Math" panose="02040503050406030204" pitchFamily="18" charset="0"/>
                      </a:rPr>
                      <m:t>=</m:t>
                    </m:r>
                    <m:sSub>
                      <m:sSubPr>
                        <m:ctrlPr>
                          <a:rPr lang="ar-AE" sz="2400" i="1">
                            <a:latin typeface="Cambria Math" panose="02040503050406030204" pitchFamily="18" charset="0"/>
                          </a:rPr>
                        </m:ctrlPr>
                      </m:sSubPr>
                      <m:e>
                        <m:r>
                          <a:rPr lang="ar-AE" sz="2400" i="1">
                            <a:latin typeface="Cambria Math" panose="02040503050406030204" pitchFamily="18" charset="0"/>
                          </a:rPr>
                          <m:t>𝜋</m:t>
                        </m:r>
                      </m:e>
                      <m:sub>
                        <m:r>
                          <a:rPr lang="ar-AE" sz="2400" i="1">
                            <a:latin typeface="Cambria Math" panose="02040503050406030204" pitchFamily="18" charset="0"/>
                          </a:rPr>
                          <m:t>𝑖</m:t>
                        </m:r>
                      </m:sub>
                    </m:sSub>
                    <m:sSub>
                      <m:sSubPr>
                        <m:ctrlPr>
                          <a:rPr lang="ar-AE" sz="2400" i="1">
                            <a:latin typeface="Cambria Math" panose="02040503050406030204" pitchFamily="18" charset="0"/>
                          </a:rPr>
                        </m:ctrlPr>
                      </m:sSubPr>
                      <m:e>
                        <m:r>
                          <a:rPr lang="en-US" sz="2400" b="0" i="1" smtClean="0">
                            <a:latin typeface="Cambria Math" panose="02040503050406030204" pitchFamily="18" charset="0"/>
                          </a:rPr>
                          <m:t>𝐵</m:t>
                        </m:r>
                      </m:e>
                      <m:sub>
                        <m:r>
                          <a:rPr lang="ar-AE" sz="2400" i="1">
                            <a:latin typeface="Cambria Math" panose="02040503050406030204" pitchFamily="18" charset="0"/>
                          </a:rPr>
                          <m:t>𝑖</m:t>
                        </m:r>
                        <m:r>
                          <a:rPr lang="en-US" sz="2400" b="0" i="1" smtClean="0">
                            <a:latin typeface="Cambria Math" panose="02040503050406030204" pitchFamily="18" charset="0"/>
                          </a:rPr>
                          <m:t>1</m:t>
                        </m:r>
                      </m:sub>
                    </m:sSub>
                  </m:oMath>
                </a14:m>
                <a:endParaRPr lang="ar-AE" sz="2400">
                  <a:latin typeface="Times New Roman" panose="020206030504050203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b>
                        <m:sSubPr>
                          <m:ctrlPr>
                            <a:rPr lang="ar-AE" sz="2400" i="1">
                              <a:latin typeface="Cambria Math" panose="02040503050406030204" pitchFamily="18" charset="0"/>
                            </a:rPr>
                          </m:ctrlPr>
                        </m:sSubPr>
                        <m:e>
                          <m:r>
                            <a:rPr lang="en-US" sz="2400" b="0" i="1" smtClean="0">
                              <a:latin typeface="Cambria Math" panose="02040503050406030204" pitchFamily="18" charset="0"/>
                            </a:rPr>
                            <m:t>                   </m:t>
                          </m:r>
                          <m:r>
                            <a:rPr lang="ar-AE" sz="2400" i="1">
                              <a:latin typeface="Cambria Math" panose="02040503050406030204" pitchFamily="18" charset="0"/>
                            </a:rPr>
                            <m:t>𝜓</m:t>
                          </m:r>
                        </m:e>
                        <m:sub>
                          <m:r>
                            <a:rPr lang="ar-AE" sz="2400">
                              <a:latin typeface="Cambria Math" panose="02040503050406030204" pitchFamily="18" charset="0"/>
                            </a:rPr>
                            <m:t>1</m:t>
                          </m:r>
                        </m:sub>
                      </m:sSub>
                      <m:d>
                        <m:dPr>
                          <m:ctrlPr>
                            <a:rPr lang="ar-AE" sz="2400" i="1">
                              <a:latin typeface="Cambria Math" panose="02040503050406030204" pitchFamily="18" charset="0"/>
                            </a:rPr>
                          </m:ctrlPr>
                        </m:dPr>
                        <m:e>
                          <m:r>
                            <a:rPr lang="ar-AE" sz="2400" i="1">
                              <a:latin typeface="Cambria Math" panose="02040503050406030204" pitchFamily="18" charset="0"/>
                            </a:rPr>
                            <m:t>𝑖</m:t>
                          </m:r>
                        </m:e>
                      </m:d>
                      <m:r>
                        <a:rPr lang="ar-AE" sz="2400">
                          <a:latin typeface="Cambria Math" panose="02040503050406030204" pitchFamily="18" charset="0"/>
                        </a:rPr>
                        <m:t>=0</m:t>
                      </m:r>
                    </m:oMath>
                  </m:oMathPara>
                </a14:m>
                <a:endParaRPr lang="ar-AE" sz="2400">
                  <a:latin typeface="Times New Roman" panose="02020603050405020304" pitchFamily="18" charset="0"/>
                  <a:cs typeface="Times New Roman" panose="02020603050405020304" pitchFamily="18" charset="0"/>
                </a:endParaRPr>
              </a:p>
              <a:p>
                <a:pPr marL="1714500" lvl="3" indent="-342900">
                  <a:buFont typeface="Wingdings" panose="05000000000000000000" pitchFamily="2" charset="2"/>
                  <a:buChar char="§"/>
                </a:pPr>
                <a:r>
                  <a:rPr lang="vi-VN" sz="2400">
                    <a:latin typeface="Times New Roman" panose="02020603050405020304" pitchFamily="18" charset="0"/>
                    <a:cs typeface="Times New Roman" panose="02020603050405020304" pitchFamily="18" charset="0"/>
                  </a:rPr>
                  <a:t>Bước 2 — Đệ quy</a:t>
                </a:r>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Với mỗi thời điểm t ≥ 2:</a:t>
                </a:r>
              </a:p>
              <a:p>
                <a:pPr/>
                <a14:m>
                  <m:oMathPara xmlns:m="http://schemas.openxmlformats.org/officeDocument/2006/math">
                    <m:oMathParaPr>
                      <m:jc m:val="centerGroup"/>
                    </m:oMathParaPr>
                    <m:oMath xmlns:m="http://schemas.openxmlformats.org/officeDocument/2006/math">
                      <m:sSub>
                        <m:sSubPr>
                          <m:ctrlPr>
                            <a:rPr lang="ar-AE" sz="2400" i="1">
                              <a:latin typeface="Cambria Math" panose="02040503050406030204" pitchFamily="18" charset="0"/>
                            </a:rPr>
                          </m:ctrlPr>
                        </m:sSubPr>
                        <m:e>
                          <m:r>
                            <a:rPr lang="ar-AE" sz="2400" i="1">
                              <a:latin typeface="Cambria Math" panose="02040503050406030204" pitchFamily="18" charset="0"/>
                            </a:rPr>
                            <m:t>𝛿</m:t>
                          </m:r>
                        </m:e>
                        <m:sub>
                          <m:r>
                            <a:rPr lang="ar-AE" sz="2400" i="1">
                              <a:latin typeface="Cambria Math" panose="02040503050406030204" pitchFamily="18" charset="0"/>
                            </a:rPr>
                            <m:t>𝑡</m:t>
                          </m:r>
                        </m:sub>
                      </m:sSub>
                      <m:d>
                        <m:dPr>
                          <m:ctrlPr>
                            <a:rPr lang="ar-AE" sz="2400" i="1">
                              <a:latin typeface="Cambria Math" panose="02040503050406030204" pitchFamily="18" charset="0"/>
                            </a:rPr>
                          </m:ctrlPr>
                        </m:dPr>
                        <m:e>
                          <m:r>
                            <a:rPr lang="ar-AE" sz="2400" i="1">
                              <a:latin typeface="Cambria Math" panose="02040503050406030204" pitchFamily="18" charset="0"/>
                            </a:rPr>
                            <m:t>𝑖</m:t>
                          </m:r>
                        </m:e>
                      </m:d>
                      <m:r>
                        <a:rPr lang="ar-AE" sz="2400">
                          <a:latin typeface="Cambria Math" panose="02040503050406030204" pitchFamily="18" charset="0"/>
                        </a:rPr>
                        <m:t>=</m:t>
                      </m:r>
                      <m:limLow>
                        <m:limLowPr>
                          <m:ctrlPr>
                            <a:rPr lang="ar-AE" sz="2400" i="1">
                              <a:latin typeface="Cambria Math" panose="02040503050406030204" pitchFamily="18" charset="0"/>
                            </a:rPr>
                          </m:ctrlPr>
                        </m:limLowPr>
                        <m:e>
                          <m:func>
                            <m:funcPr>
                              <m:ctrlPr>
                                <a:rPr lang="ar-AE" sz="2400" i="1">
                                  <a:latin typeface="Cambria Math" panose="02040503050406030204" pitchFamily="18" charset="0"/>
                                </a:rPr>
                              </m:ctrlPr>
                            </m:funcPr>
                            <m:fName>
                              <m:r>
                                <m:rPr>
                                  <m:sty m:val="p"/>
                                </m:rPr>
                                <a:rPr lang="vi-VN" sz="2400">
                                  <a:latin typeface="Cambria Math" panose="02040503050406030204" pitchFamily="18" charset="0"/>
                                </a:rPr>
                                <m:t>max</m:t>
                              </m:r>
                            </m:fName>
                            <m:e>
                              <m:r>
                                <a:rPr lang="en-US" sz="2400" b="0" i="1" smtClean="0">
                                  <a:latin typeface="Cambria Math" panose="02040503050406030204" pitchFamily="18" charset="0"/>
                                </a:rPr>
                                <m:t> </m:t>
                              </m:r>
                            </m:e>
                          </m:func>
                        </m:e>
                        <m:lim>
                          <m:r>
                            <a:rPr lang="ar-AE" sz="2400" i="1">
                              <a:latin typeface="Cambria Math" panose="02040503050406030204" pitchFamily="18" charset="0"/>
                            </a:rPr>
                            <m:t>𝑗</m:t>
                          </m:r>
                        </m:lim>
                      </m:limLow>
                      <m:r>
                        <a:rPr lang="ar-AE" sz="2400">
                          <a:latin typeface="Cambria Math" panose="02040503050406030204" pitchFamily="18" charset="0"/>
                        </a:rPr>
                        <m:t>[</m:t>
                      </m:r>
                      <m:sSub>
                        <m:sSubPr>
                          <m:ctrlPr>
                            <a:rPr lang="ar-AE" sz="2400" i="1">
                              <a:latin typeface="Cambria Math" panose="02040503050406030204" pitchFamily="18" charset="0"/>
                            </a:rPr>
                          </m:ctrlPr>
                        </m:sSubPr>
                        <m:e>
                          <m:r>
                            <a:rPr lang="ar-AE" sz="2400" i="1">
                              <a:latin typeface="Cambria Math" panose="02040503050406030204" pitchFamily="18" charset="0"/>
                            </a:rPr>
                            <m:t>𝛿</m:t>
                          </m:r>
                        </m:e>
                        <m:sub>
                          <m:r>
                            <a:rPr lang="ar-AE" sz="2400" i="1">
                              <a:latin typeface="Cambria Math" panose="02040503050406030204" pitchFamily="18" charset="0"/>
                            </a:rPr>
                            <m:t>𝑡</m:t>
                          </m:r>
                          <m:r>
                            <a:rPr lang="ar-AE" sz="2400">
                              <a:latin typeface="Cambria Math" panose="02040503050406030204" pitchFamily="18" charset="0"/>
                            </a:rPr>
                            <m:t>−1</m:t>
                          </m:r>
                        </m:sub>
                      </m:sSub>
                      <m:d>
                        <m:dPr>
                          <m:ctrlPr>
                            <a:rPr lang="ar-AE" sz="2400" i="1">
                              <a:latin typeface="Cambria Math" panose="02040503050406030204" pitchFamily="18" charset="0"/>
                            </a:rPr>
                          </m:ctrlPr>
                        </m:dPr>
                        <m:e>
                          <m:r>
                            <a:rPr lang="ar-AE" sz="2400" i="1">
                              <a:latin typeface="Cambria Math" panose="02040503050406030204" pitchFamily="18" charset="0"/>
                            </a:rPr>
                            <m:t>𝑗</m:t>
                          </m:r>
                        </m:e>
                      </m:d>
                      <m:sSub>
                        <m:sSubPr>
                          <m:ctrlPr>
                            <a:rPr lang="ar-AE" sz="2400" i="1">
                              <a:latin typeface="Cambria Math" panose="02040503050406030204" pitchFamily="18" charset="0"/>
                            </a:rPr>
                          </m:ctrlPr>
                        </m:sSubPr>
                        <m:e>
                          <m:r>
                            <a:rPr lang="ar-AE" sz="2400" i="1">
                              <a:latin typeface="Cambria Math" panose="02040503050406030204" pitchFamily="18" charset="0"/>
                            </a:rPr>
                            <m:t>𝑎</m:t>
                          </m:r>
                        </m:e>
                        <m:sub>
                          <m:r>
                            <a:rPr lang="ar-AE" sz="2400" i="1">
                              <a:latin typeface="Cambria Math" panose="02040503050406030204" pitchFamily="18" charset="0"/>
                            </a:rPr>
                            <m:t>𝑗𝑖</m:t>
                          </m:r>
                        </m:sub>
                      </m:sSub>
                      <m:r>
                        <a:rPr lang="ar-AE" sz="2400">
                          <a:latin typeface="Cambria Math" panose="02040503050406030204" pitchFamily="18" charset="0"/>
                        </a:rPr>
                        <m:t>]</m:t>
                      </m:r>
                      <m:r>
                        <m:rPr>
                          <m:nor/>
                        </m:rPr>
                        <a:rPr lang="ar-AE" sz="2400" i="1">
                          <a:latin typeface="Times New Roman" panose="02020603050405020304" pitchFamily="18" charset="0"/>
                          <a:cs typeface="Times New Roman" panose="02020603050405020304" pitchFamily="18" charset="0"/>
                        </a:rPr>
                        <m:t> </m:t>
                      </m:r>
                      <m:sSub>
                        <m:sSubPr>
                          <m:ctrlPr>
                            <a:rPr lang="ar-AE" sz="2400" i="1">
                              <a:latin typeface="Cambria Math" panose="02040503050406030204" pitchFamily="18" charset="0"/>
                            </a:rPr>
                          </m:ctrlPr>
                        </m:sSubPr>
                        <m:e>
                          <m:r>
                            <a:rPr lang="ar-AE" sz="2400" i="1">
                              <a:latin typeface="Cambria Math" panose="02040503050406030204" pitchFamily="18" charset="0"/>
                            </a:rPr>
                            <m:t>𝑏</m:t>
                          </m:r>
                        </m:e>
                        <m:sub>
                          <m:r>
                            <a:rPr lang="ar-AE" sz="2400" i="1">
                              <a:latin typeface="Cambria Math" panose="02040503050406030204" pitchFamily="18" charset="0"/>
                            </a:rPr>
                            <m:t>𝑖</m:t>
                          </m:r>
                        </m:sub>
                      </m:sSub>
                      <m:d>
                        <m:dPr>
                          <m:ctrlPr>
                            <a:rPr lang="ar-AE" sz="2400" i="1">
                              <a:latin typeface="Cambria Math" panose="02040503050406030204" pitchFamily="18" charset="0"/>
                            </a:rPr>
                          </m:ctrlPr>
                        </m:dPr>
                        <m:e>
                          <m:sSub>
                            <m:sSubPr>
                              <m:ctrlPr>
                                <a:rPr lang="ar-AE" sz="2400" i="1">
                                  <a:latin typeface="Cambria Math" panose="02040503050406030204" pitchFamily="18" charset="0"/>
                                </a:rPr>
                              </m:ctrlPr>
                            </m:sSubPr>
                            <m:e>
                              <m:r>
                                <a:rPr lang="ar-AE" sz="2400" i="1">
                                  <a:latin typeface="Cambria Math" panose="02040503050406030204" pitchFamily="18" charset="0"/>
                                </a:rPr>
                                <m:t>𝑜</m:t>
                              </m:r>
                            </m:e>
                            <m:sub>
                              <m:r>
                                <a:rPr lang="ar-AE" sz="2400" i="1">
                                  <a:latin typeface="Cambria Math" panose="02040503050406030204" pitchFamily="18" charset="0"/>
                                </a:rPr>
                                <m:t>𝑡</m:t>
                              </m:r>
                            </m:sub>
                          </m:sSub>
                        </m:e>
                      </m:d>
                    </m:oMath>
                  </m:oMathPara>
                </a14:m>
                <a:endParaRPr lang="ar-AE" sz="2400" b="0">
                  <a:latin typeface="Times New Roman" panose="020206030504050203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b>
                        <m:sSubPr>
                          <m:ctrlPr>
                            <a:rPr lang="ar-AE" sz="2400" i="1">
                              <a:latin typeface="Cambria Math" panose="02040503050406030204" pitchFamily="18" charset="0"/>
                            </a:rPr>
                          </m:ctrlPr>
                        </m:sSubPr>
                        <m:e>
                          <m:r>
                            <a:rPr lang="ar-AE" sz="2400" i="1">
                              <a:latin typeface="Cambria Math" panose="02040503050406030204" pitchFamily="18" charset="0"/>
                            </a:rPr>
                            <m:t>𝜓</m:t>
                          </m:r>
                        </m:e>
                        <m:sub>
                          <m:r>
                            <a:rPr lang="ar-AE" sz="2400" i="1">
                              <a:latin typeface="Cambria Math" panose="02040503050406030204" pitchFamily="18" charset="0"/>
                            </a:rPr>
                            <m:t>𝑡</m:t>
                          </m:r>
                        </m:sub>
                      </m:sSub>
                      <m:d>
                        <m:dPr>
                          <m:ctrlPr>
                            <a:rPr lang="ar-AE" sz="2400" i="1">
                              <a:latin typeface="Cambria Math" panose="02040503050406030204" pitchFamily="18" charset="0"/>
                            </a:rPr>
                          </m:ctrlPr>
                        </m:dPr>
                        <m:e>
                          <m:r>
                            <a:rPr lang="ar-AE" sz="2400" i="1">
                              <a:latin typeface="Cambria Math" panose="02040503050406030204" pitchFamily="18" charset="0"/>
                            </a:rPr>
                            <m:t>𝑖</m:t>
                          </m:r>
                        </m:e>
                      </m:d>
                      <m:r>
                        <a:rPr lang="ar-AE" sz="2400">
                          <a:latin typeface="Cambria Math" panose="02040503050406030204" pitchFamily="18" charset="0"/>
                        </a:rPr>
                        <m:t>=</m:t>
                      </m:r>
                      <m:func>
                        <m:funcPr>
                          <m:ctrlPr>
                            <a:rPr lang="ar-AE" sz="2400" i="1">
                              <a:latin typeface="Cambria Math" panose="02040503050406030204" pitchFamily="18" charset="0"/>
                            </a:rPr>
                          </m:ctrlPr>
                        </m:funcPr>
                        <m:fName>
                          <m:r>
                            <m:rPr>
                              <m:sty m:val="p"/>
                            </m:rPr>
                            <a:rPr lang="vi-VN" sz="2400">
                              <a:latin typeface="Cambria Math" panose="02040503050406030204" pitchFamily="18" charset="0"/>
                            </a:rPr>
                            <m:t>arg</m:t>
                          </m:r>
                        </m:fName>
                        <m:e>
                          <m:limLow>
                            <m:limLowPr>
                              <m:ctrlPr>
                                <a:rPr lang="ar-AE" sz="2400" i="1">
                                  <a:latin typeface="Cambria Math" panose="02040503050406030204" pitchFamily="18" charset="0"/>
                                </a:rPr>
                              </m:ctrlPr>
                            </m:limLowPr>
                            <m:e>
                              <m:func>
                                <m:funcPr>
                                  <m:ctrlPr>
                                    <a:rPr lang="ar-AE" sz="2400" i="1">
                                      <a:latin typeface="Cambria Math" panose="02040503050406030204" pitchFamily="18" charset="0"/>
                                    </a:rPr>
                                  </m:ctrlPr>
                                </m:funcPr>
                                <m:fName>
                                  <m:r>
                                    <m:rPr>
                                      <m:sty m:val="p"/>
                                    </m:rPr>
                                    <a:rPr lang="vi-VN" sz="2400">
                                      <a:latin typeface="Cambria Math" panose="02040503050406030204" pitchFamily="18" charset="0"/>
                                    </a:rPr>
                                    <m:t>max</m:t>
                                  </m:r>
                                </m:fName>
                                <m:e>
                                  <m:r>
                                    <a:rPr lang="en-US" sz="2400" b="0" i="1" smtClean="0">
                                      <a:latin typeface="Cambria Math" panose="02040503050406030204" pitchFamily="18" charset="0"/>
                                    </a:rPr>
                                    <m:t> </m:t>
                                  </m:r>
                                </m:e>
                              </m:func>
                            </m:e>
                            <m:lim>
                              <m:r>
                                <a:rPr lang="ar-AE" sz="2400" i="1">
                                  <a:latin typeface="Cambria Math" panose="02040503050406030204" pitchFamily="18" charset="0"/>
                                </a:rPr>
                                <m:t>𝑗</m:t>
                              </m:r>
                            </m:lim>
                          </m:limLow>
                        </m:e>
                      </m:func>
                      <m:r>
                        <a:rPr lang="ar-AE" sz="2400">
                          <a:latin typeface="Cambria Math" panose="02040503050406030204" pitchFamily="18" charset="0"/>
                        </a:rPr>
                        <m:t>[</m:t>
                      </m:r>
                      <m:sSub>
                        <m:sSubPr>
                          <m:ctrlPr>
                            <a:rPr lang="ar-AE" sz="2400" i="1">
                              <a:latin typeface="Cambria Math" panose="02040503050406030204" pitchFamily="18" charset="0"/>
                            </a:rPr>
                          </m:ctrlPr>
                        </m:sSubPr>
                        <m:e>
                          <m:r>
                            <a:rPr lang="ar-AE" sz="2400" i="1">
                              <a:latin typeface="Cambria Math" panose="02040503050406030204" pitchFamily="18" charset="0"/>
                            </a:rPr>
                            <m:t>𝛿</m:t>
                          </m:r>
                        </m:e>
                        <m:sub>
                          <m:r>
                            <a:rPr lang="ar-AE" sz="2400" i="1">
                              <a:latin typeface="Cambria Math" panose="02040503050406030204" pitchFamily="18" charset="0"/>
                            </a:rPr>
                            <m:t>𝑡</m:t>
                          </m:r>
                          <m:r>
                            <a:rPr lang="ar-AE" sz="2400">
                              <a:latin typeface="Cambria Math" panose="02040503050406030204" pitchFamily="18" charset="0"/>
                            </a:rPr>
                            <m:t>−1</m:t>
                          </m:r>
                        </m:sub>
                      </m:sSub>
                      <m:d>
                        <m:dPr>
                          <m:ctrlPr>
                            <a:rPr lang="ar-AE" sz="2400" i="1">
                              <a:latin typeface="Cambria Math" panose="02040503050406030204" pitchFamily="18" charset="0"/>
                            </a:rPr>
                          </m:ctrlPr>
                        </m:dPr>
                        <m:e>
                          <m:r>
                            <a:rPr lang="ar-AE" sz="2400" i="1">
                              <a:latin typeface="Cambria Math" panose="02040503050406030204" pitchFamily="18" charset="0"/>
                            </a:rPr>
                            <m:t>𝑗</m:t>
                          </m:r>
                        </m:e>
                      </m:d>
                      <m:sSub>
                        <m:sSubPr>
                          <m:ctrlPr>
                            <a:rPr lang="ar-AE" sz="2400" i="1">
                              <a:latin typeface="Cambria Math" panose="02040503050406030204" pitchFamily="18" charset="0"/>
                            </a:rPr>
                          </m:ctrlPr>
                        </m:sSubPr>
                        <m:e>
                          <m:r>
                            <a:rPr lang="ar-AE" sz="2400" i="1">
                              <a:latin typeface="Cambria Math" panose="02040503050406030204" pitchFamily="18" charset="0"/>
                            </a:rPr>
                            <m:t>𝑎</m:t>
                          </m:r>
                        </m:e>
                        <m:sub>
                          <m:r>
                            <a:rPr lang="ar-AE" sz="2400" i="1">
                              <a:latin typeface="Cambria Math" panose="02040503050406030204" pitchFamily="18" charset="0"/>
                            </a:rPr>
                            <m:t>𝑗𝑖</m:t>
                          </m:r>
                        </m:sub>
                      </m:sSub>
                      <m:r>
                        <a:rPr lang="ar-AE" sz="2400">
                          <a:latin typeface="Cambria Math" panose="02040503050406030204" pitchFamily="18" charset="0"/>
                        </a:rPr>
                        <m:t>]</m:t>
                      </m:r>
                    </m:oMath>
                  </m:oMathPara>
                </a14:m>
                <a:endParaRPr lang="ar-AE" sz="2400">
                  <a:latin typeface="Times New Roman" panose="02020603050405020304" pitchFamily="18" charset="0"/>
                  <a:cs typeface="Times New Roman" panose="02020603050405020304" pitchFamily="18" charset="0"/>
                </a:endParaRPr>
              </a:p>
              <a:p>
                <a:pPr marL="1714500" lvl="3" indent="-342900">
                  <a:buFont typeface="Wingdings" panose="05000000000000000000" pitchFamily="2" charset="2"/>
                  <a:buChar char="§"/>
                </a:pPr>
                <a:r>
                  <a:rPr lang="vi-VN" sz="2400">
                    <a:latin typeface="Times New Roman" panose="02020603050405020304" pitchFamily="18" charset="0"/>
                    <a:cs typeface="Times New Roman" panose="02020603050405020304" pitchFamily="18" charset="0"/>
                  </a:rPr>
                  <a:t>Bước 3 — Kết thúc</a:t>
                </a:r>
                <a:r>
                  <a:rPr lang="en-US" sz="2400">
                    <a:latin typeface="Times New Roman" panose="02020603050405020304" pitchFamily="18" charset="0"/>
                    <a:cs typeface="Times New Roman" panose="02020603050405020304" pitchFamily="18" charset="0"/>
                  </a:rPr>
                  <a:t>:</a:t>
                </a:r>
                <a14:m>
                  <m:oMath xmlns:m="http://schemas.openxmlformats.org/officeDocument/2006/math">
                    <m:r>
                      <a:rPr lang="en-US" sz="2400" b="0" i="0" smtClean="0">
                        <a:latin typeface="Cambria Math" panose="02040503050406030204" pitchFamily="18" charset="0"/>
                      </a:rPr>
                      <m:t> </m:t>
                    </m:r>
                    <m:sSup>
                      <m:sSupPr>
                        <m:ctrlPr>
                          <a:rPr lang="ar-AE" sz="2400" i="1">
                            <a:latin typeface="Cambria Math" panose="02040503050406030204" pitchFamily="18" charset="0"/>
                          </a:rPr>
                        </m:ctrlPr>
                      </m:sSupPr>
                      <m:e>
                        <m:r>
                          <a:rPr lang="ar-AE" sz="2400" i="1">
                            <a:latin typeface="Cambria Math" panose="02040503050406030204" pitchFamily="18" charset="0"/>
                          </a:rPr>
                          <m:t>𝑃</m:t>
                        </m:r>
                      </m:e>
                      <m:sup>
                        <m:r>
                          <a:rPr lang="ar-AE" sz="2400">
                            <a:latin typeface="Cambria Math" panose="02040503050406030204" pitchFamily="18" charset="0"/>
                          </a:rPr>
                          <m:t>∗</m:t>
                        </m:r>
                      </m:sup>
                    </m:sSup>
                    <m:r>
                      <a:rPr lang="ar-AE" sz="2400">
                        <a:latin typeface="Cambria Math" panose="02040503050406030204" pitchFamily="18" charset="0"/>
                      </a:rPr>
                      <m:t>=</m:t>
                    </m:r>
                    <m:limLow>
                      <m:limLowPr>
                        <m:ctrlPr>
                          <a:rPr lang="ar-AE" sz="2400" i="1">
                            <a:latin typeface="Cambria Math" panose="02040503050406030204" pitchFamily="18" charset="0"/>
                          </a:rPr>
                        </m:ctrlPr>
                      </m:limLowPr>
                      <m:e>
                        <m:func>
                          <m:funcPr>
                            <m:ctrlPr>
                              <a:rPr lang="ar-AE" sz="2400" i="1">
                                <a:latin typeface="Cambria Math" panose="02040503050406030204" pitchFamily="18" charset="0"/>
                              </a:rPr>
                            </m:ctrlPr>
                          </m:funcPr>
                          <m:fName>
                            <m:r>
                              <m:rPr>
                                <m:sty m:val="p"/>
                              </m:rPr>
                              <a:rPr lang="vi-VN" sz="2400">
                                <a:latin typeface="Cambria Math" panose="02040503050406030204" pitchFamily="18" charset="0"/>
                              </a:rPr>
                              <m:t>max</m:t>
                            </m:r>
                          </m:fName>
                          <m:e>
                            <m:r>
                              <a:rPr lang="en-US" sz="2400" b="0" i="1" smtClean="0">
                                <a:latin typeface="Cambria Math" panose="02040503050406030204" pitchFamily="18" charset="0"/>
                              </a:rPr>
                              <m:t> </m:t>
                            </m:r>
                          </m:e>
                        </m:func>
                      </m:e>
                      <m:lim>
                        <m:r>
                          <a:rPr lang="ar-AE" sz="2400" i="1">
                            <a:latin typeface="Cambria Math" panose="02040503050406030204" pitchFamily="18" charset="0"/>
                          </a:rPr>
                          <m:t>𝑖</m:t>
                        </m:r>
                      </m:lim>
                    </m:limLow>
                    <m:sSub>
                      <m:sSubPr>
                        <m:ctrlPr>
                          <a:rPr lang="ar-AE" sz="2400" i="1">
                            <a:latin typeface="Cambria Math" panose="02040503050406030204" pitchFamily="18" charset="0"/>
                          </a:rPr>
                        </m:ctrlPr>
                      </m:sSubPr>
                      <m:e>
                        <m:r>
                          <a:rPr lang="ar-AE" sz="2400" i="1">
                            <a:latin typeface="Cambria Math" panose="02040503050406030204" pitchFamily="18" charset="0"/>
                          </a:rPr>
                          <m:t>𝛿</m:t>
                        </m:r>
                      </m:e>
                      <m:sub>
                        <m:r>
                          <a:rPr lang="ar-AE" sz="2400" i="1">
                            <a:latin typeface="Cambria Math" panose="02040503050406030204" pitchFamily="18" charset="0"/>
                          </a:rPr>
                          <m:t>𝑇</m:t>
                        </m:r>
                      </m:sub>
                    </m:sSub>
                    <m:d>
                      <m:dPr>
                        <m:ctrlPr>
                          <a:rPr lang="ar-AE" sz="2400" i="1">
                            <a:latin typeface="Cambria Math" panose="02040503050406030204" pitchFamily="18" charset="0"/>
                          </a:rPr>
                        </m:ctrlPr>
                      </m:dPr>
                      <m:e>
                        <m:r>
                          <a:rPr lang="ar-AE" sz="2400" i="1">
                            <a:latin typeface="Cambria Math" panose="02040503050406030204" pitchFamily="18" charset="0"/>
                          </a:rPr>
                          <m:t>𝑖</m:t>
                        </m:r>
                      </m:e>
                    </m:d>
                  </m:oMath>
                </a14:m>
                <a:endParaRPr lang="ar-AE" sz="2400">
                  <a:latin typeface="Times New Roman" panose="020206030504050203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bSup>
                        <m:sSubSupPr>
                          <m:ctrlPr>
                            <a:rPr lang="ar-AE" sz="2400" i="1">
                              <a:latin typeface="Cambria Math" panose="02040503050406030204" pitchFamily="18" charset="0"/>
                            </a:rPr>
                          </m:ctrlPr>
                        </m:sSubSupPr>
                        <m:e>
                          <m:r>
                            <a:rPr lang="en-US" sz="2400" b="0" i="1" smtClean="0">
                              <a:latin typeface="Cambria Math" panose="02040503050406030204" pitchFamily="18" charset="0"/>
                            </a:rPr>
                            <m:t>                                         </m:t>
                          </m:r>
                          <m:r>
                            <a:rPr lang="ar-AE" sz="2400" i="1">
                              <a:latin typeface="Cambria Math" panose="02040503050406030204" pitchFamily="18" charset="0"/>
                            </a:rPr>
                            <m:t>𝑞</m:t>
                          </m:r>
                        </m:e>
                        <m:sub>
                          <m:r>
                            <a:rPr lang="ar-AE" sz="2400" i="1">
                              <a:latin typeface="Cambria Math" panose="02040503050406030204" pitchFamily="18" charset="0"/>
                            </a:rPr>
                            <m:t>𝑇</m:t>
                          </m:r>
                        </m:sub>
                        <m:sup>
                          <m:r>
                            <a:rPr lang="ar-AE" sz="2400">
                              <a:latin typeface="Cambria Math" panose="02040503050406030204" pitchFamily="18" charset="0"/>
                            </a:rPr>
                            <m:t>∗</m:t>
                          </m:r>
                        </m:sup>
                      </m:sSubSup>
                      <m:r>
                        <a:rPr lang="ar-AE" sz="2400">
                          <a:latin typeface="Cambria Math" panose="02040503050406030204" pitchFamily="18" charset="0"/>
                        </a:rPr>
                        <m:t>=</m:t>
                      </m:r>
                      <m:func>
                        <m:funcPr>
                          <m:ctrlPr>
                            <a:rPr lang="ar-AE" sz="2400" i="1">
                              <a:latin typeface="Cambria Math" panose="02040503050406030204" pitchFamily="18" charset="0"/>
                            </a:rPr>
                          </m:ctrlPr>
                        </m:funcPr>
                        <m:fName>
                          <m:r>
                            <m:rPr>
                              <m:sty m:val="p"/>
                            </m:rPr>
                            <a:rPr lang="vi-VN" sz="2400">
                              <a:latin typeface="Cambria Math" panose="02040503050406030204" pitchFamily="18" charset="0"/>
                            </a:rPr>
                            <m:t>arg</m:t>
                          </m:r>
                        </m:fName>
                        <m:e>
                          <m:limLow>
                            <m:limLowPr>
                              <m:ctrlPr>
                                <a:rPr lang="ar-AE" sz="2400" i="1">
                                  <a:latin typeface="Cambria Math" panose="02040503050406030204" pitchFamily="18" charset="0"/>
                                </a:rPr>
                              </m:ctrlPr>
                            </m:limLowPr>
                            <m:e>
                              <m:func>
                                <m:funcPr>
                                  <m:ctrlPr>
                                    <a:rPr lang="ar-AE" sz="2400" i="1">
                                      <a:latin typeface="Cambria Math" panose="02040503050406030204" pitchFamily="18" charset="0"/>
                                    </a:rPr>
                                  </m:ctrlPr>
                                </m:funcPr>
                                <m:fName>
                                  <m:r>
                                    <m:rPr>
                                      <m:sty m:val="p"/>
                                    </m:rPr>
                                    <a:rPr lang="vi-VN" sz="2400">
                                      <a:latin typeface="Cambria Math" panose="02040503050406030204" pitchFamily="18" charset="0"/>
                                    </a:rPr>
                                    <m:t>max</m:t>
                                  </m:r>
                                </m:fName>
                                <m:e>
                                  <m:r>
                                    <a:rPr lang="en-US" sz="2400" b="0" i="1" smtClean="0">
                                      <a:latin typeface="Cambria Math" panose="02040503050406030204" pitchFamily="18" charset="0"/>
                                    </a:rPr>
                                    <m:t> </m:t>
                                  </m:r>
                                </m:e>
                              </m:func>
                            </m:e>
                            <m:lim>
                              <m:r>
                                <a:rPr lang="ar-AE" sz="2400" i="1">
                                  <a:latin typeface="Cambria Math" panose="02040503050406030204" pitchFamily="18" charset="0"/>
                                </a:rPr>
                                <m:t>𝑖</m:t>
                              </m:r>
                            </m:lim>
                          </m:limLow>
                        </m:e>
                      </m:func>
                      <m:sSub>
                        <m:sSubPr>
                          <m:ctrlPr>
                            <a:rPr lang="ar-AE" sz="2400" i="1">
                              <a:latin typeface="Cambria Math" panose="02040503050406030204" pitchFamily="18" charset="0"/>
                            </a:rPr>
                          </m:ctrlPr>
                        </m:sSubPr>
                        <m:e>
                          <m:r>
                            <a:rPr lang="ar-AE" sz="2400" i="1">
                              <a:latin typeface="Cambria Math" panose="02040503050406030204" pitchFamily="18" charset="0"/>
                            </a:rPr>
                            <m:t>𝛿</m:t>
                          </m:r>
                        </m:e>
                        <m:sub>
                          <m:r>
                            <a:rPr lang="ar-AE" sz="2400" i="1">
                              <a:latin typeface="Cambria Math" panose="02040503050406030204" pitchFamily="18" charset="0"/>
                            </a:rPr>
                            <m:t>𝑇</m:t>
                          </m:r>
                        </m:sub>
                      </m:sSub>
                      <m:d>
                        <m:dPr>
                          <m:ctrlPr>
                            <a:rPr lang="ar-AE" sz="2400" i="1">
                              <a:latin typeface="Cambria Math" panose="02040503050406030204" pitchFamily="18" charset="0"/>
                            </a:rPr>
                          </m:ctrlPr>
                        </m:dPr>
                        <m:e>
                          <m:r>
                            <a:rPr lang="ar-AE" sz="2400" i="1">
                              <a:latin typeface="Cambria Math" panose="02040503050406030204" pitchFamily="18" charset="0"/>
                            </a:rPr>
                            <m:t>𝑖</m:t>
                          </m:r>
                        </m:e>
                      </m:d>
                    </m:oMath>
                  </m:oMathPara>
                </a14:m>
                <a:endParaRPr lang="ar-AE" sz="2400">
                  <a:latin typeface="Times New Roman" panose="02020603050405020304" pitchFamily="18" charset="0"/>
                  <a:cs typeface="Times New Roman" panose="02020603050405020304" pitchFamily="18" charset="0"/>
                </a:endParaRPr>
              </a:p>
              <a:p>
                <a:pPr marL="1714500" lvl="3" indent="-342900">
                  <a:buFont typeface="Wingdings" panose="05000000000000000000" pitchFamily="2" charset="2"/>
                  <a:buChar char="§"/>
                </a:pPr>
                <a:r>
                  <a:rPr lang="vi-VN" sz="2400">
                    <a:latin typeface="Times New Roman" panose="02020603050405020304" pitchFamily="18" charset="0"/>
                    <a:cs typeface="Times New Roman" panose="02020603050405020304" pitchFamily="18" charset="0"/>
                  </a:rPr>
                  <a:t>Bước 4 — Truy vết ngược</a:t>
                </a:r>
                <a:r>
                  <a:rPr lang="en-US" sz="2400">
                    <a:latin typeface="Times New Roman" panose="02020603050405020304" pitchFamily="18" charset="0"/>
                    <a:cs typeface="Times New Roman" panose="02020603050405020304" pitchFamily="18" charset="0"/>
                  </a:rPr>
                  <a:t> t</a:t>
                </a:r>
                <a:r>
                  <a:rPr lang="vi-VN" sz="2400">
                    <a:latin typeface="Times New Roman" panose="02020603050405020304" pitchFamily="18" charset="0"/>
                    <a:cs typeface="Times New Roman" panose="02020603050405020304" pitchFamily="18" charset="0"/>
                  </a:rPr>
                  <a:t>ừ T về 1:</a:t>
                </a:r>
                <a:r>
                  <a:rPr lang="en-US" sz="2400">
                    <a:latin typeface="Times New Roman" panose="02020603050405020304" pitchFamily="18" charset="0"/>
                    <a:cs typeface="Times New Roman" panose="02020603050405020304" pitchFamily="18" charset="0"/>
                  </a:rPr>
                  <a:t> </a:t>
                </a:r>
                <a14:m>
                  <m:oMath xmlns:m="http://schemas.openxmlformats.org/officeDocument/2006/math">
                    <m:sSubSup>
                      <m:sSubSupPr>
                        <m:ctrlPr>
                          <a:rPr lang="ar-AE" sz="2400" i="1">
                            <a:latin typeface="Cambria Math" panose="02040503050406030204" pitchFamily="18" charset="0"/>
                          </a:rPr>
                        </m:ctrlPr>
                      </m:sSubSupPr>
                      <m:e>
                        <m:r>
                          <a:rPr lang="ar-AE" sz="2400" i="1">
                            <a:latin typeface="Cambria Math" panose="02040503050406030204" pitchFamily="18" charset="0"/>
                          </a:rPr>
                          <m:t>𝑞</m:t>
                        </m:r>
                      </m:e>
                      <m:sub>
                        <m:r>
                          <a:rPr lang="ar-AE" sz="2400" i="1">
                            <a:latin typeface="Cambria Math" panose="02040503050406030204" pitchFamily="18" charset="0"/>
                          </a:rPr>
                          <m:t>𝑡</m:t>
                        </m:r>
                        <m:r>
                          <a:rPr lang="ar-AE" sz="2400">
                            <a:latin typeface="Cambria Math" panose="02040503050406030204" pitchFamily="18" charset="0"/>
                          </a:rPr>
                          <m:t>−1</m:t>
                        </m:r>
                      </m:sub>
                      <m:sup>
                        <m:r>
                          <a:rPr lang="ar-AE" sz="2400">
                            <a:latin typeface="Cambria Math" panose="02040503050406030204" pitchFamily="18" charset="0"/>
                          </a:rPr>
                          <m:t>∗</m:t>
                        </m:r>
                      </m:sup>
                    </m:sSubSup>
                    <m:r>
                      <a:rPr lang="ar-AE" sz="2400">
                        <a:latin typeface="Cambria Math" panose="02040503050406030204" pitchFamily="18" charset="0"/>
                      </a:rPr>
                      <m:t>=</m:t>
                    </m:r>
                    <m:sSub>
                      <m:sSubPr>
                        <m:ctrlPr>
                          <a:rPr lang="ar-AE" sz="2400" i="1">
                            <a:latin typeface="Cambria Math" panose="02040503050406030204" pitchFamily="18" charset="0"/>
                          </a:rPr>
                        </m:ctrlPr>
                      </m:sSubPr>
                      <m:e>
                        <m:r>
                          <a:rPr lang="ar-AE" sz="2400" i="1">
                            <a:latin typeface="Cambria Math" panose="02040503050406030204" pitchFamily="18" charset="0"/>
                          </a:rPr>
                          <m:t>𝜓</m:t>
                        </m:r>
                      </m:e>
                      <m:sub>
                        <m:r>
                          <a:rPr lang="ar-AE" sz="2400" i="1">
                            <a:latin typeface="Cambria Math" panose="02040503050406030204" pitchFamily="18" charset="0"/>
                          </a:rPr>
                          <m:t>𝑡</m:t>
                        </m:r>
                      </m:sub>
                    </m:sSub>
                    <m:d>
                      <m:dPr>
                        <m:ctrlPr>
                          <a:rPr lang="ar-AE" sz="2400" i="1">
                            <a:latin typeface="Cambria Math" panose="02040503050406030204" pitchFamily="18" charset="0"/>
                          </a:rPr>
                        </m:ctrlPr>
                      </m:dPr>
                      <m:e>
                        <m:sSubSup>
                          <m:sSubSupPr>
                            <m:ctrlPr>
                              <a:rPr lang="ar-AE" sz="2400" i="1">
                                <a:latin typeface="Cambria Math" panose="02040503050406030204" pitchFamily="18" charset="0"/>
                              </a:rPr>
                            </m:ctrlPr>
                          </m:sSubSupPr>
                          <m:e>
                            <m:r>
                              <a:rPr lang="ar-AE" sz="2400" i="1">
                                <a:latin typeface="Cambria Math" panose="02040503050406030204" pitchFamily="18" charset="0"/>
                              </a:rPr>
                              <m:t>𝑞</m:t>
                            </m:r>
                          </m:e>
                          <m:sub>
                            <m:r>
                              <a:rPr lang="ar-AE" sz="2400" i="1">
                                <a:latin typeface="Cambria Math" panose="02040503050406030204" pitchFamily="18" charset="0"/>
                              </a:rPr>
                              <m:t>𝑡</m:t>
                            </m:r>
                          </m:sub>
                          <m:sup>
                            <m:r>
                              <a:rPr lang="ar-AE" sz="2400">
                                <a:latin typeface="Cambria Math" panose="02040503050406030204" pitchFamily="18" charset="0"/>
                              </a:rPr>
                              <m:t>∗</m:t>
                            </m:r>
                          </m:sup>
                        </m:sSubSup>
                      </m:e>
                    </m:d>
                  </m:oMath>
                </a14:m>
                <a:endParaRPr lang="ar-AE" sz="2400">
                  <a:latin typeface="Times New Roman" panose="02020603050405020304" pitchFamily="18" charset="0"/>
                  <a:cs typeface="Times New Roman" panose="02020603050405020304" pitchFamily="18" charset="0"/>
                </a:endParaRPr>
              </a:p>
              <a:p>
                <a:pPr lvl="4"/>
                <a:r>
                  <a:rPr lang="ar-AE"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thu được chuỗi trạng thái tối ưu.</a:t>
                </a:r>
              </a:p>
              <a:p>
                <a:pPr marL="1257300" lvl="2" indent="-342900">
                  <a:buFont typeface="Courier New" panose="02070309020205020404" pitchFamily="49" charset="0"/>
                  <a:buChar char="o"/>
                </a:pPr>
                <a:endParaRPr lang="ar-AE" sz="2400" b="0">
                  <a:latin typeface="Times New Roman" panose="02020603050405020304" pitchFamily="18" charset="0"/>
                  <a:cs typeface="Times New Roman" panose="02020603050405020304" pitchFamily="18" charset="0"/>
                </a:endParaRPr>
              </a:p>
              <a:p>
                <a:pPr marL="1314450" lvl="3" indent="0"/>
                <a:endParaRPr lang="en-US" sz="2400">
                  <a:latin typeface="Times New Roman" panose="02020603050405020304" pitchFamily="18" charset="0"/>
                  <a:cs typeface="Times New Roman" panose="02020603050405020304" pitchFamily="18" charset="0"/>
                </a:endParaRPr>
              </a:p>
            </p:txBody>
          </p:sp>
        </mc:Choice>
        <mc:Fallback xmlns="">
          <p:sp>
            <p:nvSpPr>
              <p:cNvPr id="31747" name="Rectangle 3">
                <a:extLst>
                  <a:ext uri="{FF2B5EF4-FFF2-40B4-BE49-F238E27FC236}">
                    <a16:creationId xmlns:a16="http://schemas.microsoft.com/office/drawing/2014/main" id="{CD71FED1-6B0E-1F34-D31C-B55F85F34308}"/>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3"/>
                <a:stretch>
                  <a:fillRect l="-1136" t="-1230" b="-5289"/>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3196713270"/>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5AF1FE-853C-87BB-FC10-95A936D4E69A}"/>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AF464BA5-F880-89FB-CEDD-25B342E4CF98}"/>
              </a:ext>
            </a:extLst>
          </p:cNvPr>
          <p:cNvSpPr>
            <a:spLocks noGrp="1"/>
          </p:cNvSpPr>
          <p:nvPr>
            <p:ph type="title"/>
          </p:nvPr>
        </p:nvSpPr>
        <p:spPr>
          <a:xfrm>
            <a:off x="1220788" y="365125"/>
            <a:ext cx="7904162" cy="747713"/>
          </a:xfrm>
        </p:spPr>
        <p:txBody>
          <a:bodyPr>
            <a:noAutofit/>
          </a:bodyPr>
          <a:lstStyle/>
          <a:p>
            <a:r>
              <a:rPr lang="en-US" sz="3200"/>
              <a:t>Chuỗi thời gian cấu trúc Bayes</a:t>
            </a:r>
            <a:endParaRPr lang="en-US" sz="3200">
              <a:latin typeface="Times New Roman" panose="02020603050405020304" pitchFamily="18" charset="0"/>
              <a:cs typeface="Times New Roman" panose="02020603050405020304" pitchFamily="18" charset="0"/>
            </a:endParaRPr>
          </a:p>
        </p:txBody>
      </p:sp>
      <p:sp>
        <p:nvSpPr>
          <p:cNvPr id="31747" name="Rectangle 3">
            <a:extLst>
              <a:ext uri="{FF2B5EF4-FFF2-40B4-BE49-F238E27FC236}">
                <a16:creationId xmlns:a16="http://schemas.microsoft.com/office/drawing/2014/main" id="{DB0D2540-748C-D556-F7ED-C6A4285DF13A}"/>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a:latin typeface="Times New Roman" panose="02020603050405020304" pitchFamily="18" charset="0"/>
                <a:cs typeface="Times New Roman" panose="02020603050405020304" pitchFamily="18" charset="0"/>
              </a:rPr>
              <a:t>Chuỗi thời gian cấu trúc Bayes (Bayesian structural time series - BSTS) cung cấp một cách để sử dụng các thành phần có sẵn để xây dựng các mô hình phức tạp hơn, có thể phản ánh các sự kiện đã biết hoặc các giả thuyết thú vị về một hệ thống. Sau đó, chúng ta có thể thiết kế cấu trúc, sử dụng các kỹ thuật điều chỉnh mạnh mẽ để ước tính các tham số cho mô hình đã xây dựng trong trường hợp dữ liệu của chúng ta, và xem liệu mô hình có thực hiện tốt việc mô tả và dự đoán hành vi của hệ thống hay không.</a:t>
            </a:r>
          </a:p>
          <a:p>
            <a:pPr marL="1314450" lvl="3" indent="0"/>
            <a:endParaRPr lang="en-US" sz="24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90591142"/>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2D4FE2-2F4D-B70B-68B7-19C43B53BD98}"/>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B72ABB6F-1D9C-9556-4A14-FE60ADC2D7AC}"/>
              </a:ext>
            </a:extLst>
          </p:cNvPr>
          <p:cNvSpPr>
            <a:spLocks noGrp="1"/>
          </p:cNvSpPr>
          <p:nvPr>
            <p:ph type="title"/>
          </p:nvPr>
        </p:nvSpPr>
        <p:spPr>
          <a:xfrm>
            <a:off x="1220788" y="365125"/>
            <a:ext cx="7904162" cy="747713"/>
          </a:xfrm>
        </p:spPr>
        <p:txBody>
          <a:bodyPr>
            <a:noAutofit/>
          </a:bodyPr>
          <a:lstStyle/>
          <a:p>
            <a:r>
              <a:rPr lang="en-US" sz="3200"/>
              <a:t>Chuỗi thời gian cấu trúc Bayes</a:t>
            </a:r>
            <a:endParaRPr lang="en-US" sz="3200">
              <a:latin typeface="Times New Roman" panose="02020603050405020304" pitchFamily="18" charset="0"/>
              <a:cs typeface="Times New Roman" panose="02020603050405020304" pitchFamily="18" charset="0"/>
            </a:endParaRPr>
          </a:p>
        </p:txBody>
      </p:sp>
      <p:sp>
        <p:nvSpPr>
          <p:cNvPr id="31747" name="Rectangle 3">
            <a:extLst>
              <a:ext uri="{FF2B5EF4-FFF2-40B4-BE49-F238E27FC236}">
                <a16:creationId xmlns:a16="http://schemas.microsoft.com/office/drawing/2014/main" id="{A5919061-17B0-697F-7FAA-E0C6DC83F79A}"/>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a:latin typeface="Times New Roman" panose="02020603050405020304" pitchFamily="18" charset="0"/>
                <a:cs typeface="Times New Roman" panose="02020603050405020304" pitchFamily="18" charset="0"/>
              </a:rPr>
              <a:t>Trong chuỗi thời gian cấu trúc Bayes, x</a:t>
            </a:r>
            <a:r>
              <a:rPr lang="vi-VN" sz="2800">
                <a:latin typeface="Times New Roman" panose="02020603050405020304" pitchFamily="18" charset="0"/>
                <a:cs typeface="Times New Roman" panose="02020603050405020304" pitchFamily="18" charset="0"/>
              </a:rPr>
              <a:t>ác suất của mô hình được cập nhật dần khi quan sát dữ liệu mới.</a:t>
            </a:r>
            <a:r>
              <a:rPr lang="en-US" sz="2800">
                <a:latin typeface="Times New Roman" panose="02020603050405020304" pitchFamily="18" charset="0"/>
                <a:cs typeface="Times New Roman" panose="02020603050405020304" pitchFamily="18" charset="0"/>
              </a:rPr>
              <a:t> </a:t>
            </a:r>
            <a:r>
              <a:rPr lang="vi-VN" sz="2800">
                <a:latin typeface="Times New Roman" panose="02020603050405020304" pitchFamily="18" charset="0"/>
                <a:cs typeface="Times New Roman" panose="02020603050405020304" pitchFamily="18" charset="0"/>
              </a:rPr>
              <a:t>Trong cách tiếp cận Bayes, bạn luôn có:</a:t>
            </a:r>
          </a:p>
          <a:p>
            <a:pPr lvl="2" indent="-342900">
              <a:buFont typeface="Courier New" panose="02070309020205020404" pitchFamily="49" charset="0"/>
              <a:buChar char="o"/>
            </a:pPr>
            <a:r>
              <a:rPr lang="vi-VN" sz="2400">
                <a:latin typeface="Times New Roman" panose="02020603050405020304" pitchFamily="18" charset="0"/>
                <a:cs typeface="Times New Roman" panose="02020603050405020304" pitchFamily="18" charset="0"/>
              </a:rPr>
              <a:t>Prior: niềm tin ban đầu về tham số mô hình</a:t>
            </a:r>
          </a:p>
          <a:p>
            <a:pPr lvl="2" indent="-342900">
              <a:buFont typeface="Courier New" panose="02070309020205020404" pitchFamily="49" charset="0"/>
              <a:buChar char="o"/>
            </a:pPr>
            <a:r>
              <a:rPr lang="vi-VN" sz="2400">
                <a:latin typeface="Times New Roman" panose="02020603050405020304" pitchFamily="18" charset="0"/>
                <a:cs typeface="Times New Roman" panose="02020603050405020304" pitchFamily="18" charset="0"/>
              </a:rPr>
              <a:t>Likelihood: mô hình sinh dữ liệu</a:t>
            </a:r>
          </a:p>
          <a:p>
            <a:pPr lvl="2" indent="-342900">
              <a:buFont typeface="Courier New" panose="02070309020205020404" pitchFamily="49" charset="0"/>
              <a:buChar char="o"/>
            </a:pPr>
            <a:r>
              <a:rPr lang="vi-VN" sz="2400">
                <a:latin typeface="Times New Roman" panose="02020603050405020304" pitchFamily="18" charset="0"/>
                <a:cs typeface="Times New Roman" panose="02020603050405020304" pitchFamily="18" charset="0"/>
              </a:rPr>
              <a:t>Posterior: niềm tin đã cập nhật khi thấy dữ liệu</a:t>
            </a:r>
          </a:p>
          <a:p>
            <a:pPr marL="857250" lvl="1" indent="-457200">
              <a:buFont typeface="Arial" panose="020B0604020202020204" pitchFamily="34" charset="0"/>
              <a:buChar char="•"/>
            </a:pPr>
            <a:r>
              <a:rPr lang="vi-VN" sz="2800">
                <a:latin typeface="Times New Roman" panose="02020603050405020304" pitchFamily="18" charset="0"/>
                <a:cs typeface="Times New Roman" panose="02020603050405020304" pitchFamily="18" charset="0"/>
              </a:rPr>
              <a:t>Bayes đặc biệt phù hợp trong chuỗi thời gian vì:</a:t>
            </a:r>
          </a:p>
          <a:p>
            <a:pPr marL="1371600" lvl="2" indent="-457200">
              <a:buFont typeface="Courier New" panose="02070309020205020404" pitchFamily="49" charset="0"/>
              <a:buChar char="o"/>
            </a:pPr>
            <a:r>
              <a:rPr lang="vi-VN" sz="2400">
                <a:latin typeface="Times New Roman" panose="02020603050405020304" pitchFamily="18" charset="0"/>
                <a:cs typeface="Times New Roman" panose="02020603050405020304" pitchFamily="18" charset="0"/>
              </a:rPr>
              <a:t>dữ liệu đến theo từng thời điểm</a:t>
            </a:r>
          </a:p>
          <a:p>
            <a:pPr marL="1371600" lvl="2" indent="-457200">
              <a:buFont typeface="Courier New" panose="02070309020205020404" pitchFamily="49" charset="0"/>
              <a:buChar char="o"/>
            </a:pPr>
            <a:r>
              <a:rPr lang="vi-VN" sz="2400">
                <a:latin typeface="Times New Roman" panose="02020603050405020304" pitchFamily="18" charset="0"/>
                <a:cs typeface="Times New Roman" panose="02020603050405020304" pitchFamily="18" charset="0"/>
              </a:rPr>
              <a:t>hệ thống có thể thay đổi theo thời gian</a:t>
            </a:r>
          </a:p>
          <a:p>
            <a:pPr marL="1371600" lvl="2" indent="-457200">
              <a:buFont typeface="Courier New" panose="02070309020205020404" pitchFamily="49" charset="0"/>
              <a:buChar char="o"/>
            </a:pPr>
            <a:r>
              <a:rPr lang="vi-VN" sz="2400">
                <a:latin typeface="Times New Roman" panose="02020603050405020304" pitchFamily="18" charset="0"/>
                <a:cs typeface="Times New Roman" panose="02020603050405020304" pitchFamily="18" charset="0"/>
              </a:rPr>
              <a:t>bạn cần dự đoán và cập nhật liên tục</a:t>
            </a:r>
          </a:p>
          <a:p>
            <a:pPr marL="457200" indent="-457200">
              <a:buFont typeface="Wingdings" panose="05000000000000000000" pitchFamily="2" charset="2"/>
              <a:buChar char="Ø"/>
            </a:pPr>
            <a:endParaRPr lang="en-US" sz="2800">
              <a:latin typeface="Times New Roman" panose="02020603050405020304" pitchFamily="18" charset="0"/>
              <a:cs typeface="Times New Roman" panose="02020603050405020304" pitchFamily="18" charset="0"/>
            </a:endParaRPr>
          </a:p>
          <a:p>
            <a:pPr marL="1314450" lvl="3" indent="0"/>
            <a:endParaRPr lang="en-US" sz="24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79836929"/>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3E7E6E-867A-B977-7997-34F195F524C1}"/>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F87BEC99-695A-4BF2-9217-1817D42BC229}"/>
              </a:ext>
            </a:extLst>
          </p:cNvPr>
          <p:cNvSpPr>
            <a:spLocks noGrp="1"/>
          </p:cNvSpPr>
          <p:nvPr>
            <p:ph type="title"/>
          </p:nvPr>
        </p:nvSpPr>
        <p:spPr>
          <a:xfrm>
            <a:off x="1220788" y="365125"/>
            <a:ext cx="7904162" cy="747713"/>
          </a:xfrm>
        </p:spPr>
        <p:txBody>
          <a:bodyPr>
            <a:noAutofit/>
          </a:bodyPr>
          <a:lstStyle/>
          <a:p>
            <a:r>
              <a:rPr lang="en-US" sz="3200"/>
              <a:t>Chuỗi thời gian cấu trúc Bayes</a:t>
            </a:r>
            <a:endParaRPr lang="en-US" sz="320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1747" name="Rectangle 3">
                <a:extLst>
                  <a:ext uri="{FF2B5EF4-FFF2-40B4-BE49-F238E27FC236}">
                    <a16:creationId xmlns:a16="http://schemas.microsoft.com/office/drawing/2014/main" id="{A8DEAB3C-2E81-0163-EC61-D1FFFC1128ED}"/>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a:latin typeface="Times New Roman" panose="02020603050405020304" pitchFamily="18" charset="0"/>
                    <a:cs typeface="Times New Roman" panose="02020603050405020304" pitchFamily="18" charset="0"/>
                  </a:rPr>
                  <a:t>Chuỗi thời gian cấu trúc Bayes: x</a:t>
                </a:r>
                <a:r>
                  <a:rPr lang="vi-VN" sz="2800">
                    <a:latin typeface="Times New Roman" panose="02020603050405020304" pitchFamily="18" charset="0"/>
                    <a:cs typeface="Times New Roman" panose="02020603050405020304" pitchFamily="18" charset="0"/>
                  </a:rPr>
                  <a:t>ác suất của mô hình được cập nhật dần khi quan sát dữ liệu mới.</a:t>
                </a:r>
                <a:r>
                  <a:rPr lang="en-US" sz="2800">
                    <a:latin typeface="Times New Roman" panose="02020603050405020304" pitchFamily="18" charset="0"/>
                    <a:cs typeface="Times New Roman" panose="02020603050405020304" pitchFamily="18" charset="0"/>
                  </a:rPr>
                  <a:t> </a:t>
                </a:r>
              </a:p>
              <a:p>
                <a:pPr lvl="1">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Ví dụ: </a:t>
                </a:r>
                <a:r>
                  <a:rPr lang="it-IT" sz="2800" b="1">
                    <a:latin typeface="Times New Roman" panose="02020603050405020304" pitchFamily="18" charset="0"/>
                    <a:cs typeface="Times New Roman" panose="02020603050405020304" pitchFamily="18" charset="0"/>
                  </a:rPr>
                  <a:t>Bayesian ARIMA có mô hình g</a:t>
                </a:r>
                <a:r>
                  <a:rPr lang="it-IT" sz="2800">
                    <a:latin typeface="Times New Roman" panose="02020603050405020304" pitchFamily="18" charset="0"/>
                    <a:cs typeface="Times New Roman" panose="02020603050405020304" pitchFamily="18" charset="0"/>
                  </a:rPr>
                  <a:t>iống hệt ARIMA nhưng </a:t>
                </a:r>
                <a:r>
                  <a:rPr lang="el-GR" sz="2800" i="1">
                    <a:latin typeface="Times New Roman" panose="02020603050405020304" pitchFamily="18" charset="0"/>
                    <a:cs typeface="Times New Roman" panose="02020603050405020304" pitchFamily="18" charset="0"/>
                  </a:rPr>
                  <a:t>ϕ</a:t>
                </a:r>
                <a:r>
                  <a:rPr lang="el-GR" sz="2800">
                    <a:latin typeface="Times New Roman" panose="02020603050405020304" pitchFamily="18" charset="0"/>
                    <a:cs typeface="Times New Roman" panose="02020603050405020304" pitchFamily="18" charset="0"/>
                  </a:rPr>
                  <a:t>, </a:t>
                </a:r>
                <a:r>
                  <a:rPr lang="el-GR" sz="2800" i="1">
                    <a:latin typeface="Times New Roman" panose="02020603050405020304" pitchFamily="18" charset="0"/>
                    <a:cs typeface="Times New Roman" panose="02020603050405020304" pitchFamily="18" charset="0"/>
                  </a:rPr>
                  <a:t>θ</a:t>
                </a:r>
                <a:r>
                  <a:rPr lang="el-GR" sz="2800">
                    <a:latin typeface="Times New Roman" panose="02020603050405020304" pitchFamily="18" charset="0"/>
                    <a:cs typeface="Times New Roman" panose="02020603050405020304" pitchFamily="18" charset="0"/>
                  </a:rPr>
                  <a:t>, σ² </a:t>
                </a:r>
                <a:r>
                  <a:rPr lang="vi-VN" sz="2800">
                    <a:latin typeface="Times New Roman" panose="02020603050405020304" pitchFamily="18" charset="0"/>
                    <a:cs typeface="Times New Roman" panose="02020603050405020304" pitchFamily="18" charset="0"/>
                  </a:rPr>
                  <a:t>được coi là ngẫu nhiên</a:t>
                </a:r>
                <a:endParaRPr lang="it-IT" sz="2800">
                  <a:latin typeface="Times New Roman" panose="02020603050405020304" pitchFamily="18" charset="0"/>
                  <a:cs typeface="Times New Roman" panose="02020603050405020304" pitchFamily="18" charset="0"/>
                </a:endParaRPr>
              </a:p>
              <a:p>
                <a:pPr marL="1257300" lvl="2" indent="-457200">
                  <a:buFont typeface="Courier New" panose="02070309020205020404" pitchFamily="49" charset="0"/>
                  <a:buChar char="o"/>
                </a:pPr>
                <a:r>
                  <a:rPr lang="vi-VN" sz="2800">
                    <a:latin typeface="Times New Roman" panose="02020603050405020304" pitchFamily="18" charset="0"/>
                    <a:cs typeface="Times New Roman" panose="02020603050405020304" pitchFamily="18" charset="0"/>
                  </a:rPr>
                  <a:t>Công thức cơ bản:</a:t>
                </a:r>
              </a:p>
              <a:p>
                <a:pPr/>
                <a14:m>
                  <m:oMathPara xmlns:m="http://schemas.openxmlformats.org/officeDocument/2006/math">
                    <m:oMathParaPr>
                      <m:jc m:val="centerGroup"/>
                    </m:oMathParaPr>
                    <m:oMath xmlns:m="http://schemas.openxmlformats.org/officeDocument/2006/math">
                      <m:r>
                        <a:rPr lang="vi-VN" sz="2800" b="0" i="1" smtClean="0">
                          <a:latin typeface="Cambria Math" panose="02040503050406030204" pitchFamily="18" charset="0"/>
                        </a:rPr>
                        <m:t>𝑝</m:t>
                      </m:r>
                      <m:d>
                        <m:dPr>
                          <m:ctrlPr>
                            <a:rPr lang="ar-AE" sz="2800" i="1">
                              <a:latin typeface="Cambria Math" panose="02040503050406030204" pitchFamily="18" charset="0"/>
                            </a:rPr>
                          </m:ctrlPr>
                        </m:dPr>
                        <m:e>
                          <m:r>
                            <m:rPr>
                              <m:nor/>
                            </m:rPr>
                            <a:rPr lang="el-GR" sz="2800" i="1">
                              <a:latin typeface="Times New Roman" panose="02020603050405020304" pitchFamily="18" charset="0"/>
                              <a:cs typeface="Times New Roman" panose="02020603050405020304" pitchFamily="18" charset="0"/>
                            </a:rPr>
                            <m:t>ϕ</m:t>
                          </m:r>
                          <m:r>
                            <m:rPr>
                              <m:nor/>
                            </m:rPr>
                            <a:rPr lang="el-GR" sz="2800">
                              <a:latin typeface="Times New Roman" panose="02020603050405020304" pitchFamily="18" charset="0"/>
                              <a:cs typeface="Times New Roman" panose="02020603050405020304" pitchFamily="18" charset="0"/>
                            </a:rPr>
                            <m:t>,</m:t>
                          </m:r>
                          <m:r>
                            <a:rPr lang="ar-AE" sz="2800" b="0" i="1" smtClean="0">
                              <a:latin typeface="Cambria Math" panose="02040503050406030204" pitchFamily="18" charset="0"/>
                            </a:rPr>
                            <m:t>𝜃</m:t>
                          </m:r>
                          <m:r>
                            <a:rPr lang="ar-AE" sz="2800" b="0" smtClean="0">
                              <a:latin typeface="Cambria Math" panose="02040503050406030204" pitchFamily="18" charset="0"/>
                            </a:rPr>
                            <m:t>∣</m:t>
                          </m:r>
                          <m:sSub>
                            <m:sSubPr>
                              <m:ctrlPr>
                                <a:rPr lang="ar-AE" sz="2800" i="1">
                                  <a:latin typeface="Cambria Math" panose="02040503050406030204" pitchFamily="18" charset="0"/>
                                </a:rPr>
                              </m:ctrlPr>
                            </m:sSubPr>
                            <m:e>
                              <m:r>
                                <a:rPr lang="ar-AE" sz="2800" b="0" i="1" smtClean="0">
                                  <a:latin typeface="Cambria Math" panose="02040503050406030204" pitchFamily="18" charset="0"/>
                                </a:rPr>
                                <m:t>𝑦</m:t>
                              </m:r>
                            </m:e>
                            <m:sub>
                              <m:r>
                                <a:rPr lang="ar-AE" sz="2800" b="0" smtClean="0">
                                  <a:latin typeface="Cambria Math" panose="02040503050406030204" pitchFamily="18" charset="0"/>
                                </a:rPr>
                                <m:t>1:</m:t>
                              </m:r>
                              <m:r>
                                <a:rPr lang="ar-AE" sz="2800" b="0" i="1" smtClean="0">
                                  <a:latin typeface="Cambria Math" panose="02040503050406030204" pitchFamily="18" charset="0"/>
                                </a:rPr>
                                <m:t>𝑇</m:t>
                              </m:r>
                            </m:sub>
                          </m:sSub>
                        </m:e>
                      </m:d>
                      <m:r>
                        <a:rPr lang="ar-AE" sz="2800" b="0" smtClean="0">
                          <a:latin typeface="Cambria Math" panose="02040503050406030204" pitchFamily="18" charset="0"/>
                        </a:rPr>
                        <m:t>=</m:t>
                      </m:r>
                      <m:f>
                        <m:fPr>
                          <m:ctrlPr>
                            <a:rPr lang="ar-AE" sz="2800" i="1">
                              <a:latin typeface="Cambria Math" panose="02040503050406030204" pitchFamily="18" charset="0"/>
                            </a:rPr>
                          </m:ctrlPr>
                        </m:fPr>
                        <m:num>
                          <m:r>
                            <a:rPr lang="ar-AE" sz="2800" b="0" i="1" smtClean="0">
                              <a:latin typeface="Cambria Math" panose="02040503050406030204" pitchFamily="18" charset="0"/>
                            </a:rPr>
                            <m:t>𝑝</m:t>
                          </m:r>
                          <m:d>
                            <m:dPr>
                              <m:ctrlPr>
                                <a:rPr lang="ar-AE" sz="2800" i="1">
                                  <a:latin typeface="Cambria Math" panose="02040503050406030204" pitchFamily="18" charset="0"/>
                                </a:rPr>
                              </m:ctrlPr>
                            </m:dPr>
                            <m:e>
                              <m:sSub>
                                <m:sSubPr>
                                  <m:ctrlPr>
                                    <a:rPr lang="ar-AE" sz="2800" i="1">
                                      <a:latin typeface="Cambria Math" panose="02040503050406030204" pitchFamily="18" charset="0"/>
                                    </a:rPr>
                                  </m:ctrlPr>
                                </m:sSubPr>
                                <m:e>
                                  <m:r>
                                    <a:rPr lang="ar-AE" sz="2800" b="0" i="1" smtClean="0">
                                      <a:latin typeface="Cambria Math" panose="02040503050406030204" pitchFamily="18" charset="0"/>
                                    </a:rPr>
                                    <m:t>𝑦</m:t>
                                  </m:r>
                                </m:e>
                                <m:sub>
                                  <m:r>
                                    <a:rPr lang="ar-AE" sz="2800" b="0" smtClean="0">
                                      <a:latin typeface="Cambria Math" panose="02040503050406030204" pitchFamily="18" charset="0"/>
                                    </a:rPr>
                                    <m:t>1:</m:t>
                                  </m:r>
                                  <m:r>
                                    <a:rPr lang="ar-AE" sz="2800" b="0" i="1" smtClean="0">
                                      <a:latin typeface="Cambria Math" panose="02040503050406030204" pitchFamily="18" charset="0"/>
                                    </a:rPr>
                                    <m:t>𝑇</m:t>
                                  </m:r>
                                </m:sub>
                              </m:sSub>
                              <m:r>
                                <a:rPr lang="ar-AE" sz="2800" b="0" smtClean="0">
                                  <a:latin typeface="Cambria Math" panose="02040503050406030204" pitchFamily="18" charset="0"/>
                                </a:rPr>
                                <m:t>∣</m:t>
                              </m:r>
                              <m:r>
                                <m:rPr>
                                  <m:nor/>
                                </m:rPr>
                                <a:rPr lang="el-GR" sz="2800" i="1">
                                  <a:latin typeface="Times New Roman" panose="02020603050405020304" pitchFamily="18" charset="0"/>
                                  <a:cs typeface="Times New Roman" panose="02020603050405020304" pitchFamily="18" charset="0"/>
                                </a:rPr>
                                <m:t>ϕ</m:t>
                              </m:r>
                              <m:r>
                                <m:rPr>
                                  <m:nor/>
                                </m:rPr>
                                <a:rPr lang="el-GR" sz="2800">
                                  <a:latin typeface="Times New Roman" panose="02020603050405020304" pitchFamily="18" charset="0"/>
                                  <a:cs typeface="Times New Roman" panose="02020603050405020304" pitchFamily="18" charset="0"/>
                                </a:rPr>
                                <m:t>,</m:t>
                              </m:r>
                              <m:r>
                                <a:rPr lang="ar-AE" sz="2800" b="0" i="1" smtClean="0">
                                  <a:latin typeface="Cambria Math" panose="02040503050406030204" pitchFamily="18" charset="0"/>
                                </a:rPr>
                                <m:t>𝜃</m:t>
                              </m:r>
                            </m:e>
                          </m:d>
                          <m:r>
                            <m:rPr>
                              <m:nor/>
                            </m:rPr>
                            <a:rPr lang="ar-AE" sz="2800" i="1">
                              <a:latin typeface="Times New Roman" panose="02020603050405020304" pitchFamily="18" charset="0"/>
                              <a:cs typeface="Times New Roman" panose="02020603050405020304" pitchFamily="18" charset="0"/>
                            </a:rPr>
                            <m:t> </m:t>
                          </m:r>
                          <m:r>
                            <a:rPr lang="ar-AE" sz="2800" b="0" i="1" smtClean="0">
                              <a:latin typeface="Cambria Math" panose="02040503050406030204" pitchFamily="18" charset="0"/>
                            </a:rPr>
                            <m:t>𝑝</m:t>
                          </m:r>
                          <m:d>
                            <m:dPr>
                              <m:ctrlPr>
                                <a:rPr lang="ar-AE" sz="2800" i="1">
                                  <a:latin typeface="Cambria Math" panose="02040503050406030204" pitchFamily="18" charset="0"/>
                                </a:rPr>
                              </m:ctrlPr>
                            </m:dPr>
                            <m:e>
                              <m:r>
                                <m:rPr>
                                  <m:nor/>
                                </m:rPr>
                                <a:rPr lang="el-GR" sz="2800" i="1">
                                  <a:latin typeface="Times New Roman" panose="02020603050405020304" pitchFamily="18" charset="0"/>
                                  <a:cs typeface="Times New Roman" panose="02020603050405020304" pitchFamily="18" charset="0"/>
                                </a:rPr>
                                <m:t>ϕ</m:t>
                              </m:r>
                              <m:r>
                                <m:rPr>
                                  <m:nor/>
                                </m:rPr>
                                <a:rPr lang="el-GR" sz="2800">
                                  <a:latin typeface="Times New Roman" panose="02020603050405020304" pitchFamily="18" charset="0"/>
                                  <a:cs typeface="Times New Roman" panose="02020603050405020304" pitchFamily="18" charset="0"/>
                                </a:rPr>
                                <m:t>,</m:t>
                              </m:r>
                              <m:r>
                                <a:rPr lang="ar-AE" sz="2800" b="0" i="1" smtClean="0">
                                  <a:latin typeface="Cambria Math" panose="02040503050406030204" pitchFamily="18" charset="0"/>
                                </a:rPr>
                                <m:t>𝜃</m:t>
                              </m:r>
                            </m:e>
                          </m:d>
                        </m:num>
                        <m:den>
                          <m:r>
                            <a:rPr lang="ar-AE" sz="2800" b="0" i="1" smtClean="0">
                              <a:latin typeface="Cambria Math" panose="02040503050406030204" pitchFamily="18" charset="0"/>
                            </a:rPr>
                            <m:t>𝑝</m:t>
                          </m:r>
                          <m:d>
                            <m:dPr>
                              <m:ctrlPr>
                                <a:rPr lang="ar-AE" sz="2800" i="1">
                                  <a:latin typeface="Cambria Math" panose="02040503050406030204" pitchFamily="18" charset="0"/>
                                </a:rPr>
                              </m:ctrlPr>
                            </m:dPr>
                            <m:e>
                              <m:sSub>
                                <m:sSubPr>
                                  <m:ctrlPr>
                                    <a:rPr lang="ar-AE" sz="2800" i="1">
                                      <a:latin typeface="Cambria Math" panose="02040503050406030204" pitchFamily="18" charset="0"/>
                                    </a:rPr>
                                  </m:ctrlPr>
                                </m:sSubPr>
                                <m:e>
                                  <m:r>
                                    <a:rPr lang="ar-AE" sz="2800" b="0" i="1" smtClean="0">
                                      <a:latin typeface="Cambria Math" panose="02040503050406030204" pitchFamily="18" charset="0"/>
                                    </a:rPr>
                                    <m:t>𝑦</m:t>
                                  </m:r>
                                </m:e>
                                <m:sub>
                                  <m:r>
                                    <a:rPr lang="ar-AE" sz="2800" b="0" smtClean="0">
                                      <a:latin typeface="Cambria Math" panose="02040503050406030204" pitchFamily="18" charset="0"/>
                                    </a:rPr>
                                    <m:t>1:</m:t>
                                  </m:r>
                                  <m:r>
                                    <a:rPr lang="ar-AE" sz="2800" b="0" i="1" smtClean="0">
                                      <a:latin typeface="Cambria Math" panose="02040503050406030204" pitchFamily="18" charset="0"/>
                                    </a:rPr>
                                    <m:t>𝑇</m:t>
                                  </m:r>
                                </m:sub>
                              </m:sSub>
                            </m:e>
                          </m:d>
                        </m:den>
                      </m:f>
                    </m:oMath>
                  </m:oMathPara>
                </a14:m>
                <a:endParaRPr lang="ar-AE" sz="280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endParaRPr lang="en-US" sz="2800">
                  <a:latin typeface="Times New Roman" panose="02020603050405020304" pitchFamily="18" charset="0"/>
                  <a:cs typeface="Times New Roman" panose="02020603050405020304" pitchFamily="18" charset="0"/>
                </a:endParaRPr>
              </a:p>
              <a:p>
                <a:pPr marL="1314450" lvl="3" indent="0"/>
                <a:endParaRPr lang="en-US" sz="2400">
                  <a:latin typeface="Times New Roman" panose="02020603050405020304" pitchFamily="18" charset="0"/>
                  <a:cs typeface="Times New Roman" panose="02020603050405020304" pitchFamily="18" charset="0"/>
                </a:endParaRPr>
              </a:p>
            </p:txBody>
          </p:sp>
        </mc:Choice>
        <mc:Fallback xmlns="">
          <p:sp>
            <p:nvSpPr>
              <p:cNvPr id="31747" name="Rectangle 3">
                <a:extLst>
                  <a:ext uri="{FF2B5EF4-FFF2-40B4-BE49-F238E27FC236}">
                    <a16:creationId xmlns:a16="http://schemas.microsoft.com/office/drawing/2014/main" id="{A8DEAB3C-2E81-0163-EC61-D1FFFC1128ED}"/>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3"/>
                <a:stretch>
                  <a:fillRect l="-1136" t="-1230" r="-120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499511125"/>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A7835D-DC68-256D-ADC0-CE89BDC3BAE9}"/>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03E6832E-8223-656C-5D5A-8FDE3F860E6E}"/>
              </a:ext>
            </a:extLst>
          </p:cNvPr>
          <p:cNvSpPr>
            <a:spLocks noGrp="1"/>
          </p:cNvSpPr>
          <p:nvPr>
            <p:ph type="title"/>
          </p:nvPr>
        </p:nvSpPr>
        <p:spPr>
          <a:xfrm>
            <a:off x="1220788" y="365125"/>
            <a:ext cx="7904162" cy="747713"/>
          </a:xfrm>
        </p:spPr>
        <p:txBody>
          <a:bodyPr>
            <a:noAutofit/>
          </a:bodyPr>
          <a:lstStyle/>
          <a:p>
            <a:r>
              <a:rPr lang="en-US" sz="3200"/>
              <a:t>Chuỗi thời gian cấu trúc Bayes</a:t>
            </a:r>
            <a:endParaRPr lang="en-US" sz="3200">
              <a:latin typeface="Times New Roman" panose="02020603050405020304" pitchFamily="18" charset="0"/>
              <a:cs typeface="Times New Roman" panose="02020603050405020304" pitchFamily="18" charset="0"/>
            </a:endParaRPr>
          </a:p>
        </p:txBody>
      </p:sp>
      <p:sp>
        <p:nvSpPr>
          <p:cNvPr id="31747" name="Rectangle 3">
            <a:extLst>
              <a:ext uri="{FF2B5EF4-FFF2-40B4-BE49-F238E27FC236}">
                <a16:creationId xmlns:a16="http://schemas.microsoft.com/office/drawing/2014/main" id="{9C65CCCB-2E85-88A7-333B-E8A33B0430D3}"/>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a:latin typeface="Times New Roman" panose="02020603050405020304" pitchFamily="18" charset="0"/>
                <a:cs typeface="Times New Roman" panose="02020603050405020304" pitchFamily="18" charset="0"/>
              </a:rPr>
              <a:t>Chuỗi thời gian cấu trúc Bayes: x</a:t>
            </a:r>
            <a:r>
              <a:rPr lang="vi-VN" sz="2800">
                <a:latin typeface="Times New Roman" panose="02020603050405020304" pitchFamily="18" charset="0"/>
                <a:cs typeface="Times New Roman" panose="02020603050405020304" pitchFamily="18" charset="0"/>
              </a:rPr>
              <a:t>ác suất của mô hình được cập nhật dần khi quan sát dữ liệu mới.</a:t>
            </a:r>
            <a:r>
              <a:rPr lang="en-US" sz="2800">
                <a:latin typeface="Times New Roman" panose="02020603050405020304" pitchFamily="18" charset="0"/>
                <a:cs typeface="Times New Roman" panose="02020603050405020304" pitchFamily="18" charset="0"/>
              </a:rPr>
              <a:t> </a:t>
            </a:r>
          </a:p>
          <a:p>
            <a:pPr marL="914400" lvl="1" indent="-4572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Có bốn bước để điều chỉnh mô hình BSTS, được thực hiện theo thứ tự sau:</a:t>
            </a:r>
          </a:p>
          <a:p>
            <a:pPr lvl="2"/>
            <a:r>
              <a:rPr lang="en-US" sz="2400">
                <a:latin typeface="Times New Roman" panose="02020603050405020304" pitchFamily="18" charset="0"/>
                <a:cs typeface="Times New Roman" panose="02020603050405020304" pitchFamily="18" charset="0"/>
              </a:rPr>
              <a:t>1. Một mô hình cấu trúc được xác định, bao gồm việc xác định các giá trị tiên nghiệm.</a:t>
            </a:r>
          </a:p>
          <a:p>
            <a:pPr lvl="2"/>
            <a:r>
              <a:rPr lang="en-US" sz="2400">
                <a:latin typeface="Times New Roman" panose="02020603050405020304" pitchFamily="18" charset="0"/>
                <a:cs typeface="Times New Roman" panose="02020603050405020304" pitchFamily="18" charset="0"/>
              </a:rPr>
              <a:t>2. Bộ lọc Kalman được áp dụng để cập nhật các ước tính trạng thái dựa trên dữ liệu quan sát được.</a:t>
            </a:r>
          </a:p>
          <a:p>
            <a:pPr lvl="2"/>
            <a:r>
              <a:rPr lang="en-US" sz="2400">
                <a:latin typeface="Times New Roman" panose="02020603050405020304" pitchFamily="18" charset="0"/>
                <a:cs typeface="Times New Roman" panose="02020603050405020304" pitchFamily="18" charset="0"/>
              </a:rPr>
              <a:t>3. Phương pháp spike-and-slab (đặt độ ưu tiên lên các tham số của mô hình hồi quy) được sử dụng để thực hiện lựa chọn biến trong mô hình cấu trúc.</a:t>
            </a:r>
          </a:p>
          <a:p>
            <a:pPr lvl="2"/>
            <a:r>
              <a:rPr lang="en-US" sz="2400">
                <a:latin typeface="Times New Roman" panose="02020603050405020304" pitchFamily="18" charset="0"/>
                <a:cs typeface="Times New Roman" panose="02020603050405020304" pitchFamily="18" charset="0"/>
              </a:rPr>
              <a:t>4. Trung bình mô hình Bayesian được áp dụng để kết hợp các kết quả nhằm mục đích tạo ra dự báo.</a:t>
            </a:r>
          </a:p>
          <a:p>
            <a:pPr marL="0" indent="0"/>
            <a:endParaRPr lang="en-US" sz="2400">
              <a:latin typeface="Times New Roman" panose="02020603050405020304" pitchFamily="18" charset="0"/>
              <a:cs typeface="Times New Roman" panose="02020603050405020304" pitchFamily="18" charset="0"/>
            </a:endParaRPr>
          </a:p>
          <a:p>
            <a:pPr marL="1314450" lvl="3" indent="0"/>
            <a:endParaRPr lang="en-US" sz="24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6073052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NEXTUNIQUEID" val="10013"/>
  <p:tag name="MMPROD_UIDATA" val="&lt;database version=&quot;7.0&quot;&gt;&lt;object type=&quot;1&quot; unique_id=&quot;10001&quot;&gt;&lt;object type=&quot;2&quot; unique_id=&quot;10002&quot;&gt;&lt;object type=&quot;3&quot; unique_id=&quot;10005&quot;&gt;&lt;property id=&quot;20148&quot; value=&quot;5&quot;/&gt;&lt;property id=&quot;20300&quot; value=&quot;Slide 1 - &amp;quot;LẬP TRÌNH C&amp;quot;&quot;/&gt;&lt;property id=&quot;20307&quot; value=&quot;256&quot;/&gt;&lt;/object&gt;&lt;object type=&quot;3&quot; unique_id=&quot;10006&quot;&gt;&lt;property id=&quot;20148&quot; value=&quot;5&quot;/&gt;&lt;property id=&quot;20300&quot; value=&quot;Slide 2&quot;/&gt;&lt;property id=&quot;20307&quot; value=&quot;268&quot;/&gt;&lt;/object&gt;&lt;object type=&quot;3&quot; unique_id=&quot;10008&quot;&gt;&lt;property id=&quot;20148&quot; value=&quot;5&quot;/&gt;&lt;property id=&quot;20300&quot; value=&quot;Slide 3 - &amp;quot;Tài liệu tham khảo&amp;quot;&quot;/&gt;&lt;property id=&quot;20307&quot; value=&quot;269&quot;/&gt;&lt;/object&gt;&lt;object type=&quot;3&quot; unique_id=&quot;10010&quot;&gt;&lt;property id=&quot;20148&quot; value=&quot;5&quot;/&gt;&lt;property id=&quot;20300&quot; value=&quot;Slide 4 - &amp;quot;Nội dung&amp;quot;&quot;/&gt;&lt;property id=&quot;20307&quot; value=&quot;270&quot;/&gt;&lt;/object&gt;&lt;/object&gt;&lt;object type=&quot;8&quot; unique_id=&quot;10004&quot;&gt;&lt;/object&gt;&lt;/object&gt;&lt;/database&gt;"/>
  <p:tag name="SECTOMILLISECCONVERTED" val="1"/>
</p:tagLst>
</file>

<file path=ppt/tags/tag2.xml><?xml version="1.0" encoding="utf-8"?>
<p:tagLst xmlns:a="http://schemas.openxmlformats.org/drawingml/2006/main" xmlns:r="http://schemas.openxmlformats.org/officeDocument/2006/relationships" xmlns:p="http://schemas.openxmlformats.org/presentationml/2006/main">
  <p:tag name="OUTPUTDPI" val="1200"/>
  <p:tag name="ORIGINALHEIGHT" val="124.4844"/>
  <p:tag name="ORIGINALWIDTH" val="2462.692"/>
  <p:tag name="OUTPUTTYPE" val="PNG"/>
  <p:tag name="IGUANATEXVERSION" val="160"/>
  <p:tag name="LATEXADDIN" val="\documentclass{article}&#10;\usepackage{amsmath}&#10;\pagestyle{empty}&#10;\begin{document}&#10;&#10;$Y_t = \beta_0 + \beta_1 X_{1,t} + \beta_2 X_{2,t} + \dots + \beta_k X_{k,t} + \epsilon_t$&#10;&#10;&#10;\end{document}"/>
  <p:tag name="IGUANATEXSIZE" val="28"/>
  <p:tag name="IGUANATEXCURSOR" val="170"/>
  <p:tag name="TRANSPARENCY" val="True"/>
  <p:tag name="LATEXENGINEID" val="0"/>
  <p:tag name="TEMPFOLDER" val="c:\temp\"/>
  <p:tag name="LATEXFORMHEIGHT" val="320"/>
  <p:tag name="LATEXFORMWIDTH" val="385"/>
  <p:tag name="LATEXFORMWRAP" val="True"/>
  <p:tag name="BITMAPVECTOR" val="0"/>
</p:tagLst>
</file>

<file path=ppt/tags/tag3.xml><?xml version="1.0" encoding="utf-8"?>
<p:tagLst xmlns:a="http://schemas.openxmlformats.org/drawingml/2006/main" xmlns:r="http://schemas.openxmlformats.org/officeDocument/2006/relationships" xmlns:p="http://schemas.openxmlformats.org/presentationml/2006/main">
  <p:tag name="OUTPUTDPI" val="1200"/>
  <p:tag name="ORIGINALHEIGHT" val="257.2179"/>
  <p:tag name="ORIGINALWIDTH" val="98.23772"/>
  <p:tag name="OUTPUTTYPE" val="PNG"/>
  <p:tag name="IGUANATEXVERSION" val="160"/>
  <p:tag name="LATEXADDIN" val="\documentclass{article}&#10;\usepackage{amsmath}&#10;\pagestyle{empty}&#10;\begin{document}&#10;&#10;$\beta_i$&#10;&#10;$\epsilon_t$&#10;&#10;&#10;\end{document}"/>
  <p:tag name="IGUANATEXSIZE" val="24"/>
  <p:tag name="IGUANATEXCURSOR" val="89"/>
  <p:tag name="TRANSPARENCY" val="True"/>
  <p:tag name="LATEXENGINEID" val="0"/>
  <p:tag name="TEMPFOLDER" val="c:\temp\"/>
  <p:tag name="LATEXFORMHEIGHT" val="320"/>
  <p:tag name="LATEXFORMWIDTH" val="385"/>
  <p:tag name="LATEXFORMWRAP" val="True"/>
  <p:tag name="BITMAPVECTOR" val="0"/>
</p:tagLst>
</file>

<file path=ppt/tags/tag4.xml><?xml version="1.0" encoding="utf-8"?>
<p:tagLst xmlns:a="http://schemas.openxmlformats.org/drawingml/2006/main" xmlns:r="http://schemas.openxmlformats.org/officeDocument/2006/relationships" xmlns:p="http://schemas.openxmlformats.org/presentationml/2006/main">
  <p:tag name="OUTPUTDPI" val="1200"/>
  <p:tag name="ORIGINALHEIGHT" val="114.7357"/>
  <p:tag name="ORIGINALWIDTH" val="2180.727"/>
  <p:tag name="OUTPUTTYPE" val="PNG"/>
  <p:tag name="IGUANATEXVERSION" val="160"/>
  <p:tag name="LATEXADDIN" val="\documentclass{article}&#10;\usepackage{amsmath}&#10;\pagestyle{empty}&#10;\begin{document}&#10;&#10;$Sales_t = \beta_0 + \beta_1 t + \beta_2 Advertising_t + \epsilon_t$&#10;&#10;&#10;\end{document}"/>
  <p:tag name="IGUANATEXSIZE" val="28"/>
  <p:tag name="IGUANATEXCURSOR" val="148"/>
  <p:tag name="TRANSPARENCY" val="True"/>
  <p:tag name="LATEXENGINEID" val="0"/>
  <p:tag name="TEMPFOLDER" val="c:\temp\"/>
  <p:tag name="LATEXFORMHEIGHT" val="320"/>
  <p:tag name="LATEXFORMWIDTH" val="385"/>
  <p:tag name="LATEXFORMWRAP" val="True"/>
  <p:tag name="BITMAPVECTOR" val="0"/>
</p:tagLst>
</file>

<file path=ppt/tags/tag5.xml><?xml version="1.0" encoding="utf-8"?>
<p:tagLst xmlns:a="http://schemas.openxmlformats.org/drawingml/2006/main" xmlns:r="http://schemas.openxmlformats.org/officeDocument/2006/relationships" xmlns:p="http://schemas.openxmlformats.org/presentationml/2006/main">
  <p:tag name="OUTPUTDPI" val="1200"/>
  <p:tag name="ORIGINALHEIGHT" val="261.7173"/>
  <p:tag name="ORIGINALWIDTH" val="347.2066"/>
  <p:tag name="OUTPUTTYPE" val="PNG"/>
  <p:tag name="IGUANATEXVERSION" val="160"/>
  <p:tag name="LATEXADDIN" val="\documentclass{article}&#10;\usepackage{amsmath}&#10;\pagestyle{empty}&#10;\begin{document}&#10;&#10;$\beta_1 &gt; 0$&#10;&#10;$\beta_2 &gt; 0$&#10;&#10;&#10;\end{document}"/>
  <p:tag name="IGUANATEXSIZE" val="28"/>
  <p:tag name="IGUANATEXCURSOR" val="97"/>
  <p:tag name="TRANSPARENCY" val="True"/>
  <p:tag name="LATEXENGINEID" val="0"/>
  <p:tag name="TEMPFOLDER" val="c:\temp\"/>
  <p:tag name="LATEXFORMHEIGHT" val="320"/>
  <p:tag name="LATEXFORMWIDTH" val="385"/>
  <p:tag name="LATEXFORMWRAP" val="True"/>
  <p:tag name="BITMAPVECTOR" val="0"/>
</p:tagLst>
</file>

<file path=ppt/tags/tag6.xml><?xml version="1.0" encoding="utf-8"?>
<p:tagLst xmlns:a="http://schemas.openxmlformats.org/drawingml/2006/main" xmlns:r="http://schemas.openxmlformats.org/officeDocument/2006/relationships" xmlns:p="http://schemas.openxmlformats.org/presentationml/2006/main">
  <p:tag name="OUTPUTDPI" val="1200"/>
  <p:tag name="ORIGINALHEIGHT" val="124.4844"/>
  <p:tag name="ORIGINALWIDTH" val="2462.692"/>
  <p:tag name="OUTPUTTYPE" val="PNG"/>
  <p:tag name="IGUANATEXVERSION" val="160"/>
  <p:tag name="LATEXADDIN" val="\documentclass{article}&#10;\usepackage{amsmath}&#10;\pagestyle{empty}&#10;\begin{document}&#10;&#10;$Y_t = \beta_0 + \beta_1 X_{1,t} + \beta_2 X_{2,t} + \dots + \beta_k X_{k,t} + \epsilon_t$&#10;&#10;&#10;\end{document}"/>
  <p:tag name="IGUANATEXSIZE" val="28"/>
  <p:tag name="IGUANATEXCURSOR" val="170"/>
  <p:tag name="TRANSPARENCY" val="True"/>
  <p:tag name="LATEXENGINEID" val="0"/>
  <p:tag name="TEMPFOLDER" val="c:\temp\"/>
  <p:tag name="LATEXFORMHEIGHT" val="320"/>
  <p:tag name="LATEXFORMWIDTH" val="385"/>
  <p:tag name="LATEXFORMWRAP" val="True"/>
  <p:tag name="BITMAPVECTOR" val="0"/>
</p:tagLst>
</file>

<file path=ppt/tags/tag7.xml><?xml version="1.0" encoding="utf-8"?>
<p:tagLst xmlns:a="http://schemas.openxmlformats.org/drawingml/2006/main" xmlns:r="http://schemas.openxmlformats.org/officeDocument/2006/relationships" xmlns:p="http://schemas.openxmlformats.org/presentationml/2006/main">
  <p:tag name="OUTPUTDPI" val="1200"/>
  <p:tag name="ORIGINALHEIGHT" val="257.2179"/>
  <p:tag name="ORIGINALWIDTH" val="98.23772"/>
  <p:tag name="OUTPUTTYPE" val="PNG"/>
  <p:tag name="IGUANATEXVERSION" val="160"/>
  <p:tag name="LATEXADDIN" val="\documentclass{article}&#10;\usepackage{amsmath}&#10;\pagestyle{empty}&#10;\begin{document}&#10;&#10;$\beta_i$&#10;&#10;$\epsilon_t$&#10;&#10;&#10;\end{document}"/>
  <p:tag name="IGUANATEXSIZE" val="24"/>
  <p:tag name="IGUANATEXCURSOR" val="89"/>
  <p:tag name="TRANSPARENCY" val="True"/>
  <p:tag name="LATEXENGINEID" val="0"/>
  <p:tag name="TEMPFOLDER" val="c:\temp\"/>
  <p:tag name="LATEXFORMHEIGHT" val="320"/>
  <p:tag name="LATEXFORMWIDTH" val="385"/>
  <p:tag name="LATEXFORMWRAP" val="True"/>
  <p:tag name="BITMAPVECTOR" val="0"/>
</p:tagLst>
</file>

<file path=ppt/tags/tag8.xml><?xml version="1.0" encoding="utf-8"?>
<p:tagLst xmlns:a="http://schemas.openxmlformats.org/drawingml/2006/main" xmlns:r="http://schemas.openxmlformats.org/officeDocument/2006/relationships" xmlns:p="http://schemas.openxmlformats.org/presentationml/2006/main">
  <p:tag name="OUTPUTDPI" val="1200"/>
  <p:tag name="ORIGINALHEIGHT" val="112.4859"/>
  <p:tag name="ORIGINALWIDTH" val="2179.978"/>
  <p:tag name="OUTPUTTYPE" val="PNG"/>
  <p:tag name="IGUANATEXVERSION" val="160"/>
  <p:tag name="LATEXADDIN" val="\documentclass{article}&#10;\usepackage{amsmath}&#10;\pagestyle{empty}&#10;\begin{document}&#10;&#10;$Y_t = \beta_0 + \beta_1 t + \beta_2 D_{season} + \beta_3 Y_{t-1} + \epsilon_t$&#10;&#10;&#10;\end{document}"/>
  <p:tag name="IGUANATEXSIZE" val="28"/>
  <p:tag name="IGUANATEXCURSOR" val="159"/>
  <p:tag name="TRANSPARENCY" val="True"/>
  <p:tag name="LATEXENGINEID" val="0"/>
  <p:tag name="TEMPFOLDER" val="c:\temp\"/>
  <p:tag name="LATEXFORMHEIGHT" val="320"/>
  <p:tag name="LATEXFORMWIDTH" val="385"/>
  <p:tag name="LATEXFORMWRAP" val="True"/>
  <p:tag name="BITMAPVECTOR" val="0"/>
</p:tagLst>
</file>

<file path=ppt/tags/tag9.xml><?xml version="1.0" encoding="utf-8"?>
<p:tagLst xmlns:a="http://schemas.openxmlformats.org/drawingml/2006/main" xmlns:r="http://schemas.openxmlformats.org/officeDocument/2006/relationships" xmlns:p="http://schemas.openxmlformats.org/presentationml/2006/main">
  <p:tag name="OUTPUTDPI" val="1200"/>
  <p:tag name="ORIGINALHEIGHT" val="396.7004"/>
  <p:tag name="ORIGINALWIDTH" val="403.4495"/>
  <p:tag name="OUTPUTTYPE" val="PNG"/>
  <p:tag name="IGUANATEXVERSION" val="160"/>
  <p:tag name="LATEXADDIN" val="\documentclass{article}&#10;\usepackage{amsmath}&#10;\pagestyle{empty}&#10;\begin{document}&#10;&#10;$t$&#10;&#10;$D_{season}$&#10;&#10;$Y_{t-1}$&#10;&#10;&#10;\end{document}"/>
  <p:tag name="IGUANATEXSIZE" val="28"/>
  <p:tag name="IGUANATEXCURSOR" val="108"/>
  <p:tag name="TRANSPARENCY" val="True"/>
  <p:tag name="LATEXENGINEID" val="0"/>
  <p:tag name="TEMPFOLDER" val="c:\temp\"/>
  <p:tag name="LATEXFORMHEIGHT" val="320"/>
  <p:tag name="LATEXFORMWIDTH" val="385"/>
  <p:tag name="LATEXFORMWRAP" val="True"/>
  <p:tag name="BITMAPVECTOR" val="0"/>
</p:tagLst>
</file>

<file path=ppt/tags/tag10.xml><?xml version="1.0" encoding="utf-8"?>
<p:tagLst xmlns:a="http://schemas.openxmlformats.org/drawingml/2006/main" xmlns:r="http://schemas.openxmlformats.org/officeDocument/2006/relationships" xmlns:p="http://schemas.openxmlformats.org/presentationml/2006/main">
  <p:tag name="OUTPUTDPI" val="1200"/>
  <p:tag name="ORIGINALHEIGHT" val="122.2347"/>
  <p:tag name="ORIGINALWIDTH" val="2446.194"/>
  <p:tag name="OUTPUTTYPE" val="PNG"/>
  <p:tag name="IGUANATEXVERSION" val="160"/>
  <p:tag name="LATEXADDIN" val="\documentclass{article}&#10;\usepackage{amsmath}&#10;\pagestyle{empty}&#10;\begin{document}&#10;&#10;$Y_t = c + \phi_1 Y_{t-1} + \phi_2 Y_{t-2} + \dots + \phi_p Y_{t-p} + \epsilon_t$&#10;&#10;&#10;\end{document}"/>
  <p:tag name="IGUANATEXSIZE" val="28"/>
  <p:tag name="IGUANATEXCURSOR" val="137"/>
  <p:tag name="TRANSPARENCY" val="True"/>
  <p:tag name="LATEXENGINEID" val="0"/>
  <p:tag name="TEMPFOLDER" val="c:\temp\"/>
  <p:tag name="LATEXFORMHEIGHT" val="320"/>
  <p:tag name="LATEXFORMWIDTH" val="385"/>
  <p:tag name="LATEXFORMWRAP" val="True"/>
  <p:tag name="BITMAPVECTOR" val="0"/>
</p:tagLst>
</file>

<file path=ppt/tags/tag11.xml><?xml version="1.0" encoding="utf-8"?>
<p:tagLst xmlns:a="http://schemas.openxmlformats.org/drawingml/2006/main" xmlns:r="http://schemas.openxmlformats.org/officeDocument/2006/relationships" xmlns:p="http://schemas.openxmlformats.org/presentationml/2006/main">
  <p:tag name="OUTPUTDPI" val="1200"/>
  <p:tag name="ORIGINALHEIGHT" val="372.7034"/>
  <p:tag name="ORIGINALWIDTH" val="100.4874"/>
  <p:tag name="OUTPUTTYPE" val="PNG"/>
  <p:tag name="IGUANATEXVERSION" val="160"/>
  <p:tag name="LATEXADDIN" val="\documentclass{article}&#10;\usepackage{amsmath}&#10;\pagestyle{empty}&#10;\begin{document}&#10;&#10;$c$&#10;&#10;$\phi_i$&#10;&#10;$\epsilon_t$&#10;&#10;&#10;\end{document}"/>
  <p:tag name="IGUANATEXSIZE" val="28"/>
  <p:tag name="IGUANATEXCURSOR" val="90"/>
  <p:tag name="TRANSPARENCY" val="True"/>
  <p:tag name="LATEXENGINEID" val="0"/>
  <p:tag name="TEMPFOLDER" val="c:\temp\"/>
  <p:tag name="LATEXFORMHEIGHT" val="320"/>
  <p:tag name="LATEXFORMWIDTH" val="385"/>
  <p:tag name="LATEXFORMWRAP" val="True"/>
  <p:tag name="BITMAPVECTOR" val="0"/>
</p:tagLst>
</file>

<file path=ppt/tags/tag12.xml><?xml version="1.0" encoding="utf-8"?>
<p:tagLst xmlns:a="http://schemas.openxmlformats.org/drawingml/2006/main" xmlns:r="http://schemas.openxmlformats.org/officeDocument/2006/relationships" xmlns:p="http://schemas.openxmlformats.org/presentationml/2006/main">
  <p:tag name="OUTPUTDPI" val="1200"/>
  <p:tag name="ORIGINALHEIGHT" val="111.7361"/>
  <p:tag name="ORIGINALWIDTH" val="866.1417"/>
  <p:tag name="OUTPUTTYPE" val="PNG"/>
  <p:tag name="IGUANATEXVERSION" val="160"/>
  <p:tag name="LATEXADDIN" val="\documentclass{article}&#10;\usepackage{amsmath}&#10;\pagestyle{empty}&#10;\begin{document}&#10;&#10;$y_t = \phi_1 y_{t-1} + \epsilon_t$&#10;&#10;&#10;\end{document}"/>
  <p:tag name="IGUANATEXSIZE" val="28"/>
  <p:tag name="IGUANATEXCURSOR" val="96"/>
  <p:tag name="TRANSPARENCY" val="True"/>
  <p:tag name="LATEXENGINEID" val="0"/>
  <p:tag name="TEMPFOLDER" val="c:\temp\"/>
  <p:tag name="LATEXFORMHEIGHT" val="320"/>
  <p:tag name="LATEXFORMWIDTH" val="385"/>
  <p:tag name="LATEXFORMWRAP" val="True"/>
  <p:tag name="BITMAPVECTOR" val="0"/>
</p:tagLst>
</file>

<file path=ppt/tags/tag13.xml><?xml version="1.0" encoding="utf-8"?>
<p:tagLst xmlns:a="http://schemas.openxmlformats.org/drawingml/2006/main" xmlns:r="http://schemas.openxmlformats.org/officeDocument/2006/relationships" xmlns:p="http://schemas.openxmlformats.org/presentationml/2006/main">
  <p:tag name="OUTPUTDPI" val="1200"/>
  <p:tag name="ORIGINALHEIGHT" val="417.6978"/>
  <p:tag name="ORIGINALWIDTH" val="411.6985"/>
  <p:tag name="OUTPUTTYPE" val="PNG"/>
  <p:tag name="IGUANATEXVERSION" val="160"/>
  <p:tag name="LATEXADDIN" val="\documentclass{article}&#10;\usepackage{amsmath}&#10;\pagestyle{empty}&#10;\begin{document}&#10;&#10;$|\phi_1| &lt; 1$&#10;&#10;$\phi_1 &gt; 0$&#10;&#10;$\phi_1 &lt; 0$&#10;&#10;&#10;\end{document}"/>
  <p:tag name="IGUANATEXSIZE" val="28"/>
  <p:tag name="IGUANATEXCURSOR" val="124"/>
  <p:tag name="TRANSPARENCY" val="True"/>
  <p:tag name="LATEXENGINEID" val="0"/>
  <p:tag name="TEMPFOLDER" val="c:\temp\"/>
  <p:tag name="LATEXFORMHEIGHT" val="320"/>
  <p:tag name="LATEXFORMWIDTH" val="385"/>
  <p:tag name="LATEXFORMWRAP" val="True"/>
  <p:tag name="BITMAPVECTOR" val="0"/>
</p:tagLst>
</file>

<file path=ppt/tags/tag14.xml><?xml version="1.0" encoding="utf-8"?>
<p:tagLst xmlns:a="http://schemas.openxmlformats.org/drawingml/2006/main" xmlns:r="http://schemas.openxmlformats.org/officeDocument/2006/relationships" xmlns:p="http://schemas.openxmlformats.org/presentationml/2006/main">
  <p:tag name="OUTPUTDPI" val="1200"/>
  <p:tag name="ORIGINALHEIGHT" val="111.7361"/>
  <p:tag name="ORIGINALWIDTH" val="866.1417"/>
  <p:tag name="OUTPUTTYPE" val="PNG"/>
  <p:tag name="IGUANATEXVERSION" val="160"/>
  <p:tag name="LATEXADDIN" val="\documentclass{article}&#10;\usepackage{amsmath}&#10;\pagestyle{empty}&#10;\begin{document}&#10;&#10;$y_t = \phi_1 y_{t-1} + \epsilon_t$&#10;&#10;&#10;\end{document}"/>
  <p:tag name="IGUANATEXSIZE" val="28"/>
  <p:tag name="IGUANATEXCURSOR" val="96"/>
  <p:tag name="TRANSPARENCY" val="True"/>
  <p:tag name="LATEXENGINEID" val="0"/>
  <p:tag name="TEMPFOLDER" val="c:\temp\"/>
  <p:tag name="LATEXFORMHEIGHT" val="320"/>
  <p:tag name="LATEXFORMWIDTH" val="385"/>
  <p:tag name="LATEXFORMWRAP" val="True"/>
  <p:tag name="BITMAPVECTOR" val="0"/>
</p:tagLst>
</file>

<file path=ppt/tags/tag15.xml><?xml version="1.0" encoding="utf-8"?>
<p:tagLst xmlns:a="http://schemas.openxmlformats.org/drawingml/2006/main" xmlns:r="http://schemas.openxmlformats.org/officeDocument/2006/relationships" xmlns:p="http://schemas.openxmlformats.org/presentationml/2006/main">
  <p:tag name="OUTPUTDPI" val="1200"/>
  <p:tag name="ORIGINALHEIGHT" val="111.7361"/>
  <p:tag name="ORIGINALWIDTH" val="866.1417"/>
  <p:tag name="OUTPUTTYPE" val="PNG"/>
  <p:tag name="IGUANATEXVERSION" val="160"/>
  <p:tag name="LATEXADDIN" val="\documentclass{article}&#10;\usepackage{amsmath}&#10;\pagestyle{empty}&#10;\begin{document}&#10;&#10;$y_t = \phi_1 y_{t-1} + \epsilon_t$&#10;&#10;&#10;\end{document}"/>
  <p:tag name="IGUANATEXSIZE" val="28"/>
  <p:tag name="IGUANATEXCURSOR" val="96"/>
  <p:tag name="TRANSPARENCY" val="True"/>
  <p:tag name="LATEXENGINEID" val="0"/>
  <p:tag name="TEMPFOLDER" val="c:\temp\"/>
  <p:tag name="LATEXFORMHEIGHT" val="320"/>
  <p:tag name="LATEXFORMWIDTH" val="385"/>
  <p:tag name="LATEXFORMWRAP" val="True"/>
  <p:tag name="BITMAPVECTOR" val="0"/>
</p:tagLst>
</file>

<file path=ppt/tags/tag16.xml><?xml version="1.0" encoding="utf-8"?>
<p:tagLst xmlns:a="http://schemas.openxmlformats.org/drawingml/2006/main" xmlns:r="http://schemas.openxmlformats.org/officeDocument/2006/relationships" xmlns:p="http://schemas.openxmlformats.org/presentationml/2006/main">
  <p:tag name="OUTPUTDPI" val="1200"/>
  <p:tag name="ORIGINALHEIGHT" val="111.7361"/>
  <p:tag name="ORIGINALWIDTH" val="866.1417"/>
  <p:tag name="OUTPUTTYPE" val="PNG"/>
  <p:tag name="IGUANATEXVERSION" val="160"/>
  <p:tag name="LATEXADDIN" val="\documentclass{article}&#10;\usepackage{amsmath}&#10;\pagestyle{empty}&#10;\begin{document}&#10;&#10;$y_t = \phi_1 y_{t-1} + \epsilon_t$&#10;&#10;&#10;\end{document}"/>
  <p:tag name="IGUANATEXSIZE" val="28"/>
  <p:tag name="IGUANATEXCURSOR" val="96"/>
  <p:tag name="TRANSPARENCY" val="True"/>
  <p:tag name="LATEXENGINEID" val="0"/>
  <p:tag name="TEMPFOLDER" val="c:\temp\"/>
  <p:tag name="LATEXFORMHEIGHT" val="320"/>
  <p:tag name="LATEXFORMWIDTH" val="385"/>
  <p:tag name="LATEXFORMWRAP" val="True"/>
  <p:tag name="BITMAPVECTOR" val="0"/>
</p:tagLst>
</file>

<file path=ppt/tags/tag17.xml><?xml version="1.0" encoding="utf-8"?>
<p:tagLst xmlns:a="http://schemas.openxmlformats.org/drawingml/2006/main" xmlns:r="http://schemas.openxmlformats.org/officeDocument/2006/relationships" xmlns:p="http://schemas.openxmlformats.org/presentationml/2006/main">
  <p:tag name="OUTPUTDPI" val="1200"/>
  <p:tag name="ORIGINALHEIGHT" val="111.7361"/>
  <p:tag name="ORIGINALWIDTH" val="866.1417"/>
  <p:tag name="OUTPUTTYPE" val="PNG"/>
  <p:tag name="IGUANATEXVERSION" val="160"/>
  <p:tag name="LATEXADDIN" val="\documentclass{article}&#10;\usepackage{amsmath}&#10;\pagestyle{empty}&#10;\begin{document}&#10;&#10;$y_t = \phi_1 y_{t-1} + \epsilon_t$&#10;&#10;&#10;\end{document}"/>
  <p:tag name="IGUANATEXSIZE" val="28"/>
  <p:tag name="IGUANATEXCURSOR" val="96"/>
  <p:tag name="TRANSPARENCY" val="True"/>
  <p:tag name="LATEXENGINEID" val="0"/>
  <p:tag name="TEMPFOLDER" val="c:\temp\"/>
  <p:tag name="LATEXFORMHEIGHT" val="320"/>
  <p:tag name="LATEXFORMWIDTH" val="385"/>
  <p:tag name="LATEXFORMWRAP" val="True"/>
  <p:tag name="BITMAPVECTOR" val="0"/>
</p:tagLst>
</file>

<file path=ppt/tags/tag18.xml><?xml version="1.0" encoding="utf-8"?>
<p:tagLst xmlns:a="http://schemas.openxmlformats.org/drawingml/2006/main" xmlns:r="http://schemas.openxmlformats.org/officeDocument/2006/relationships" xmlns:p="http://schemas.openxmlformats.org/presentationml/2006/main">
  <p:tag name="OUTPUTDPI" val="1200"/>
  <p:tag name="ORIGINALHEIGHT" val="111.7361"/>
  <p:tag name="ORIGINALWIDTH" val="866.1417"/>
  <p:tag name="OUTPUTTYPE" val="PNG"/>
  <p:tag name="IGUANATEXVERSION" val="160"/>
  <p:tag name="LATEXADDIN" val="\documentclass{article}&#10;\usepackage{amsmath}&#10;\pagestyle{empty}&#10;\begin{document}&#10;&#10;$y_t = \phi_1 y_{t-1} + \epsilon_t$&#10;&#10;&#10;\end{document}"/>
  <p:tag name="IGUANATEXSIZE" val="28"/>
  <p:tag name="IGUANATEXCURSOR" val="96"/>
  <p:tag name="TRANSPARENCY" val="True"/>
  <p:tag name="LATEXENGINEID" val="0"/>
  <p:tag name="TEMPFOLDER" val="c:\temp\"/>
  <p:tag name="LATEXFORMHEIGHT" val="320"/>
  <p:tag name="LATEXFORMWIDTH" val="385"/>
  <p:tag name="LATEXFORMWRAP" val="True"/>
  <p:tag name="BITMAPVECTOR" val="0"/>
</p:tagLst>
</file>

<file path=ppt/tags/tag19.xml><?xml version="1.0" encoding="utf-8"?>
<p:tagLst xmlns:a="http://schemas.openxmlformats.org/drawingml/2006/main" xmlns:r="http://schemas.openxmlformats.org/officeDocument/2006/relationships" xmlns:p="http://schemas.openxmlformats.org/presentationml/2006/main">
  <p:tag name="OUTPUTDPI" val="1200"/>
  <p:tag name="ORIGINALHEIGHT" val="108.7364"/>
  <p:tag name="ORIGINALWIDTH" val="1501.312"/>
  <p:tag name="OUTPUTTYPE" val="PNG"/>
  <p:tag name="IGUANATEXVERSION" val="160"/>
  <p:tag name="LATEXADDIN" val="\documentclass{article}&#10;\usepackage{amsmath}&#10;\pagestyle{empty}&#10;\begin{document}&#10;&#10;$y_t = 0.8 y_{t-1} - 0.15 y_{t-2} + \epsilon_t$&#10;&#10;&#10;\end{document}"/>
  <p:tag name="IGUANATEXSIZE" val="28"/>
  <p:tag name="IGUANATEXCURSOR" val="113"/>
  <p:tag name="TRANSPARENCY" val="True"/>
  <p:tag name="LATEXENGINEID" val="0"/>
  <p:tag name="TEMPFOLDER" val="c:\temp\"/>
  <p:tag name="LATEXFORMHEIGHT" val="320"/>
  <p:tag name="LATEXFORMWIDTH" val="385"/>
  <p:tag name="LATEXFORMWRAP" val="True"/>
  <p:tag name="BITMAPVECTOR" val="0"/>
</p:tagLst>
</file>

<file path=ppt/tags/tag20.xml><?xml version="1.0" encoding="utf-8"?>
<p:tagLst xmlns:a="http://schemas.openxmlformats.org/drawingml/2006/main" xmlns:r="http://schemas.openxmlformats.org/officeDocument/2006/relationships" xmlns:p="http://schemas.openxmlformats.org/presentationml/2006/main">
  <p:tag name="OUTPUTDPI" val="1200"/>
  <p:tag name="ORIGINALHEIGHT" val="108.7364"/>
  <p:tag name="ORIGINALWIDTH" val="1439.07"/>
  <p:tag name="OUTPUTTYPE" val="PNG"/>
  <p:tag name="IGUANATEXVERSION" val="160"/>
  <p:tag name="LATEXADDIN" val="\documentclass{article}&#10;\usepackage{amsmath}&#10;\pagestyle{empty}&#10;\begin{document}&#10;&#10;$y_t = 1.5 y_{t-1} - 0.5 y_{t-2} + \epsilon_t$&#10;&#10;&#10;\end{document}"/>
  <p:tag name="IGUANATEXSIZE" val="28"/>
  <p:tag name="IGUANATEXCURSOR" val="104"/>
  <p:tag name="TRANSPARENCY" val="True"/>
  <p:tag name="LATEXENGINEID" val="0"/>
  <p:tag name="TEMPFOLDER" val="c:\temp\"/>
  <p:tag name="LATEXFORMHEIGHT" val="320"/>
  <p:tag name="LATEXFORMWIDTH" val="385"/>
  <p:tag name="LATEXFORMWRAP" val="True"/>
  <p:tag name="BITMAPVECTOR" val="0"/>
</p:tagLst>
</file>

<file path=ppt/tags/tag21.xml><?xml version="1.0" encoding="utf-8"?>
<p:tagLst xmlns:a="http://schemas.openxmlformats.org/drawingml/2006/main" xmlns:r="http://schemas.openxmlformats.org/officeDocument/2006/relationships" xmlns:p="http://schemas.openxmlformats.org/presentationml/2006/main">
  <p:tag name="OUTPUTDPI" val="1200"/>
  <p:tag name="ORIGINALHEIGHT" val="124.4844"/>
  <p:tag name="ORIGINALWIDTH" val="2452.193"/>
  <p:tag name="OUTPUTTYPE" val="PNG"/>
  <p:tag name="IGUANATEXVERSION" val="160"/>
  <p:tag name="LATEXADDIN" val="\documentclass{article}&#10;\usepackage{amsmath}&#10;\pagestyle{empty}&#10;\begin{document}&#10;&#10;$Y_t = \delta + \phi_1 Y_{t-1} + \phi_2 Y_{t-2} + \dots + \phi_p Y_{t-p} + \epsilon_t$&#10;&#10;&#10;\end{document}"/>
  <p:tag name="IGUANATEXSIZE" val="28"/>
  <p:tag name="IGUANATEXCURSOR" val="94"/>
  <p:tag name="TRANSPARENCY" val="True"/>
  <p:tag name="LATEXENGINEID" val="0"/>
  <p:tag name="TEMPFOLDER" val="c:\temp\"/>
  <p:tag name="LATEXFORMHEIGHT" val="320"/>
  <p:tag name="LATEXFORMWIDTH" val="385"/>
  <p:tag name="LATEXFORMWRAP" val="True"/>
  <p:tag name="BITMAPVECTOR" val="0"/>
</p:tagLst>
</file>

<file path=ppt/tags/tag22.xml><?xml version="1.0" encoding="utf-8"?>
<p:tagLst xmlns:a="http://schemas.openxmlformats.org/drawingml/2006/main" xmlns:r="http://schemas.openxmlformats.org/officeDocument/2006/relationships" xmlns:p="http://schemas.openxmlformats.org/presentationml/2006/main">
  <p:tag name="OUTPUTDPI" val="1200"/>
  <p:tag name="ORIGINALHEIGHT" val="124.4844"/>
  <p:tag name="ORIGINALWIDTH" val="2452.193"/>
  <p:tag name="OUTPUTTYPE" val="PNG"/>
  <p:tag name="IGUANATEXVERSION" val="160"/>
  <p:tag name="LATEXADDIN" val="\documentclass{article}&#10;\usepackage{amsmath}&#10;\pagestyle{empty}&#10;\begin{document}&#10;&#10;$Y_t = \delta + \phi_1 Y_{t-1} + \phi_2 Y_{t-2} + \dots + \phi_p Y_{t-p} + \epsilon_t$&#10;&#10;&#10;\end{document}"/>
  <p:tag name="IGUANATEXSIZE" val="28"/>
  <p:tag name="IGUANATEXCURSOR" val="94"/>
  <p:tag name="TRANSPARENCY" val="True"/>
  <p:tag name="LATEXENGINEID" val="0"/>
  <p:tag name="TEMPFOLDER" val="c:\temp\"/>
  <p:tag name="LATEXFORMHEIGHT" val="320"/>
  <p:tag name="LATEXFORMWIDTH" val="385"/>
  <p:tag name="LATEXFORMWRAP" val="True"/>
  <p:tag name="BITMAPVECTOR" val="0"/>
</p:tagLst>
</file>

<file path=ppt/tags/tag23.xml><?xml version="1.0" encoding="utf-8"?>
<p:tagLst xmlns:a="http://schemas.openxmlformats.org/drawingml/2006/main" xmlns:r="http://schemas.openxmlformats.org/officeDocument/2006/relationships" xmlns:p="http://schemas.openxmlformats.org/presentationml/2006/main">
  <p:tag name="OUTPUTDPI" val="1200"/>
  <p:tag name="ORIGINALHEIGHT" val="122.2347"/>
  <p:tag name="ORIGINALWIDTH" val="2446.194"/>
  <p:tag name="OUTPUTTYPE" val="PNG"/>
  <p:tag name="IGUANATEXVERSION" val="160"/>
  <p:tag name="LATEXADDIN" val="\documentclass{article}&#10;\usepackage{amsmath}&#10;\pagestyle{empty}&#10;\begin{document}&#10;&#10;$Y_t = c + \phi_1 Y_{t-1} + \phi_2 Y_{t-2} + \dots + \phi_p Y_{t-p} + \epsilon_t$&#10;&#10;&#10;\end{document}"/>
  <p:tag name="IGUANATEXSIZE" val="28"/>
  <p:tag name="IGUANATEXCURSOR" val="161"/>
  <p:tag name="TRANSPARENCY" val="True"/>
  <p:tag name="LATEXENGINEID" val="0"/>
  <p:tag name="TEMPFOLDER" val="c:\temp\"/>
  <p:tag name="LATEXFORMHEIGHT" val="320"/>
  <p:tag name="LATEXFORMWIDTH" val="385"/>
  <p:tag name="LATEXFORMWRAP" val="True"/>
  <p:tag name="BITMAPVECTOR" val="0"/>
</p:tagLst>
</file>

<file path=ppt/tags/tag24.xml><?xml version="1.0" encoding="utf-8"?>
<p:tagLst xmlns:a="http://schemas.openxmlformats.org/drawingml/2006/main" xmlns:r="http://schemas.openxmlformats.org/officeDocument/2006/relationships" xmlns:p="http://schemas.openxmlformats.org/presentationml/2006/main">
  <p:tag name="OUTPUTDPI" val="1200"/>
  <p:tag name="ORIGINALHEIGHT" val="111.7361"/>
  <p:tag name="ORIGINALWIDTH" val="98.98764"/>
  <p:tag name="OUTPUTTYPE" val="PNG"/>
  <p:tag name="IGUANATEXVERSION" val="160"/>
  <p:tag name="LATEXADDIN" val="\documentclass{article}&#10;\usepackage{amsmath}&#10;\pagestyle{empty}&#10;\begin{document}&#10;&#10;$\phi_i$&#10;&#10;&#10;\end{document}"/>
  <p:tag name="IGUANATEXSIZE" val="28"/>
  <p:tag name="IGUANATEXCURSOR" val="82"/>
  <p:tag name="TRANSPARENCY" val="True"/>
  <p:tag name="LATEXENGINEID" val="0"/>
  <p:tag name="TEMPFOLDER" val="c:\temp\"/>
  <p:tag name="LATEXFORMHEIGHT" val="320"/>
  <p:tag name="LATEXFORMWIDTH" val="385"/>
  <p:tag name="LATEXFORMWRAP" val="True"/>
  <p:tag name="BITMAPVECTOR" val="0"/>
</p:tagLst>
</file>

<file path=ppt/tags/tag25.xml><?xml version="1.0" encoding="utf-8"?>
<p:tagLst xmlns:a="http://schemas.openxmlformats.org/drawingml/2006/main" xmlns:r="http://schemas.openxmlformats.org/officeDocument/2006/relationships" xmlns:p="http://schemas.openxmlformats.org/presentationml/2006/main">
  <p:tag name="OUTPUTDPI" val="1200"/>
  <p:tag name="ORIGINALHEIGHT" val="113.9857"/>
  <p:tag name="ORIGINALWIDTH" val="223.472"/>
  <p:tag name="OUTPUTTYPE" val="PNG"/>
  <p:tag name="IGUANATEXVERSION" val="160"/>
  <p:tag name="LATEXADDIN" val="\documentclass{article}&#10;\usepackage{amsmath}&#10;\pagestyle{empty}&#10;\begin{document}&#10;&#10;$Y_{t+1}$&#10;&#10;&#10;\end{document}"/>
  <p:tag name="IGUANATEXSIZE" val="24"/>
  <p:tag name="IGUANATEXCURSOR" val="89"/>
  <p:tag name="TRANSPARENCY" val="True"/>
  <p:tag name="LATEXENGINEID" val="0"/>
  <p:tag name="TEMPFOLDER" val="c:\temp\"/>
  <p:tag name="LATEXFORMHEIGHT" val="320"/>
  <p:tag name="LATEXFORMWIDTH" val="385"/>
  <p:tag name="LATEXFORMWRAP" val="True"/>
  <p:tag name="BITMAPVECTOR" val="0"/>
</p:tagLst>
</file>

<file path=ppt/tags/tag26.xml><?xml version="1.0" encoding="utf-8"?>
<p:tagLst xmlns:a="http://schemas.openxmlformats.org/drawingml/2006/main" xmlns:r="http://schemas.openxmlformats.org/officeDocument/2006/relationships" xmlns:p="http://schemas.openxmlformats.org/presentationml/2006/main">
  <p:tag name="OUTPUTDPI" val="1200"/>
  <p:tag name="ORIGINALHEIGHT" val="108.7364"/>
  <p:tag name="ORIGINALWIDTH" val="559.4301"/>
  <p:tag name="OUTPUTTYPE" val="PNG"/>
  <p:tag name="IGUANATEXVERSION" val="160"/>
  <p:tag name="LATEXADDIN" val="\documentclass{article}&#10;\usepackage{amsmath}&#10;\pagestyle{empty}&#10;\begin{document}&#10;&#10;$Y_t, Y_{t-1}, ...$&#10;&#10;&#10;\end{document}"/>
  <p:tag name="IGUANATEXSIZE" val="24"/>
  <p:tag name="IGUANATEXCURSOR" val="99"/>
  <p:tag name="TRANSPARENCY" val="True"/>
  <p:tag name="LATEXENGINEID" val="0"/>
  <p:tag name="TEMPFOLDER" val="c:\temp\"/>
  <p:tag name="LATEXFORMHEIGHT" val="320"/>
  <p:tag name="LATEXFORMWIDTH" val="385"/>
  <p:tag name="LATEXFORMWRAP" val="True"/>
  <p:tag name="BITMAPVECTOR" val="0"/>
</p:tagLst>
</file>

<file path=ppt/tags/tag27.xml><?xml version="1.0" encoding="utf-8"?>
<p:tagLst xmlns:a="http://schemas.openxmlformats.org/drawingml/2006/main" xmlns:r="http://schemas.openxmlformats.org/officeDocument/2006/relationships" xmlns:p="http://schemas.openxmlformats.org/presentationml/2006/main">
  <p:tag name="OUTPUTDPI" val="1200"/>
  <p:tag name="ORIGINALHEIGHT" val="123.7346"/>
  <p:tag name="ORIGINALWIDTH" val="2350.206"/>
  <p:tag name="OUTPUTTYPE" val="PNG"/>
  <p:tag name="IGUANATEXVERSION" val="160"/>
  <p:tag name="LATEXADDIN" val="\documentclass{article}&#10;\usepackage{amsmath}&#10;\pagestyle{empty}&#10;\begin{document}&#10;&#10;$Y_t = \mu + \epsilon_t + \theta_1 \epsilon_{t-1} + \theta_2 \epsilon_{t-2} + \dots + \theta_q \epsilon_{t-q}$&#10;&#10;&#10;\end{document}"/>
  <p:tag name="IGUANATEXSIZE" val="28"/>
  <p:tag name="IGUANATEXCURSOR" val="190"/>
  <p:tag name="TRANSPARENCY" val="True"/>
  <p:tag name="LATEXENGINEID" val="0"/>
  <p:tag name="TEMPFOLDER" val="c:\temp\"/>
  <p:tag name="LATEXFORMHEIGHT" val="320"/>
  <p:tag name="LATEXFORMWIDTH" val="385"/>
  <p:tag name="LATEXFORMWRAP" val="True"/>
  <p:tag name="BITMAPVECTOR" val="0"/>
</p:tagLst>
</file>

<file path=ppt/tags/tag28.xml><?xml version="1.0" encoding="utf-8"?>
<p:tagLst xmlns:a="http://schemas.openxmlformats.org/drawingml/2006/main" xmlns:r="http://schemas.openxmlformats.org/officeDocument/2006/relationships" xmlns:p="http://schemas.openxmlformats.org/presentationml/2006/main">
  <p:tag name="OUTPUTDPI" val="1200"/>
  <p:tag name="ORIGINALHEIGHT" val="372.7034"/>
  <p:tag name="ORIGINALWIDTH" val="86.23921"/>
  <p:tag name="OUTPUTTYPE" val="PNG"/>
  <p:tag name="IGUANATEXVERSION" val="160"/>
  <p:tag name="LATEXADDIN" val="\documentclass{article}&#10;\usepackage{amsmath}&#10;\pagestyle{empty}&#10;\begin{document}&#10;&#10;$\mu$&#10;&#10;$\theta_i$&#10;&#10;$\epsilon_t$&#10;&#10;&#10;\end{document}"/>
  <p:tag name="IGUANATEXSIZE" val="24"/>
  <p:tag name="IGUANATEXCURSOR" val="95"/>
  <p:tag name="TRANSPARENCY" val="True"/>
  <p:tag name="LATEXENGINEID" val="0"/>
  <p:tag name="TEMPFOLDER" val="c:\temp\"/>
  <p:tag name="LATEXFORMHEIGHT" val="320"/>
  <p:tag name="LATEXFORMWIDTH" val="385"/>
  <p:tag name="LATEXFORMWRAP" val="True"/>
  <p:tag name="BITMAPVECTOR" val="0"/>
</p:tagLst>
</file>

<file path=ppt/tags/tag29.xml><?xml version="1.0" encoding="utf-8"?>
<p:tagLst xmlns:a="http://schemas.openxmlformats.org/drawingml/2006/main" xmlns:r="http://schemas.openxmlformats.org/officeDocument/2006/relationships" xmlns:p="http://schemas.openxmlformats.org/presentationml/2006/main">
  <p:tag name="OUTPUTDPI" val="1200"/>
  <p:tag name="ORIGINALHEIGHT" val="113.2358"/>
  <p:tag name="ORIGINALWIDTH" val="1326.584"/>
  <p:tag name="OUTPUTTYPE" val="PNG"/>
  <p:tag name="IGUANATEXVERSION" val="160"/>
  <p:tag name="LATEXADDIN" val="\documentclass{article}&#10;\usepackage{amsmath}&#10;\pagestyle{empty}&#10;\begin{document}&#10;&#10;$y_t = \epsilon_t + \theta_1 \epsilon_{t-1} + \theta_2 \epsilon_{t-2}$&#10;&#10;&#10;\end{document}"/>
  <p:tag name="IGUANATEXSIZE" val="28"/>
  <p:tag name="IGUANATEXCURSOR" val="150"/>
  <p:tag name="TRANSPARENCY" val="True"/>
  <p:tag name="LATEXENGINEID" val="0"/>
  <p:tag name="TEMPFOLDER" val="c:\temp\"/>
  <p:tag name="LATEXFORMHEIGHT" val="320"/>
  <p:tag name="LATEXFORMWIDTH" val="385"/>
  <p:tag name="LATEXFORMWRAP" val="True"/>
  <p:tag name="BITMAPVECTOR" val="0"/>
</p:tagLst>
</file>

<file path=ppt/tags/tag30.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1897.263"/>
  <p:tag name="OUTPUTTYPE" val="PNG"/>
  <p:tag name="IGUANATEXVERSION" val="160"/>
  <p:tag name="LATEXADDIN" val="\documentclass{article}&#10;\usepackage{amsmath}&#10;\pagestyle{empty}&#10;\begin{document}&#10;&#10;$E[y_t] = E[\epsilon_t + \theta_1 \epsilon_{t-1} + \theta_2 \epsilon_{t-2}] = 0$&#10;&#10;&#10;\end{document}"/>
  <p:tag name="IGUANATEXSIZE" val="28"/>
  <p:tag name="IGUANATEXCURSOR" val="160"/>
  <p:tag name="TRANSPARENCY" val="True"/>
  <p:tag name="LATEXENGINEID" val="0"/>
  <p:tag name="TEMPFOLDER" val="c:\temp\"/>
  <p:tag name="LATEXFORMHEIGHT" val="320"/>
  <p:tag name="LATEXFORMWIDTH" val="385"/>
  <p:tag name="LATEXFORMWRAP" val="True"/>
  <p:tag name="BITMAPVECTOR" val="0"/>
</p:tagLst>
</file>

<file path=ppt/tags/tag31.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611.9235"/>
  <p:tag name="OUTPUTTYPE" val="PNG"/>
  <p:tag name="IGUANATEXVERSION" val="160"/>
  <p:tag name="LATEXADDIN" val="\documentclass{article}&#10;\usepackage{amsmath}&#10;\pagestyle{empty}&#10;\begin{document}&#10;&#10;$y_t = \theta(B)\epsilon_t$&#10;&#10;&#10;\end{document}"/>
  <p:tag name="IGUANATEXSIZE" val="28"/>
  <p:tag name="IGUANATEXCURSOR" val="107"/>
  <p:tag name="TRANSPARENCY" val="True"/>
  <p:tag name="LATEXENGINEID" val="0"/>
  <p:tag name="TEMPFOLDER" val="c:\temp\"/>
  <p:tag name="LATEXFORMHEIGHT" val="320"/>
  <p:tag name="LATEXFORMWIDTH" val="385"/>
  <p:tag name="LATEXFORMWRAP" val="True"/>
  <p:tag name="BITMAPVECTOR" val="0"/>
</p:tagLst>
</file>

<file path=ppt/tags/tag32.xml><?xml version="1.0" encoding="utf-8"?>
<p:tagLst xmlns:a="http://schemas.openxmlformats.org/drawingml/2006/main" xmlns:r="http://schemas.openxmlformats.org/officeDocument/2006/relationships" xmlns:p="http://schemas.openxmlformats.org/presentationml/2006/main">
  <p:tag name="OUTPUTDPI" val="1200"/>
  <p:tag name="ORIGINALHEIGHT" val="113.2358"/>
  <p:tag name="ORIGINALWIDTH" val="1326.584"/>
  <p:tag name="OUTPUTTYPE" val="PNG"/>
  <p:tag name="IGUANATEXVERSION" val="160"/>
  <p:tag name="LATEXADDIN" val="\documentclass{article}&#10;\usepackage{amsmath}&#10;\pagestyle{empty}&#10;\begin{document}&#10;&#10;$y_t = \epsilon_t + \theta_1 \epsilon_{t-1} + \theta_2 \epsilon_{t-2}$&#10;&#10;&#10;\end{document}"/>
  <p:tag name="IGUANATEXSIZE" val="28"/>
  <p:tag name="IGUANATEXCURSOR" val="150"/>
  <p:tag name="TRANSPARENCY" val="True"/>
  <p:tag name="LATEXENGINEID" val="0"/>
  <p:tag name="TEMPFOLDER" val="c:\temp\"/>
  <p:tag name="LATEXFORMHEIGHT" val="320"/>
  <p:tag name="LATEXFORMWIDTH" val="385"/>
  <p:tag name="LATEXFORMWRAP" val="True"/>
  <p:tag name="BITMAPVECTOR" val="0"/>
</p:tagLst>
</file>

<file path=ppt/tags/tag33.xml><?xml version="1.0" encoding="utf-8"?>
<p:tagLst xmlns:a="http://schemas.openxmlformats.org/drawingml/2006/main" xmlns:r="http://schemas.openxmlformats.org/officeDocument/2006/relationships" xmlns:p="http://schemas.openxmlformats.org/presentationml/2006/main">
  <p:tag name="OUTPUTDPI" val="1200"/>
  <p:tag name="ORIGINALHEIGHT" val="327.709"/>
  <p:tag name="ORIGINALWIDTH" val="2311.961"/>
  <p:tag name="OUTPUTTYPE" val="PNG"/>
  <p:tag name="IGUANATEXVERSION" val="160"/>
  <p:tag name="LATEXADDIN" val="\documentclass{article}&#10;\usepackage{amsmath}&#10;\pagestyle{empty}&#10;\begin{document}&#10;&#10;\begin{align*}&#10;\gamma(0) &amp;= Var[y_t] = Var[\epsilon_t + \theta_1 \epsilon_{t-1} + \theta_2 \epsilon_{t-2}]\\ &amp;= (1 + \theta_1^2 + \theta_2^2) \sigma^2&#10;\end{align*}&#10;&#10;&#10;\end{document}"/>
  <p:tag name="IGUANATEXSIZE" val="24"/>
  <p:tag name="IGUANATEXCURSOR" val="243"/>
  <p:tag name="TRANSPARENCY" val="True"/>
  <p:tag name="LATEXENGINEID" val="0"/>
  <p:tag name="TEMPFOLDER" val="c:\temp\"/>
  <p:tag name="LATEXFORMHEIGHT" val="320"/>
  <p:tag name="LATEXFORMWIDTH" val="385"/>
  <p:tag name="LATEXFORMWRAP" val="True"/>
  <p:tag name="BITMAPVECTOR" val="0"/>
</p:tagLst>
</file>

<file path=ppt/tags/tag34.xml><?xml version="1.0" encoding="utf-8"?>
<p:tagLst xmlns:a="http://schemas.openxmlformats.org/drawingml/2006/main" xmlns:r="http://schemas.openxmlformats.org/officeDocument/2006/relationships" xmlns:p="http://schemas.openxmlformats.org/presentationml/2006/main">
  <p:tag name="OUTPUTDPI" val="1200"/>
  <p:tag name="ORIGINALHEIGHT" val="327.709"/>
  <p:tag name="ORIGINALWIDTH" val="2996.625"/>
  <p:tag name="OUTPUTTYPE" val="PNG"/>
  <p:tag name="IGUANATEXVERSION" val="160"/>
  <p:tag name="LATEXADDIN" val="\documentclass{article}&#10;\usepackage{amsmath}&#10;\pagestyle{empty}&#10;\begin{document}&#10;&#10;\begin{align*}&#10;\gamma(1) &amp;= Cov[\epsilon_t + \theta_1 \epsilon_{t-1} + \theta_2 \epsilon_{t-2}, \epsilon_{t-1} + \theta_1 \epsilon_{t-2} + \theta_2 \epsilon_{t-3}]\\ &amp;= \theta_1(1 + \theta_2) \sigma^2&#10;\end{align*}&#10;&#10;&#10;\end{document}"/>
  <p:tag name="IGUANATEXSIZE" val="24"/>
  <p:tag name="IGUANATEXCURSOR" val="270"/>
  <p:tag name="TRANSPARENCY" val="True"/>
  <p:tag name="LATEXENGINEID" val="0"/>
  <p:tag name="TEMPFOLDER" val="c:\temp\"/>
  <p:tag name="LATEXFORMHEIGHT" val="320"/>
  <p:tag name="LATEXFORMWIDTH" val="385"/>
  <p:tag name="LATEXFORMWRAP" val="True"/>
  <p:tag name="BITMAPVECTOR" val="0"/>
</p:tagLst>
</file>

<file path=ppt/tags/tag35.xml><?xml version="1.0" encoding="utf-8"?>
<p:tagLst xmlns:a="http://schemas.openxmlformats.org/drawingml/2006/main" xmlns:r="http://schemas.openxmlformats.org/officeDocument/2006/relationships" xmlns:p="http://schemas.openxmlformats.org/presentationml/2006/main">
  <p:tag name="OUTPUTDPI" val="1200"/>
  <p:tag name="ORIGINALHEIGHT" val="597.6753"/>
  <p:tag name="ORIGINALWIDTH" val="2105.737"/>
  <p:tag name="OUTPUTTYPE" val="PNG"/>
  <p:tag name="IGUANATEXVERSION" val="160"/>
  <p:tag name="LATEXADDIN" val="\documentclass{article}&#10;\usepackage{amsmath}&#10;\pagestyle{empty}&#10;\begin{document}&#10;&#10;$\gamma(k) = \left\{\begin{matrix}&#10;\sigma^2 (1 + \theta_1^2 + \theta_2^2), &amp; k = 0\\&#10;\sigma^2 \theta_1(1 + \theta_2), &amp; k = 1\\&#10;\theta_2\sigma^2 , &amp; k = 2\\&#10;0, &amp; k = 3, 4, \dots&#10;\end{matrix}\right.$&#10;&#10;&#10;\end{document}"/>
  <p:tag name="IGUANATEXSIZE" val="24"/>
  <p:tag name="IGUANATEXCURSOR" val="90"/>
  <p:tag name="TRANSPARENCY" val="True"/>
  <p:tag name="LATEXENGINEID" val="0"/>
  <p:tag name="TEMPFOLDER" val="c:\temp\"/>
  <p:tag name="LATEXFORMHEIGHT" val="320"/>
  <p:tag name="LATEXFORMWIDTH" val="385"/>
  <p:tag name="LATEXFORMWRAP" val="True"/>
  <p:tag name="BITMAPVECTOR" val="0"/>
</p:tagLst>
</file>

<file path=ppt/tags/tag36.xml><?xml version="1.0" encoding="utf-8"?>
<p:tagLst xmlns:a="http://schemas.openxmlformats.org/drawingml/2006/main" xmlns:r="http://schemas.openxmlformats.org/officeDocument/2006/relationships" xmlns:p="http://schemas.openxmlformats.org/presentationml/2006/main">
  <p:tag name="OUTPUTDPI" val="1200"/>
  <p:tag name="ORIGINALHEIGHT" val="113.2358"/>
  <p:tag name="ORIGINALWIDTH" val="1326.584"/>
  <p:tag name="OUTPUTTYPE" val="PNG"/>
  <p:tag name="IGUANATEXVERSION" val="160"/>
  <p:tag name="LATEXADDIN" val="\documentclass{article}&#10;\usepackage{amsmath}&#10;\pagestyle{empty}&#10;\begin{document}&#10;&#10;$y_t = \epsilon_t + \theta_1 \epsilon_{t-1} + \theta_2 \epsilon_{t-2}$&#10;&#10;&#10;\end{document}"/>
  <p:tag name="IGUANATEXSIZE" val="28"/>
  <p:tag name="IGUANATEXCURSOR" val="150"/>
  <p:tag name="TRANSPARENCY" val="True"/>
  <p:tag name="LATEXENGINEID" val="0"/>
  <p:tag name="TEMPFOLDER" val="c:\temp\"/>
  <p:tag name="LATEXFORMHEIGHT" val="320"/>
  <p:tag name="LATEXFORMWIDTH" val="385"/>
  <p:tag name="LATEXFORMWRAP" val="True"/>
  <p:tag name="BITMAPVECTOR" val="0"/>
</p:tagLst>
</file>

<file path=ppt/tags/tag37.xml><?xml version="1.0" encoding="utf-8"?>
<p:tagLst xmlns:a="http://schemas.openxmlformats.org/drawingml/2006/main" xmlns:r="http://schemas.openxmlformats.org/officeDocument/2006/relationships" xmlns:p="http://schemas.openxmlformats.org/presentationml/2006/main">
  <p:tag name="OUTPUTDPI" val="1200"/>
  <p:tag name="ORIGINALHEIGHT" val="821.8972"/>
  <p:tag name="ORIGINALWIDTH" val="1697.038"/>
  <p:tag name="OUTPUTTYPE" val="PNG"/>
  <p:tag name="IGUANATEXVERSION" val="160"/>
  <p:tag name="LATEXADDIN" val="\documentclass{article}&#10;\usepackage{amsmath}&#10;\pagestyle{empty}&#10;\begin{document}&#10;&#10;$\rho(k) = \left\{\begin{matrix}&#10;1, &amp; k = 0\\&#10;\frac{\theta_1(1 + \theta_2)}{1 + \theta_1^2 + \theta_2^2}, &amp; k = 1\\&#10;\frac{\theta_2}{1 + \theta_1^2 + \theta_2^2}, &amp; k = 2\\&#10;\theta_2\sigma^2 , &amp; k = 2\\&#10;0, &amp; k = 3, 4, \dots&#10;\end{matrix}\right.$&#10;&#10;&#10;\end{document}"/>
  <p:tag name="IGUANATEXSIZE" val="28"/>
  <p:tag name="IGUANATEXCURSOR" val="203"/>
  <p:tag name="TRANSPARENCY" val="True"/>
  <p:tag name="LATEXENGINEID" val="0"/>
  <p:tag name="TEMPFOLDER" val="c:\temp\"/>
  <p:tag name="LATEXFORMHEIGHT" val="320"/>
  <p:tag name="LATEXFORMWIDTH" val="385"/>
  <p:tag name="LATEXFORMWRAP" val="True"/>
  <p:tag name="BITMAPVECTOR" val="0"/>
</p:tagLst>
</file>

<file path=ppt/tags/tag38.xml><?xml version="1.0" encoding="utf-8"?>
<p:tagLst xmlns:a="http://schemas.openxmlformats.org/drawingml/2006/main" xmlns:r="http://schemas.openxmlformats.org/officeDocument/2006/relationships" xmlns:p="http://schemas.openxmlformats.org/presentationml/2006/main">
  <p:tag name="OUTPUTDPI" val="1200"/>
  <p:tag name="ORIGINALHEIGHT" val="123.7346"/>
  <p:tag name="ORIGINALWIDTH" val="2112.486"/>
  <p:tag name="OUTPUTTYPE" val="PNG"/>
  <p:tag name="IGUANATEXVERSION" val="160"/>
  <p:tag name="LATEXADDIN" val="\documentclass{article}&#10;\usepackage{amsmath}&#10;\pagestyle{empty}&#10;\begin{document}&#10;&#10;$y_t = \epsilon_t + \theta_1 \epsilon_{t-1} + \theta_2 \epsilon_{t-2} + \dots + \theta_q \epsilon_{t-q}$&#10;&#10;&#10;\end{document}"/>
  <p:tag name="IGUANATEXSIZE" val="28"/>
  <p:tag name="IGUANATEXCURSOR" val="88"/>
  <p:tag name="TRANSPARENCY" val="True"/>
  <p:tag name="LATEXENGINEID" val="0"/>
  <p:tag name="TEMPFOLDER" val="c:\temp\"/>
  <p:tag name="LATEXFORMHEIGHT" val="320"/>
  <p:tag name="LATEXFORMWIDTH" val="385"/>
  <p:tag name="LATEXFORMWRAP" val="True"/>
  <p:tag name="BITMAPVECTOR" val="0"/>
</p:tagLst>
</file>

<file path=ppt/tags/tag39.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611.9235"/>
  <p:tag name="OUTPUTTYPE" val="PNG"/>
  <p:tag name="IGUANATEXVERSION" val="160"/>
  <p:tag name="LATEXADDIN" val="\documentclass{article}&#10;\usepackage{amsmath}&#10;\pagestyle{empty}&#10;\begin{document}&#10;&#10;$y_t = \theta(B)\epsilon_t$&#10;&#10;&#10;\end{document}"/>
  <p:tag name="IGUANATEXSIZE" val="28"/>
  <p:tag name="IGUANATEXCURSOR" val="107"/>
  <p:tag name="TRANSPARENCY" val="True"/>
  <p:tag name="LATEXENGINEID" val="0"/>
  <p:tag name="TEMPFOLDER" val="c:\temp\"/>
  <p:tag name="LATEXFORMHEIGHT" val="320"/>
  <p:tag name="LATEXFORMWIDTH" val="385"/>
  <p:tag name="LATEXFORMWRAP" val="True"/>
  <p:tag name="BITMAPVECTOR" val="0"/>
</p:tagLst>
</file>

<file path=ppt/tags/tag40.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492.6884"/>
  <p:tag name="OUTPUTTYPE" val="PNG"/>
  <p:tag name="IGUANATEXVERSION" val="160"/>
  <p:tag name="LATEXADDIN" val="\documentclass{article}&#10;\usepackage{amsmath}&#10;\pagestyle{empty}&#10;\begin{document}&#10;&#10;$E[y_t] = 0$&#10;&#10;&#10;\end{document}"/>
  <p:tag name="IGUANATEXSIZE" val="28"/>
  <p:tag name="IGUANATEXCURSOR" val="92"/>
  <p:tag name="TRANSPARENCY" val="True"/>
  <p:tag name="LATEXENGINEID" val="0"/>
  <p:tag name="TEMPFOLDER" val="c:\temp\"/>
  <p:tag name="LATEXFORMHEIGHT" val="320"/>
  <p:tag name="LATEXFORMWIDTH" val="385"/>
  <p:tag name="LATEXFORMWRAP" val="True"/>
  <p:tag name="BITMAPVECTOR" val="0"/>
</p:tagLst>
</file>

<file path=ppt/tags/tag41.xml><?xml version="1.0" encoding="utf-8"?>
<p:tagLst xmlns:a="http://schemas.openxmlformats.org/drawingml/2006/main" xmlns:r="http://schemas.openxmlformats.org/officeDocument/2006/relationships" xmlns:p="http://schemas.openxmlformats.org/presentationml/2006/main">
  <p:tag name="OUTPUTDPI" val="1200"/>
  <p:tag name="ORIGINALHEIGHT" val="150.7312"/>
  <p:tag name="ORIGINALWIDTH" val="1463.067"/>
  <p:tag name="OUTPUTTYPE" val="PNG"/>
  <p:tag name="IGUANATEXVERSION" val="160"/>
  <p:tag name="LATEXADDIN" val="\documentclass{article}&#10;\usepackage{amsmath}&#10;\pagestyle{empty}&#10;\begin{document}&#10;&#10;$\gamma(0) = (1 + \theta_1^2 + \dots + \theta_q^2)\sigma$&#10;&#10;&#10;\end{document}"/>
  <p:tag name="IGUANATEXSIZE" val="28"/>
  <p:tag name="IGUANATEXCURSOR" val="94"/>
  <p:tag name="TRANSPARENCY" val="True"/>
  <p:tag name="LATEXENGINEID" val="0"/>
  <p:tag name="TEMPFOLDER" val="c:\temp\"/>
  <p:tag name="LATEXFORMHEIGHT" val="320"/>
  <p:tag name="LATEXFORMWIDTH" val="385"/>
  <p:tag name="LATEXFORMWRAP" val="True"/>
  <p:tag name="BITMAPVECTOR" val="0"/>
</p:tagLst>
</file>

<file path=ppt/tags/tag42.xml><?xml version="1.0" encoding="utf-8"?>
<p:tagLst xmlns:a="http://schemas.openxmlformats.org/drawingml/2006/main" xmlns:r="http://schemas.openxmlformats.org/officeDocument/2006/relationships" xmlns:p="http://schemas.openxmlformats.org/presentationml/2006/main">
  <p:tag name="OUTPUTDPI" val="1200"/>
  <p:tag name="ORIGINALHEIGHT" val="523.4346"/>
  <p:tag name="ORIGINALWIDTH" val="2473.191"/>
  <p:tag name="OUTPUTTYPE" val="PNG"/>
  <p:tag name="IGUANATEXVERSION" val="160"/>
  <p:tag name="LATEXADDIN" val="\documentclass{article}&#10;\usepackage{amsmath}&#10;\pagestyle{empty}&#10;\begin{document}&#10;&#10;$\rho(k) = \left\{\begin{matrix}&#10;1, &amp; k = 0\\&#10;\frac{\theta_k + \theta_1\theta_{k+1} + \cdots + \theta_{q-k}\theta_{q}}{1 + \theta_1^2 + \cdots + \theta_q^2}, &amp; k = 1, 2, \dots, q\\&#10;0, &amp; k &gt; q&#10;\end{matrix}\right.$&#10;&#10;&#10;\end{document}"/>
  <p:tag name="IGUANATEXSIZE" val="28"/>
  <p:tag name="IGUANATEXCURSOR" val="272"/>
  <p:tag name="TRANSPARENCY" val="True"/>
  <p:tag name="LATEXENGINEID" val="0"/>
  <p:tag name="TEMPFOLDER" val="c:\temp\"/>
  <p:tag name="LATEXFORMHEIGHT" val="320"/>
  <p:tag name="LATEXFORMWIDTH" val="385"/>
  <p:tag name="LATEXFORMWRAP" val="True"/>
  <p:tag name="BITMAPVECTOR" val="0"/>
</p:tagLst>
</file>

<file path=ppt/tags/tag43.xml><?xml version="1.0" encoding="utf-8"?>
<p:tagLst xmlns:a="http://schemas.openxmlformats.org/drawingml/2006/main" xmlns:r="http://schemas.openxmlformats.org/officeDocument/2006/relationships" xmlns:p="http://schemas.openxmlformats.org/presentationml/2006/main">
  <p:tag name="OUTPUTDPI" val="1200"/>
  <p:tag name="ORIGINALHEIGHT" val="308.9613"/>
  <p:tag name="ORIGINALWIDTH" val="2239.97"/>
  <p:tag name="OUTPUTTYPE" val="PNG"/>
  <p:tag name="IGUANATEXVERSION" val="160"/>
  <p:tag name="LATEXADDIN" val="\documentclass{article}&#10;\usepackage{amsmath}&#10;\pagestyle{empty}&#10;\begin{document}&#10;\begin{align*}&#10;Y_t =&amp; c + \phi_1 Y_{t-1} + \phi_2 Y_{t-2} + \dots + \phi_p Y_{t-p}\\ &amp; + \epsilon_t - \theta_1 \epsilon_{t-1} - \theta_2 \epsilon_{t-2} - \cdots - \theta_q \epsilon_{t-q}&#10;\end{align*}&#10;&#10;\end{document}"/>
  <p:tag name="IGUANATEXSIZE" val="28"/>
  <p:tag name="IGUANATEXCURSOR" val="236"/>
  <p:tag name="TRANSPARENCY" val="True"/>
  <p:tag name="LATEXENGINEID" val="0"/>
  <p:tag name="TEMPFOLDER" val="c:\temp\"/>
  <p:tag name="LATEXFORMHEIGHT" val="320"/>
  <p:tag name="LATEXFORMWIDTH" val="385"/>
  <p:tag name="LATEXFORMWRAP" val="True"/>
  <p:tag name="BITMAPVECTOR" val="0"/>
</p:tagLst>
</file>

<file path=ppt/tags/tag44.xml><?xml version="1.0" encoding="utf-8"?>
<p:tagLst xmlns:a="http://schemas.openxmlformats.org/drawingml/2006/main" xmlns:r="http://schemas.openxmlformats.org/officeDocument/2006/relationships" xmlns:p="http://schemas.openxmlformats.org/presentationml/2006/main">
  <p:tag name="OUTPUTDPI" val="1200"/>
  <p:tag name="ORIGINALHEIGHT" val="521.9348"/>
  <p:tag name="ORIGINALWIDTH" val="100.4874"/>
  <p:tag name="OUTPUTTYPE" val="PNG"/>
  <p:tag name="IGUANATEXVERSION" val="160"/>
  <p:tag name="LATEXADDIN" val="\documentclass{article}&#10;\usepackage{amsmath}&#10;\pagestyle{empty}&#10;\begin{document}&#10;&#10;$c$&#10;&#10;$\phi_i$&#10;&#10;$\theta_i$&#10;&#10;$\epsilon_t$&#10;&#10;&#10;\end{document}"/>
  <p:tag name="IGUANATEXSIZE" val="28"/>
  <p:tag name="IGUANATEXCURSOR" val="94"/>
  <p:tag name="TRANSPARENCY" val="True"/>
  <p:tag name="LATEXENGINEID" val="0"/>
  <p:tag name="TEMPFOLDER" val="c:\temp\"/>
  <p:tag name="LATEXFORMHEIGHT" val="320"/>
  <p:tag name="LATEXFORMWIDTH" val="385"/>
  <p:tag name="LATEXFORMWRAP" val="True"/>
  <p:tag name="BITMAPVECTOR" val="0"/>
</p:tagLst>
</file>

<file path=ppt/tags/tag45.xml><?xml version="1.0" encoding="utf-8"?>
<p:tagLst xmlns:a="http://schemas.openxmlformats.org/drawingml/2006/main" xmlns:r="http://schemas.openxmlformats.org/officeDocument/2006/relationships" xmlns:p="http://schemas.openxmlformats.org/presentationml/2006/main">
  <p:tag name="OUTPUTDPI" val="1200"/>
  <p:tag name="ORIGINALHEIGHT" val="308.9613"/>
  <p:tag name="ORIGINALWIDTH" val="2230.221"/>
  <p:tag name="OUTPUTTYPE" val="PNG"/>
  <p:tag name="IGUANATEXVERSION" val="160"/>
  <p:tag name="LATEXADDIN" val="\documentclass{article}&#10;\usepackage{amsmath}&#10;\pagestyle{empty}&#10;\begin{document}&#10;\begin{align*}&#10;y_t =&amp; c + \phi_1 Y_{t-1} + \phi_2 Y_{t-2} + \dots + \phi_p Y_{t-p}\\ &amp; + \epsilon_t - \theta_1 \epsilon_{t-1} - \theta_2 \epsilon_{t-2} - \cdots - \theta_q \epsilon_{t-q}&#10;\end{align*}&#10;&#10;\end{document}"/>
  <p:tag name="IGUANATEXSIZE" val="28"/>
  <p:tag name="IGUANATEXCURSOR" val="96"/>
  <p:tag name="TRANSPARENCY" val="True"/>
  <p:tag name="LATEXENGINEID" val="0"/>
  <p:tag name="TEMPFOLDER" val="c:\temp\"/>
  <p:tag name="LATEXFORMHEIGHT" val="320"/>
  <p:tag name="LATEXFORMWIDTH" val="385"/>
  <p:tag name="LATEXFORMWRAP" val="True"/>
  <p:tag name="BITMAPVECTOR" val="0"/>
</p:tagLst>
</file>

<file path=ppt/tags/tag46.xml><?xml version="1.0" encoding="utf-8"?>
<p:tagLst xmlns:a="http://schemas.openxmlformats.org/drawingml/2006/main" xmlns:r="http://schemas.openxmlformats.org/officeDocument/2006/relationships" xmlns:p="http://schemas.openxmlformats.org/presentationml/2006/main">
  <p:tag name="OUTPUTDPI" val="1200"/>
  <p:tag name="ORIGINALHEIGHT" val="308.9613"/>
  <p:tag name="ORIGINALWIDTH" val="2230.221"/>
  <p:tag name="OUTPUTTYPE" val="PNG"/>
  <p:tag name="IGUANATEXVERSION" val="160"/>
  <p:tag name="LATEXADDIN" val="\documentclass{article}&#10;\usepackage{amsmath}&#10;\pagestyle{empty}&#10;\begin{document}&#10;\begin{align*}&#10;y_t =&amp; c + \phi_1 Y_{t-1} + \phi_2 Y_{t-2} + \dots + \phi_p Y_{t-p}\\ &amp; + \epsilon_t - \theta_1 \epsilon_{t-1} - \theta_2 \epsilon_{t-2} - \cdots - \theta_q \epsilon_{t-q}&#10;\end{align*}&#10;&#10;\end{document}"/>
  <p:tag name="IGUANATEXSIZE" val="28"/>
  <p:tag name="IGUANATEXCURSOR" val="96"/>
  <p:tag name="TRANSPARENCY" val="True"/>
  <p:tag name="LATEXENGINEID" val="0"/>
  <p:tag name="TEMPFOLDER" val="c:\temp\"/>
  <p:tag name="LATEXFORMHEIGHT" val="320"/>
  <p:tag name="LATEXFORMWIDTH" val="385"/>
  <p:tag name="LATEXFORMWRAP" val="True"/>
  <p:tag name="BITMAPVECTOR" val="0"/>
</p:tagLst>
</file>

<file path=ppt/theme/theme1.xml><?xml version="1.0" encoding="utf-8"?>
<a:theme xmlns:a="http://schemas.openxmlformats.org/drawingml/2006/main" name="naver">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1_Sapxep_Timkiem.ppt [Compatibility Mode]" id="{B707B5FC-A659-45EA-9DE3-9BC6EA58FB7A}" vid="{611DF4EE-429F-4A10-BE83-07AB208EB37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T1</Template>
  <TotalTime>5931</TotalTime>
  <Words>11382</Words>
  <Application>Microsoft Macintosh PowerPoint</Application>
  <PresentationFormat>On-screen Show (4:3)</PresentationFormat>
  <Paragraphs>1184</Paragraphs>
  <Slides>143</Slides>
  <Notes>143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143</vt:i4>
      </vt:variant>
    </vt:vector>
  </HeadingPairs>
  <TitlesOfParts>
    <vt:vector size="151" baseType="lpstr">
      <vt:lpstr>Arial</vt:lpstr>
      <vt:lpstr>Calibri</vt:lpstr>
      <vt:lpstr>Cambria Math</vt:lpstr>
      <vt:lpstr>Corbel</vt:lpstr>
      <vt:lpstr>Courier New</vt:lpstr>
      <vt:lpstr>Times New Roman</vt:lpstr>
      <vt:lpstr>Wingdings</vt:lpstr>
      <vt:lpstr>naver</vt:lpstr>
      <vt:lpstr>Phân tích dữ liệu chuỗi thời gian</vt:lpstr>
      <vt:lpstr>Nội dung</vt:lpstr>
      <vt:lpstr>Mô hình hồi qui tuyến tính</vt:lpstr>
      <vt:lpstr>Mô hình hồi qui tuyến tính </vt:lpstr>
      <vt:lpstr>Mô hình hồi qui tuyến tính </vt:lpstr>
      <vt:lpstr>Mô hình hồi qui tuyến tính</vt:lpstr>
      <vt:lpstr>Mô hình hồi qui tuyến tính </vt:lpstr>
      <vt:lpstr>Mô hình hồi qui tuyến tính </vt:lpstr>
      <vt:lpstr>Mô hình hồi qui tuyến tính </vt:lpstr>
      <vt:lpstr>Mô hình hồi qui tuyến tính </vt:lpstr>
      <vt:lpstr>Mô hình hồi qui tuyến tính </vt:lpstr>
      <vt:lpstr>Mô hình hồi qui tuyến tính </vt:lpstr>
      <vt:lpstr>Mô hình hồi qui tuyến tính </vt:lpstr>
      <vt:lpstr>Mô hình hồi qui tuyến tính </vt:lpstr>
      <vt:lpstr>Mô hình hồi qui tuyến tính </vt:lpstr>
      <vt:lpstr>Mô hình hồi qui tuyến tính </vt:lpstr>
      <vt:lpstr>Mô hình hồi qui tuyến tính </vt:lpstr>
      <vt:lpstr>Mô hình hồi qui tuyến tính </vt:lpstr>
      <vt:lpstr>Mô hình tự hồi qui</vt:lpstr>
      <vt:lpstr>Mô hình tự hồi qui</vt:lpstr>
      <vt:lpstr>Mô hình tự hồi qui</vt:lpstr>
      <vt:lpstr>Mô hình tự hồi qui</vt:lpstr>
      <vt:lpstr>Mô hình tự hồi qui</vt:lpstr>
      <vt:lpstr>Mô hình tự hồi qui</vt:lpstr>
      <vt:lpstr>Mô hình tự hồi qui</vt:lpstr>
      <vt:lpstr>Mô hình tự hồi qui</vt:lpstr>
      <vt:lpstr>Mô hình tự hồi qui</vt:lpstr>
      <vt:lpstr>Mô hình tự hồi qui</vt:lpstr>
      <vt:lpstr>Mô hình tự hồi qui</vt:lpstr>
      <vt:lpstr>Mô hình tự hồi qui</vt:lpstr>
      <vt:lpstr>Mô hình tự hồi qui</vt:lpstr>
      <vt:lpstr>Mô hình tự hồi qui</vt:lpstr>
      <vt:lpstr>Mô hình tự hồi qui</vt:lpstr>
      <vt:lpstr>Mô hình tự hồi qui</vt:lpstr>
      <vt:lpstr>Mô hình tự hồi qui</vt:lpstr>
      <vt:lpstr>Mô hình tự hồi qui</vt:lpstr>
      <vt:lpstr>Mô hình tự hồi qui</vt:lpstr>
      <vt:lpstr>Mô hình tự hồi qui</vt:lpstr>
      <vt:lpstr>Mô hình tự hồi qui</vt:lpstr>
      <vt:lpstr>Mô hình tự hồi qui</vt:lpstr>
      <vt:lpstr>Mô hình tự hồi qui</vt:lpstr>
      <vt:lpstr>Mô hình tự hồi qui</vt:lpstr>
      <vt:lpstr>Mô hình tự hồi qui</vt:lpstr>
      <vt:lpstr>Mô hình tự hồi qui</vt:lpstr>
      <vt:lpstr>Mô hình tự hồi qui</vt:lpstr>
      <vt:lpstr>Mô hình tự hồi qui</vt:lpstr>
      <vt:lpstr>Mô hình tự hồi qui</vt:lpstr>
      <vt:lpstr>Mô hình tự hồi qui</vt:lpstr>
      <vt:lpstr>Mô hình tự hồi qui</vt:lpstr>
      <vt:lpstr>Mô hình tự hồi qui</vt:lpstr>
      <vt:lpstr>Mô hình tự hồi qui</vt:lpstr>
      <vt:lpstr>Mô hình tự hồi qui</vt:lpstr>
      <vt:lpstr>Mô hình tự hồi qui</vt:lpstr>
      <vt:lpstr>Mô hình tự hồi qui</vt:lpstr>
      <vt:lpstr>Mô hình trung bình động </vt:lpstr>
      <vt:lpstr>Mô hình trung bình động </vt:lpstr>
      <vt:lpstr>Mô hình trung bình động </vt:lpstr>
      <vt:lpstr>Mô hình trung bình động </vt:lpstr>
      <vt:lpstr>Mô hình trung bình động </vt:lpstr>
      <vt:lpstr>Mô hình trung bình động </vt:lpstr>
      <vt:lpstr>Mô hình trung bình động </vt:lpstr>
      <vt:lpstr>Mô hình trung bình động </vt:lpstr>
      <vt:lpstr>Mô hình trung bình động </vt:lpstr>
      <vt:lpstr>Mô hình trung bình động </vt:lpstr>
      <vt:lpstr>Mô hình trung bình động </vt:lpstr>
      <vt:lpstr>Mô hình trung bình động </vt:lpstr>
      <vt:lpstr>Mô hình trung bình động </vt:lpstr>
      <vt:lpstr>Mô hình trung bình động </vt:lpstr>
      <vt:lpstr>Mô hình trung bình động </vt:lpstr>
      <vt:lpstr>Mô hình ARMA (Autoregressive Moving Average)</vt:lpstr>
      <vt:lpstr>Mô hình ARMA (Autoregressive Moving Average)</vt:lpstr>
      <vt:lpstr>Mô hình ARMA (Autoregressive Moving Average)</vt:lpstr>
      <vt:lpstr>Mô hình ARMA (Autoregressive Moving Average)</vt:lpstr>
      <vt:lpstr>Mô hình ARMA (Autoregressive Moving Average)</vt:lpstr>
      <vt:lpstr>Mô hình ARMA (Autoregressive Moving Average)</vt:lpstr>
      <vt:lpstr>Mô hình ARMA (Autoregressive Moving Average)</vt:lpstr>
      <vt:lpstr>Mô hình ARMA (Autoregressive Moving Average)</vt:lpstr>
      <vt:lpstr>Mô hình ARMA (Autoregressive Moving Average)</vt:lpstr>
      <vt:lpstr>Mô hình ARMA (Autoregressive Moving Average)</vt:lpstr>
      <vt:lpstr>Mô hình ARMA (Autoregressive Moving Average)</vt:lpstr>
      <vt:lpstr>Mô hình ARMA (Autoregressive Moving Average)</vt:lpstr>
      <vt:lpstr>Mô hình ARMA (Autoregressive Moving Average)</vt:lpstr>
      <vt:lpstr>Mô hình ARMA (Autoregressive Moving Average)</vt:lpstr>
      <vt:lpstr>Mô hình ARMA (Autoregressive Moving Average)</vt:lpstr>
      <vt:lpstr>Mô hình ARMA (Autoregressive Moving Average)</vt:lpstr>
      <vt:lpstr>Mô hình ARMA (Autoregressive Moving Average)</vt:lpstr>
      <vt:lpstr>Mô hình ARMA (Autoregressive Moving Average)</vt:lpstr>
      <vt:lpstr>Mô hình ARMA (Autoregressive Moving Average)</vt:lpstr>
      <vt:lpstr>Mô hình ARMA (Autoregressive Moving Average)</vt:lpstr>
      <vt:lpstr>Mô hình ARMA (Autoregressive Moving Average)</vt:lpstr>
      <vt:lpstr>Mô hình ARIMA (Integrated Autoregressive Moving Average)</vt:lpstr>
      <vt:lpstr>Mô hình ARIMA (Integrated Autoregressive Moving Average)</vt:lpstr>
      <vt:lpstr>Mô hình ARIMA (Integrated Autoregressive Moving Average)</vt:lpstr>
      <vt:lpstr>Ước tính tham số</vt:lpstr>
      <vt:lpstr>Ước tính tham số</vt:lpstr>
      <vt:lpstr>Ước tính tham số</vt:lpstr>
      <vt:lpstr>Ước tính tham số</vt:lpstr>
      <vt:lpstr>Ước tính tham số</vt:lpstr>
      <vt:lpstr>Ước tính tham số</vt:lpstr>
      <vt:lpstr>Ước tính tham số</vt:lpstr>
      <vt:lpstr>Ước tính tham số</vt:lpstr>
      <vt:lpstr>Ước tính tham số</vt:lpstr>
      <vt:lpstr>Ước tính tham số</vt:lpstr>
      <vt:lpstr>Ước tính tham số</vt:lpstr>
      <vt:lpstr>Ước tính tham số</vt:lpstr>
      <vt:lpstr>Ước tính tham số</vt:lpstr>
      <vt:lpstr>Mô hình tự hồi qui véc tơ (Vector Autoregression)</vt:lpstr>
      <vt:lpstr>Mô hình tự hồi qui véc tơ (Vector Autoregression)</vt:lpstr>
      <vt:lpstr>Mô hình tự hồi qui véc tơ (Vector Autoregression)</vt:lpstr>
      <vt:lpstr>Mô hình tự hồi qui véc tơ (Vector Autoregression)</vt:lpstr>
      <vt:lpstr>Mô hình tự hồi qui véc tơ (Vector Autoregression)</vt:lpstr>
      <vt:lpstr>Mô hình tự hồi qui véc tơ (Vector Autoregression)</vt:lpstr>
      <vt:lpstr>Mô hình tự hồi qui véc tơ (Vector Autoregression)</vt:lpstr>
      <vt:lpstr>Mô hình không gian trạng thái </vt:lpstr>
      <vt:lpstr>Mô hình không gian trạng thái </vt:lpstr>
      <vt:lpstr>Kalman Filter</vt:lpstr>
      <vt:lpstr>Kalman Filter</vt:lpstr>
      <vt:lpstr>Kalman Filter</vt:lpstr>
      <vt:lpstr>Kalman Filter</vt:lpstr>
      <vt:lpstr>Kalman Filter</vt:lpstr>
      <vt:lpstr>Kalman Filter</vt:lpstr>
      <vt:lpstr>Kalman Filter</vt:lpstr>
      <vt:lpstr>Kalman Filter</vt:lpstr>
      <vt:lpstr>Kalman Filter</vt:lpstr>
      <vt:lpstr>Mô hình Markov ẩn</vt:lpstr>
      <vt:lpstr>Mô hình Markov ẩn</vt:lpstr>
      <vt:lpstr>Mô hình Markov ẩn</vt:lpstr>
      <vt:lpstr>Mô hình Markov ẩn</vt:lpstr>
      <vt:lpstr>Mô hình Markov ẩn</vt:lpstr>
      <vt:lpstr>Mô hình Markov ẩn</vt:lpstr>
      <vt:lpstr>Mô hình Markov ẩn</vt:lpstr>
      <vt:lpstr>Mô hình Markov ẩn</vt:lpstr>
      <vt:lpstr>Mô hình Markov ẩn</vt:lpstr>
      <vt:lpstr>Mô hình Markov ẩn</vt:lpstr>
      <vt:lpstr>Mô hình Markov ẩn</vt:lpstr>
      <vt:lpstr>Mô hình Markov ẩn</vt:lpstr>
      <vt:lpstr>Mô hình Markov ẩn</vt:lpstr>
      <vt:lpstr>Mô hình Markov ẩn</vt:lpstr>
      <vt:lpstr>Mô hình Markov ẩn</vt:lpstr>
      <vt:lpstr>Chuỗi thời gian cấu trúc Bayes</vt:lpstr>
      <vt:lpstr>Chuỗi thời gian cấu trúc Bayes</vt:lpstr>
      <vt:lpstr>Chuỗi thời gian cấu trúc Bayes</vt:lpstr>
      <vt:lpstr>Chuỗi thời gian cấu trúc Bayes</vt:lpstr>
    </vt:vector>
  </TitlesOfParts>
  <Company>BABYDUCK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Template</dc:title>
  <dc:creator>Manh Son</dc:creator>
  <cp:lastModifiedBy>Do Tien Dung</cp:lastModifiedBy>
  <cp:revision>433</cp:revision>
  <dcterms:created xsi:type="dcterms:W3CDTF">2007-09-05T08:24:33Z</dcterms:created>
  <dcterms:modified xsi:type="dcterms:W3CDTF">2026-03-23T02:54:25Z</dcterms:modified>
</cp:coreProperties>
</file>